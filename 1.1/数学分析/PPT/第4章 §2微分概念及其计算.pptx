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9" r:id="rId2"/>
    <p:sldId id="260" r:id="rId3"/>
    <p:sldId id="277" r:id="rId4"/>
    <p:sldId id="261" r:id="rId5"/>
    <p:sldId id="262" r:id="rId6"/>
    <p:sldId id="286" r:id="rId7"/>
    <p:sldId id="264" r:id="rId8"/>
    <p:sldId id="278" r:id="rId9"/>
    <p:sldId id="265" r:id="rId10"/>
    <p:sldId id="266" r:id="rId11"/>
    <p:sldId id="273" r:id="rId12"/>
    <p:sldId id="274" r:id="rId13"/>
    <p:sldId id="282" r:id="rId14"/>
    <p:sldId id="269" r:id="rId15"/>
    <p:sldId id="283" r:id="rId16"/>
    <p:sldId id="271" r:id="rId17"/>
    <p:sldId id="272" r:id="rId18"/>
    <p:sldId id="284" r:id="rId19"/>
  </p:sldIdLst>
  <p:sldSz cx="9144000" cy="6858000" type="screen4x3"/>
  <p:notesSz cx="9144000" cy="6858000"/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38" userDrawn="1">
          <p15:clr>
            <a:srgbClr val="A4A3A4"/>
          </p15:clr>
        </p15:guide>
        <p15:guide id="2" pos="1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FFC34B"/>
    <a:srgbClr val="FF00FF"/>
    <a:srgbClr val="FFFFCC"/>
    <a:srgbClr val="FEDC6E"/>
    <a:srgbClr val="990000"/>
    <a:srgbClr val="EAEAEA"/>
    <a:srgbClr val="FFFF8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0"/>
    <p:restoredTop sz="94615"/>
  </p:normalViewPr>
  <p:slideViewPr>
    <p:cSldViewPr showGuides="1">
      <p:cViewPr varScale="1">
        <p:scale>
          <a:sx n="92" d="100"/>
          <a:sy n="92" d="100"/>
        </p:scale>
        <p:origin x="-1724" y="-76"/>
      </p:cViewPr>
      <p:guideLst>
        <p:guide orient="horz" pos="3838"/>
        <p:guide pos="12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8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7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16.wmf"/><Relationship Id="rId1" Type="http://schemas.openxmlformats.org/officeDocument/2006/relationships/image" Target="../media/image23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52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17" Type="http://schemas.openxmlformats.org/officeDocument/2006/relationships/image" Target="../media/image51.wmf"/><Relationship Id="rId2" Type="http://schemas.openxmlformats.org/officeDocument/2006/relationships/image" Target="../media/image37.wmf"/><Relationship Id="rId16" Type="http://schemas.openxmlformats.org/officeDocument/2006/relationships/image" Target="../media/image50.wmf"/><Relationship Id="rId20" Type="http://schemas.openxmlformats.org/officeDocument/2006/relationships/image" Target="../media/image54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5" Type="http://schemas.openxmlformats.org/officeDocument/2006/relationships/image" Target="../media/image23.wmf"/><Relationship Id="rId10" Type="http://schemas.openxmlformats.org/officeDocument/2006/relationships/image" Target="../media/image45.wmf"/><Relationship Id="rId19" Type="http://schemas.openxmlformats.org/officeDocument/2006/relationships/image" Target="../media/image53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image" Target="../media/image67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12" Type="http://schemas.openxmlformats.org/officeDocument/2006/relationships/image" Target="../media/image66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11" Type="http://schemas.openxmlformats.org/officeDocument/2006/relationships/image" Target="../media/image65.wmf"/><Relationship Id="rId5" Type="http://schemas.openxmlformats.org/officeDocument/2006/relationships/image" Target="../media/image60.wmf"/><Relationship Id="rId10" Type="http://schemas.openxmlformats.org/officeDocument/2006/relationships/image" Target="../media/image64.wmf"/><Relationship Id="rId4" Type="http://schemas.openxmlformats.org/officeDocument/2006/relationships/image" Target="../media/image59.wmf"/><Relationship Id="rId9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4" Type="http://schemas.openxmlformats.org/officeDocument/2006/relationships/image" Target="../media/image9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4" Type="http://schemas.openxmlformats.org/officeDocument/2006/relationships/image" Target="../media/image10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4" Type="http://schemas.openxmlformats.org/officeDocument/2006/relationships/image" Target="../media/image1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页眉占位符 307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b="0" dirty="0"/>
          </a:p>
        </p:txBody>
      </p:sp>
      <p:sp>
        <p:nvSpPr>
          <p:cNvPr id="30723" name="日期占位符 30722"/>
          <p:cNvSpPr>
            <a:spLocks noGrp="1"/>
          </p:cNvSpPr>
          <p:nvPr>
            <p:ph type="dt" sz="quarter" idx="1"/>
          </p:nvPr>
        </p:nvSpPr>
        <p:spPr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b="0" dirty="0"/>
          </a:p>
        </p:txBody>
      </p:sp>
      <p:sp>
        <p:nvSpPr>
          <p:cNvPr id="30724" name="页脚占位符 30723"/>
          <p:cNvSpPr>
            <a:spLocks noGrp="1"/>
          </p:cNvSpPr>
          <p:nvPr>
            <p:ph type="ftr" sz="quarter" idx="2"/>
          </p:nvPr>
        </p:nvSpPr>
        <p:spPr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b="0" dirty="0"/>
          </a:p>
        </p:txBody>
      </p:sp>
      <p:sp>
        <p:nvSpPr>
          <p:cNvPr id="30725" name="灯片编号占位符 30724"/>
          <p:cNvSpPr>
            <a:spLocks noGrp="1"/>
          </p:cNvSpPr>
          <p:nvPr>
            <p:ph type="sldNum" sz="quarter" idx="3"/>
          </p:nvPr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b="0" dirty="0"/>
              <a:pPr lvl="0" algn="r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b="0" dirty="0"/>
          </a:p>
        </p:txBody>
      </p:sp>
      <p:sp>
        <p:nvSpPr>
          <p:cNvPr id="3075" name="日期占位符 3074"/>
          <p:cNvSpPr>
            <a:spLocks noGrp="1"/>
          </p:cNvSpPr>
          <p:nvPr>
            <p:ph type="dt" idx="1"/>
          </p:nvPr>
        </p:nvSpPr>
        <p:spPr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b="0" dirty="0"/>
          </a:p>
        </p:txBody>
      </p:sp>
      <p:sp>
        <p:nvSpPr>
          <p:cNvPr id="3076" name="幻灯片图像占位符 3075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3076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078" name="页脚占位符 3077"/>
          <p:cNvSpPr>
            <a:spLocks noGrp="1"/>
          </p:cNvSpPr>
          <p:nvPr>
            <p:ph type="ftr" sz="quarter" idx="4"/>
          </p:nvPr>
        </p:nvSpPr>
        <p:spPr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b="0" dirty="0"/>
          </a:p>
        </p:txBody>
      </p:sp>
      <p:sp>
        <p:nvSpPr>
          <p:cNvPr id="3079" name="灯片编号占位符 3078"/>
          <p:cNvSpPr>
            <a:spLocks noGrp="1"/>
          </p:cNvSpPr>
          <p:nvPr>
            <p:ph type="sldNum" sz="quarter" idx="5"/>
          </p:nvPr>
        </p:nvSpPr>
        <p:spPr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b="0" dirty="0"/>
              <a:pPr lvl="0" algn="r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" Target="slide2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" Target="slide11.xml"/><Relationship Id="rId4" Type="http://schemas.openxmlformats.org/officeDocument/2006/relationships/slide" Target="slide14.xml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5.bin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4.bin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3.bin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2.bin"/><Relationship Id="rId9" Type="http://schemas.openxmlformats.org/officeDocument/2006/relationships/oleObject" Target="../embeddings/oleObject2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6.bin"/><Relationship Id="rId12" Type="http://schemas.openxmlformats.org/officeDocument/2006/relationships/oleObject" Target="../embeddings/oleObject41.bin"/><Relationship Id="rId1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5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44.bin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8.bin"/><Relationship Id="rId14" Type="http://schemas.openxmlformats.org/officeDocument/2006/relationships/oleObject" Target="../embeddings/oleObject4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oleObject" Target="../embeddings/oleObject57.bin"/><Relationship Id="rId18" Type="http://schemas.openxmlformats.org/officeDocument/2006/relationships/oleObject" Target="../embeddings/oleObject62.bin"/><Relationship Id="rId26" Type="http://schemas.openxmlformats.org/officeDocument/2006/relationships/oleObject" Target="../embeddings/oleObject69.bin"/><Relationship Id="rId3" Type="http://schemas.openxmlformats.org/officeDocument/2006/relationships/oleObject" Target="../embeddings/oleObject47.bin"/><Relationship Id="rId21" Type="http://schemas.openxmlformats.org/officeDocument/2006/relationships/image" Target="../media/image55.wmf"/><Relationship Id="rId7" Type="http://schemas.openxmlformats.org/officeDocument/2006/relationships/oleObject" Target="../embeddings/oleObject51.bin"/><Relationship Id="rId12" Type="http://schemas.openxmlformats.org/officeDocument/2006/relationships/oleObject" Target="../embeddings/oleObject56.bin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4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0.bin"/><Relationship Id="rId11" Type="http://schemas.openxmlformats.org/officeDocument/2006/relationships/oleObject" Target="../embeddings/oleObject55.bin"/><Relationship Id="rId24" Type="http://schemas.openxmlformats.org/officeDocument/2006/relationships/oleObject" Target="../embeddings/oleObject67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6.bin"/><Relationship Id="rId10" Type="http://schemas.openxmlformats.org/officeDocument/2006/relationships/oleObject" Target="../embeddings/oleObject54.bin"/><Relationship Id="rId19" Type="http://schemas.openxmlformats.org/officeDocument/2006/relationships/oleObject" Target="../embeddings/oleObject63.bin"/><Relationship Id="rId4" Type="http://schemas.openxmlformats.org/officeDocument/2006/relationships/oleObject" Target="../embeddings/oleObject48.bin"/><Relationship Id="rId9" Type="http://schemas.openxmlformats.org/officeDocument/2006/relationships/oleObject" Target="../embeddings/oleObject53.bin"/><Relationship Id="rId14" Type="http://schemas.openxmlformats.org/officeDocument/2006/relationships/oleObject" Target="../embeddings/oleObject58.bin"/><Relationship Id="rId22" Type="http://schemas.openxmlformats.org/officeDocument/2006/relationships/oleObject" Target="../embeddings/oleObject6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4.bin"/><Relationship Id="rId12" Type="http://schemas.openxmlformats.org/officeDocument/2006/relationships/oleObject" Target="../embeddings/oleObject79.bin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3.bin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82.bin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6.bin"/><Relationship Id="rId14" Type="http://schemas.openxmlformats.org/officeDocument/2006/relationships/oleObject" Target="../embeddings/oleObject8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8.bin"/><Relationship Id="rId5" Type="http://schemas.openxmlformats.org/officeDocument/2006/relationships/oleObject" Target="../embeddings/oleObject87.bin"/><Relationship Id="rId4" Type="http://schemas.openxmlformats.org/officeDocument/2006/relationships/oleObject" Target="../embeddings/oleObject8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93.bin"/><Relationship Id="rId4" Type="http://schemas.openxmlformats.org/officeDocument/2006/relationships/oleObject" Target="../embeddings/oleObject9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7.bin"/><Relationship Id="rId5" Type="http://schemas.openxmlformats.org/officeDocument/2006/relationships/oleObject" Target="../embeddings/oleObject96.bin"/><Relationship Id="rId4" Type="http://schemas.openxmlformats.org/officeDocument/2006/relationships/oleObject" Target="../embeddings/oleObject9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2.bin"/><Relationship Id="rId5" Type="http://schemas.openxmlformats.org/officeDocument/2006/relationships/oleObject" Target="../embeddings/oleObject101.bin"/><Relationship Id="rId4" Type="http://schemas.openxmlformats.org/officeDocument/2006/relationships/oleObject" Target="../embeddings/oleObject10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08.bin"/><Relationship Id="rId5" Type="http://schemas.openxmlformats.org/officeDocument/2006/relationships/oleObject" Target="../embeddings/oleObject107.bin"/><Relationship Id="rId4" Type="http://schemas.openxmlformats.org/officeDocument/2006/relationships/oleObject" Target="../embeddings/oleObject10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12.bin"/><Relationship Id="rId5" Type="http://schemas.openxmlformats.org/officeDocument/2006/relationships/oleObject" Target="../embeddings/oleObject111.bin"/><Relationship Id="rId4" Type="http://schemas.openxmlformats.org/officeDocument/2006/relationships/oleObject" Target="../embeddings/oleObject110.bin"/><Relationship Id="rId9" Type="http://schemas.openxmlformats.org/officeDocument/2006/relationships/oleObject" Target="../embeddings/oleObject11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9.bin"/><Relationship Id="rId5" Type="http://schemas.openxmlformats.org/officeDocument/2006/relationships/oleObject" Target="../embeddings/oleObject118.bin"/><Relationship Id="rId4" Type="http://schemas.openxmlformats.org/officeDocument/2006/relationships/oleObject" Target="../embeddings/oleObject117.bin"/><Relationship Id="rId9" Type="http://schemas.openxmlformats.org/officeDocument/2006/relationships/oleObject" Target="../embeddings/oleObject12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6.bin"/><Relationship Id="rId5" Type="http://schemas.openxmlformats.org/officeDocument/2006/relationships/oleObject" Target="../embeddings/oleObject125.bin"/><Relationship Id="rId4" Type="http://schemas.openxmlformats.org/officeDocument/2006/relationships/oleObject" Target="../embeddings/oleObject12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30.bin"/><Relationship Id="rId5" Type="http://schemas.openxmlformats.org/officeDocument/2006/relationships/oleObject" Target="../embeddings/oleObject129.bin"/><Relationship Id="rId4" Type="http://schemas.openxmlformats.org/officeDocument/2006/relationships/oleObject" Target="../embeddings/oleObject12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35.bin"/><Relationship Id="rId5" Type="http://schemas.openxmlformats.org/officeDocument/2006/relationships/oleObject" Target="../embeddings/oleObject134.bin"/><Relationship Id="rId4" Type="http://schemas.openxmlformats.org/officeDocument/2006/relationships/oleObject" Target="../embeddings/oleObject13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文本框 8196">
            <a:hlinkClick r:id="rId3" action="ppaction://hlinksldjump"/>
          </p:cNvPr>
          <p:cNvSpPr txBox="1"/>
          <p:nvPr/>
        </p:nvSpPr>
        <p:spPr>
          <a:xfrm>
            <a:off x="683568" y="3962400"/>
            <a:ext cx="3725863" cy="423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indent="-609600" algn="l"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0" dirty="0">
                <a:solidFill>
                  <a:srgbClr val="EAEAEA"/>
                </a:solidFill>
                <a:latin typeface="华文新魏" pitchFamily="2" charset="-122"/>
                <a:ea typeface="华文新魏" pitchFamily="2" charset="-122"/>
              </a:rPr>
              <a:t>  </a:t>
            </a:r>
            <a:r>
              <a:rPr lang="zh-CN" altLang="en-US" sz="3200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一、微分的概念</a:t>
            </a:r>
          </a:p>
        </p:txBody>
      </p:sp>
      <p:sp>
        <p:nvSpPr>
          <p:cNvPr id="8195" name="文本框 8194"/>
          <p:cNvSpPr txBox="1"/>
          <p:nvPr/>
        </p:nvSpPr>
        <p:spPr>
          <a:xfrm>
            <a:off x="1761490" y="430530"/>
            <a:ext cx="54838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800" b="0">
                <a:solidFill>
                  <a:schemeClr val="tx1"/>
                </a:solidFill>
                <a:latin typeface="Times New Roman" panose="02020603050405020304" pitchFamily="18" charset="0"/>
              </a:rPr>
              <a:t>§</a:t>
            </a:r>
            <a:r>
              <a:rPr lang="en-US" altLang="zh-CN" sz="3800" b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4000" b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4000" b="0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+mj-ea"/>
                <a:ea typeface="+mj-ea"/>
              </a:rPr>
              <a:t>微分概念及其计算</a:t>
            </a:r>
            <a:r>
              <a:rPr lang="zh-CN" altLang="en-US" sz="4000" b="0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  </a:t>
            </a:r>
          </a:p>
        </p:txBody>
      </p:sp>
      <p:sp>
        <p:nvSpPr>
          <p:cNvPr id="8213" name="矩形 8212">
            <a:hlinkClick r:id="rId4" action="ppaction://hlinksldjump"/>
          </p:cNvPr>
          <p:cNvSpPr/>
          <p:nvPr/>
        </p:nvSpPr>
        <p:spPr>
          <a:xfrm>
            <a:off x="957992" y="5134533"/>
            <a:ext cx="5694045" cy="3860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0" dirty="0">
                <a:solidFill>
                  <a:srgbClr val="EAEAEA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三、微分在近似计算中的应用</a:t>
            </a:r>
          </a:p>
        </p:txBody>
      </p:sp>
      <p:sp>
        <p:nvSpPr>
          <p:cNvPr id="8215" name="矩形 8214">
            <a:hlinkClick r:id="rId5" action="ppaction://hlinksldjump"/>
          </p:cNvPr>
          <p:cNvSpPr/>
          <p:nvPr/>
        </p:nvSpPr>
        <p:spPr>
          <a:xfrm>
            <a:off x="957992" y="4567199"/>
            <a:ext cx="4060825" cy="3860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0" dirty="0">
                <a:solidFill>
                  <a:srgbClr val="EAEAEA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rPr>
              <a:t>二、微分的运算法则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11810" y="1478009"/>
            <a:ext cx="8632190" cy="2136775"/>
            <a:chOff x="624" y="2160"/>
            <a:chExt cx="13594" cy="3365"/>
          </a:xfrm>
        </p:grpSpPr>
        <p:grpSp>
          <p:nvGrpSpPr>
            <p:cNvPr id="8222" name="组合 8221"/>
            <p:cNvGrpSpPr/>
            <p:nvPr/>
          </p:nvGrpSpPr>
          <p:grpSpPr>
            <a:xfrm>
              <a:off x="896" y="2160"/>
              <a:ext cx="13323" cy="685"/>
              <a:chOff x="182" y="864"/>
              <a:chExt cx="5329" cy="274"/>
            </a:xfrm>
          </p:grpSpPr>
          <p:sp>
            <p:nvSpPr>
              <p:cNvPr id="8201" name="文本框 8200"/>
              <p:cNvSpPr txBox="1"/>
              <p:nvPr/>
            </p:nvSpPr>
            <p:spPr>
              <a:xfrm>
                <a:off x="182" y="864"/>
                <a:ext cx="532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zh-CN" altLang="en-US" dirty="0">
                    <a:solidFill>
                      <a:schemeClr val="tx1"/>
                    </a:solidFill>
                    <a:latin typeface="+mj-ea"/>
                    <a:ea typeface="+mj-ea"/>
                  </a:rPr>
                  <a:t>若在有限增量公式                  中删去</a:t>
                </a:r>
              </a:p>
            </p:txBody>
          </p:sp>
          <p:graphicFrame>
            <p:nvGraphicFramePr>
              <p:cNvPr id="8202" name="对象 8201"/>
              <p:cNvGraphicFramePr>
                <a:graphicFrameLocks noChangeAspect="1"/>
              </p:cNvGraphicFramePr>
              <p:nvPr/>
            </p:nvGraphicFramePr>
            <p:xfrm>
              <a:off x="2278" y="864"/>
              <a:ext cx="1929" cy="240"/>
            </p:xfrm>
            <a:graphic>
              <a:graphicData uri="http://schemas.openxmlformats.org/presentationml/2006/ole">
                <p:oleObj spid="_x0000_s3138" r:id="rId6" imgW="3060360" imgH="380880" progId="">
                  <p:embed/>
                </p:oleObj>
              </a:graphicData>
            </a:graphic>
          </p:graphicFrame>
        </p:grpSp>
        <p:grpSp>
          <p:nvGrpSpPr>
            <p:cNvPr id="8220" name="组合 8219"/>
            <p:cNvGrpSpPr/>
            <p:nvPr/>
          </p:nvGrpSpPr>
          <p:grpSpPr>
            <a:xfrm>
              <a:off x="624" y="3013"/>
              <a:ext cx="13290" cy="686"/>
              <a:chOff x="576" y="1200"/>
              <a:chExt cx="4813" cy="274"/>
            </a:xfrm>
          </p:grpSpPr>
          <p:sp>
            <p:nvSpPr>
              <p:cNvPr id="8219" name="矩形 8218"/>
              <p:cNvSpPr/>
              <p:nvPr/>
            </p:nvSpPr>
            <p:spPr>
              <a:xfrm>
                <a:off x="576" y="1200"/>
                <a:ext cx="4813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l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高阶无穷小量项</a:t>
                </a:r>
                <a:r>
                  <a:rPr lang="en-US" altLang="zh-CN" dirty="0">
                    <a:solidFill>
                      <a:schemeClr val="tx1"/>
                    </a:solidFill>
                    <a:latin typeface="+mn-ea"/>
                    <a:ea typeface="+mn-ea"/>
                  </a:rPr>
                  <a:t>,</a:t>
                </a:r>
                <a:r>
                  <a:rPr lang="zh-CN" altLang="en-US" dirty="0">
                    <a:solidFill>
                      <a:schemeClr val="tx1"/>
                    </a:solidFill>
                    <a:latin typeface="+mn-ea"/>
                    <a:ea typeface="+mn-ea"/>
                  </a:rPr>
                  <a:t>则得   关于   的一个线性近似式</a:t>
                </a:r>
              </a:p>
            </p:txBody>
          </p:sp>
          <p:graphicFrame>
            <p:nvGraphicFramePr>
              <p:cNvPr id="8203" name="对象 8202"/>
              <p:cNvGraphicFramePr>
                <a:graphicFrameLocks noChangeAspect="1"/>
              </p:cNvGraphicFramePr>
              <p:nvPr/>
            </p:nvGraphicFramePr>
            <p:xfrm>
              <a:off x="2572" y="1233"/>
              <a:ext cx="272" cy="208"/>
            </p:xfrm>
            <a:graphic>
              <a:graphicData uri="http://schemas.openxmlformats.org/presentationml/2006/ole">
                <p:oleObj spid="_x0000_s3139" r:id="rId7" imgW="431640" imgH="330120" progId="">
                  <p:embed/>
                </p:oleObj>
              </a:graphicData>
            </a:graphic>
          </p:graphicFrame>
          <p:graphicFrame>
            <p:nvGraphicFramePr>
              <p:cNvPr id="8205" name="对象 8204"/>
              <p:cNvGraphicFramePr>
                <a:graphicFrameLocks noChangeAspect="1"/>
              </p:cNvGraphicFramePr>
              <p:nvPr/>
            </p:nvGraphicFramePr>
            <p:xfrm>
              <a:off x="3306" y="1233"/>
              <a:ext cx="280" cy="208"/>
            </p:xfrm>
            <a:graphic>
              <a:graphicData uri="http://schemas.openxmlformats.org/presentationml/2006/ole">
                <p:oleObj spid="_x0000_s3140" r:id="rId8" imgW="444240" imgH="330120" progId="">
                  <p:embed/>
                </p:oleObj>
              </a:graphicData>
            </a:graphic>
          </p:graphicFrame>
        </p:grpSp>
        <p:grpSp>
          <p:nvGrpSpPr>
            <p:cNvPr id="8218" name="组合 8217"/>
            <p:cNvGrpSpPr/>
            <p:nvPr/>
          </p:nvGrpSpPr>
          <p:grpSpPr>
            <a:xfrm>
              <a:off x="624" y="3743"/>
              <a:ext cx="13398" cy="822"/>
              <a:chOff x="73" y="1497"/>
              <a:chExt cx="5359" cy="329"/>
            </a:xfrm>
          </p:grpSpPr>
          <p:sp>
            <p:nvSpPr>
              <p:cNvPr id="8217" name="矩形 8216"/>
              <p:cNvSpPr/>
              <p:nvPr/>
            </p:nvSpPr>
            <p:spPr>
              <a:xfrm>
                <a:off x="73" y="1497"/>
                <a:ext cx="535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tx1"/>
                    </a:solidFill>
                    <a:latin typeface="华文新魏" pitchFamily="2" charset="-122"/>
                    <a:ea typeface="华文新魏" pitchFamily="2" charset="-122"/>
                  </a:rPr>
                  <a:t>这就是“微分”</a:t>
                </a:r>
                <a:r>
                  <a:rPr lang="en-US" altLang="zh-CN" dirty="0">
                    <a:solidFill>
                      <a:schemeClr val="tx1"/>
                    </a:solidFill>
                    <a:latin typeface="华文新魏" pitchFamily="2" charset="-122"/>
                    <a:ea typeface="华文新魏" pitchFamily="2" charset="-122"/>
                  </a:rPr>
                  <a:t>; </a:t>
                </a:r>
                <a:r>
                  <a:rPr lang="zh-CN" altLang="en-US" dirty="0">
                    <a:solidFill>
                      <a:schemeClr val="tx1"/>
                    </a:solidFill>
                    <a:latin typeface="华文新魏" pitchFamily="2" charset="-122"/>
                    <a:ea typeface="华文新魏" pitchFamily="2" charset="-122"/>
                  </a:rPr>
                  <a:t>其中的线性</a:t>
                </a:r>
                <a:r>
                  <a:rPr lang="zh-CN" altLang="en-US" dirty="0" smtClean="0">
                    <a:solidFill>
                      <a:schemeClr val="tx1"/>
                    </a:solidFill>
                    <a:latin typeface="华文新魏" pitchFamily="2" charset="-122"/>
                    <a:ea typeface="华文新魏" pitchFamily="2" charset="-122"/>
                  </a:rPr>
                  <a:t>因子        </a:t>
                </a:r>
                <a:r>
                  <a:rPr lang="zh-CN" altLang="en-US" dirty="0">
                    <a:solidFill>
                      <a:schemeClr val="tx1"/>
                    </a:solidFill>
                    <a:latin typeface="华文新魏" pitchFamily="2" charset="-122"/>
                    <a:ea typeface="华文新魏" pitchFamily="2" charset="-122"/>
                  </a:rPr>
                  <a:t>即为导数。</a:t>
                </a:r>
              </a:p>
            </p:txBody>
          </p:sp>
          <p:graphicFrame>
            <p:nvGraphicFramePr>
              <p:cNvPr id="8210" name="对象 820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xmlns="" val="3776238606"/>
                  </p:ext>
                </p:extLst>
              </p:nvPr>
            </p:nvGraphicFramePr>
            <p:xfrm>
              <a:off x="3628" y="1581"/>
              <a:ext cx="561" cy="240"/>
            </p:xfrm>
            <a:graphic>
              <a:graphicData uri="http://schemas.openxmlformats.org/presentationml/2006/ole">
                <p:oleObj spid="_x0000_s3141" r:id="rId9" imgW="888840" imgH="380880" progId="">
                  <p:embed/>
                </p:oleObj>
              </a:graphicData>
            </a:graphic>
          </p:graphicFrame>
        </p:grpSp>
        <p:sp>
          <p:nvSpPr>
            <p:cNvPr id="8216" name="矩形 8215"/>
            <p:cNvSpPr/>
            <p:nvPr/>
          </p:nvSpPr>
          <p:spPr>
            <a:xfrm>
              <a:off x="624" y="4703"/>
              <a:ext cx="13355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l"/>
              <a:r>
                <a:rPr lang="zh-CN" altLang="en-US" dirty="0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所以</a:t>
              </a:r>
              <a:r>
                <a:rPr lang="en-US" altLang="zh-CN" dirty="0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, </a:t>
              </a:r>
              <a:r>
                <a:rPr lang="zh-CN" altLang="en-US" dirty="0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微分和导数是一对相辅相成的概念</a:t>
              </a:r>
              <a:r>
                <a:rPr lang="en-US" altLang="zh-CN">
                  <a:solidFill>
                    <a:schemeClr val="tx1"/>
                  </a:solidFill>
                  <a:latin typeface="华文新魏" pitchFamily="2" charset="-122"/>
                  <a:ea typeface="华文新魏" pitchFamily="2" charset="-122"/>
                </a:rPr>
                <a:t>.</a:t>
              </a:r>
            </a:p>
          </p:txBody>
        </p:sp>
      </p:grpSp>
      <p:sp>
        <p:nvSpPr>
          <p:cNvPr id="8223" name="椭圆 8222">
            <a:hlinkClick r:id="" action="ppaction://hlinkshowjump?jump=endshow"/>
          </p:cNvPr>
          <p:cNvSpPr/>
          <p:nvPr/>
        </p:nvSpPr>
        <p:spPr>
          <a:xfrm>
            <a:off x="8153400" y="6096000"/>
            <a:ext cx="762000" cy="5334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333399"/>
              </a:gs>
            </a:gsLst>
            <a:path path="rect">
              <a:fillToRect r="100000" b="100000"/>
            </a:path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ctr"/>
          <a:lstStyle/>
          <a:p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隶书" pitchFamily="49" charset="-122"/>
              </a:rPr>
              <a:t>返回</a:t>
            </a:r>
            <a:endParaRPr lang="zh-CN" altLang="en-US" sz="2400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  <p:bldP spid="8195" grpId="0"/>
      <p:bldP spid="8213" grpId="0"/>
      <p:bldP spid="82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文本框 9219"/>
          <p:cNvSpPr txBox="1"/>
          <p:nvPr/>
        </p:nvSpPr>
        <p:spPr>
          <a:xfrm>
            <a:off x="929247" y="1013370"/>
            <a:ext cx="8018462" cy="13849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微分从本质上讲是函数增量中关于自变量增量的线性</a:t>
            </a:r>
            <a:r>
              <a:rPr lang="zh-CN" altLang="en-US" dirty="0" smtClean="0">
                <a:latin typeface="Times New Roman" panose="02020603050405020304" pitchFamily="18" charset="0"/>
              </a:rPr>
              <a:t>部分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9243" name="矩形 9242"/>
              <p:cNvSpPr/>
              <p:nvPr/>
            </p:nvSpPr>
            <p:spPr>
              <a:xfrm>
                <a:off x="929247" y="5125682"/>
                <a:ext cx="7459178" cy="13849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lang="zh-CN" altLang="en-US" dirty="0" smtClean="0">
                    <a:latin typeface="Times New Roman" panose="02020603050405020304" pitchFamily="18" charset="0"/>
                  </a:rPr>
                  <a:t>当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边长 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x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增加一个微小量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/>
                      <m:t>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 smtClean="0">
                    <a:latin typeface="宋体" panose="02010600030101010101" pitchFamily="2" charset="-122"/>
                  </a:rPr>
                  <a:t>可用其关于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𝛥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>
                    <a:latin typeface="宋体" panose="02010600030101010101" pitchFamily="2" charset="-122"/>
                  </a:rPr>
                  <a:t>的线性部分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>
                    <a:latin typeface="宋体" panose="02010600030101010101" pitchFamily="2" charset="-122"/>
                  </a:rPr>
                  <a:t>来</a:t>
                </a:r>
                <a:r>
                  <a:rPr lang="zh-CN" altLang="en-US" dirty="0"/>
                  <a:t>近似，由此产生的误差是一个关于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>
                    <a:latin typeface="宋体" panose="02010600030101010101" pitchFamily="2" charset="-122"/>
                  </a:rPr>
                  <a:t>的高阶无穷小量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m:rPr>
                                <m:nor/>
                              </m:rPr>
                              <a:rPr lang="zh-CN" altLang="en-US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宋体" panose="02010600030101010101" pitchFamily="2" charset="-122"/>
                  </a:rPr>
                  <a:t>。</a:t>
                </a:r>
                <a:endParaRPr lang="zh-CN" altLang="en-US" dirty="0">
                  <a:latin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243" name="矩形 92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247" y="5125682"/>
                <a:ext cx="7459178" cy="1384995"/>
              </a:xfrm>
              <a:prstGeom prst="rect">
                <a:avLst/>
              </a:prstGeom>
              <a:blipFill>
                <a:blip r:embed="rId2" cstate="print"/>
                <a:stretch>
                  <a:fillRect l="-1634" t="-6167" b="-1057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0" name="文本框 9239"/>
          <p:cNvSpPr txBox="1"/>
          <p:nvPr/>
        </p:nvSpPr>
        <p:spPr>
          <a:xfrm>
            <a:off x="2889250" y="534988"/>
            <a:ext cx="34559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0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一、微分的概念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9252" name="矩形 9251"/>
              <p:cNvSpPr/>
              <p:nvPr/>
            </p:nvSpPr>
            <p:spPr>
              <a:xfrm>
                <a:off x="850900" y="2769608"/>
                <a:ext cx="8096809" cy="22467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lang="zh-CN" altLang="en-US" dirty="0" smtClean="0">
                    <a:latin typeface="Times New Roman" panose="02020603050405020304" pitchFamily="18" charset="0"/>
                  </a:rPr>
                  <a:t>一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边长为 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x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的正方形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它的面积 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S </a:t>
                </a:r>
                <a:r>
                  <a:rPr lang="en-US" altLang="zh-CN" b="0" dirty="0">
                    <a:latin typeface="Times New Roman" panose="02020603050405020304" pitchFamily="18" charset="0"/>
                  </a:rPr>
                  <a:t>= 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x </a:t>
                </a:r>
                <a:r>
                  <a:rPr lang="en-US" altLang="zh-CN" baseline="5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。如果给 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x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一个增量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/>
                      <m:t>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正方形面积的增量</a:t>
                </a:r>
                <a:endParaRPr lang="en-US" altLang="zh-CN" dirty="0" smtClean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/>
                        <m:t>Δ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r>
                                <m:rPr>
                                  <m:nor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𝛥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r>
                                <m:rPr>
                                  <m:nor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 smtClean="0"/>
              </a:p>
              <a:p>
                <a:pPr algn="l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/>
                      <m:t>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</a:rPr>
                  <a:t>线性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部分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</a:rPr>
                  <a:t>的高阶部分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m:rPr>
                                <m:nor/>
                              </m:rPr>
                              <a:rPr lang="zh-CN" altLang="en-US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/>
                  <a:t>组成。</a:t>
                </a:r>
                <a:endParaRPr lang="zh-CN" altLang="en-US" dirty="0"/>
              </a:p>
            </p:txBody>
          </p:sp>
        </mc:Choice>
        <mc:Fallback>
          <p:sp>
            <p:nvSpPr>
              <p:cNvPr id="9252" name="矩形 92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2769608"/>
                <a:ext cx="8096809" cy="2246769"/>
              </a:xfrm>
              <a:prstGeom prst="rect">
                <a:avLst/>
              </a:prstGeom>
              <a:blipFill>
                <a:blip r:embed="rId3" cstate="print"/>
                <a:stretch>
                  <a:fillRect l="-1581" t="-3794" b="-6504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3" name="矩形 9252"/>
          <p:cNvSpPr/>
          <p:nvPr/>
        </p:nvSpPr>
        <p:spPr>
          <a:xfrm>
            <a:off x="3397999" y="2144789"/>
            <a:ext cx="2438488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</a:rPr>
              <a:t>一</a:t>
            </a:r>
            <a:r>
              <a:rPr lang="zh-CN" altLang="en-US" dirty="0">
                <a:latin typeface="Times New Roman" panose="02020603050405020304" pitchFamily="18" charset="0"/>
              </a:rPr>
              <a:t>个具体</a:t>
            </a:r>
            <a:r>
              <a:rPr lang="zh-CN" altLang="en-US" dirty="0" smtClean="0">
                <a:latin typeface="Times New Roman" panose="02020603050405020304" pitchFamily="18" charset="0"/>
              </a:rPr>
              <a:t>例子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40" grpId="0"/>
      <p:bldP spid="9252" grpId="0" animBg="1"/>
      <p:bldP spid="92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43" name="对象 266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48803515"/>
              </p:ext>
            </p:extLst>
          </p:nvPr>
        </p:nvGraphicFramePr>
        <p:xfrm>
          <a:off x="3791545" y="2620094"/>
          <a:ext cx="393700" cy="431800"/>
        </p:xfrm>
        <a:graphic>
          <a:graphicData uri="http://schemas.openxmlformats.org/presentationml/2006/ole">
            <p:oleObj spid="_x0000_s5197" r:id="rId3" imgW="393529" imgH="431613" progId="">
              <p:embed/>
            </p:oleObj>
          </a:graphicData>
        </a:graphic>
      </p:graphicFrame>
      <p:graphicFrame>
        <p:nvGraphicFramePr>
          <p:cNvPr id="26651" name="对象 266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53397743"/>
              </p:ext>
            </p:extLst>
          </p:nvPr>
        </p:nvGraphicFramePr>
        <p:xfrm>
          <a:off x="5815608" y="2818532"/>
          <a:ext cx="638175" cy="358775"/>
        </p:xfrm>
        <a:graphic>
          <a:graphicData uri="http://schemas.openxmlformats.org/presentationml/2006/ole">
            <p:oleObj spid="_x0000_s5198" r:id="rId4" imgW="698197" imgH="393529" progId="">
              <p:embed/>
            </p:oleObj>
          </a:graphicData>
        </a:graphic>
      </p:graphicFrame>
      <p:graphicFrame>
        <p:nvGraphicFramePr>
          <p:cNvPr id="26652" name="对象 266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14065166"/>
              </p:ext>
            </p:extLst>
          </p:nvPr>
        </p:nvGraphicFramePr>
        <p:xfrm>
          <a:off x="3766145" y="4486994"/>
          <a:ext cx="638175" cy="358775"/>
        </p:xfrm>
        <a:graphic>
          <a:graphicData uri="http://schemas.openxmlformats.org/presentationml/2006/ole">
            <p:oleObj spid="_x0000_s5199" r:id="rId5" imgW="698197" imgH="393529" progId="">
              <p:embed/>
            </p:oleObj>
          </a:graphicData>
        </a:graphic>
      </p:graphicFrame>
      <p:grpSp>
        <p:nvGrpSpPr>
          <p:cNvPr id="26661" name="组合 26660"/>
          <p:cNvGrpSpPr/>
          <p:nvPr/>
        </p:nvGrpSpPr>
        <p:grpSpPr>
          <a:xfrm>
            <a:off x="2843808" y="1916832"/>
            <a:ext cx="2735262" cy="2513012"/>
            <a:chOff x="1973" y="1979"/>
            <a:chExt cx="1769" cy="1583"/>
          </a:xfrm>
        </p:grpSpPr>
        <p:sp>
          <p:nvSpPr>
            <p:cNvPr id="26630" name="矩形 26629"/>
            <p:cNvSpPr/>
            <p:nvPr/>
          </p:nvSpPr>
          <p:spPr>
            <a:xfrm>
              <a:off x="3332" y="3223"/>
              <a:ext cx="410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" name="矩形 26628"/>
            <p:cNvSpPr/>
            <p:nvPr/>
          </p:nvSpPr>
          <p:spPr>
            <a:xfrm>
              <a:off x="1973" y="1981"/>
              <a:ext cx="1369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矩形 26631"/>
            <p:cNvSpPr/>
            <p:nvPr/>
          </p:nvSpPr>
          <p:spPr>
            <a:xfrm>
              <a:off x="3334" y="1979"/>
              <a:ext cx="408" cy="1248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矩形 26632"/>
            <p:cNvSpPr/>
            <p:nvPr/>
          </p:nvSpPr>
          <p:spPr>
            <a:xfrm>
              <a:off x="1973" y="3226"/>
              <a:ext cx="1363" cy="336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656" name="对象 266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72952501"/>
              </p:ext>
            </p:extLst>
          </p:nvPr>
        </p:nvGraphicFramePr>
        <p:xfrm>
          <a:off x="5058370" y="3945657"/>
          <a:ext cx="508000" cy="419100"/>
        </p:xfrm>
        <a:graphic>
          <a:graphicData uri="http://schemas.openxmlformats.org/presentationml/2006/ole">
            <p:oleObj spid="_x0000_s5200" r:id="rId6" imgW="508000" imgH="419100" progId="">
              <p:embed/>
            </p:oleObj>
          </a:graphicData>
        </a:graphic>
      </p:graphicFrame>
      <p:sp>
        <p:nvSpPr>
          <p:cNvPr id="26657" name="矩形 26656"/>
          <p:cNvSpPr/>
          <p:nvPr/>
        </p:nvSpPr>
        <p:spPr>
          <a:xfrm>
            <a:off x="1513821" y="908720"/>
            <a:ext cx="1087157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 smtClean="0">
                <a:latin typeface="宋体" panose="02010600030101010101" pitchFamily="2" charset="-122"/>
              </a:rPr>
              <a:t>如图</a:t>
            </a:r>
            <a:r>
              <a:rPr lang="en-US" altLang="zh-CN" dirty="0" smtClean="0">
                <a:latin typeface="宋体" panose="02010600030101010101" pitchFamily="2" charset="-122"/>
              </a:rPr>
              <a:t>.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5" name="组合 10294"/>
          <p:cNvGrpSpPr/>
          <p:nvPr/>
        </p:nvGrpSpPr>
        <p:grpSpPr>
          <a:xfrm>
            <a:off x="930275" y="1319213"/>
            <a:ext cx="5913438" cy="519112"/>
            <a:chOff x="586" y="831"/>
            <a:chExt cx="3725" cy="327"/>
          </a:xfrm>
        </p:grpSpPr>
        <p:graphicFrame>
          <p:nvGraphicFramePr>
            <p:cNvPr id="10259" name="对象 10258"/>
            <p:cNvGraphicFramePr>
              <a:graphicFrameLocks noChangeAspect="1"/>
            </p:cNvGraphicFramePr>
            <p:nvPr/>
          </p:nvGraphicFramePr>
          <p:xfrm>
            <a:off x="586" y="871"/>
            <a:ext cx="2401" cy="271"/>
          </p:xfrm>
          <a:graphic>
            <a:graphicData uri="http://schemas.openxmlformats.org/presentationml/2006/ole">
              <p:oleObj spid="_x0000_s6301" r:id="rId3" imgW="3808347" imgH="431613" progId="">
                <p:embed/>
              </p:oleObj>
            </a:graphicData>
          </a:graphic>
        </p:graphicFrame>
        <p:sp>
          <p:nvSpPr>
            <p:cNvPr id="10260" name="文本框 10259"/>
            <p:cNvSpPr txBox="1"/>
            <p:nvPr/>
          </p:nvSpPr>
          <p:spPr>
            <a:xfrm>
              <a:off x="3015" y="831"/>
              <a:ext cx="12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可以表示成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0262" name="对象 10261"/>
          <p:cNvGraphicFramePr>
            <a:graphicFrameLocks noChangeAspect="1"/>
          </p:cNvGraphicFramePr>
          <p:nvPr/>
        </p:nvGraphicFramePr>
        <p:xfrm>
          <a:off x="2617153" y="2023745"/>
          <a:ext cx="5871210" cy="393700"/>
        </p:xfrm>
        <a:graphic>
          <a:graphicData uri="http://schemas.openxmlformats.org/presentationml/2006/ole">
            <p:oleObj spid="_x0000_s6302" r:id="rId4" imgW="5867280" imgH="393480" progId="">
              <p:embed/>
            </p:oleObj>
          </a:graphicData>
        </a:graphic>
      </p:graphicFrame>
      <p:grpSp>
        <p:nvGrpSpPr>
          <p:cNvPr id="10296" name="组合 10295"/>
          <p:cNvGrpSpPr/>
          <p:nvPr/>
        </p:nvGrpSpPr>
        <p:grpSpPr>
          <a:xfrm>
            <a:off x="827088" y="549275"/>
            <a:ext cx="7696200" cy="693738"/>
            <a:chOff x="521" y="346"/>
            <a:chExt cx="4848" cy="437"/>
          </a:xfrm>
        </p:grpSpPr>
        <p:sp>
          <p:nvSpPr>
            <p:cNvPr id="10258" name="文本框 10257"/>
            <p:cNvSpPr txBox="1"/>
            <p:nvPr/>
          </p:nvSpPr>
          <p:spPr>
            <a:xfrm>
              <a:off x="521" y="346"/>
              <a:ext cx="4848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定义 </a:t>
              </a: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设函数 </a:t>
              </a:r>
              <a:r>
                <a:rPr lang="zh-CN" altLang="en-US" i="1" dirty="0">
                  <a:latin typeface="Times New Roman" panose="02020603050405020304" pitchFamily="18" charset="0"/>
                </a:rPr>
                <a:t> 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    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        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 如果增量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76" name="对象 10275"/>
            <p:cNvGraphicFramePr>
              <a:graphicFrameLocks noChangeAspect="1"/>
            </p:cNvGraphicFramePr>
            <p:nvPr/>
          </p:nvGraphicFramePr>
          <p:xfrm>
            <a:off x="2064" y="455"/>
            <a:ext cx="1968" cy="272"/>
          </p:xfrm>
          <a:graphic>
            <a:graphicData uri="http://schemas.openxmlformats.org/presentationml/2006/ole">
              <p:oleObj spid="_x0000_s6303" r:id="rId5" imgW="3122845" imgH="431613" progId="">
                <p:embed/>
              </p:oleObj>
            </a:graphicData>
          </a:graphic>
        </p:graphicFrame>
      </p:grpSp>
      <p:grpSp>
        <p:nvGrpSpPr>
          <p:cNvPr id="10292" name="组合 10291"/>
          <p:cNvGrpSpPr/>
          <p:nvPr/>
        </p:nvGrpSpPr>
        <p:grpSpPr>
          <a:xfrm>
            <a:off x="831850" y="3352800"/>
            <a:ext cx="7169150" cy="519113"/>
            <a:chOff x="524" y="2112"/>
            <a:chExt cx="4516" cy="327"/>
          </a:xfrm>
        </p:grpSpPr>
        <p:sp>
          <p:nvSpPr>
            <p:cNvPr id="10291" name="矩形 10290"/>
            <p:cNvSpPr/>
            <p:nvPr/>
          </p:nvSpPr>
          <p:spPr>
            <a:xfrm>
              <a:off x="524" y="2112"/>
              <a:ext cx="4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</a:rPr>
                <a:t>可微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并称          </a:t>
              </a:r>
              <a:r>
                <a:rPr lang="zh-CN" altLang="en-US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为  </a:t>
              </a:r>
              <a:r>
                <a:rPr lang="en-US" altLang="zh-CN" i="1">
                  <a:latin typeface="Times New Roman" panose="02020603050405020304" pitchFamily="18" charset="0"/>
                </a:rPr>
                <a:t>f  </a:t>
              </a:r>
              <a:r>
                <a:rPr lang="zh-CN" altLang="en-US" dirty="0">
                  <a:latin typeface="Times New Roman" panose="02020603050405020304" pitchFamily="18" charset="0"/>
                </a:rPr>
                <a:t>在点      处的微分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记作</a:t>
              </a:r>
            </a:p>
          </p:txBody>
        </p:sp>
        <p:graphicFrame>
          <p:nvGraphicFramePr>
            <p:cNvPr id="10278" name="对象 10277"/>
            <p:cNvGraphicFramePr>
              <a:graphicFrameLocks noChangeAspect="1"/>
            </p:cNvGraphicFramePr>
            <p:nvPr/>
          </p:nvGraphicFramePr>
          <p:xfrm>
            <a:off x="1659" y="2165"/>
            <a:ext cx="488" cy="248"/>
          </p:xfrm>
          <a:graphic>
            <a:graphicData uri="http://schemas.openxmlformats.org/presentationml/2006/ole">
              <p:oleObj spid="_x0000_s6304" r:id="rId6" imgW="774364" imgH="393529" progId="">
                <p:embed/>
              </p:oleObj>
            </a:graphicData>
          </a:graphic>
        </p:graphicFrame>
        <p:graphicFrame>
          <p:nvGraphicFramePr>
            <p:cNvPr id="10279" name="对象 10278"/>
            <p:cNvGraphicFramePr>
              <a:graphicFrameLocks noChangeAspect="1"/>
            </p:cNvGraphicFramePr>
            <p:nvPr/>
          </p:nvGraphicFramePr>
          <p:xfrm>
            <a:off x="3211" y="2133"/>
            <a:ext cx="232" cy="272"/>
          </p:xfrm>
          <a:graphic>
            <a:graphicData uri="http://schemas.openxmlformats.org/presentationml/2006/ole">
              <p:oleObj spid="_x0000_s6305" r:id="rId7" imgW="368140" imgH="431613" progId="">
                <p:embed/>
              </p:oleObj>
            </a:graphicData>
          </a:graphic>
        </p:graphicFrame>
      </p:grpSp>
      <p:grpSp>
        <p:nvGrpSpPr>
          <p:cNvPr id="10294" name="组合 10293"/>
          <p:cNvGrpSpPr/>
          <p:nvPr/>
        </p:nvGrpSpPr>
        <p:grpSpPr>
          <a:xfrm>
            <a:off x="820738" y="2601913"/>
            <a:ext cx="7667625" cy="690562"/>
            <a:chOff x="517" y="1639"/>
            <a:chExt cx="4830" cy="435"/>
          </a:xfrm>
        </p:grpSpPr>
        <p:sp>
          <p:nvSpPr>
            <p:cNvPr id="10264" name="文本框 10263"/>
            <p:cNvSpPr txBox="1"/>
            <p:nvPr/>
          </p:nvSpPr>
          <p:spPr>
            <a:xfrm>
              <a:off x="517" y="1639"/>
              <a:ext cx="4830" cy="4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其中 </a:t>
              </a:r>
              <a:r>
                <a:rPr lang="en-US" altLang="zh-CN" i="1">
                  <a:latin typeface="Times New Roman" panose="02020603050405020304" pitchFamily="18" charset="0"/>
                </a:rPr>
                <a:t>A </a:t>
              </a:r>
              <a:r>
                <a:rPr lang="zh-CN" altLang="en-US" dirty="0">
                  <a:latin typeface="Times New Roman" panose="02020603050405020304" pitchFamily="18" charset="0"/>
                </a:rPr>
                <a:t>是与      </a:t>
              </a:r>
              <a:r>
                <a:rPr lang="zh-CN" altLang="en-US" i="1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无关的常数</a:t>
              </a:r>
              <a:r>
                <a:rPr lang="en-US" altLang="zh-CN" dirty="0">
                  <a:latin typeface="Times New Roman" panose="02020603050405020304" pitchFamily="18" charset="0"/>
                </a:rPr>
                <a:t>,  </a:t>
              </a:r>
              <a:r>
                <a:rPr lang="zh-CN" altLang="en-US" dirty="0">
                  <a:latin typeface="Times New Roman" panose="02020603050405020304" pitchFamily="18" charset="0"/>
                </a:rPr>
                <a:t>则称函数 </a:t>
              </a:r>
              <a:r>
                <a:rPr lang="en-US" altLang="zh-CN" i="1">
                  <a:latin typeface="Times New Roman" panose="02020603050405020304" pitchFamily="18" charset="0"/>
                </a:rPr>
                <a:t>f  </a:t>
              </a:r>
              <a:r>
                <a:rPr lang="zh-CN" altLang="en-US" dirty="0">
                  <a:latin typeface="Times New Roman" panose="02020603050405020304" pitchFamily="18" charset="0"/>
                </a:rPr>
                <a:t>在点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73" name="对象 10272"/>
            <p:cNvGraphicFramePr>
              <a:graphicFrameLocks noChangeAspect="1"/>
            </p:cNvGraphicFramePr>
            <p:nvPr/>
          </p:nvGraphicFramePr>
          <p:xfrm>
            <a:off x="5051" y="1762"/>
            <a:ext cx="232" cy="272"/>
          </p:xfrm>
          <a:graphic>
            <a:graphicData uri="http://schemas.openxmlformats.org/presentationml/2006/ole">
              <p:oleObj spid="_x0000_s6306" r:id="rId8" imgW="368140" imgH="431613" progId="">
                <p:embed/>
              </p:oleObj>
            </a:graphicData>
          </a:graphic>
        </p:graphicFrame>
        <p:graphicFrame>
          <p:nvGraphicFramePr>
            <p:cNvPr id="10277" name="对象 10276"/>
            <p:cNvGraphicFramePr>
              <a:graphicFrameLocks noChangeAspect="1"/>
            </p:cNvGraphicFramePr>
            <p:nvPr/>
          </p:nvGraphicFramePr>
          <p:xfrm>
            <a:off x="1776" y="1774"/>
            <a:ext cx="312" cy="248"/>
          </p:xfrm>
          <a:graphic>
            <a:graphicData uri="http://schemas.openxmlformats.org/presentationml/2006/ole">
              <p:oleObj spid="_x0000_s6307" r:id="rId9" imgW="495085" imgH="393529" progId="">
                <p:embed/>
              </p:oleObj>
            </a:graphicData>
          </a:graphic>
        </p:graphicFrame>
      </p:grpSp>
      <p:graphicFrame>
        <p:nvGraphicFramePr>
          <p:cNvPr id="10280" name="对象 10279"/>
          <p:cNvGraphicFramePr>
            <a:graphicFrameLocks noChangeAspect="1"/>
          </p:cNvGraphicFramePr>
          <p:nvPr/>
        </p:nvGraphicFramePr>
        <p:xfrm>
          <a:off x="1403350" y="4005263"/>
          <a:ext cx="7150100" cy="596900"/>
        </p:xfrm>
        <a:graphic>
          <a:graphicData uri="http://schemas.openxmlformats.org/presentationml/2006/ole">
            <p:oleObj spid="_x0000_s6308" r:id="rId10" imgW="7150100" imgH="596900" progId="">
              <p:embed/>
            </p:oleObj>
          </a:graphicData>
        </a:graphic>
      </p:graphicFrame>
      <p:grpSp>
        <p:nvGrpSpPr>
          <p:cNvPr id="10290" name="组合 10289"/>
          <p:cNvGrpSpPr/>
          <p:nvPr/>
        </p:nvGrpSpPr>
        <p:grpSpPr>
          <a:xfrm>
            <a:off x="784225" y="4699000"/>
            <a:ext cx="7810500" cy="519113"/>
            <a:chOff x="494" y="2960"/>
            <a:chExt cx="4920" cy="327"/>
          </a:xfrm>
        </p:grpSpPr>
        <p:sp>
          <p:nvSpPr>
            <p:cNvPr id="10271" name="文本框 10270"/>
            <p:cNvSpPr txBox="1"/>
            <p:nvPr/>
          </p:nvSpPr>
          <p:spPr>
            <a:xfrm>
              <a:off x="494" y="2960"/>
              <a:ext cx="49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由定义</a:t>
              </a:r>
              <a:r>
                <a:rPr lang="en-US" altLang="zh-CN" dirty="0">
                  <a:latin typeface="Times New Roman" panose="02020603050405020304" pitchFamily="18" charset="0"/>
                </a:rPr>
                <a:t>,  </a:t>
              </a:r>
              <a:r>
                <a:rPr lang="zh-CN" altLang="en-US" dirty="0">
                  <a:latin typeface="Times New Roman" panose="02020603050405020304" pitchFamily="18" charset="0"/>
                </a:rPr>
                <a:t>函数在点     </a:t>
              </a:r>
              <a:r>
                <a:rPr lang="zh-CN" altLang="en-US" sz="1800" baseline="-2500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处的微分与增量只相差一个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81" name="对象 10280"/>
            <p:cNvGraphicFramePr>
              <a:graphicFrameLocks noChangeAspect="1"/>
            </p:cNvGraphicFramePr>
            <p:nvPr/>
          </p:nvGraphicFramePr>
          <p:xfrm>
            <a:off x="2330" y="2989"/>
            <a:ext cx="232" cy="272"/>
          </p:xfrm>
          <a:graphic>
            <a:graphicData uri="http://schemas.openxmlformats.org/presentationml/2006/ole">
              <p:oleObj spid="_x0000_s6309" r:id="rId11" imgW="368140" imgH="431613" progId="">
                <p:embed/>
              </p:oleObj>
            </a:graphicData>
          </a:graphic>
        </p:graphicFrame>
      </p:grpSp>
      <p:grpSp>
        <p:nvGrpSpPr>
          <p:cNvPr id="10289" name="组合 10288"/>
          <p:cNvGrpSpPr/>
          <p:nvPr/>
        </p:nvGrpSpPr>
        <p:grpSpPr>
          <a:xfrm>
            <a:off x="817563" y="5414963"/>
            <a:ext cx="8064500" cy="519112"/>
            <a:chOff x="515" y="3411"/>
            <a:chExt cx="5080" cy="327"/>
          </a:xfrm>
        </p:grpSpPr>
        <p:sp>
          <p:nvSpPr>
            <p:cNvPr id="10282" name="文本框 10281"/>
            <p:cNvSpPr txBox="1"/>
            <p:nvPr/>
          </p:nvSpPr>
          <p:spPr>
            <a:xfrm>
              <a:off x="515" y="3411"/>
              <a:ext cx="50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关于  </a:t>
              </a:r>
              <a:r>
                <a:rPr lang="zh-CN" altLang="en-US" i="1">
                  <a:latin typeface="宋体" panose="02010600030101010101" pitchFamily="2" charset="-122"/>
                </a:rPr>
                <a:t> </a:t>
              </a:r>
              <a:r>
                <a:rPr lang="zh-CN" altLang="en-US" dirty="0">
                  <a:latin typeface="宋体" panose="02010600030101010101" pitchFamily="2" charset="-122"/>
                </a:rPr>
                <a:t>的高阶无穷小量</a:t>
              </a:r>
              <a:r>
                <a:rPr lang="en-US" altLang="zh-CN" dirty="0">
                  <a:latin typeface="宋体" panose="02010600030101010101" pitchFamily="2" charset="-122"/>
                </a:rPr>
                <a:t>,</a:t>
              </a:r>
              <a:r>
                <a:rPr lang="zh-CN" altLang="en-US" dirty="0">
                  <a:latin typeface="宋体" panose="02010600030101010101" pitchFamily="2" charset="-122"/>
                </a:rPr>
                <a:t>而   是  </a:t>
              </a:r>
              <a:r>
                <a:rPr lang="zh-CN" altLang="en-US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宋体" panose="02010600030101010101" pitchFamily="2" charset="-122"/>
                </a:rPr>
                <a:t>的线性函数</a:t>
              </a:r>
              <a:r>
                <a:rPr lang="en-US" altLang="zh-CN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0283" name="对象 10282"/>
            <p:cNvGraphicFramePr>
              <a:graphicFrameLocks noChangeAspect="1"/>
            </p:cNvGraphicFramePr>
            <p:nvPr/>
          </p:nvGraphicFramePr>
          <p:xfrm>
            <a:off x="1024" y="3476"/>
            <a:ext cx="312" cy="248"/>
          </p:xfrm>
          <a:graphic>
            <a:graphicData uri="http://schemas.openxmlformats.org/presentationml/2006/ole">
              <p:oleObj spid="_x0000_s6310" r:id="rId12" imgW="495085" imgH="393529" progId="">
                <p:embed/>
              </p:oleObj>
            </a:graphicData>
          </a:graphic>
        </p:graphicFrame>
        <p:graphicFrame>
          <p:nvGraphicFramePr>
            <p:cNvPr id="10284" name="对象 10283"/>
            <p:cNvGraphicFramePr>
              <a:graphicFrameLocks noChangeAspect="1"/>
            </p:cNvGraphicFramePr>
            <p:nvPr/>
          </p:nvGraphicFramePr>
          <p:xfrm>
            <a:off x="3282" y="3472"/>
            <a:ext cx="296" cy="240"/>
          </p:xfrm>
          <a:graphic>
            <a:graphicData uri="http://schemas.openxmlformats.org/presentationml/2006/ole">
              <p:oleObj spid="_x0000_s6311" r:id="rId13" imgW="469696" imgH="380835" progId="">
                <p:embed/>
              </p:oleObj>
            </a:graphicData>
          </a:graphic>
        </p:graphicFrame>
        <p:graphicFrame>
          <p:nvGraphicFramePr>
            <p:cNvPr id="10285" name="对象 10284"/>
            <p:cNvGraphicFramePr>
              <a:graphicFrameLocks noChangeAspect="1"/>
            </p:cNvGraphicFramePr>
            <p:nvPr/>
          </p:nvGraphicFramePr>
          <p:xfrm>
            <a:off x="3839" y="3473"/>
            <a:ext cx="312" cy="248"/>
          </p:xfrm>
          <a:graphic>
            <a:graphicData uri="http://schemas.openxmlformats.org/presentationml/2006/ole">
              <p:oleObj spid="_x0000_s6312" r:id="rId14" imgW="495085" imgH="393529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82" name="对象 11281"/>
          <p:cNvGraphicFramePr>
            <a:graphicFrameLocks noChangeAspect="1"/>
          </p:cNvGraphicFramePr>
          <p:nvPr/>
        </p:nvGraphicFramePr>
        <p:xfrm>
          <a:off x="3635375" y="3429000"/>
          <a:ext cx="2260600" cy="914400"/>
        </p:xfrm>
        <a:graphic>
          <a:graphicData uri="http://schemas.openxmlformats.org/presentationml/2006/ole">
            <p:oleObj spid="_x0000_s7312" r:id="rId3" imgW="2260600" imgH="914400" progId="">
              <p:embed/>
            </p:oleObj>
          </a:graphicData>
        </a:graphic>
      </p:graphicFrame>
      <p:sp>
        <p:nvSpPr>
          <p:cNvPr id="11286" name="文本框 11285"/>
          <p:cNvSpPr txBox="1"/>
          <p:nvPr/>
        </p:nvSpPr>
        <p:spPr>
          <a:xfrm>
            <a:off x="827088" y="4167188"/>
            <a:ext cx="1219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于是</a:t>
            </a:r>
          </a:p>
        </p:txBody>
      </p:sp>
      <p:grpSp>
        <p:nvGrpSpPr>
          <p:cNvPr id="11302" name="组合 11301"/>
          <p:cNvGrpSpPr/>
          <p:nvPr/>
        </p:nvGrpSpPr>
        <p:grpSpPr>
          <a:xfrm>
            <a:off x="827088" y="1296988"/>
            <a:ext cx="7921625" cy="693737"/>
            <a:chOff x="521" y="817"/>
            <a:chExt cx="4990" cy="437"/>
          </a:xfrm>
        </p:grpSpPr>
        <p:sp>
          <p:nvSpPr>
            <p:cNvPr id="11269" name="文本框 11268"/>
            <p:cNvSpPr txBox="1"/>
            <p:nvPr/>
          </p:nvSpPr>
          <p:spPr>
            <a:xfrm>
              <a:off x="521" y="817"/>
              <a:ext cx="4990" cy="4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定理        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函数    在点      </a:t>
              </a:r>
              <a:r>
                <a:rPr lang="zh-CN" altLang="en-US" sz="1800" baseline="-25000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可微的充要条件是 </a:t>
              </a:r>
              <a:r>
                <a:rPr lang="zh-CN" altLang="en-US" i="1" dirty="0">
                  <a:latin typeface="宋体" panose="02010600030101010101" pitchFamily="2" charset="-122"/>
                </a:rPr>
                <a:t>  </a:t>
              </a:r>
              <a:r>
                <a:rPr lang="zh-CN" altLang="en-US" dirty="0">
                  <a:latin typeface="宋体" panose="02010600030101010101" pitchFamily="2" charset="-122"/>
                </a:rPr>
                <a:t>在</a:t>
              </a:r>
            </a:p>
          </p:txBody>
        </p:sp>
        <p:graphicFrame>
          <p:nvGraphicFramePr>
            <p:cNvPr id="11289" name="对象 11288"/>
            <p:cNvGraphicFramePr>
              <a:graphicFrameLocks noChangeAspect="1"/>
            </p:cNvGraphicFramePr>
            <p:nvPr/>
          </p:nvGraphicFramePr>
          <p:xfrm>
            <a:off x="2064" y="972"/>
            <a:ext cx="192" cy="248"/>
          </p:xfrm>
          <a:graphic>
            <a:graphicData uri="http://schemas.openxmlformats.org/presentationml/2006/ole">
              <p:oleObj spid="_x0000_s7313" r:id="rId4" imgW="304536" imgH="393359" progId="">
                <p:embed/>
              </p:oleObj>
            </a:graphicData>
          </a:graphic>
        </p:graphicFrame>
        <p:graphicFrame>
          <p:nvGraphicFramePr>
            <p:cNvPr id="11290" name="对象 11289"/>
            <p:cNvGraphicFramePr>
              <a:graphicFrameLocks noChangeAspect="1"/>
            </p:cNvGraphicFramePr>
            <p:nvPr/>
          </p:nvGraphicFramePr>
          <p:xfrm>
            <a:off x="4911" y="956"/>
            <a:ext cx="192" cy="248"/>
          </p:xfrm>
          <a:graphic>
            <a:graphicData uri="http://schemas.openxmlformats.org/presentationml/2006/ole">
              <p:oleObj spid="_x0000_s7314" r:id="rId5" imgW="304536" imgH="393359" progId="">
                <p:embed/>
              </p:oleObj>
            </a:graphicData>
          </a:graphic>
        </p:graphicFrame>
        <p:graphicFrame>
          <p:nvGraphicFramePr>
            <p:cNvPr id="11291" name="对象 11290"/>
            <p:cNvGraphicFramePr>
              <a:graphicFrameLocks noChangeAspect="1"/>
            </p:cNvGraphicFramePr>
            <p:nvPr/>
          </p:nvGraphicFramePr>
          <p:xfrm>
            <a:off x="2773" y="935"/>
            <a:ext cx="232" cy="272"/>
          </p:xfrm>
          <a:graphic>
            <a:graphicData uri="http://schemas.openxmlformats.org/presentationml/2006/ole">
              <p:oleObj spid="_x0000_s7315" r:id="rId6" imgW="368140" imgH="431613" progId="">
                <p:embed/>
              </p:oleObj>
            </a:graphicData>
          </a:graphic>
        </p:graphicFrame>
      </p:grpSp>
      <p:grpSp>
        <p:nvGrpSpPr>
          <p:cNvPr id="11301" name="组合 11300"/>
          <p:cNvGrpSpPr/>
          <p:nvPr/>
        </p:nvGrpSpPr>
        <p:grpSpPr>
          <a:xfrm>
            <a:off x="838200" y="2079625"/>
            <a:ext cx="5864225" cy="590550"/>
            <a:chOff x="528" y="1310"/>
            <a:chExt cx="3694" cy="372"/>
          </a:xfrm>
        </p:grpSpPr>
        <p:graphicFrame>
          <p:nvGraphicFramePr>
            <p:cNvPr id="11275" name="对象 11274"/>
            <p:cNvGraphicFramePr>
              <a:graphicFrameLocks noChangeAspect="1"/>
            </p:cNvGraphicFramePr>
            <p:nvPr/>
          </p:nvGraphicFramePr>
          <p:xfrm>
            <a:off x="1982" y="1338"/>
            <a:ext cx="2240" cy="344"/>
          </p:xfrm>
          <a:graphic>
            <a:graphicData uri="http://schemas.openxmlformats.org/presentationml/2006/ole">
              <p:oleObj spid="_x0000_s7316" r:id="rId7" imgW="3554457" imgH="545863" progId="">
                <p:embed/>
              </p:oleObj>
            </a:graphicData>
          </a:graphic>
        </p:graphicFrame>
        <p:sp>
          <p:nvSpPr>
            <p:cNvPr id="11284" name="文本框 11283"/>
            <p:cNvSpPr txBox="1"/>
            <p:nvPr/>
          </p:nvSpPr>
          <p:spPr>
            <a:xfrm>
              <a:off x="528" y="1310"/>
              <a:ext cx="19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点   </a:t>
              </a:r>
              <a:r>
                <a:rPr lang="zh-CN" altLang="en-US" dirty="0">
                  <a:latin typeface="Times New Roman" panose="02020603050405020304" pitchFamily="18" charset="0"/>
                </a:rPr>
                <a:t>可导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zh-CN" altLang="en-US">
                  <a:latin typeface="Times New Roman" panose="02020603050405020304" pitchFamily="18" charset="0"/>
                </a:rPr>
                <a:t>且</a:t>
              </a:r>
            </a:p>
          </p:txBody>
        </p:sp>
        <p:graphicFrame>
          <p:nvGraphicFramePr>
            <p:cNvPr id="11292" name="对象 11291"/>
            <p:cNvGraphicFramePr>
              <a:graphicFrameLocks noChangeAspect="1"/>
            </p:cNvGraphicFramePr>
            <p:nvPr/>
          </p:nvGraphicFramePr>
          <p:xfrm>
            <a:off x="855" y="1335"/>
            <a:ext cx="232" cy="272"/>
          </p:xfrm>
          <a:graphic>
            <a:graphicData uri="http://schemas.openxmlformats.org/presentationml/2006/ole">
              <p:oleObj spid="_x0000_s7317" r:id="rId8" imgW="368140" imgH="431613" progId="">
                <p:embed/>
              </p:oleObj>
            </a:graphicData>
          </a:graphic>
        </p:graphicFrame>
      </p:grpSp>
      <p:grpSp>
        <p:nvGrpSpPr>
          <p:cNvPr id="11299" name="组合 11298"/>
          <p:cNvGrpSpPr/>
          <p:nvPr/>
        </p:nvGrpSpPr>
        <p:grpSpPr>
          <a:xfrm>
            <a:off x="836613" y="2813050"/>
            <a:ext cx="7543800" cy="519113"/>
            <a:chOff x="527" y="1772"/>
            <a:chExt cx="4752" cy="327"/>
          </a:xfrm>
        </p:grpSpPr>
        <p:sp>
          <p:nvSpPr>
            <p:cNvPr id="11281" name="文本框 11280"/>
            <p:cNvSpPr txBox="1"/>
            <p:nvPr/>
          </p:nvSpPr>
          <p:spPr>
            <a:xfrm>
              <a:off x="527" y="1772"/>
              <a:ext cx="47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证 </a:t>
              </a:r>
              <a:r>
                <a: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必要性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如果  </a:t>
              </a:r>
              <a:r>
                <a:rPr lang="zh-CN" altLang="en-US" i="1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在点      可微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据 </a:t>
              </a:r>
              <a:r>
                <a:rPr lang="en-US" altLang="zh-CN" dirty="0">
                  <a:latin typeface="Times New Roman" panose="02020603050405020304" pitchFamily="18" charset="0"/>
                </a:rPr>
                <a:t>(1) </a:t>
              </a:r>
              <a:r>
                <a:rPr lang="zh-CN" altLang="en-US" dirty="0">
                  <a:latin typeface="Times New Roman" panose="02020603050405020304" pitchFamily="18" charset="0"/>
                </a:rPr>
                <a:t>式有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293" name="对象 11292"/>
            <p:cNvGraphicFramePr>
              <a:graphicFrameLocks noChangeAspect="1"/>
            </p:cNvGraphicFramePr>
            <p:nvPr/>
          </p:nvGraphicFramePr>
          <p:xfrm>
            <a:off x="2253" y="1834"/>
            <a:ext cx="192" cy="248"/>
          </p:xfrm>
          <a:graphic>
            <a:graphicData uri="http://schemas.openxmlformats.org/presentationml/2006/ole">
              <p:oleObj spid="_x0000_s7318" r:id="rId9" imgW="304536" imgH="393359" progId="">
                <p:embed/>
              </p:oleObj>
            </a:graphicData>
          </a:graphic>
        </p:graphicFrame>
        <p:graphicFrame>
          <p:nvGraphicFramePr>
            <p:cNvPr id="11294" name="对象 11293"/>
            <p:cNvGraphicFramePr>
              <a:graphicFrameLocks noChangeAspect="1"/>
            </p:cNvGraphicFramePr>
            <p:nvPr/>
          </p:nvGraphicFramePr>
          <p:xfrm>
            <a:off x="2992" y="1810"/>
            <a:ext cx="232" cy="272"/>
          </p:xfrm>
          <a:graphic>
            <a:graphicData uri="http://schemas.openxmlformats.org/presentationml/2006/ole">
              <p:oleObj spid="_x0000_s7319" r:id="rId10" imgW="368140" imgH="431613" progId="">
                <p:embed/>
              </p:oleObj>
            </a:graphicData>
          </a:graphic>
        </p:graphicFrame>
      </p:grpSp>
      <p:graphicFrame>
        <p:nvGraphicFramePr>
          <p:cNvPr id="11295" name="对象 11294"/>
          <p:cNvGraphicFramePr>
            <a:graphicFrameLocks noChangeAspect="1"/>
          </p:cNvGraphicFramePr>
          <p:nvPr/>
        </p:nvGraphicFramePr>
        <p:xfrm>
          <a:off x="1603375" y="4635500"/>
          <a:ext cx="6070600" cy="914400"/>
        </p:xfrm>
        <a:graphic>
          <a:graphicData uri="http://schemas.openxmlformats.org/presentationml/2006/ole">
            <p:oleObj spid="_x0000_s7320" r:id="rId11" imgW="6070600" imgH="914400" progId="">
              <p:embed/>
            </p:oleObj>
          </a:graphicData>
        </a:graphic>
      </p:graphicFrame>
      <p:grpSp>
        <p:nvGrpSpPr>
          <p:cNvPr id="11306" name="组合 11305"/>
          <p:cNvGrpSpPr/>
          <p:nvPr/>
        </p:nvGrpSpPr>
        <p:grpSpPr>
          <a:xfrm>
            <a:off x="812800" y="609600"/>
            <a:ext cx="5919788" cy="690563"/>
            <a:chOff x="512" y="384"/>
            <a:chExt cx="3729" cy="435"/>
          </a:xfrm>
        </p:grpSpPr>
        <p:grpSp>
          <p:nvGrpSpPr>
            <p:cNvPr id="11305" name="组合 11304"/>
            <p:cNvGrpSpPr/>
            <p:nvPr/>
          </p:nvGrpSpPr>
          <p:grpSpPr>
            <a:xfrm>
              <a:off x="512" y="384"/>
              <a:ext cx="3729" cy="435"/>
              <a:chOff x="512" y="384"/>
              <a:chExt cx="3729" cy="435"/>
            </a:xfrm>
          </p:grpSpPr>
          <p:sp>
            <p:nvSpPr>
              <p:cNvPr id="11266" name="文本框 11265"/>
              <p:cNvSpPr txBox="1"/>
              <p:nvPr/>
            </p:nvSpPr>
            <p:spPr>
              <a:xfrm>
                <a:off x="512" y="384"/>
                <a:ext cx="3729" cy="4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140000"/>
                  </a:lnSpc>
                  <a:spcBef>
                    <a:spcPct val="500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更通俗地说</a:t>
                </a:r>
                <a:r>
                  <a:rPr lang="en-US" altLang="zh-CN">
                    <a:latin typeface="Times New Roman" panose="02020603050405020304" pitchFamily="18" charset="0"/>
                  </a:rPr>
                  <a:t>, 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是     </a:t>
                </a:r>
                <a:r>
                  <a:rPr lang="zh-CN" altLang="en-US" i="1">
                    <a:latin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的线性近似</a:t>
                </a:r>
                <a:r>
                  <a:rPr lang="en-US" altLang="zh-CN">
                    <a:latin typeface="Times New Roman" panose="02020603050405020304" pitchFamily="18" charset="0"/>
                  </a:rPr>
                  <a:t>.</a:t>
                </a:r>
              </a:p>
            </p:txBody>
          </p:sp>
          <p:graphicFrame>
            <p:nvGraphicFramePr>
              <p:cNvPr id="11288" name="对象 11287"/>
              <p:cNvGraphicFramePr>
                <a:graphicFrameLocks noChangeAspect="1"/>
              </p:cNvGraphicFramePr>
              <p:nvPr/>
            </p:nvGraphicFramePr>
            <p:xfrm>
              <a:off x="2385" y="523"/>
              <a:ext cx="304" cy="248"/>
            </p:xfrm>
            <a:graphic>
              <a:graphicData uri="http://schemas.openxmlformats.org/presentationml/2006/ole">
                <p:oleObj spid="_x0000_s7321" r:id="rId12" imgW="482391" imgH="393529" progId="">
                  <p:embed/>
                </p:oleObj>
              </a:graphicData>
            </a:graphic>
          </p:graphicFrame>
        </p:grpSp>
        <p:graphicFrame>
          <p:nvGraphicFramePr>
            <p:cNvPr id="11304" name="对象 11303"/>
            <p:cNvGraphicFramePr>
              <a:graphicFrameLocks noChangeAspect="1"/>
            </p:cNvGraphicFramePr>
            <p:nvPr/>
          </p:nvGraphicFramePr>
          <p:xfrm>
            <a:off x="1837" y="532"/>
            <a:ext cx="272" cy="240"/>
          </p:xfrm>
          <a:graphic>
            <a:graphicData uri="http://schemas.openxmlformats.org/presentationml/2006/ole">
              <p:oleObj spid="_x0000_s7322" r:id="rId13" imgW="431613" imgH="380835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73" name="组合 52272"/>
          <p:cNvGrpSpPr/>
          <p:nvPr/>
        </p:nvGrpSpPr>
        <p:grpSpPr>
          <a:xfrm>
            <a:off x="812800" y="620713"/>
            <a:ext cx="6019800" cy="561975"/>
            <a:chOff x="512" y="391"/>
            <a:chExt cx="3792" cy="354"/>
          </a:xfrm>
        </p:grpSpPr>
        <p:sp>
          <p:nvSpPr>
            <p:cNvPr id="52230" name="文本框 52229"/>
            <p:cNvSpPr txBox="1"/>
            <p:nvPr/>
          </p:nvSpPr>
          <p:spPr>
            <a:xfrm>
              <a:off x="512" y="391"/>
              <a:ext cx="3792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即 </a:t>
              </a:r>
              <a:r>
                <a:rPr lang="zh-CN" altLang="en-US" i="1" dirty="0">
                  <a:latin typeface="Times New Roman" panose="02020603050405020304" pitchFamily="18" charset="0"/>
                </a:rPr>
                <a:t>  </a:t>
              </a:r>
              <a:r>
                <a:rPr lang="zh-CN" altLang="en-US" i="1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在点     可导</a:t>
              </a:r>
              <a:r>
                <a:rPr lang="en-US" altLang="zh-CN">
                  <a:latin typeface="Times New Roman" panose="02020603050405020304" pitchFamily="18" charset="0"/>
                </a:rPr>
                <a:t>,  </a:t>
              </a:r>
              <a:r>
                <a:rPr lang="zh-CN" altLang="en-US">
                  <a:latin typeface="Times New Roman" panose="02020603050405020304" pitchFamily="18" charset="0"/>
                </a:rPr>
                <a:t>且</a:t>
              </a:r>
            </a:p>
          </p:txBody>
        </p:sp>
        <p:graphicFrame>
          <p:nvGraphicFramePr>
            <p:cNvPr id="52231" name="对象 52230"/>
            <p:cNvGraphicFramePr>
              <a:graphicFrameLocks noChangeAspect="1"/>
            </p:cNvGraphicFramePr>
            <p:nvPr/>
          </p:nvGraphicFramePr>
          <p:xfrm>
            <a:off x="809" y="463"/>
            <a:ext cx="192" cy="248"/>
          </p:xfrm>
          <a:graphic>
            <a:graphicData uri="http://schemas.openxmlformats.org/presentationml/2006/ole">
              <p:oleObj spid="_x0000_s8388" r:id="rId3" imgW="304536" imgH="393359" progId="">
                <p:embed/>
              </p:oleObj>
            </a:graphicData>
          </a:graphic>
        </p:graphicFrame>
        <p:graphicFrame>
          <p:nvGraphicFramePr>
            <p:cNvPr id="52232" name="对象 52231"/>
            <p:cNvGraphicFramePr>
              <a:graphicFrameLocks noChangeAspect="1"/>
            </p:cNvGraphicFramePr>
            <p:nvPr/>
          </p:nvGraphicFramePr>
          <p:xfrm>
            <a:off x="1498" y="448"/>
            <a:ext cx="232" cy="272"/>
          </p:xfrm>
          <a:graphic>
            <a:graphicData uri="http://schemas.openxmlformats.org/presentationml/2006/ole">
              <p:oleObj spid="_x0000_s8389" r:id="rId4" imgW="368140" imgH="431613" progId="">
                <p:embed/>
              </p:oleObj>
            </a:graphicData>
          </a:graphic>
        </p:graphicFrame>
        <p:graphicFrame>
          <p:nvGraphicFramePr>
            <p:cNvPr id="52233" name="对象 52232"/>
            <p:cNvGraphicFramePr>
              <a:graphicFrameLocks noChangeAspect="1"/>
            </p:cNvGraphicFramePr>
            <p:nvPr/>
          </p:nvGraphicFramePr>
          <p:xfrm>
            <a:off x="2630" y="440"/>
            <a:ext cx="1112" cy="272"/>
          </p:xfrm>
          <a:graphic>
            <a:graphicData uri="http://schemas.openxmlformats.org/presentationml/2006/ole">
              <p:oleObj spid="_x0000_s8390" r:id="rId5" imgW="1764534" imgH="431613" progId="">
                <p:embed/>
              </p:oleObj>
            </a:graphicData>
          </a:graphic>
        </p:graphicFrame>
      </p:grpSp>
      <p:grpSp>
        <p:nvGrpSpPr>
          <p:cNvPr id="52272" name="组合 52271"/>
          <p:cNvGrpSpPr/>
          <p:nvPr/>
        </p:nvGrpSpPr>
        <p:grpSpPr>
          <a:xfrm>
            <a:off x="755650" y="1308100"/>
            <a:ext cx="7848600" cy="519113"/>
            <a:chOff x="476" y="824"/>
            <a:chExt cx="4944" cy="327"/>
          </a:xfrm>
        </p:grpSpPr>
        <p:sp>
          <p:nvSpPr>
            <p:cNvPr id="52229" name="文本框 52228"/>
            <p:cNvSpPr txBox="1"/>
            <p:nvPr/>
          </p:nvSpPr>
          <p:spPr>
            <a:xfrm>
              <a:off x="476" y="824"/>
              <a:ext cx="49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dirty="0">
                  <a:solidFill>
                    <a:srgbClr val="0000FF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</a:rPr>
                <a:t>充分性</a:t>
              </a:r>
              <a:r>
                <a:rPr lang="en-US" altLang="zh-CN">
                  <a:solidFill>
                    <a:srgbClr val="0000FF"/>
                  </a:solidFill>
                  <a:latin typeface="宋体" panose="02010600030101010101" pitchFamily="2" charset="-122"/>
                </a:rPr>
                <a:t>) </a:t>
              </a:r>
              <a:r>
                <a:rPr lang="zh-CN" altLang="en-US" dirty="0">
                  <a:latin typeface="宋体" panose="02010600030101010101" pitchFamily="2" charset="-122"/>
                </a:rPr>
                <a:t>设  在点  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宋体" panose="02010600030101010101" pitchFamily="2" charset="-122"/>
                </a:rPr>
                <a:t>处可导</a:t>
              </a:r>
              <a:r>
                <a:rPr lang="en-US" altLang="zh-CN" dirty="0">
                  <a:latin typeface="宋体" panose="02010600030101010101" pitchFamily="2" charset="-122"/>
                </a:rPr>
                <a:t>,</a:t>
              </a:r>
              <a:r>
                <a:rPr lang="zh-CN" altLang="en-US" dirty="0">
                  <a:latin typeface="宋体" panose="02010600030101010101" pitchFamily="2" charset="-122"/>
                </a:rPr>
                <a:t>则由  的有限增量</a:t>
              </a:r>
            </a:p>
          </p:txBody>
        </p:sp>
        <p:graphicFrame>
          <p:nvGraphicFramePr>
            <p:cNvPr id="52234" name="对象 52233"/>
            <p:cNvGraphicFramePr>
              <a:graphicFrameLocks noChangeAspect="1"/>
            </p:cNvGraphicFramePr>
            <p:nvPr/>
          </p:nvGraphicFramePr>
          <p:xfrm>
            <a:off x="1810" y="878"/>
            <a:ext cx="192" cy="248"/>
          </p:xfrm>
          <a:graphic>
            <a:graphicData uri="http://schemas.openxmlformats.org/presentationml/2006/ole">
              <p:oleObj spid="_x0000_s8391" r:id="rId6" imgW="304536" imgH="393359" progId="">
                <p:embed/>
              </p:oleObj>
            </a:graphicData>
          </a:graphic>
        </p:graphicFrame>
        <p:graphicFrame>
          <p:nvGraphicFramePr>
            <p:cNvPr id="52235" name="对象 52234"/>
            <p:cNvGraphicFramePr>
              <a:graphicFrameLocks noChangeAspect="1"/>
            </p:cNvGraphicFramePr>
            <p:nvPr/>
          </p:nvGraphicFramePr>
          <p:xfrm>
            <a:off x="3990" y="872"/>
            <a:ext cx="192" cy="248"/>
          </p:xfrm>
          <a:graphic>
            <a:graphicData uri="http://schemas.openxmlformats.org/presentationml/2006/ole">
              <p:oleObj spid="_x0000_s8392" r:id="rId7" imgW="304536" imgH="393359" progId="">
                <p:embed/>
              </p:oleObj>
            </a:graphicData>
          </a:graphic>
        </p:graphicFrame>
        <p:graphicFrame>
          <p:nvGraphicFramePr>
            <p:cNvPr id="52236" name="对象 52235"/>
            <p:cNvGraphicFramePr>
              <a:graphicFrameLocks noChangeAspect="1"/>
            </p:cNvGraphicFramePr>
            <p:nvPr/>
          </p:nvGraphicFramePr>
          <p:xfrm>
            <a:off x="2474" y="864"/>
            <a:ext cx="232" cy="272"/>
          </p:xfrm>
          <a:graphic>
            <a:graphicData uri="http://schemas.openxmlformats.org/presentationml/2006/ole">
              <p:oleObj spid="_x0000_s8393" r:id="rId8" imgW="368140" imgH="431613" progId="">
                <p:embed/>
              </p:oleObj>
            </a:graphicData>
          </a:graphic>
        </p:graphicFrame>
      </p:grpSp>
      <p:grpSp>
        <p:nvGrpSpPr>
          <p:cNvPr id="52271" name="组合 52270"/>
          <p:cNvGrpSpPr/>
          <p:nvPr/>
        </p:nvGrpSpPr>
        <p:grpSpPr>
          <a:xfrm>
            <a:off x="827088" y="1954213"/>
            <a:ext cx="7704137" cy="519112"/>
            <a:chOff x="521" y="1231"/>
            <a:chExt cx="4853" cy="327"/>
          </a:xfrm>
        </p:grpSpPr>
        <p:sp>
          <p:nvSpPr>
            <p:cNvPr id="52237" name="文本框 52236"/>
            <p:cNvSpPr txBox="1"/>
            <p:nvPr/>
          </p:nvSpPr>
          <p:spPr>
            <a:xfrm>
              <a:off x="521" y="1231"/>
              <a:ext cx="48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公式                    说明函数增量   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宋体" panose="02010600030101010101" pitchFamily="2" charset="-122"/>
                </a:rPr>
                <a:t>可</a:t>
              </a:r>
              <a:endParaRPr lang="zh-CN" altLang="en-US">
                <a:latin typeface="宋体" panose="02010600030101010101" pitchFamily="2" charset="-122"/>
              </a:endParaRPr>
            </a:p>
          </p:txBody>
        </p:sp>
        <p:graphicFrame>
          <p:nvGraphicFramePr>
            <p:cNvPr id="52238" name="对象 52237"/>
            <p:cNvGraphicFramePr>
              <a:graphicFrameLocks noChangeAspect="1"/>
            </p:cNvGraphicFramePr>
            <p:nvPr/>
          </p:nvGraphicFramePr>
          <p:xfrm>
            <a:off x="1088" y="1282"/>
            <a:ext cx="2145" cy="252"/>
          </p:xfrm>
          <a:graphic>
            <a:graphicData uri="http://schemas.openxmlformats.org/presentationml/2006/ole">
              <p:oleObj spid="_x0000_s8394" r:id="rId9" imgW="3681402" imgH="431613" progId="">
                <p:embed/>
              </p:oleObj>
            </a:graphicData>
          </a:graphic>
        </p:graphicFrame>
        <p:graphicFrame>
          <p:nvGraphicFramePr>
            <p:cNvPr id="52239" name="对象 52238"/>
            <p:cNvGraphicFramePr>
              <a:graphicFrameLocks noChangeAspect="1"/>
            </p:cNvGraphicFramePr>
            <p:nvPr/>
          </p:nvGraphicFramePr>
          <p:xfrm>
            <a:off x="4687" y="1286"/>
            <a:ext cx="312" cy="248"/>
          </p:xfrm>
          <a:graphic>
            <a:graphicData uri="http://schemas.openxmlformats.org/presentationml/2006/ole">
              <p:oleObj spid="_x0000_s8395" r:id="rId10" imgW="495085" imgH="393529" progId="">
                <p:embed/>
              </p:oleObj>
            </a:graphicData>
          </a:graphic>
        </p:graphicFrame>
      </p:grpSp>
      <p:grpSp>
        <p:nvGrpSpPr>
          <p:cNvPr id="52266" name="组合 52265"/>
          <p:cNvGrpSpPr/>
          <p:nvPr/>
        </p:nvGrpSpPr>
        <p:grpSpPr>
          <a:xfrm>
            <a:off x="819150" y="4030663"/>
            <a:ext cx="3706813" cy="647700"/>
            <a:chOff x="516" y="2539"/>
            <a:chExt cx="2335" cy="408"/>
          </a:xfrm>
        </p:grpSpPr>
        <p:graphicFrame>
          <p:nvGraphicFramePr>
            <p:cNvPr id="52242" name="对象 52241"/>
            <p:cNvGraphicFramePr>
              <a:graphicFrameLocks noChangeAspect="1"/>
            </p:cNvGraphicFramePr>
            <p:nvPr/>
          </p:nvGraphicFramePr>
          <p:xfrm>
            <a:off x="875" y="2539"/>
            <a:ext cx="1976" cy="408"/>
          </p:xfrm>
          <a:graphic>
            <a:graphicData uri="http://schemas.openxmlformats.org/presentationml/2006/ole">
              <p:oleObj spid="_x0000_s8396" r:id="rId11" imgW="3136900" imgH="647700" progId="">
                <p:embed/>
              </p:oleObj>
            </a:graphicData>
          </a:graphic>
        </p:graphicFrame>
        <p:sp>
          <p:nvSpPr>
            <p:cNvPr id="52248" name="文本框 52247"/>
            <p:cNvSpPr txBox="1"/>
            <p:nvPr/>
          </p:nvSpPr>
          <p:spPr>
            <a:xfrm>
              <a:off x="516" y="255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且</a:t>
              </a:r>
            </a:p>
          </p:txBody>
        </p:sp>
      </p:grpSp>
      <p:grpSp>
        <p:nvGrpSpPr>
          <p:cNvPr id="52274" name="组合 52273"/>
          <p:cNvGrpSpPr/>
          <p:nvPr/>
        </p:nvGrpSpPr>
        <p:grpSpPr>
          <a:xfrm>
            <a:off x="688976" y="2605088"/>
            <a:ext cx="7845424" cy="534987"/>
            <a:chOff x="434" y="1641"/>
            <a:chExt cx="4942" cy="337"/>
          </a:xfrm>
        </p:grpSpPr>
        <p:sp>
          <p:nvSpPr>
            <p:cNvPr id="52269" name="矩形 52268"/>
            <p:cNvSpPr/>
            <p:nvPr/>
          </p:nvSpPr>
          <p:spPr>
            <a:xfrm>
              <a:off x="434" y="1641"/>
              <a:ext cx="494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</a:rPr>
                <a:t>表示为   的线性部分         </a:t>
              </a:r>
              <a:r>
                <a:rPr lang="en-US" altLang="zh-CN" dirty="0">
                  <a:latin typeface="宋体" panose="02010600030101010101" pitchFamily="2" charset="-122"/>
                </a:rPr>
                <a:t>,</a:t>
              </a:r>
              <a:r>
                <a:rPr lang="zh-CN" altLang="en-US" dirty="0">
                  <a:latin typeface="宋体" panose="02010600030101010101" pitchFamily="2" charset="-122"/>
                </a:rPr>
                <a:t>与关于   的高</a:t>
              </a:r>
            </a:p>
          </p:txBody>
        </p:sp>
        <p:graphicFrame>
          <p:nvGraphicFramePr>
            <p:cNvPr id="52245" name="对象 52244"/>
            <p:cNvGraphicFramePr>
              <a:graphicFrameLocks noChangeAspect="1"/>
            </p:cNvGraphicFramePr>
            <p:nvPr/>
          </p:nvGraphicFramePr>
          <p:xfrm>
            <a:off x="1247" y="1738"/>
            <a:ext cx="320" cy="240"/>
          </p:xfrm>
          <a:graphic>
            <a:graphicData uri="http://schemas.openxmlformats.org/presentationml/2006/ole">
              <p:oleObj spid="_x0000_s8397" r:id="rId12" imgW="507780" imgH="380835" progId="">
                <p:embed/>
              </p:oleObj>
            </a:graphicData>
          </a:graphic>
        </p:graphicFrame>
        <p:graphicFrame>
          <p:nvGraphicFramePr>
            <p:cNvPr id="52241" name="对象 52240"/>
            <p:cNvGraphicFramePr>
              <a:graphicFrameLocks noChangeAspect="1"/>
            </p:cNvGraphicFramePr>
            <p:nvPr/>
          </p:nvGraphicFramePr>
          <p:xfrm>
            <a:off x="2748" y="1706"/>
            <a:ext cx="944" cy="271"/>
          </p:xfrm>
          <a:graphic>
            <a:graphicData uri="http://schemas.openxmlformats.org/presentationml/2006/ole">
              <p:oleObj spid="_x0000_s8398" r:id="rId13" imgW="1497950" imgH="431613" progId="">
                <p:embed/>
              </p:oleObj>
            </a:graphicData>
          </a:graphic>
        </p:graphicFrame>
        <p:graphicFrame>
          <p:nvGraphicFramePr>
            <p:cNvPr id="52252" name="对象 52251"/>
            <p:cNvGraphicFramePr>
              <a:graphicFrameLocks noChangeAspect="1"/>
            </p:cNvGraphicFramePr>
            <p:nvPr/>
          </p:nvGraphicFramePr>
          <p:xfrm>
            <a:off x="4525" y="1718"/>
            <a:ext cx="312" cy="248"/>
          </p:xfrm>
          <a:graphic>
            <a:graphicData uri="http://schemas.openxmlformats.org/presentationml/2006/ole">
              <p:oleObj spid="_x0000_s8399" r:id="rId14" imgW="495085" imgH="393529" progId="">
                <p:embed/>
              </p:oleObj>
            </a:graphicData>
          </a:graphic>
        </p:graphicFrame>
      </p:grpSp>
      <p:grpSp>
        <p:nvGrpSpPr>
          <p:cNvPr id="52268" name="组合 52267"/>
          <p:cNvGrpSpPr/>
          <p:nvPr/>
        </p:nvGrpSpPr>
        <p:grpSpPr>
          <a:xfrm>
            <a:off x="831850" y="3290888"/>
            <a:ext cx="7883525" cy="560387"/>
            <a:chOff x="524" y="2073"/>
            <a:chExt cx="4966" cy="353"/>
          </a:xfrm>
        </p:grpSpPr>
        <p:sp>
          <p:nvSpPr>
            <p:cNvPr id="52267" name="矩形 52266"/>
            <p:cNvSpPr/>
            <p:nvPr/>
          </p:nvSpPr>
          <p:spPr>
            <a:xfrm>
              <a:off x="524" y="2073"/>
              <a:ext cx="29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</a:rPr>
                <a:t>阶无穷小量部分      之和</a:t>
              </a:r>
              <a:r>
                <a:rPr lang="en-US" altLang="zh-CN"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52246" name="对象 52245"/>
            <p:cNvGraphicFramePr>
              <a:graphicFrameLocks noChangeAspect="1"/>
            </p:cNvGraphicFramePr>
            <p:nvPr/>
          </p:nvGraphicFramePr>
          <p:xfrm>
            <a:off x="2196" y="2160"/>
            <a:ext cx="600" cy="248"/>
          </p:xfrm>
          <a:graphic>
            <a:graphicData uri="http://schemas.openxmlformats.org/presentationml/2006/ole">
              <p:oleObj spid="_x0000_s8400" r:id="rId15" imgW="952087" imgH="393529" progId="">
                <p:embed/>
              </p:oleObj>
            </a:graphicData>
          </a:graphic>
        </p:graphicFrame>
        <p:sp>
          <p:nvSpPr>
            <p:cNvPr id="52256" name="文本框 52255"/>
            <p:cNvSpPr txBox="1"/>
            <p:nvPr/>
          </p:nvSpPr>
          <p:spPr>
            <a:xfrm>
              <a:off x="3358" y="2099"/>
              <a:ext cx="21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所以 </a:t>
              </a:r>
              <a:r>
                <a:rPr lang="zh-CN" altLang="en-US" i="1">
                  <a:latin typeface="宋体" panose="02010600030101010101" pitchFamily="2" charset="-122"/>
                </a:rPr>
                <a:t> </a:t>
              </a:r>
              <a:r>
                <a:rPr lang="zh-CN" altLang="en-US" dirty="0">
                  <a:latin typeface="宋体" panose="02010600030101010101" pitchFamily="2" charset="-122"/>
                </a:rPr>
                <a:t>在点   可微</a:t>
              </a:r>
              <a:r>
                <a:rPr lang="en-US" altLang="zh-CN">
                  <a:latin typeface="宋体" panose="02010600030101010101" pitchFamily="2" charset="-122"/>
                </a:rPr>
                <a:t>,</a:t>
              </a:r>
            </a:p>
          </p:txBody>
        </p:sp>
        <p:graphicFrame>
          <p:nvGraphicFramePr>
            <p:cNvPr id="52257" name="对象 52256"/>
            <p:cNvGraphicFramePr>
              <a:graphicFrameLocks noChangeAspect="1"/>
            </p:cNvGraphicFramePr>
            <p:nvPr/>
          </p:nvGraphicFramePr>
          <p:xfrm>
            <a:off x="3878" y="2176"/>
            <a:ext cx="192" cy="248"/>
          </p:xfrm>
          <a:graphic>
            <a:graphicData uri="http://schemas.openxmlformats.org/presentationml/2006/ole">
              <p:oleObj spid="_x0000_s8401" r:id="rId16" imgW="304536" imgH="393359" progId="">
                <p:embed/>
              </p:oleObj>
            </a:graphicData>
          </a:graphic>
        </p:graphicFrame>
        <p:graphicFrame>
          <p:nvGraphicFramePr>
            <p:cNvPr id="52258" name="对象 52257"/>
            <p:cNvGraphicFramePr>
              <a:graphicFrameLocks noChangeAspect="1"/>
            </p:cNvGraphicFramePr>
            <p:nvPr/>
          </p:nvGraphicFramePr>
          <p:xfrm>
            <a:off x="4604" y="2144"/>
            <a:ext cx="232" cy="272"/>
          </p:xfrm>
          <a:graphic>
            <a:graphicData uri="http://schemas.openxmlformats.org/presentationml/2006/ole">
              <p:oleObj spid="_x0000_s8402" r:id="rId17" imgW="368140" imgH="431613" progId="">
                <p:embed/>
              </p:oleObj>
            </a:graphicData>
          </a:graphic>
        </p:graphicFrame>
      </p:grpSp>
      <p:sp>
        <p:nvSpPr>
          <p:cNvPr id="52259" name="文本框 52258"/>
          <p:cNvSpPr txBox="1"/>
          <p:nvPr/>
        </p:nvSpPr>
        <p:spPr>
          <a:xfrm>
            <a:off x="836613" y="4916488"/>
            <a:ext cx="56165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微分概念的几何解释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示于下图</a:t>
            </a:r>
            <a:r>
              <a:rPr lang="en-US" altLang="zh-CN">
                <a:latin typeface="宋体" panose="02010600030101010101" pitchFamily="2" charset="-122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5" name="组合 53254"/>
          <p:cNvGrpSpPr/>
          <p:nvPr/>
        </p:nvGrpSpPr>
        <p:grpSpPr>
          <a:xfrm>
            <a:off x="4716463" y="620713"/>
            <a:ext cx="3744912" cy="2597150"/>
            <a:chOff x="2971" y="391"/>
            <a:chExt cx="2359" cy="1636"/>
          </a:xfrm>
        </p:grpSpPr>
        <p:sp>
          <p:nvSpPr>
            <p:cNvPr id="53256" name="任意多边形 53255"/>
            <p:cNvSpPr/>
            <p:nvPr/>
          </p:nvSpPr>
          <p:spPr>
            <a:xfrm>
              <a:off x="3239" y="391"/>
              <a:ext cx="5" cy="1636"/>
            </a:xfrm>
            <a:custGeom>
              <a:avLst/>
              <a:gdLst/>
              <a:ahLst/>
              <a:cxnLst/>
              <a:rect l="0" t="0" r="0" b="0"/>
              <a:pathLst>
                <a:path w="5" h="1636">
                  <a:moveTo>
                    <a:pt x="5" y="1636"/>
                  </a:moveTo>
                  <a:lnTo>
                    <a:pt x="0" y="0"/>
                  </a:lnTo>
                </a:path>
              </a:pathLst>
            </a:custGeom>
            <a:noFill/>
            <a:ln w="15875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7" name="任意多边形 53256"/>
            <p:cNvSpPr/>
            <p:nvPr/>
          </p:nvSpPr>
          <p:spPr>
            <a:xfrm>
              <a:off x="3179" y="455"/>
              <a:ext cx="1721" cy="1055"/>
            </a:xfrm>
            <a:custGeom>
              <a:avLst/>
              <a:gdLst/>
              <a:ahLst/>
              <a:cxnLst/>
              <a:rect l="0" t="0" r="0" b="0"/>
              <a:pathLst>
                <a:path w="1721" h="1055">
                  <a:moveTo>
                    <a:pt x="0" y="1055"/>
                  </a:moveTo>
                  <a:cubicBezTo>
                    <a:pt x="298" y="1005"/>
                    <a:pt x="580" y="931"/>
                    <a:pt x="867" y="755"/>
                  </a:cubicBezTo>
                  <a:cubicBezTo>
                    <a:pt x="1154" y="579"/>
                    <a:pt x="1543" y="157"/>
                    <a:pt x="1721" y="0"/>
                  </a:cubicBezTo>
                </a:path>
              </a:pathLst>
            </a:custGeom>
            <a:noFill/>
            <a:ln w="254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258" name="对象 53257"/>
            <p:cNvGraphicFramePr>
              <a:graphicFrameLocks noChangeAspect="1"/>
            </p:cNvGraphicFramePr>
            <p:nvPr/>
          </p:nvGraphicFramePr>
          <p:xfrm>
            <a:off x="4332" y="1801"/>
            <a:ext cx="544" cy="205"/>
          </p:xfrm>
          <a:graphic>
            <a:graphicData uri="http://schemas.openxmlformats.org/presentationml/2006/ole">
              <p:oleObj spid="_x0000_s9516" r:id="rId3" imgW="1142504" imgH="431613" progId="">
                <p:embed/>
              </p:oleObj>
            </a:graphicData>
          </a:graphic>
        </p:graphicFrame>
        <p:graphicFrame>
          <p:nvGraphicFramePr>
            <p:cNvPr id="53259" name="对象 53258"/>
            <p:cNvGraphicFramePr>
              <a:graphicFrameLocks noChangeAspect="1"/>
            </p:cNvGraphicFramePr>
            <p:nvPr/>
          </p:nvGraphicFramePr>
          <p:xfrm>
            <a:off x="5202" y="1855"/>
            <a:ext cx="115" cy="109"/>
          </p:xfrm>
          <a:graphic>
            <a:graphicData uri="http://schemas.openxmlformats.org/presentationml/2006/ole">
              <p:oleObj spid="_x0000_s9517" r:id="rId4" imgW="253780" imgH="241091" progId="">
                <p:embed/>
              </p:oleObj>
            </a:graphicData>
          </a:graphic>
        </p:graphicFrame>
        <p:graphicFrame>
          <p:nvGraphicFramePr>
            <p:cNvPr id="53260" name="对象 53259"/>
            <p:cNvGraphicFramePr>
              <a:graphicFrameLocks noChangeAspect="1"/>
            </p:cNvGraphicFramePr>
            <p:nvPr/>
          </p:nvGraphicFramePr>
          <p:xfrm>
            <a:off x="3066" y="395"/>
            <a:ext cx="124" cy="155"/>
          </p:xfrm>
          <a:graphic>
            <a:graphicData uri="http://schemas.openxmlformats.org/presentationml/2006/ole">
              <p:oleObj spid="_x0000_s9518" r:id="rId5" imgW="253780" imgH="317225" progId="">
                <p:embed/>
              </p:oleObj>
            </a:graphicData>
          </a:graphic>
        </p:graphicFrame>
        <p:graphicFrame>
          <p:nvGraphicFramePr>
            <p:cNvPr id="53261" name="对象 53260"/>
            <p:cNvGraphicFramePr>
              <a:graphicFrameLocks noChangeAspect="1"/>
            </p:cNvGraphicFramePr>
            <p:nvPr/>
          </p:nvGraphicFramePr>
          <p:xfrm>
            <a:off x="3032" y="1836"/>
            <a:ext cx="166" cy="181"/>
          </p:xfrm>
          <a:graphic>
            <a:graphicData uri="http://schemas.openxmlformats.org/presentationml/2006/ole">
              <p:oleObj spid="_x0000_s9519" r:id="rId6" imgW="291847" imgH="317225" progId="">
                <p:embed/>
              </p:oleObj>
            </a:graphicData>
          </a:graphic>
        </p:graphicFrame>
        <p:sp>
          <p:nvSpPr>
            <p:cNvPr id="53262" name="任意多边形 53261"/>
            <p:cNvSpPr/>
            <p:nvPr/>
          </p:nvSpPr>
          <p:spPr>
            <a:xfrm>
              <a:off x="3364" y="796"/>
              <a:ext cx="1448" cy="793"/>
            </a:xfrm>
            <a:custGeom>
              <a:avLst/>
              <a:gdLst/>
              <a:ahLst/>
              <a:cxnLst/>
              <a:rect l="0" t="0" r="0" b="0"/>
              <a:pathLst>
                <a:path w="1448" h="793">
                  <a:moveTo>
                    <a:pt x="0" y="793"/>
                  </a:moveTo>
                  <a:lnTo>
                    <a:pt x="1448" y="0"/>
                  </a:lnTo>
                </a:path>
              </a:pathLst>
            </a:custGeom>
            <a:noFill/>
            <a:ln w="127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直接连接符 53262"/>
            <p:cNvSpPr/>
            <p:nvPr/>
          </p:nvSpPr>
          <p:spPr>
            <a:xfrm>
              <a:off x="3969" y="1257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3264" name="任意多边形 53263"/>
            <p:cNvSpPr/>
            <p:nvPr/>
          </p:nvSpPr>
          <p:spPr>
            <a:xfrm>
              <a:off x="3969" y="1255"/>
              <a:ext cx="611" cy="2"/>
            </a:xfrm>
            <a:custGeom>
              <a:avLst/>
              <a:gdLst/>
              <a:ahLst/>
              <a:cxnLst/>
              <a:rect l="0" t="0" r="0" b="0"/>
              <a:pathLst>
                <a:path w="611" h="2">
                  <a:moveTo>
                    <a:pt x="0" y="2"/>
                  </a:moveTo>
                  <a:lnTo>
                    <a:pt x="611" y="0"/>
                  </a:lnTo>
                </a:path>
              </a:pathLst>
            </a:custGeom>
            <a:noFill/>
            <a:ln w="12700" cap="flat" cmpd="sng">
              <a:solidFill>
                <a:srgbClr val="0000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5" name="直接连接符 53264"/>
            <p:cNvSpPr/>
            <p:nvPr/>
          </p:nvSpPr>
          <p:spPr>
            <a:xfrm>
              <a:off x="4580" y="758"/>
              <a:ext cx="0" cy="499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6" name="直接连接符 53265"/>
            <p:cNvSpPr/>
            <p:nvPr/>
          </p:nvSpPr>
          <p:spPr>
            <a:xfrm>
              <a:off x="4572" y="926"/>
              <a:ext cx="273" cy="0"/>
            </a:xfrm>
            <a:prstGeom prst="line">
              <a:avLst/>
            </a:prstGeom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7" name="直接连接符 53266"/>
            <p:cNvSpPr/>
            <p:nvPr/>
          </p:nvSpPr>
          <p:spPr>
            <a:xfrm>
              <a:off x="4583" y="1257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8" name="直接连接符 53267"/>
            <p:cNvSpPr/>
            <p:nvPr/>
          </p:nvSpPr>
          <p:spPr>
            <a:xfrm>
              <a:off x="4580" y="766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9" name="直接连接符 53268"/>
            <p:cNvSpPr/>
            <p:nvPr/>
          </p:nvSpPr>
          <p:spPr>
            <a:xfrm>
              <a:off x="5013" y="758"/>
              <a:ext cx="0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stealth" w="sm" len="lg"/>
              <a:tailEnd type="stealth" w="sm" len="lg"/>
            </a:ln>
          </p:spPr>
        </p:sp>
        <p:sp>
          <p:nvSpPr>
            <p:cNvPr id="53270" name="直接连接符 53269"/>
            <p:cNvSpPr/>
            <p:nvPr/>
          </p:nvSpPr>
          <p:spPr>
            <a:xfrm>
              <a:off x="4740" y="93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stealth" w="sm" len="lg"/>
              <a:tailEnd type="stealth" w="sm" len="lg"/>
            </a:ln>
          </p:spPr>
        </p:sp>
        <p:sp>
          <p:nvSpPr>
            <p:cNvPr id="53271" name="直接连接符 53270"/>
            <p:cNvSpPr/>
            <p:nvPr/>
          </p:nvSpPr>
          <p:spPr>
            <a:xfrm>
              <a:off x="4583" y="1257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53272" name="直接连接符 53271"/>
            <p:cNvSpPr/>
            <p:nvPr/>
          </p:nvSpPr>
          <p:spPr>
            <a:xfrm>
              <a:off x="2971" y="1801"/>
              <a:ext cx="23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graphicFrame>
          <p:nvGraphicFramePr>
            <p:cNvPr id="53273" name="对象 53272"/>
            <p:cNvGraphicFramePr>
              <a:graphicFrameLocks noChangeAspect="1"/>
            </p:cNvGraphicFramePr>
            <p:nvPr/>
          </p:nvGraphicFramePr>
          <p:xfrm>
            <a:off x="3754" y="801"/>
            <a:ext cx="624" cy="184"/>
          </p:xfrm>
          <a:graphic>
            <a:graphicData uri="http://schemas.openxmlformats.org/presentationml/2006/ole">
              <p:oleObj spid="_x0000_s9520" r:id="rId7" imgW="990170" imgH="291973" progId="">
                <p:embed/>
              </p:oleObj>
            </a:graphicData>
          </a:graphic>
        </p:graphicFrame>
        <p:graphicFrame>
          <p:nvGraphicFramePr>
            <p:cNvPr id="53274" name="对象 53273"/>
            <p:cNvGraphicFramePr>
              <a:graphicFrameLocks noChangeAspect="1"/>
            </p:cNvGraphicFramePr>
            <p:nvPr/>
          </p:nvGraphicFramePr>
          <p:xfrm>
            <a:off x="5037" y="908"/>
            <a:ext cx="184" cy="168"/>
          </p:xfrm>
          <a:graphic>
            <a:graphicData uri="http://schemas.openxmlformats.org/presentationml/2006/ole">
              <p:oleObj spid="_x0000_s9521" r:id="rId8" imgW="291720" imgH="266353" progId="">
                <p:embed/>
              </p:oleObj>
            </a:graphicData>
          </a:graphic>
        </p:graphicFrame>
        <p:graphicFrame>
          <p:nvGraphicFramePr>
            <p:cNvPr id="53275" name="对象 53274"/>
            <p:cNvGraphicFramePr>
              <a:graphicFrameLocks noChangeAspect="1"/>
            </p:cNvGraphicFramePr>
            <p:nvPr/>
          </p:nvGraphicFramePr>
          <p:xfrm>
            <a:off x="4756" y="997"/>
            <a:ext cx="168" cy="168"/>
          </p:xfrm>
          <a:graphic>
            <a:graphicData uri="http://schemas.openxmlformats.org/presentationml/2006/ole">
              <p:oleObj spid="_x0000_s9522" r:id="rId9" imgW="266353" imgH="266353" progId="">
                <p:embed/>
              </p:oleObj>
            </a:graphicData>
          </a:graphic>
        </p:graphicFrame>
        <p:graphicFrame>
          <p:nvGraphicFramePr>
            <p:cNvPr id="53276" name="对象 53275"/>
            <p:cNvGraphicFramePr>
              <a:graphicFrameLocks noChangeAspect="1"/>
            </p:cNvGraphicFramePr>
            <p:nvPr/>
          </p:nvGraphicFramePr>
          <p:xfrm>
            <a:off x="3884" y="1801"/>
            <a:ext cx="176" cy="205"/>
          </p:xfrm>
          <a:graphic>
            <a:graphicData uri="http://schemas.openxmlformats.org/presentationml/2006/ole">
              <p:oleObj spid="_x0000_s9523" r:id="rId10" imgW="368140" imgH="431613" progId="">
                <p:embed/>
              </p:oleObj>
            </a:graphicData>
          </a:graphic>
        </p:graphicFrame>
        <p:graphicFrame>
          <p:nvGraphicFramePr>
            <p:cNvPr id="53277" name="对象 53276"/>
            <p:cNvGraphicFramePr>
              <a:graphicFrameLocks noChangeAspect="1"/>
            </p:cNvGraphicFramePr>
            <p:nvPr/>
          </p:nvGraphicFramePr>
          <p:xfrm>
            <a:off x="3860" y="1113"/>
            <a:ext cx="136" cy="136"/>
          </p:xfrm>
          <a:graphic>
            <a:graphicData uri="http://schemas.openxmlformats.org/presentationml/2006/ole">
              <p:oleObj spid="_x0000_s9524" r:id="rId11" imgW="215619" imgH="215619" progId="">
                <p:embed/>
              </p:oleObj>
            </a:graphicData>
          </a:graphic>
        </p:graphicFrame>
        <p:graphicFrame>
          <p:nvGraphicFramePr>
            <p:cNvPr id="53278" name="对象 53277"/>
            <p:cNvGraphicFramePr>
              <a:graphicFrameLocks noChangeAspect="1"/>
            </p:cNvGraphicFramePr>
            <p:nvPr/>
          </p:nvGraphicFramePr>
          <p:xfrm>
            <a:off x="4423" y="1273"/>
            <a:ext cx="136" cy="136"/>
          </p:xfrm>
          <a:graphic>
            <a:graphicData uri="http://schemas.openxmlformats.org/presentationml/2006/ole">
              <p:oleObj spid="_x0000_s9525" r:id="rId12" imgW="215619" imgH="215619" progId="">
                <p:embed/>
              </p:oleObj>
            </a:graphicData>
          </a:graphic>
        </p:graphicFrame>
        <p:graphicFrame>
          <p:nvGraphicFramePr>
            <p:cNvPr id="53279" name="对象 53278"/>
            <p:cNvGraphicFramePr>
              <a:graphicFrameLocks noChangeAspect="1"/>
            </p:cNvGraphicFramePr>
            <p:nvPr/>
          </p:nvGraphicFramePr>
          <p:xfrm>
            <a:off x="4439" y="630"/>
            <a:ext cx="136" cy="168"/>
          </p:xfrm>
          <a:graphic>
            <a:graphicData uri="http://schemas.openxmlformats.org/presentationml/2006/ole">
              <p:oleObj spid="_x0000_s9526" r:id="rId13" imgW="215619" imgH="266353" progId="">
                <p:embed/>
              </p:oleObj>
            </a:graphicData>
          </a:graphic>
        </p:graphicFrame>
        <p:graphicFrame>
          <p:nvGraphicFramePr>
            <p:cNvPr id="53280" name="对象 53279"/>
            <p:cNvGraphicFramePr>
              <a:graphicFrameLocks noChangeAspect="1"/>
            </p:cNvGraphicFramePr>
            <p:nvPr/>
          </p:nvGraphicFramePr>
          <p:xfrm>
            <a:off x="4423" y="969"/>
            <a:ext cx="168" cy="176"/>
          </p:xfrm>
          <a:graphic>
            <a:graphicData uri="http://schemas.openxmlformats.org/presentationml/2006/ole">
              <p:oleObj spid="_x0000_s9527" r:id="rId14" imgW="266353" imgH="279037" progId="">
                <p:embed/>
              </p:oleObj>
            </a:graphicData>
          </a:graphic>
        </p:graphicFrame>
        <p:graphicFrame>
          <p:nvGraphicFramePr>
            <p:cNvPr id="53281" name="对象 53280"/>
            <p:cNvGraphicFramePr>
              <a:graphicFrameLocks noChangeAspect="1"/>
            </p:cNvGraphicFramePr>
            <p:nvPr/>
          </p:nvGraphicFramePr>
          <p:xfrm>
            <a:off x="3932" y="1216"/>
            <a:ext cx="80" cy="88"/>
          </p:xfrm>
          <a:graphic>
            <a:graphicData uri="http://schemas.openxmlformats.org/presentationml/2006/ole">
              <p:oleObj spid="_x0000_s9528" r:id="rId15" imgW="126725" imgH="139397" progId="">
                <p:embed/>
              </p:oleObj>
            </a:graphicData>
          </a:graphic>
        </p:graphicFrame>
        <p:graphicFrame>
          <p:nvGraphicFramePr>
            <p:cNvPr id="53282" name="对象 53281"/>
            <p:cNvGraphicFramePr>
              <a:graphicFrameLocks noChangeAspect="1"/>
            </p:cNvGraphicFramePr>
            <p:nvPr/>
          </p:nvGraphicFramePr>
          <p:xfrm>
            <a:off x="4540" y="889"/>
            <a:ext cx="80" cy="88"/>
          </p:xfrm>
          <a:graphic>
            <a:graphicData uri="http://schemas.openxmlformats.org/presentationml/2006/ole">
              <p:oleObj spid="_x0000_s9529" r:id="rId16" imgW="126725" imgH="139397" progId="">
                <p:embed/>
              </p:oleObj>
            </a:graphicData>
          </a:graphic>
        </p:graphicFrame>
        <p:graphicFrame>
          <p:nvGraphicFramePr>
            <p:cNvPr id="53283" name="对象 53282"/>
            <p:cNvGraphicFramePr>
              <a:graphicFrameLocks noChangeAspect="1"/>
            </p:cNvGraphicFramePr>
            <p:nvPr/>
          </p:nvGraphicFramePr>
          <p:xfrm>
            <a:off x="4538" y="732"/>
            <a:ext cx="80" cy="88"/>
          </p:xfrm>
          <a:graphic>
            <a:graphicData uri="http://schemas.openxmlformats.org/presentationml/2006/ole">
              <p:oleObj spid="_x0000_s9530" r:id="rId17" imgW="126725" imgH="139397" progId="">
                <p:embed/>
              </p:oleObj>
            </a:graphicData>
          </a:graphic>
        </p:graphicFrame>
        <p:graphicFrame>
          <p:nvGraphicFramePr>
            <p:cNvPr id="53284" name="对象 53283"/>
            <p:cNvGraphicFramePr>
              <a:graphicFrameLocks noChangeAspect="1"/>
            </p:cNvGraphicFramePr>
            <p:nvPr/>
          </p:nvGraphicFramePr>
          <p:xfrm>
            <a:off x="4540" y="1216"/>
            <a:ext cx="80" cy="88"/>
          </p:xfrm>
          <a:graphic>
            <a:graphicData uri="http://schemas.openxmlformats.org/presentationml/2006/ole">
              <p:oleObj spid="_x0000_s9531" r:id="rId18" imgW="126725" imgH="139397" progId="">
                <p:embed/>
              </p:oleObj>
            </a:graphicData>
          </a:graphic>
        </p:graphicFrame>
      </p:grpSp>
      <p:graphicFrame>
        <p:nvGraphicFramePr>
          <p:cNvPr id="53287" name="对象 53286"/>
          <p:cNvGraphicFramePr>
            <a:graphicFrameLocks noChangeAspect="1"/>
          </p:cNvGraphicFramePr>
          <p:nvPr/>
        </p:nvGraphicFramePr>
        <p:xfrm>
          <a:off x="1684338" y="1341438"/>
          <a:ext cx="1435100" cy="392112"/>
        </p:xfrm>
        <a:graphic>
          <a:graphicData uri="http://schemas.openxmlformats.org/presentationml/2006/ole">
            <p:oleObj spid="_x0000_s9532" r:id="rId19" imgW="1434477" imgH="393529" progId="">
              <p:embed/>
            </p:oleObj>
          </a:graphicData>
        </a:graphic>
      </p:graphicFrame>
      <p:sp>
        <p:nvSpPr>
          <p:cNvPr id="53289" name="矩形 53288"/>
          <p:cNvSpPr/>
          <p:nvPr/>
        </p:nvSpPr>
        <p:spPr>
          <a:xfrm>
            <a:off x="792163" y="2695575"/>
            <a:ext cx="309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</a:rPr>
              <a:t>它是点 </a:t>
            </a:r>
            <a:r>
              <a:rPr lang="en-US" altLang="zh-CN" i="1">
                <a:latin typeface="Times New Roman" panose="02020603050405020304" pitchFamily="18" charset="0"/>
              </a:rPr>
              <a:t>P </a:t>
            </a:r>
            <a:r>
              <a:rPr lang="zh-CN" altLang="en-US" dirty="0">
                <a:latin typeface="Times New Roman" panose="02020603050405020304" pitchFamily="18" charset="0"/>
              </a:rPr>
              <a:t>处切线相 </a:t>
            </a:r>
          </a:p>
        </p:txBody>
      </p:sp>
      <p:grpSp>
        <p:nvGrpSpPr>
          <p:cNvPr id="53299" name="组合 53298"/>
          <p:cNvGrpSpPr/>
          <p:nvPr/>
        </p:nvGrpSpPr>
        <p:grpSpPr>
          <a:xfrm>
            <a:off x="755650" y="620713"/>
            <a:ext cx="3351213" cy="604837"/>
            <a:chOff x="476" y="391"/>
            <a:chExt cx="2111" cy="381"/>
          </a:xfrm>
        </p:grpSpPr>
        <p:sp>
          <p:nvSpPr>
            <p:cNvPr id="53286" name="矩形 53285"/>
            <p:cNvSpPr/>
            <p:nvPr/>
          </p:nvSpPr>
          <p:spPr>
            <a:xfrm>
              <a:off x="476" y="391"/>
              <a:ext cx="2111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i="1">
                  <a:latin typeface="Times New Roman" panose="02020603050405020304" pitchFamily="18" charset="0"/>
                </a:rPr>
                <a:t>    </a:t>
              </a:r>
              <a:r>
                <a:rPr lang="zh-CN" altLang="en-US" dirty="0">
                  <a:latin typeface="Times New Roman" panose="02020603050405020304" pitchFamily="18" charset="0"/>
                </a:rPr>
                <a:t>在点     </a:t>
              </a:r>
              <a:r>
                <a:rPr lang="zh-CN" altLang="en-US" sz="1800" baseline="-2500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的增量为                  </a:t>
              </a:r>
            </a:p>
          </p:txBody>
        </p:sp>
        <p:graphicFrame>
          <p:nvGraphicFramePr>
            <p:cNvPr id="53290" name="对象 53289"/>
            <p:cNvGraphicFramePr>
              <a:graphicFrameLocks noChangeAspect="1"/>
            </p:cNvGraphicFramePr>
            <p:nvPr/>
          </p:nvGraphicFramePr>
          <p:xfrm>
            <a:off x="555" y="496"/>
            <a:ext cx="192" cy="248"/>
          </p:xfrm>
          <a:graphic>
            <a:graphicData uri="http://schemas.openxmlformats.org/presentationml/2006/ole">
              <p:oleObj spid="_x0000_s9533" r:id="rId20" imgW="304536" imgH="393359" progId="">
                <p:embed/>
              </p:oleObj>
            </a:graphicData>
          </a:graphic>
        </p:graphicFrame>
        <p:pic>
          <p:nvPicPr>
            <p:cNvPr id="53291" name="图片 53290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35" y="458"/>
              <a:ext cx="232" cy="272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3300" name="组合 53299"/>
          <p:cNvGrpSpPr/>
          <p:nvPr/>
        </p:nvGrpSpPr>
        <p:grpSpPr>
          <a:xfrm>
            <a:off x="760413" y="1989138"/>
            <a:ext cx="3095625" cy="519112"/>
            <a:chOff x="479" y="1253"/>
            <a:chExt cx="1950" cy="327"/>
          </a:xfrm>
        </p:grpSpPr>
        <p:graphicFrame>
          <p:nvGraphicFramePr>
            <p:cNvPr id="53288" name="对象 53287"/>
            <p:cNvGraphicFramePr>
              <a:graphicFrameLocks noChangeAspect="1"/>
            </p:cNvGraphicFramePr>
            <p:nvPr/>
          </p:nvGraphicFramePr>
          <p:xfrm>
            <a:off x="1470" y="1306"/>
            <a:ext cx="920" cy="271"/>
          </p:xfrm>
          <a:graphic>
            <a:graphicData uri="http://schemas.openxmlformats.org/presentationml/2006/ole">
              <p:oleObj spid="_x0000_s9534" r:id="rId22" imgW="1459233" imgH="406048" progId="">
                <p:embed/>
              </p:oleObj>
            </a:graphicData>
          </a:graphic>
        </p:graphicFrame>
        <p:sp>
          <p:nvSpPr>
            <p:cNvPr id="53292" name="文本框 53291"/>
            <p:cNvSpPr txBox="1"/>
            <p:nvPr/>
          </p:nvSpPr>
          <p:spPr>
            <a:xfrm>
              <a:off x="479" y="1253"/>
              <a:ext cx="19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而微分是</a:t>
              </a:r>
            </a:p>
          </p:txBody>
        </p:sp>
      </p:grpSp>
      <p:grpSp>
        <p:nvGrpSpPr>
          <p:cNvPr id="53293" name="组合 53292"/>
          <p:cNvGrpSpPr/>
          <p:nvPr/>
        </p:nvGrpSpPr>
        <p:grpSpPr>
          <a:xfrm>
            <a:off x="804863" y="3357563"/>
            <a:ext cx="2809875" cy="519112"/>
            <a:chOff x="520" y="2543"/>
            <a:chExt cx="1770" cy="327"/>
          </a:xfrm>
        </p:grpSpPr>
        <p:sp>
          <p:nvSpPr>
            <p:cNvPr id="53294" name="矩形 53293"/>
            <p:cNvSpPr/>
            <p:nvPr/>
          </p:nvSpPr>
          <p:spPr>
            <a:xfrm>
              <a:off x="520" y="2543"/>
              <a:ext cx="177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dirty="0">
                  <a:latin typeface="Times New Roman" panose="02020603050405020304" pitchFamily="18" charset="0"/>
                </a:rPr>
                <a:t>应于     </a:t>
              </a:r>
              <a:r>
                <a:rPr lang="zh-CN" altLang="en-US" i="1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的增量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53295" name="对象 53294"/>
            <p:cNvGraphicFramePr>
              <a:graphicFrameLocks noChangeAspect="1"/>
            </p:cNvGraphicFramePr>
            <p:nvPr/>
          </p:nvGraphicFramePr>
          <p:xfrm>
            <a:off x="1024" y="2596"/>
            <a:ext cx="312" cy="248"/>
          </p:xfrm>
          <a:graphic>
            <a:graphicData uri="http://schemas.openxmlformats.org/presentationml/2006/ole">
              <p:oleObj spid="_x0000_s9535" r:id="rId23" imgW="495085" imgH="393529" progId="">
                <p:embed/>
              </p:oleObj>
            </a:graphicData>
          </a:graphic>
        </p:graphicFrame>
      </p:grpSp>
      <p:grpSp>
        <p:nvGrpSpPr>
          <p:cNvPr id="53301" name="组合 53300"/>
          <p:cNvGrpSpPr/>
          <p:nvPr/>
        </p:nvGrpSpPr>
        <p:grpSpPr>
          <a:xfrm>
            <a:off x="793750" y="3992563"/>
            <a:ext cx="7993063" cy="519112"/>
            <a:chOff x="500" y="2515"/>
            <a:chExt cx="5035" cy="327"/>
          </a:xfrm>
        </p:grpSpPr>
        <p:sp>
          <p:nvSpPr>
            <p:cNvPr id="53253" name="文本框 53252"/>
            <p:cNvSpPr txBox="1"/>
            <p:nvPr/>
          </p:nvSpPr>
          <p:spPr>
            <a:xfrm>
              <a:off x="500" y="2515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当     很小时</a:t>
              </a:r>
              <a:r>
                <a:rPr lang="en-US" altLang="zh-CN" dirty="0">
                  <a:latin typeface="宋体" panose="02010600030101010101" pitchFamily="2" charset="-122"/>
                </a:rPr>
                <a:t>,</a:t>
              </a:r>
              <a:r>
                <a:rPr lang="zh-CN" altLang="en-US" dirty="0">
                  <a:latin typeface="宋体" panose="02010600030101010101" pitchFamily="2" charset="-122"/>
                </a:rPr>
                <a:t>两者之差               相比于</a:t>
              </a:r>
            </a:p>
          </p:txBody>
        </p:sp>
        <p:graphicFrame>
          <p:nvGraphicFramePr>
            <p:cNvPr id="53254" name="对象 53253"/>
            <p:cNvGraphicFramePr>
              <a:graphicFrameLocks noChangeAspect="1"/>
            </p:cNvGraphicFramePr>
            <p:nvPr/>
          </p:nvGraphicFramePr>
          <p:xfrm>
            <a:off x="3159" y="2576"/>
            <a:ext cx="1488" cy="256"/>
          </p:xfrm>
          <a:graphic>
            <a:graphicData uri="http://schemas.openxmlformats.org/presentationml/2006/ole">
              <p:oleObj spid="_x0000_s9536" r:id="rId24" imgW="2360151" imgH="406048" progId="">
                <p:embed/>
              </p:oleObj>
            </a:graphicData>
          </a:graphic>
        </p:graphicFrame>
        <p:graphicFrame>
          <p:nvGraphicFramePr>
            <p:cNvPr id="53297" name="对象 53296"/>
            <p:cNvGraphicFramePr>
              <a:graphicFrameLocks noChangeAspect="1"/>
            </p:cNvGraphicFramePr>
            <p:nvPr/>
          </p:nvGraphicFramePr>
          <p:xfrm>
            <a:off x="830" y="2584"/>
            <a:ext cx="472" cy="248"/>
          </p:xfrm>
          <a:graphic>
            <a:graphicData uri="http://schemas.openxmlformats.org/presentationml/2006/ole">
              <p:oleObj spid="_x0000_s9537" r:id="rId25" imgW="748975" imgH="393529" progId="">
                <p:embed/>
              </p:oleObj>
            </a:graphicData>
          </a:graphic>
        </p:graphicFrame>
      </p:grpSp>
      <p:grpSp>
        <p:nvGrpSpPr>
          <p:cNvPr id="53302" name="组合 53301"/>
          <p:cNvGrpSpPr/>
          <p:nvPr/>
        </p:nvGrpSpPr>
        <p:grpSpPr>
          <a:xfrm>
            <a:off x="949325" y="4784725"/>
            <a:ext cx="6646863" cy="519113"/>
            <a:chOff x="598" y="3014"/>
            <a:chExt cx="4187" cy="327"/>
          </a:xfrm>
        </p:grpSpPr>
        <p:graphicFrame>
          <p:nvGraphicFramePr>
            <p:cNvPr id="53296" name="对象 53295"/>
            <p:cNvGraphicFramePr>
              <a:graphicFrameLocks noChangeAspect="1"/>
            </p:cNvGraphicFramePr>
            <p:nvPr/>
          </p:nvGraphicFramePr>
          <p:xfrm>
            <a:off x="598" y="3070"/>
            <a:ext cx="472" cy="248"/>
          </p:xfrm>
          <a:graphic>
            <a:graphicData uri="http://schemas.openxmlformats.org/presentationml/2006/ole">
              <p:oleObj spid="_x0000_s9538" r:id="rId26" imgW="748975" imgH="393529" progId="">
                <p:embed/>
              </p:oleObj>
            </a:graphicData>
          </a:graphic>
        </p:graphicFrame>
        <p:sp>
          <p:nvSpPr>
            <p:cNvPr id="53298" name="文本框 53297"/>
            <p:cNvSpPr txBox="1"/>
            <p:nvPr/>
          </p:nvSpPr>
          <p:spPr>
            <a:xfrm>
              <a:off x="1077" y="3014"/>
              <a:ext cx="37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将是更小的量</a:t>
              </a:r>
              <a:r>
                <a:rPr lang="en-US" altLang="zh-CN" dirty="0">
                  <a:latin typeface="宋体" panose="02010600030101010101" pitchFamily="2" charset="-122"/>
                </a:rPr>
                <a:t>(</a:t>
              </a:r>
              <a:r>
                <a:rPr lang="zh-CN" altLang="en-US" dirty="0">
                  <a:latin typeface="宋体" panose="02010600030101010101" pitchFamily="2" charset="-122"/>
                </a:rPr>
                <a:t>高阶无穷小</a:t>
              </a:r>
              <a:r>
                <a:rPr lang="en-US" altLang="zh-CN" dirty="0" smtClean="0">
                  <a:latin typeface="宋体" panose="02010600030101010101" pitchFamily="2" charset="-122"/>
                </a:rPr>
                <a:t>).</a:t>
              </a: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8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1" name="对象 27650"/>
          <p:cNvGraphicFramePr>
            <a:graphicFrameLocks noChangeAspect="1"/>
          </p:cNvGraphicFramePr>
          <p:nvPr/>
        </p:nvGraphicFramePr>
        <p:xfrm>
          <a:off x="1949450" y="730250"/>
          <a:ext cx="6045200" cy="965200"/>
        </p:xfrm>
        <a:graphic>
          <a:graphicData uri="http://schemas.openxmlformats.org/presentationml/2006/ole">
            <p:oleObj spid="_x0000_s10436" r:id="rId3" imgW="6045200" imgH="965200" progId="">
              <p:embed/>
            </p:oleObj>
          </a:graphicData>
        </a:graphic>
      </p:graphicFrame>
      <p:grpSp>
        <p:nvGrpSpPr>
          <p:cNvPr id="27685" name="组合 27684"/>
          <p:cNvGrpSpPr/>
          <p:nvPr/>
        </p:nvGrpSpPr>
        <p:grpSpPr>
          <a:xfrm>
            <a:off x="814388" y="1822450"/>
            <a:ext cx="7767637" cy="889000"/>
            <a:chOff x="513" y="1148"/>
            <a:chExt cx="4893" cy="560"/>
          </a:xfrm>
        </p:grpSpPr>
        <p:sp>
          <p:nvSpPr>
            <p:cNvPr id="27678" name="文本框 27677"/>
            <p:cNvSpPr txBox="1"/>
            <p:nvPr/>
          </p:nvSpPr>
          <p:spPr>
            <a:xfrm>
              <a:off x="513" y="1225"/>
              <a:ext cx="26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故若          则得到 </a:t>
              </a:r>
            </a:p>
          </p:txBody>
        </p:sp>
        <p:graphicFrame>
          <p:nvGraphicFramePr>
            <p:cNvPr id="27654" name="对象 27653"/>
            <p:cNvGraphicFramePr>
              <a:graphicFrameLocks noChangeAspect="1"/>
            </p:cNvGraphicFramePr>
            <p:nvPr/>
          </p:nvGraphicFramePr>
          <p:xfrm>
            <a:off x="1029" y="1280"/>
            <a:ext cx="1080" cy="271"/>
          </p:xfrm>
          <a:graphic>
            <a:graphicData uri="http://schemas.openxmlformats.org/presentationml/2006/ole">
              <p:oleObj spid="_x0000_s10437" r:id="rId4" imgW="1713756" imgH="431613" progId="">
                <p:embed/>
              </p:oleObj>
            </a:graphicData>
          </a:graphic>
        </p:graphicFrame>
        <p:graphicFrame>
          <p:nvGraphicFramePr>
            <p:cNvPr id="27655" name="对象 27654"/>
            <p:cNvGraphicFramePr>
              <a:graphicFrameLocks noChangeAspect="1"/>
            </p:cNvGraphicFramePr>
            <p:nvPr/>
          </p:nvGraphicFramePr>
          <p:xfrm>
            <a:off x="2902" y="1148"/>
            <a:ext cx="1408" cy="560"/>
          </p:xfrm>
          <a:graphic>
            <a:graphicData uri="http://schemas.openxmlformats.org/presentationml/2006/ole">
              <p:oleObj spid="_x0000_s10438" r:id="rId5" imgW="2235200" imgH="889000" progId="">
                <p:embed/>
              </p:oleObj>
            </a:graphicData>
          </a:graphic>
        </p:graphicFrame>
        <p:graphicFrame>
          <p:nvGraphicFramePr>
            <p:cNvPr id="27656" name="对象 27655"/>
            <p:cNvGraphicFramePr>
              <a:graphicFrameLocks noChangeAspect="1"/>
            </p:cNvGraphicFramePr>
            <p:nvPr/>
          </p:nvGraphicFramePr>
          <p:xfrm>
            <a:off x="4422" y="1280"/>
            <a:ext cx="984" cy="271"/>
          </p:xfrm>
          <a:graphic>
            <a:graphicData uri="http://schemas.openxmlformats.org/presentationml/2006/ole">
              <p:oleObj spid="_x0000_s10439" r:id="rId6" imgW="1561422" imgH="431613" progId="">
                <p:embed/>
              </p:oleObj>
            </a:graphicData>
          </a:graphic>
        </p:graphicFrame>
      </p:grpSp>
      <p:graphicFrame>
        <p:nvGraphicFramePr>
          <p:cNvPr id="27663" name="对象 27662"/>
          <p:cNvGraphicFramePr>
            <a:graphicFrameLocks noChangeAspect="1"/>
          </p:cNvGraphicFramePr>
          <p:nvPr/>
        </p:nvGraphicFramePr>
        <p:xfrm>
          <a:off x="2954338" y="4927600"/>
          <a:ext cx="5676900" cy="430213"/>
        </p:xfrm>
        <a:graphic>
          <a:graphicData uri="http://schemas.openxmlformats.org/presentationml/2006/ole">
            <p:oleObj spid="_x0000_s10440" r:id="rId7" imgW="5671976" imgH="406048" progId="">
              <p:embed/>
            </p:oleObj>
          </a:graphicData>
        </a:graphic>
      </p:graphicFrame>
      <p:grpSp>
        <p:nvGrpSpPr>
          <p:cNvPr id="27667" name="组合 27666"/>
          <p:cNvGrpSpPr/>
          <p:nvPr/>
        </p:nvGrpSpPr>
        <p:grpSpPr>
          <a:xfrm>
            <a:off x="968375" y="2852738"/>
            <a:ext cx="6988175" cy="504825"/>
            <a:chOff x="574" y="1797"/>
            <a:chExt cx="4402" cy="318"/>
          </a:xfrm>
        </p:grpSpPr>
        <p:sp>
          <p:nvSpPr>
            <p:cNvPr id="27653" name="文本框 27652"/>
            <p:cNvSpPr txBox="1"/>
            <p:nvPr/>
          </p:nvSpPr>
          <p:spPr>
            <a:xfrm>
              <a:off x="3152" y="1797"/>
              <a:ext cx="1824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的高阶无穷小量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27657" name="对象 27656"/>
            <p:cNvGraphicFramePr>
              <a:graphicFrameLocks noChangeAspect="1"/>
            </p:cNvGraphicFramePr>
            <p:nvPr/>
          </p:nvGraphicFramePr>
          <p:xfrm>
            <a:off x="1791" y="1821"/>
            <a:ext cx="400" cy="248"/>
          </p:xfrm>
          <a:graphic>
            <a:graphicData uri="http://schemas.openxmlformats.org/presentationml/2006/ole">
              <p:oleObj spid="_x0000_s10441" r:id="rId8" imgW="634725" imgH="393529" progId="">
                <p:embed/>
              </p:oleObj>
            </a:graphicData>
          </a:graphic>
        </p:graphicFrame>
        <p:graphicFrame>
          <p:nvGraphicFramePr>
            <p:cNvPr id="27658" name="对象 27657"/>
            <p:cNvGraphicFramePr>
              <a:graphicFrameLocks noChangeAspect="1"/>
            </p:cNvGraphicFramePr>
            <p:nvPr/>
          </p:nvGraphicFramePr>
          <p:xfrm>
            <a:off x="2245" y="1830"/>
            <a:ext cx="912" cy="271"/>
          </p:xfrm>
          <a:graphic>
            <a:graphicData uri="http://schemas.openxmlformats.org/presentationml/2006/ole">
              <p:oleObj spid="_x0000_s10442" r:id="rId9" imgW="1447172" imgH="431613" progId="">
                <p:embed/>
              </p:oleObj>
            </a:graphicData>
          </a:graphic>
        </p:graphicFrame>
        <p:graphicFrame>
          <p:nvGraphicFramePr>
            <p:cNvPr id="27666" name="对象 27665"/>
            <p:cNvGraphicFramePr>
              <a:graphicFrameLocks noChangeAspect="1"/>
            </p:cNvGraphicFramePr>
            <p:nvPr/>
          </p:nvGraphicFramePr>
          <p:xfrm>
            <a:off x="574" y="1843"/>
            <a:ext cx="1192" cy="272"/>
          </p:xfrm>
          <a:graphic>
            <a:graphicData uri="http://schemas.openxmlformats.org/presentationml/2006/ole">
              <p:oleObj spid="_x0000_s10443" r:id="rId10" imgW="1891479" imgH="431613" progId="">
                <p:embed/>
              </p:oleObj>
            </a:graphicData>
          </a:graphic>
        </p:graphicFrame>
      </p:grpSp>
      <p:grpSp>
        <p:nvGrpSpPr>
          <p:cNvPr id="27684" name="组合 27683"/>
          <p:cNvGrpSpPr/>
          <p:nvPr/>
        </p:nvGrpSpPr>
        <p:grpSpPr>
          <a:xfrm>
            <a:off x="827088" y="3500438"/>
            <a:ext cx="7993062" cy="519112"/>
            <a:chOff x="521" y="2205"/>
            <a:chExt cx="5035" cy="327"/>
          </a:xfrm>
        </p:grpSpPr>
        <p:sp>
          <p:nvSpPr>
            <p:cNvPr id="27668" name="文本框 27667"/>
            <p:cNvSpPr txBox="1"/>
            <p:nvPr/>
          </p:nvSpPr>
          <p:spPr>
            <a:xfrm>
              <a:off x="521" y="2205"/>
              <a:ext cx="5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若函数  在区间  上每一点都可微</a:t>
              </a:r>
              <a:r>
                <a:rPr lang="en-US" altLang="zh-CN" dirty="0">
                  <a:latin typeface="宋体" panose="02010600030101010101" pitchFamily="2" charset="-122"/>
                </a:rPr>
                <a:t>,</a:t>
              </a:r>
              <a:r>
                <a:rPr lang="zh-CN" altLang="en-US" dirty="0">
                  <a:latin typeface="宋体" panose="02010600030101010101" pitchFamily="2" charset="-122"/>
                </a:rPr>
                <a:t>则称  是  上</a:t>
              </a:r>
              <a:endParaRPr lang="zh-CN" altLang="en-US" b="0" i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27669" name="对象 27668"/>
            <p:cNvGraphicFramePr>
              <a:graphicFrameLocks noChangeAspect="1"/>
            </p:cNvGraphicFramePr>
            <p:nvPr/>
          </p:nvGraphicFramePr>
          <p:xfrm>
            <a:off x="1272" y="2283"/>
            <a:ext cx="192" cy="248"/>
          </p:xfrm>
          <a:graphic>
            <a:graphicData uri="http://schemas.openxmlformats.org/presentationml/2006/ole">
              <p:oleObj spid="_x0000_s10444" r:id="rId11" imgW="304536" imgH="393359" progId="">
                <p:embed/>
              </p:oleObj>
            </a:graphicData>
          </a:graphic>
        </p:graphicFrame>
        <p:graphicFrame>
          <p:nvGraphicFramePr>
            <p:cNvPr id="27670" name="对象 27669"/>
            <p:cNvGraphicFramePr>
              <a:graphicFrameLocks noChangeAspect="1"/>
            </p:cNvGraphicFramePr>
            <p:nvPr/>
          </p:nvGraphicFramePr>
          <p:xfrm>
            <a:off x="2213" y="2304"/>
            <a:ext cx="144" cy="184"/>
          </p:xfrm>
          <a:graphic>
            <a:graphicData uri="http://schemas.openxmlformats.org/presentationml/2006/ole">
              <p:oleObj spid="_x0000_s10445" r:id="rId12" imgW="228501" imgH="291973" progId="">
                <p:embed/>
              </p:oleObj>
            </a:graphicData>
          </a:graphic>
        </p:graphicFrame>
        <p:graphicFrame>
          <p:nvGraphicFramePr>
            <p:cNvPr id="27671" name="对象 27670"/>
            <p:cNvGraphicFramePr>
              <a:graphicFrameLocks noChangeAspect="1"/>
            </p:cNvGraphicFramePr>
            <p:nvPr/>
          </p:nvGraphicFramePr>
          <p:xfrm>
            <a:off x="4548" y="2275"/>
            <a:ext cx="192" cy="248"/>
          </p:xfrm>
          <a:graphic>
            <a:graphicData uri="http://schemas.openxmlformats.org/presentationml/2006/ole">
              <p:oleObj spid="_x0000_s10446" r:id="rId13" imgW="304536" imgH="393359" progId="">
                <p:embed/>
              </p:oleObj>
            </a:graphicData>
          </a:graphic>
        </p:graphicFrame>
        <p:graphicFrame>
          <p:nvGraphicFramePr>
            <p:cNvPr id="27672" name="对象 27671"/>
            <p:cNvGraphicFramePr>
              <a:graphicFrameLocks noChangeAspect="1"/>
            </p:cNvGraphicFramePr>
            <p:nvPr/>
          </p:nvGraphicFramePr>
          <p:xfrm>
            <a:off x="5012" y="2296"/>
            <a:ext cx="144" cy="184"/>
          </p:xfrm>
          <a:graphic>
            <a:graphicData uri="http://schemas.openxmlformats.org/presentationml/2006/ole">
              <p:oleObj spid="_x0000_s10447" r:id="rId14" imgW="228501" imgH="291973" progId="">
                <p:embed/>
              </p:oleObj>
            </a:graphicData>
          </a:graphic>
        </p:graphicFrame>
      </p:grpSp>
      <p:grpSp>
        <p:nvGrpSpPr>
          <p:cNvPr id="27681" name="组合 27680"/>
          <p:cNvGrpSpPr/>
          <p:nvPr/>
        </p:nvGrpSpPr>
        <p:grpSpPr>
          <a:xfrm>
            <a:off x="827088" y="5557838"/>
            <a:ext cx="5545137" cy="519112"/>
            <a:chOff x="521" y="3501"/>
            <a:chExt cx="3493" cy="327"/>
          </a:xfrm>
        </p:grpSpPr>
        <p:sp>
          <p:nvSpPr>
            <p:cNvPr id="27674" name="文本框 27673"/>
            <p:cNvSpPr txBox="1"/>
            <p:nvPr/>
          </p:nvSpPr>
          <p:spPr>
            <a:xfrm>
              <a:off x="521" y="3501"/>
              <a:ext cx="34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它既依赖于        </a:t>
              </a:r>
              <a:r>
                <a:rPr lang="en-US" altLang="zh-CN">
                  <a:latin typeface="Times New Roman" panose="02020603050405020304" pitchFamily="18" charset="0"/>
                </a:rPr>
                <a:t>,</a:t>
              </a:r>
              <a:r>
                <a:rPr lang="en-US" altLang="zh-CN" i="1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也与     有关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27675" name="对象 27674"/>
            <p:cNvGraphicFramePr>
              <a:graphicFrameLocks noChangeAspect="1"/>
            </p:cNvGraphicFramePr>
            <p:nvPr/>
          </p:nvGraphicFramePr>
          <p:xfrm>
            <a:off x="1796" y="3565"/>
            <a:ext cx="312" cy="248"/>
          </p:xfrm>
          <a:graphic>
            <a:graphicData uri="http://schemas.openxmlformats.org/presentationml/2006/ole">
              <p:oleObj spid="_x0000_s10448" r:id="rId15" imgW="495085" imgH="393529" progId="">
                <p:embed/>
              </p:oleObj>
            </a:graphicData>
          </a:graphic>
        </p:graphicFrame>
        <p:graphicFrame>
          <p:nvGraphicFramePr>
            <p:cNvPr id="27676" name="对象 27675"/>
            <p:cNvGraphicFramePr>
              <a:graphicFrameLocks noChangeAspect="1"/>
            </p:cNvGraphicFramePr>
            <p:nvPr/>
          </p:nvGraphicFramePr>
          <p:xfrm>
            <a:off x="2779" y="3617"/>
            <a:ext cx="168" cy="200"/>
          </p:xfrm>
          <a:graphic>
            <a:graphicData uri="http://schemas.openxmlformats.org/presentationml/2006/ole">
              <p:oleObj spid="_x0000_s10449" r:id="rId16" imgW="266353" imgH="317087" progId="">
                <p:embed/>
              </p:oleObj>
            </a:graphicData>
          </a:graphic>
        </p:graphicFrame>
      </p:grpSp>
      <p:grpSp>
        <p:nvGrpSpPr>
          <p:cNvPr id="27683" name="组合 27682"/>
          <p:cNvGrpSpPr/>
          <p:nvPr/>
        </p:nvGrpSpPr>
        <p:grpSpPr>
          <a:xfrm>
            <a:off x="822325" y="4129088"/>
            <a:ext cx="5948363" cy="523875"/>
            <a:chOff x="518" y="2601"/>
            <a:chExt cx="3747" cy="330"/>
          </a:xfrm>
        </p:grpSpPr>
        <p:graphicFrame>
          <p:nvGraphicFramePr>
            <p:cNvPr id="27673" name="对象 27672"/>
            <p:cNvGraphicFramePr>
              <a:graphicFrameLocks noChangeAspect="1"/>
            </p:cNvGraphicFramePr>
            <p:nvPr/>
          </p:nvGraphicFramePr>
          <p:xfrm>
            <a:off x="1865" y="2659"/>
            <a:ext cx="2400" cy="272"/>
          </p:xfrm>
          <a:graphic>
            <a:graphicData uri="http://schemas.openxmlformats.org/presentationml/2006/ole">
              <p:oleObj spid="_x0000_s10450" r:id="rId17" imgW="3808347" imgH="431613" progId="">
                <p:embed/>
              </p:oleObj>
            </a:graphicData>
          </a:graphic>
        </p:graphicFrame>
        <p:sp>
          <p:nvSpPr>
            <p:cNvPr id="27682" name="矩形 27681"/>
            <p:cNvSpPr/>
            <p:nvPr/>
          </p:nvSpPr>
          <p:spPr>
            <a:xfrm>
              <a:off x="518" y="2601"/>
              <a:ext cx="13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</a:rPr>
                <a:t>的</a:t>
              </a:r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</a:rPr>
                <a:t>可微函数</a:t>
              </a:r>
              <a:r>
                <a:rPr lang="en-US" altLang="zh-CN">
                  <a:solidFill>
                    <a:srgbClr val="0000FF"/>
                  </a:solidFill>
                  <a:latin typeface="宋体" panose="02010600030101010101" pitchFamily="2" charset="-122"/>
                </a:rPr>
                <a:t>.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078408" y="244902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 smtClean="0"/>
              <a:t>由于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8" name="对象 14347"/>
          <p:cNvGraphicFramePr>
            <a:graphicFrameLocks noChangeAspect="1"/>
          </p:cNvGraphicFramePr>
          <p:nvPr/>
        </p:nvGraphicFramePr>
        <p:xfrm>
          <a:off x="2859088" y="1349375"/>
          <a:ext cx="5780087" cy="430213"/>
        </p:xfrm>
        <a:graphic>
          <a:graphicData uri="http://schemas.openxmlformats.org/presentationml/2006/ole">
            <p:oleObj spid="_x0000_s11343" r:id="rId3" imgW="5773488" imgH="406048" progId="">
              <p:embed/>
            </p:oleObj>
          </a:graphicData>
        </a:graphic>
      </p:graphicFrame>
      <p:sp>
        <p:nvSpPr>
          <p:cNvPr id="14349" name="文本框 14348"/>
          <p:cNvSpPr txBox="1"/>
          <p:nvPr/>
        </p:nvSpPr>
        <p:spPr>
          <a:xfrm>
            <a:off x="831850" y="2493963"/>
            <a:ext cx="7848600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式的写法会带来不少好处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</a:rPr>
              <a:t>首先可以把导数看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4356" name="文本框 14355"/>
          <p:cNvSpPr txBox="1"/>
          <p:nvPr/>
        </p:nvSpPr>
        <p:spPr>
          <a:xfrm>
            <a:off x="755650" y="4724400"/>
            <a:ext cx="78486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所以导数也称为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微商</a:t>
            </a:r>
            <a:r>
              <a:rPr lang="en-US" altLang="zh-CN" dirty="0">
                <a:latin typeface="Times New Roman" panose="02020603050405020304" pitchFamily="18" charset="0"/>
              </a:rPr>
              <a:t>.   </a:t>
            </a:r>
            <a:r>
              <a:rPr lang="zh-CN" altLang="en-US" dirty="0">
                <a:latin typeface="Times New Roman" panose="02020603050405020304" pitchFamily="18" charset="0"/>
              </a:rPr>
              <a:t>更多的好处将体现在后面</a:t>
            </a:r>
          </a:p>
        </p:txBody>
      </p:sp>
      <p:grpSp>
        <p:nvGrpSpPr>
          <p:cNvPr id="14377" name="组合 14376"/>
          <p:cNvGrpSpPr/>
          <p:nvPr/>
        </p:nvGrpSpPr>
        <p:grpSpPr>
          <a:xfrm>
            <a:off x="839788" y="620713"/>
            <a:ext cx="7704137" cy="522287"/>
            <a:chOff x="529" y="391"/>
            <a:chExt cx="4853" cy="329"/>
          </a:xfrm>
        </p:grpSpPr>
        <p:sp>
          <p:nvSpPr>
            <p:cNvPr id="14360" name="文本框 14359"/>
            <p:cNvSpPr txBox="1"/>
            <p:nvPr/>
          </p:nvSpPr>
          <p:spPr>
            <a:xfrm>
              <a:off x="529" y="391"/>
              <a:ext cx="48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习惯上喜欢把   写成   </a:t>
              </a:r>
              <a:r>
                <a:rPr lang="en-US" altLang="zh-CN" dirty="0">
                  <a:latin typeface="宋体" panose="02010600030101010101" pitchFamily="2" charset="-122"/>
                </a:rPr>
                <a:t>,</a:t>
              </a:r>
              <a:r>
                <a:rPr lang="zh-CN" altLang="en-US" dirty="0">
                  <a:latin typeface="宋体" panose="02010600030101010101" pitchFamily="2" charset="-122"/>
                </a:rPr>
                <a:t>于是</a:t>
              </a:r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</a:rPr>
                <a:t>(3) </a:t>
              </a:r>
              <a:r>
                <a:rPr lang="zh-CN" altLang="en-US" dirty="0">
                  <a:latin typeface="宋体" panose="02010600030101010101" pitchFamily="2" charset="-122"/>
                </a:rPr>
                <a:t>式可改写成</a:t>
              </a:r>
            </a:p>
          </p:txBody>
        </p:sp>
        <p:graphicFrame>
          <p:nvGraphicFramePr>
            <p:cNvPr id="14361" name="对象 14360"/>
            <p:cNvGraphicFramePr>
              <a:graphicFrameLocks noChangeAspect="1"/>
            </p:cNvGraphicFramePr>
            <p:nvPr/>
          </p:nvGraphicFramePr>
          <p:xfrm>
            <a:off x="1943" y="472"/>
            <a:ext cx="312" cy="248"/>
          </p:xfrm>
          <a:graphic>
            <a:graphicData uri="http://schemas.openxmlformats.org/presentationml/2006/ole">
              <p:oleObj spid="_x0000_s11344" r:id="rId4" imgW="495085" imgH="393529" progId="">
                <p:embed/>
              </p:oleObj>
            </a:graphicData>
          </a:graphic>
        </p:graphicFrame>
        <p:graphicFrame>
          <p:nvGraphicFramePr>
            <p:cNvPr id="14362" name="对象 14361"/>
            <p:cNvGraphicFramePr>
              <a:graphicFrameLocks noChangeAspect="1"/>
            </p:cNvGraphicFramePr>
            <p:nvPr/>
          </p:nvGraphicFramePr>
          <p:xfrm>
            <a:off x="2747" y="476"/>
            <a:ext cx="288" cy="240"/>
          </p:xfrm>
          <a:graphic>
            <a:graphicData uri="http://schemas.openxmlformats.org/presentationml/2006/ole">
              <p:oleObj spid="_x0000_s11345" r:id="rId5" imgW="457002" imgH="380835" progId="">
                <p:embed/>
              </p:oleObj>
            </a:graphicData>
          </a:graphic>
        </p:graphicFrame>
      </p:grpSp>
      <p:grpSp>
        <p:nvGrpSpPr>
          <p:cNvPr id="14366" name="组合 14365"/>
          <p:cNvGrpSpPr/>
          <p:nvPr/>
        </p:nvGrpSpPr>
        <p:grpSpPr>
          <a:xfrm>
            <a:off x="839788" y="2005013"/>
            <a:ext cx="7921625" cy="536575"/>
            <a:chOff x="521" y="1250"/>
            <a:chExt cx="4990" cy="338"/>
          </a:xfrm>
        </p:grpSpPr>
        <p:graphicFrame>
          <p:nvGraphicFramePr>
            <p:cNvPr id="14346" name="对象 14345"/>
            <p:cNvGraphicFramePr>
              <a:graphicFrameLocks noChangeAspect="1"/>
            </p:cNvGraphicFramePr>
            <p:nvPr/>
          </p:nvGraphicFramePr>
          <p:xfrm>
            <a:off x="4045" y="1340"/>
            <a:ext cx="1376" cy="248"/>
          </p:xfrm>
          <a:graphic>
            <a:graphicData uri="http://schemas.openxmlformats.org/presentationml/2006/ole">
              <p:oleObj spid="_x0000_s11346" r:id="rId6" imgW="2183452" imgH="393529" progId="">
                <p:embed/>
              </p:oleObj>
            </a:graphicData>
          </a:graphic>
        </p:graphicFrame>
        <p:sp>
          <p:nvSpPr>
            <p:cNvPr id="14363" name="文本框 14362"/>
            <p:cNvSpPr txBox="1"/>
            <p:nvPr/>
          </p:nvSpPr>
          <p:spPr>
            <a:xfrm>
              <a:off x="521" y="1250"/>
              <a:ext cx="49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宋体" panose="02010600030101010101" pitchFamily="2" charset="-122"/>
                </a:rPr>
                <a:t>这相当于     的情形</a:t>
              </a:r>
              <a:r>
                <a:rPr lang="en-US" altLang="zh-CN" dirty="0">
                  <a:latin typeface="宋体" panose="02010600030101010101" pitchFamily="2" charset="-122"/>
                </a:rPr>
                <a:t>,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宋体" panose="02010600030101010101" pitchFamily="2" charset="-122"/>
                </a:rPr>
                <a:t>此时显然有 </a:t>
              </a:r>
            </a:p>
          </p:txBody>
        </p:sp>
        <p:graphicFrame>
          <p:nvGraphicFramePr>
            <p:cNvPr id="14364" name="对象 14363"/>
            <p:cNvGraphicFramePr>
              <a:graphicFrameLocks noChangeAspect="1"/>
            </p:cNvGraphicFramePr>
            <p:nvPr/>
          </p:nvGraphicFramePr>
          <p:xfrm>
            <a:off x="1472" y="1368"/>
            <a:ext cx="536" cy="200"/>
          </p:xfrm>
          <a:graphic>
            <a:graphicData uri="http://schemas.openxmlformats.org/presentationml/2006/ole">
              <p:oleObj spid="_x0000_s11347" r:id="rId7" imgW="850162" imgH="317225" progId="">
                <p:embed/>
              </p:oleObj>
            </a:graphicData>
          </a:graphic>
        </p:graphicFrame>
      </p:grpSp>
      <p:grpSp>
        <p:nvGrpSpPr>
          <p:cNvPr id="14375" name="组合 14374"/>
          <p:cNvGrpSpPr/>
          <p:nvPr/>
        </p:nvGrpSpPr>
        <p:grpSpPr>
          <a:xfrm>
            <a:off x="3616325" y="3852863"/>
            <a:ext cx="5062538" cy="914400"/>
            <a:chOff x="2278" y="2418"/>
            <a:chExt cx="3189" cy="576"/>
          </a:xfrm>
        </p:grpSpPr>
        <p:graphicFrame>
          <p:nvGraphicFramePr>
            <p:cNvPr id="14352" name="对象 14351"/>
            <p:cNvGraphicFramePr>
              <a:graphicFrameLocks noChangeAspect="1"/>
            </p:cNvGraphicFramePr>
            <p:nvPr/>
          </p:nvGraphicFramePr>
          <p:xfrm>
            <a:off x="2278" y="2418"/>
            <a:ext cx="1168" cy="576"/>
          </p:xfrm>
          <a:graphic>
            <a:graphicData uri="http://schemas.openxmlformats.org/presentationml/2006/ole">
              <p:oleObj spid="_x0000_s11348" r:id="rId8" imgW="1854200" imgH="914400" progId="">
                <p:embed/>
              </p:oleObj>
            </a:graphicData>
          </a:graphic>
        </p:graphicFrame>
        <p:sp>
          <p:nvSpPr>
            <p:cNvPr id="14367" name="文本框 14366"/>
            <p:cNvSpPr txBox="1"/>
            <p:nvPr/>
          </p:nvSpPr>
          <p:spPr>
            <a:xfrm>
              <a:off x="5059" y="2506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990000"/>
                  </a:solidFill>
                  <a:latin typeface="Times New Roman" panose="02020603050405020304" pitchFamily="18" charset="0"/>
                </a:rPr>
                <a:t>(5)</a:t>
              </a:r>
            </a:p>
          </p:txBody>
        </p:sp>
      </p:grpSp>
      <p:sp>
        <p:nvSpPr>
          <p:cNvPr id="14374" name="矩形 14373"/>
          <p:cNvSpPr/>
          <p:nvPr/>
        </p:nvSpPr>
        <p:spPr>
          <a:xfrm>
            <a:off x="762000" y="5410200"/>
            <a:ext cx="2682875" cy="5619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积分学部分中</a:t>
            </a:r>
            <a:r>
              <a:rPr lang="en-US" altLang="zh-CN">
                <a:latin typeface="Times New Roman" panose="02020603050405020304" pitchFamily="18" charset="0"/>
              </a:rPr>
              <a:t>.  </a:t>
            </a:r>
          </a:p>
        </p:txBody>
      </p:sp>
      <p:sp>
        <p:nvSpPr>
          <p:cNvPr id="14376" name="矩形 14375"/>
          <p:cNvSpPr/>
          <p:nvPr/>
        </p:nvSpPr>
        <p:spPr>
          <a:xfrm>
            <a:off x="838200" y="3124200"/>
            <a:ext cx="6257925" cy="7334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成</a:t>
            </a:r>
            <a:r>
              <a:rPr lang="zh-CN" altLang="en-US" dirty="0">
                <a:latin typeface="宋体" panose="02010600030101010101" pitchFamily="2" charset="-122"/>
              </a:rPr>
              <a:t>函数的微分与自变量的微分之商</a:t>
            </a:r>
            <a:r>
              <a:rPr lang="en-US" altLang="zh-CN" dirty="0">
                <a:latin typeface="宋体" panose="02010600030101010101" pitchFamily="2" charset="-122"/>
              </a:rPr>
              <a:t>, </a:t>
            </a:r>
            <a:r>
              <a:rPr lang="zh-CN" altLang="en-US" dirty="0">
                <a:latin typeface="宋体" panose="02010600030101010101" pitchFamily="2" charset="-122"/>
              </a:rPr>
              <a:t>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9" grpId="0"/>
      <p:bldP spid="14356" grpId="0"/>
      <p:bldP spid="14374" grpId="0"/>
      <p:bldP spid="143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9" name="矩形 15408"/>
          <p:cNvSpPr/>
          <p:nvPr/>
        </p:nvSpPr>
        <p:spPr>
          <a:xfrm>
            <a:off x="1907704" y="1700808"/>
            <a:ext cx="4824413" cy="2374900"/>
          </a:xfrm>
          <a:prstGeom prst="rect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365" name="对象 153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293462008"/>
              </p:ext>
            </p:extLst>
          </p:nvPr>
        </p:nvGraphicFramePr>
        <p:xfrm>
          <a:off x="3169767" y="2710458"/>
          <a:ext cx="2959100" cy="393700"/>
        </p:xfrm>
        <a:graphic>
          <a:graphicData uri="http://schemas.openxmlformats.org/presentationml/2006/ole">
            <p:oleObj spid="_x0000_s12328" r:id="rId3" imgW="2957816" imgH="393529" progId="">
              <p:embed/>
            </p:oleObj>
          </a:graphicData>
        </a:graphic>
      </p:graphicFrame>
      <p:graphicFrame>
        <p:nvGraphicFramePr>
          <p:cNvPr id="15366" name="对象 153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37712908"/>
              </p:ext>
            </p:extLst>
          </p:nvPr>
        </p:nvGraphicFramePr>
        <p:xfrm>
          <a:off x="3196754" y="3294658"/>
          <a:ext cx="2832100" cy="508000"/>
        </p:xfrm>
        <a:graphic>
          <a:graphicData uri="http://schemas.openxmlformats.org/presentationml/2006/ole">
            <p:oleObj spid="_x0000_s12329" r:id="rId4" imgW="2832100" imgH="508000" progId="">
              <p:embed/>
            </p:oleObj>
          </a:graphicData>
        </a:graphic>
      </p:graphicFrame>
      <p:grpSp>
        <p:nvGrpSpPr>
          <p:cNvPr id="15407" name="组合 15406"/>
          <p:cNvGrpSpPr/>
          <p:nvPr/>
        </p:nvGrpSpPr>
        <p:grpSpPr>
          <a:xfrm>
            <a:off x="2096617" y="1916708"/>
            <a:ext cx="3890962" cy="549275"/>
            <a:chOff x="2001" y="799"/>
            <a:chExt cx="2451" cy="346"/>
          </a:xfrm>
        </p:grpSpPr>
        <p:graphicFrame>
          <p:nvGraphicFramePr>
            <p:cNvPr id="15364" name="对象 15363"/>
            <p:cNvGraphicFramePr>
              <a:graphicFrameLocks noChangeAspect="1"/>
            </p:cNvGraphicFramePr>
            <p:nvPr/>
          </p:nvGraphicFramePr>
          <p:xfrm>
            <a:off x="2660" y="799"/>
            <a:ext cx="1792" cy="320"/>
          </p:xfrm>
          <a:graphic>
            <a:graphicData uri="http://schemas.openxmlformats.org/presentationml/2006/ole">
              <p:oleObj spid="_x0000_s12330" r:id="rId5" imgW="2844800" imgH="508000" progId="">
                <p:embed/>
              </p:oleObj>
            </a:graphicData>
          </a:graphic>
        </p:graphicFrame>
        <p:sp>
          <p:nvSpPr>
            <p:cNvPr id="15369" name="矩形 15368"/>
            <p:cNvSpPr/>
            <p:nvPr/>
          </p:nvSpPr>
          <p:spPr>
            <a:xfrm>
              <a:off x="2001" y="818"/>
              <a:ext cx="4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l"/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4" name="对象 22533"/>
          <p:cNvGraphicFramePr>
            <a:graphicFrameLocks noChangeAspect="1"/>
          </p:cNvGraphicFramePr>
          <p:nvPr/>
        </p:nvGraphicFramePr>
        <p:xfrm>
          <a:off x="968375" y="3441700"/>
          <a:ext cx="6057900" cy="1003300"/>
        </p:xfrm>
        <a:graphic>
          <a:graphicData uri="http://schemas.openxmlformats.org/presentationml/2006/ole">
            <p:oleObj spid="_x0000_s13378" r:id="rId3" imgW="6055272" imgH="1002865" progId="">
              <p:embed/>
            </p:oleObj>
          </a:graphicData>
        </a:graphic>
      </p:graphicFrame>
      <p:graphicFrame>
        <p:nvGraphicFramePr>
          <p:cNvPr id="22536" name="对象 22535"/>
          <p:cNvGraphicFramePr>
            <a:graphicFrameLocks noChangeAspect="1"/>
          </p:cNvGraphicFramePr>
          <p:nvPr/>
        </p:nvGraphicFramePr>
        <p:xfrm>
          <a:off x="954088" y="4697413"/>
          <a:ext cx="7353300" cy="444500"/>
        </p:xfrm>
        <a:graphic>
          <a:graphicData uri="http://schemas.openxmlformats.org/presentationml/2006/ole">
            <p:oleObj spid="_x0000_s13379" r:id="rId4" imgW="7350110" imgH="444307" progId="">
              <p:embed/>
            </p:oleObj>
          </a:graphicData>
        </a:graphic>
      </p:graphicFrame>
      <p:sp>
        <p:nvSpPr>
          <p:cNvPr id="22545" name="文本框 22544"/>
          <p:cNvSpPr txBox="1"/>
          <p:nvPr/>
        </p:nvSpPr>
        <p:spPr>
          <a:xfrm>
            <a:off x="827088" y="1268413"/>
            <a:ext cx="75882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由导数与微分的关系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可方便得出微分运算法则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2546" name="对象 22545"/>
          <p:cNvGraphicFramePr>
            <a:graphicFrameLocks noChangeAspect="1"/>
          </p:cNvGraphicFramePr>
          <p:nvPr/>
        </p:nvGraphicFramePr>
        <p:xfrm>
          <a:off x="960438" y="2046288"/>
          <a:ext cx="5257800" cy="393700"/>
        </p:xfrm>
        <a:graphic>
          <a:graphicData uri="http://schemas.openxmlformats.org/presentationml/2006/ole">
            <p:oleObj spid="_x0000_s13380" r:id="rId5" imgW="5255519" imgH="393529" progId="">
              <p:embed/>
            </p:oleObj>
          </a:graphicData>
        </a:graphic>
      </p:graphicFrame>
      <p:graphicFrame>
        <p:nvGraphicFramePr>
          <p:cNvPr id="22548" name="对象 22547"/>
          <p:cNvGraphicFramePr>
            <a:graphicFrameLocks noChangeAspect="1"/>
          </p:cNvGraphicFramePr>
          <p:nvPr/>
        </p:nvGraphicFramePr>
        <p:xfrm>
          <a:off x="954088" y="2743518"/>
          <a:ext cx="6362700" cy="393700"/>
        </p:xfrm>
        <a:graphic>
          <a:graphicData uri="http://schemas.openxmlformats.org/presentationml/2006/ole">
            <p:oleObj spid="_x0000_s13381" r:id="rId6" imgW="6359940" imgH="393529" progId="">
              <p:embed/>
            </p:oleObj>
          </a:graphicData>
        </a:graphic>
      </p:graphicFrame>
      <p:grpSp>
        <p:nvGrpSpPr>
          <p:cNvPr id="22555" name="组合 22554"/>
          <p:cNvGrpSpPr/>
          <p:nvPr/>
        </p:nvGrpSpPr>
        <p:grpSpPr>
          <a:xfrm>
            <a:off x="962025" y="5373688"/>
            <a:ext cx="7453313" cy="519112"/>
            <a:chOff x="606" y="3385"/>
            <a:chExt cx="4695" cy="327"/>
          </a:xfrm>
        </p:grpSpPr>
        <p:graphicFrame>
          <p:nvGraphicFramePr>
            <p:cNvPr id="22549" name="对象 22548"/>
            <p:cNvGraphicFramePr>
              <a:graphicFrameLocks noChangeAspect="1"/>
            </p:cNvGraphicFramePr>
            <p:nvPr/>
          </p:nvGraphicFramePr>
          <p:xfrm>
            <a:off x="606" y="3417"/>
            <a:ext cx="1944" cy="271"/>
          </p:xfrm>
          <a:graphic>
            <a:graphicData uri="http://schemas.openxmlformats.org/presentationml/2006/ole">
              <p:oleObj spid="_x0000_s13382" r:id="rId7" imgW="3084761" imgH="431613" progId="">
                <p:embed/>
              </p:oleObj>
            </a:graphicData>
          </a:graphic>
        </p:graphicFrame>
        <p:sp>
          <p:nvSpPr>
            <p:cNvPr id="22550" name="文本框 22549"/>
            <p:cNvSpPr txBox="1"/>
            <p:nvPr/>
          </p:nvSpPr>
          <p:spPr>
            <a:xfrm>
              <a:off x="2602" y="3385"/>
              <a:ext cx="26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故运算法则 </a:t>
              </a:r>
              <a:r>
                <a:rPr lang="en-US" altLang="zh-CN" dirty="0">
                  <a:latin typeface="Times New Roman" panose="02020603050405020304" pitchFamily="18" charset="0"/>
                </a:rPr>
                <a:t>4  </a:t>
              </a:r>
              <a:r>
                <a:rPr lang="zh-CN" altLang="en-US" dirty="0">
                  <a:latin typeface="Times New Roman" panose="02020603050405020304" pitchFamily="18" charset="0"/>
                </a:rPr>
                <a:t>又可以写成</a:t>
              </a:r>
            </a:p>
          </p:txBody>
        </p:sp>
      </p:grpSp>
      <p:sp>
        <p:nvSpPr>
          <p:cNvPr id="22552" name="标题 22551"/>
          <p:cNvSpPr>
            <a:spLocks noGrp="1"/>
          </p:cNvSpPr>
          <p:nvPr>
            <p:ph type="title"/>
          </p:nvPr>
        </p:nvSpPr>
        <p:spPr>
          <a:xfrm>
            <a:off x="685800" y="404813"/>
            <a:ext cx="77724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en-US" sz="3600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二、微分的运算法则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5" grpId="0"/>
      <p:bldP spid="225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82" name="对象 23581"/>
          <p:cNvGraphicFramePr>
            <a:graphicFrameLocks noChangeAspect="1"/>
          </p:cNvGraphicFramePr>
          <p:nvPr/>
        </p:nvGraphicFramePr>
        <p:xfrm>
          <a:off x="3327400" y="692150"/>
          <a:ext cx="2222500" cy="406400"/>
        </p:xfrm>
        <a:graphic>
          <a:graphicData uri="http://schemas.openxmlformats.org/presentationml/2006/ole">
            <p:oleObj spid="_x0000_s14415" r:id="rId3" imgW="2220572" imgH="406048" progId="">
              <p:embed/>
            </p:oleObj>
          </a:graphicData>
        </a:graphic>
      </p:graphicFrame>
      <p:grpSp>
        <p:nvGrpSpPr>
          <p:cNvPr id="23596" name="组合 23595"/>
          <p:cNvGrpSpPr/>
          <p:nvPr/>
        </p:nvGrpSpPr>
        <p:grpSpPr>
          <a:xfrm>
            <a:off x="825500" y="4021138"/>
            <a:ext cx="7778750" cy="536575"/>
            <a:chOff x="520" y="2533"/>
            <a:chExt cx="4900" cy="338"/>
          </a:xfrm>
        </p:grpSpPr>
        <p:graphicFrame>
          <p:nvGraphicFramePr>
            <p:cNvPr id="23585" name="对象 23584"/>
            <p:cNvGraphicFramePr>
              <a:graphicFrameLocks noChangeAspect="1"/>
            </p:cNvGraphicFramePr>
            <p:nvPr/>
          </p:nvGraphicFramePr>
          <p:xfrm>
            <a:off x="948" y="2551"/>
            <a:ext cx="4472" cy="320"/>
          </p:xfrm>
          <a:graphic>
            <a:graphicData uri="http://schemas.openxmlformats.org/presentationml/2006/ole">
              <p:oleObj spid="_x0000_s14416" r:id="rId4" imgW="7099300" imgH="508000" progId="">
                <p:embed/>
              </p:oleObj>
            </a:graphicData>
          </a:graphic>
        </p:graphicFrame>
        <p:sp>
          <p:nvSpPr>
            <p:cNvPr id="23586" name="矩形 23585"/>
            <p:cNvSpPr/>
            <p:nvPr/>
          </p:nvSpPr>
          <p:spPr>
            <a:xfrm>
              <a:off x="520" y="2533"/>
              <a:ext cx="3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解</a:t>
              </a:r>
            </a:p>
          </p:txBody>
        </p:sp>
      </p:grpSp>
      <p:graphicFrame>
        <p:nvGraphicFramePr>
          <p:cNvPr id="23587" name="对象 23586"/>
          <p:cNvGraphicFramePr>
            <a:graphicFrameLocks noChangeAspect="1"/>
          </p:cNvGraphicFramePr>
          <p:nvPr/>
        </p:nvGraphicFramePr>
        <p:xfrm>
          <a:off x="1978025" y="4708525"/>
          <a:ext cx="5638800" cy="508000"/>
        </p:xfrm>
        <a:graphic>
          <a:graphicData uri="http://schemas.openxmlformats.org/presentationml/2006/ole">
            <p:oleObj spid="_x0000_s14417" r:id="rId5" imgW="5638800" imgH="508000" progId="">
              <p:embed/>
            </p:oleObj>
          </a:graphicData>
        </a:graphic>
      </p:graphicFrame>
      <p:graphicFrame>
        <p:nvGraphicFramePr>
          <p:cNvPr id="23588" name="对象 23587"/>
          <p:cNvGraphicFramePr>
            <a:graphicFrameLocks noChangeAspect="1"/>
          </p:cNvGraphicFramePr>
          <p:nvPr/>
        </p:nvGraphicFramePr>
        <p:xfrm>
          <a:off x="1995488" y="5426075"/>
          <a:ext cx="4051300" cy="508000"/>
        </p:xfrm>
        <a:graphic>
          <a:graphicData uri="http://schemas.openxmlformats.org/presentationml/2006/ole">
            <p:oleObj spid="_x0000_s14418" r:id="rId6" imgW="4051300" imgH="508000" progId="">
              <p:embed/>
            </p:oleObj>
          </a:graphicData>
        </a:graphic>
      </p:graphicFrame>
      <p:grpSp>
        <p:nvGrpSpPr>
          <p:cNvPr id="23599" name="组合 23598"/>
          <p:cNvGrpSpPr/>
          <p:nvPr/>
        </p:nvGrpSpPr>
        <p:grpSpPr>
          <a:xfrm>
            <a:off x="825500" y="1066800"/>
            <a:ext cx="7923213" cy="774700"/>
            <a:chOff x="520" y="672"/>
            <a:chExt cx="4991" cy="488"/>
          </a:xfrm>
        </p:grpSpPr>
        <p:sp>
          <p:nvSpPr>
            <p:cNvPr id="23571" name="文本框 23570"/>
            <p:cNvSpPr txBox="1"/>
            <p:nvPr/>
          </p:nvSpPr>
          <p:spPr>
            <a:xfrm>
              <a:off x="520" y="672"/>
              <a:ext cx="4991" cy="4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6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它在形式上与</a:t>
              </a:r>
              <a:r>
                <a:rPr lang="en-US" altLang="zh-CN">
                  <a:latin typeface="宋体" panose="02010600030101010101" pitchFamily="2" charset="-122"/>
                </a:rPr>
                <a:t>(</a:t>
              </a:r>
              <a:r>
                <a:rPr lang="en-US" altLang="zh-CN">
                  <a:latin typeface="Times New Roman" panose="02020603050405020304" pitchFamily="18" charset="0"/>
                </a:rPr>
                <a:t>4</a:t>
              </a:r>
              <a:r>
                <a:rPr lang="en-US" altLang="zh-CN">
                  <a:latin typeface="宋体" panose="02010600030101010101" pitchFamily="2" charset="-122"/>
                </a:rPr>
                <a:t>)</a:t>
              </a:r>
              <a:r>
                <a:rPr lang="zh-CN" altLang="en-US" dirty="0">
                  <a:latin typeface="Times New Roman" panose="02020603050405020304" pitchFamily="18" charset="0"/>
                </a:rPr>
                <a:t>式完全一样</a:t>
              </a:r>
              <a:r>
                <a:rPr lang="en-US" altLang="zh-CN" dirty="0">
                  <a:latin typeface="Times New Roman" panose="02020603050405020304" pitchFamily="18" charset="0"/>
                </a:rPr>
                <a:t>,   </a:t>
              </a:r>
              <a:r>
                <a:rPr lang="zh-CN" altLang="en-US" dirty="0">
                  <a:latin typeface="Times New Roman" panose="02020603050405020304" pitchFamily="18" charset="0"/>
                </a:rPr>
                <a:t>不管 </a:t>
              </a:r>
              <a:r>
                <a:rPr lang="zh-CN" altLang="en-US" i="1">
                  <a:latin typeface="Times New Roman" panose="02020603050405020304" pitchFamily="18" charset="0"/>
                </a:rPr>
                <a:t>   </a:t>
              </a:r>
              <a:r>
                <a:rPr lang="zh-CN" altLang="en-US" dirty="0">
                  <a:latin typeface="Times New Roman" panose="02020603050405020304" pitchFamily="18" charset="0"/>
                </a:rPr>
                <a:t>是自变量还</a:t>
              </a:r>
              <a:endParaRPr lang="zh-CN" altLang="en-US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590" name="对象 23589"/>
            <p:cNvGraphicFramePr>
              <a:graphicFrameLocks noChangeAspect="1"/>
            </p:cNvGraphicFramePr>
            <p:nvPr/>
          </p:nvGraphicFramePr>
          <p:xfrm>
            <a:off x="4105" y="890"/>
            <a:ext cx="144" cy="152"/>
          </p:xfrm>
          <a:graphic>
            <a:graphicData uri="http://schemas.openxmlformats.org/presentationml/2006/ole">
              <p:oleObj spid="_x0000_s14419" r:id="rId7" imgW="228501" imgH="241195" progId="">
                <p:embed/>
              </p:oleObj>
            </a:graphicData>
          </a:graphic>
        </p:graphicFrame>
      </p:grpSp>
      <p:grpSp>
        <p:nvGrpSpPr>
          <p:cNvPr id="23593" name="组合 23592"/>
          <p:cNvGrpSpPr/>
          <p:nvPr/>
        </p:nvGrpSpPr>
        <p:grpSpPr>
          <a:xfrm>
            <a:off x="836613" y="3294063"/>
            <a:ext cx="5603875" cy="577850"/>
            <a:chOff x="2933" y="2203"/>
            <a:chExt cx="3530" cy="364"/>
          </a:xfrm>
        </p:grpSpPr>
        <p:sp>
          <p:nvSpPr>
            <p:cNvPr id="23591" name="矩形 23590"/>
            <p:cNvSpPr/>
            <p:nvPr/>
          </p:nvSpPr>
          <p:spPr>
            <a:xfrm>
              <a:off x="2933" y="2240"/>
              <a:ext cx="35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2  </a:t>
              </a:r>
              <a:r>
                <a:rPr lang="zh-CN" altLang="en-US" dirty="0">
                  <a:latin typeface="Times New Roman" panose="02020603050405020304" pitchFamily="18" charset="0"/>
                </a:rPr>
                <a:t>求                                 的微分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592" name="对象 23591"/>
            <p:cNvGraphicFramePr>
              <a:graphicFrameLocks noChangeAspect="1"/>
            </p:cNvGraphicFramePr>
            <p:nvPr/>
          </p:nvGraphicFramePr>
          <p:xfrm>
            <a:off x="3705" y="2203"/>
            <a:ext cx="1760" cy="320"/>
          </p:xfrm>
          <a:graphic>
            <a:graphicData uri="http://schemas.openxmlformats.org/presentationml/2006/ole">
              <p:oleObj spid="_x0000_s14420" r:id="rId8" imgW="2794000" imgH="508000" progId="">
                <p:embed/>
              </p:oleObj>
            </a:graphicData>
          </a:graphic>
        </p:graphicFrame>
      </p:grpSp>
      <p:sp>
        <p:nvSpPr>
          <p:cNvPr id="23597" name="矩形 23596"/>
          <p:cNvSpPr/>
          <p:nvPr/>
        </p:nvSpPr>
        <p:spPr>
          <a:xfrm>
            <a:off x="838200" y="2667000"/>
            <a:ext cx="66103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立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这个性质称为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“一阶微分形式不变性”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3598" name="矩形 23597"/>
          <p:cNvSpPr/>
          <p:nvPr/>
        </p:nvSpPr>
        <p:spPr>
          <a:xfrm>
            <a:off x="838200" y="1981200"/>
            <a:ext cx="78311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是中间变量 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zh-CN" altLang="en-US" dirty="0">
                <a:latin typeface="Times New Roman" panose="02020603050405020304" pitchFamily="18" charset="0"/>
              </a:rPr>
              <a:t>另一个变量的可微函数 </a:t>
            </a:r>
            <a:r>
              <a:rPr lang="en-US" altLang="zh-CN" dirty="0">
                <a:latin typeface="Times New Roman" panose="02020603050405020304" pitchFamily="18" charset="0"/>
              </a:rPr>
              <a:t>) ,  </a:t>
            </a:r>
            <a:r>
              <a:rPr lang="zh-CN" altLang="en-US" dirty="0">
                <a:latin typeface="Times New Roman" panose="02020603050405020304" pitchFamily="18" charset="0"/>
              </a:rPr>
              <a:t>上式都成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7" grpId="0"/>
      <p:bldP spid="235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9" name="对象 35848"/>
          <p:cNvGraphicFramePr>
            <a:graphicFrameLocks noChangeAspect="1"/>
          </p:cNvGraphicFramePr>
          <p:nvPr/>
        </p:nvGraphicFramePr>
        <p:xfrm>
          <a:off x="933450" y="765175"/>
          <a:ext cx="7315200" cy="508000"/>
        </p:xfrm>
        <a:graphic>
          <a:graphicData uri="http://schemas.openxmlformats.org/presentationml/2006/ole">
            <p:oleObj spid="_x0000_s15413" r:id="rId3" imgW="7315200" imgH="508000" progId="">
              <p:embed/>
            </p:oleObj>
          </a:graphicData>
        </a:graphic>
      </p:graphicFrame>
      <p:sp>
        <p:nvSpPr>
          <p:cNvPr id="35850" name="文本框 35849"/>
          <p:cNvSpPr txBox="1"/>
          <p:nvPr/>
        </p:nvSpPr>
        <p:spPr>
          <a:xfrm>
            <a:off x="827088" y="1438275"/>
            <a:ext cx="61547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的计算中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</a:rPr>
              <a:t>用了一阶微分形式不变性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35859" name="组合 35858"/>
          <p:cNvGrpSpPr/>
          <p:nvPr/>
        </p:nvGrpSpPr>
        <p:grpSpPr>
          <a:xfrm>
            <a:off x="795781" y="2001838"/>
            <a:ext cx="5305425" cy="557213"/>
            <a:chOff x="594" y="1242"/>
            <a:chExt cx="3342" cy="351"/>
          </a:xfrm>
        </p:grpSpPr>
        <p:sp>
          <p:nvSpPr>
            <p:cNvPr id="35854" name="矩形 35853"/>
            <p:cNvSpPr/>
            <p:nvPr/>
          </p:nvSpPr>
          <p:spPr>
            <a:xfrm>
              <a:off x="594" y="1266"/>
              <a:ext cx="33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3   </a:t>
              </a:r>
              <a:r>
                <a:rPr lang="zh-CN" altLang="en-US" dirty="0">
                  <a:latin typeface="Times New Roman" panose="02020603050405020304" pitchFamily="18" charset="0"/>
                </a:rPr>
                <a:t>求                     的微分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35855" name="对象 35854"/>
            <p:cNvGraphicFramePr>
              <a:graphicFrameLocks noChangeAspect="1"/>
            </p:cNvGraphicFramePr>
            <p:nvPr/>
          </p:nvGraphicFramePr>
          <p:xfrm>
            <a:off x="1466" y="1242"/>
            <a:ext cx="1040" cy="328"/>
          </p:xfrm>
          <a:graphic>
            <a:graphicData uri="http://schemas.openxmlformats.org/presentationml/2006/ole">
              <p:oleObj spid="_x0000_s15414" r:id="rId4" imgW="1650284" imgH="520474" progId="">
                <p:embed/>
              </p:oleObj>
            </a:graphicData>
          </a:graphic>
        </p:graphicFrame>
      </p:grpSp>
      <p:grpSp>
        <p:nvGrpSpPr>
          <p:cNvPr id="35882" name="组合 35881"/>
          <p:cNvGrpSpPr/>
          <p:nvPr/>
        </p:nvGrpSpPr>
        <p:grpSpPr>
          <a:xfrm>
            <a:off x="933450" y="2996952"/>
            <a:ext cx="4895850" cy="584200"/>
            <a:chOff x="2131" y="1735"/>
            <a:chExt cx="3084" cy="368"/>
          </a:xfrm>
        </p:grpSpPr>
        <p:sp>
          <p:nvSpPr>
            <p:cNvPr id="35852" name="矩形 35851"/>
            <p:cNvSpPr/>
            <p:nvPr/>
          </p:nvSpPr>
          <p:spPr>
            <a:xfrm>
              <a:off x="2131" y="1772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解</a:t>
              </a:r>
            </a:p>
          </p:txBody>
        </p:sp>
        <p:graphicFrame>
          <p:nvGraphicFramePr>
            <p:cNvPr id="35856" name="对象 35855"/>
            <p:cNvGraphicFramePr>
              <a:graphicFrameLocks noChangeAspect="1"/>
            </p:cNvGraphicFramePr>
            <p:nvPr/>
          </p:nvGraphicFramePr>
          <p:xfrm>
            <a:off x="2567" y="1735"/>
            <a:ext cx="2648" cy="368"/>
          </p:xfrm>
          <a:graphic>
            <a:graphicData uri="http://schemas.openxmlformats.org/presentationml/2006/ole">
              <p:oleObj spid="_x0000_s15415" r:id="rId5" imgW="4201876" imgH="583947" progId="">
                <p:embed/>
              </p:oleObj>
            </a:graphicData>
          </a:graphic>
        </p:graphicFrame>
      </p:grpSp>
      <p:graphicFrame>
        <p:nvGraphicFramePr>
          <p:cNvPr id="35857" name="对象 358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31856828"/>
              </p:ext>
            </p:extLst>
          </p:nvPr>
        </p:nvGraphicFramePr>
        <p:xfrm>
          <a:off x="2082800" y="3776414"/>
          <a:ext cx="3581400" cy="584200"/>
        </p:xfrm>
        <a:graphic>
          <a:graphicData uri="http://schemas.openxmlformats.org/presentationml/2006/ole">
            <p:oleObj spid="_x0000_s15416" r:id="rId6" imgW="3579846" imgH="583947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4" name="标题 18443"/>
          <p:cNvSpPr>
            <a:spLocks noGrp="1"/>
          </p:cNvSpPr>
          <p:nvPr>
            <p:ph type="title"/>
          </p:nvPr>
        </p:nvSpPr>
        <p:spPr>
          <a:xfrm>
            <a:off x="914400" y="476250"/>
            <a:ext cx="76200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en-US" sz="3600" dirty="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三、微分在近似计算中的应用</a:t>
            </a:r>
          </a:p>
        </p:txBody>
      </p:sp>
      <p:sp>
        <p:nvSpPr>
          <p:cNvPr id="18435" name="文本框 18434"/>
          <p:cNvSpPr txBox="1"/>
          <p:nvPr/>
        </p:nvSpPr>
        <p:spPr>
          <a:xfrm>
            <a:off x="539750" y="1268413"/>
            <a:ext cx="38084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函数值的近似计算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439" name="对象 18438"/>
          <p:cNvGraphicFramePr>
            <a:graphicFrameLocks noChangeAspect="1"/>
          </p:cNvGraphicFramePr>
          <p:nvPr/>
        </p:nvGraphicFramePr>
        <p:xfrm>
          <a:off x="2268538" y="3351213"/>
          <a:ext cx="6246812" cy="431800"/>
        </p:xfrm>
        <a:graphic>
          <a:graphicData uri="http://schemas.openxmlformats.org/presentationml/2006/ole">
            <p:oleObj spid="_x0000_s16476" r:id="rId3" imgW="6245689" imgH="431613" progId="">
              <p:embed/>
            </p:oleObj>
          </a:graphicData>
        </a:graphic>
      </p:graphicFrame>
      <p:graphicFrame>
        <p:nvGraphicFramePr>
          <p:cNvPr id="18441" name="对象 18440"/>
          <p:cNvGraphicFramePr>
            <a:graphicFrameLocks noChangeAspect="1"/>
          </p:cNvGraphicFramePr>
          <p:nvPr/>
        </p:nvGraphicFramePr>
        <p:xfrm>
          <a:off x="2476500" y="4773613"/>
          <a:ext cx="6083300" cy="431800"/>
        </p:xfrm>
        <a:graphic>
          <a:graphicData uri="http://schemas.openxmlformats.org/presentationml/2006/ole">
            <p:oleObj spid="_x0000_s16477" r:id="rId4" imgW="6080661" imgH="431613" progId="">
              <p:embed/>
            </p:oleObj>
          </a:graphicData>
        </a:graphic>
      </p:graphicFrame>
      <p:sp>
        <p:nvSpPr>
          <p:cNvPr id="18447" name="文本框 18446"/>
          <p:cNvSpPr txBox="1"/>
          <p:nvPr/>
        </p:nvSpPr>
        <p:spPr>
          <a:xfrm>
            <a:off x="819150" y="5307013"/>
            <a:ext cx="784860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(9) </a:t>
            </a:r>
            <a:r>
              <a:rPr lang="zh-CN" altLang="en-US" dirty="0">
                <a:latin typeface="Times New Roman" panose="02020603050405020304" pitchFamily="18" charset="0"/>
              </a:rPr>
              <a:t>式的几何意义是当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与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充分接近时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可用点</a:t>
            </a:r>
          </a:p>
        </p:txBody>
      </p:sp>
      <p:grpSp>
        <p:nvGrpSpPr>
          <p:cNvPr id="18456" name="组合 18455"/>
          <p:cNvGrpSpPr/>
          <p:nvPr/>
        </p:nvGrpSpPr>
        <p:grpSpPr>
          <a:xfrm>
            <a:off x="931863" y="1954213"/>
            <a:ext cx="7808912" cy="519112"/>
            <a:chOff x="587" y="1231"/>
            <a:chExt cx="4919" cy="327"/>
          </a:xfrm>
        </p:grpSpPr>
        <p:graphicFrame>
          <p:nvGraphicFramePr>
            <p:cNvPr id="18436" name="对象 18435"/>
            <p:cNvGraphicFramePr>
              <a:graphicFrameLocks noChangeAspect="1"/>
            </p:cNvGraphicFramePr>
            <p:nvPr/>
          </p:nvGraphicFramePr>
          <p:xfrm>
            <a:off x="587" y="1277"/>
            <a:ext cx="2848" cy="280"/>
          </p:xfrm>
          <a:graphic>
            <a:graphicData uri="http://schemas.openxmlformats.org/presentationml/2006/ole">
              <p:oleObj spid="_x0000_s16478" r:id="rId5" imgW="4519239" imgH="444307" progId="">
                <p:embed/>
              </p:oleObj>
            </a:graphicData>
          </a:graphic>
        </p:graphicFrame>
        <p:sp>
          <p:nvSpPr>
            <p:cNvPr id="18438" name="文本框 18437"/>
            <p:cNvSpPr txBox="1"/>
            <p:nvPr/>
          </p:nvSpPr>
          <p:spPr>
            <a:xfrm>
              <a:off x="3490" y="1231"/>
              <a:ext cx="2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故当     </a:t>
              </a:r>
              <a:r>
                <a:rPr lang="zh-CN" altLang="en-US" i="1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很小时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zh-CN" altLang="en-US">
                  <a:latin typeface="Times New Roman" panose="02020603050405020304" pitchFamily="18" charset="0"/>
                </a:rPr>
                <a:t>有</a:t>
              </a:r>
            </a:p>
          </p:txBody>
        </p:sp>
        <p:graphicFrame>
          <p:nvGraphicFramePr>
            <p:cNvPr id="18449" name="对象 18448"/>
            <p:cNvGraphicFramePr>
              <a:graphicFrameLocks noChangeAspect="1"/>
            </p:cNvGraphicFramePr>
            <p:nvPr/>
          </p:nvGraphicFramePr>
          <p:xfrm>
            <a:off x="4029" y="1296"/>
            <a:ext cx="312" cy="248"/>
          </p:xfrm>
          <a:graphic>
            <a:graphicData uri="http://schemas.openxmlformats.org/presentationml/2006/ole">
              <p:oleObj spid="_x0000_s16479" r:id="rId6" imgW="495085" imgH="393529" progId="">
                <p:embed/>
              </p:oleObj>
            </a:graphicData>
          </a:graphic>
        </p:graphicFrame>
      </p:grpSp>
      <p:grpSp>
        <p:nvGrpSpPr>
          <p:cNvPr id="18455" name="组合 18454"/>
          <p:cNvGrpSpPr/>
          <p:nvPr/>
        </p:nvGrpSpPr>
        <p:grpSpPr>
          <a:xfrm>
            <a:off x="927100" y="2649538"/>
            <a:ext cx="2844800" cy="519112"/>
            <a:chOff x="584" y="1669"/>
            <a:chExt cx="1792" cy="327"/>
          </a:xfrm>
        </p:grpSpPr>
        <p:sp>
          <p:nvSpPr>
            <p:cNvPr id="18446" name="文本框 18445"/>
            <p:cNvSpPr txBox="1"/>
            <p:nvPr/>
          </p:nvSpPr>
          <p:spPr>
            <a:xfrm>
              <a:off x="1433" y="1669"/>
              <a:ext cx="94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由此得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8450" name="对象 18449"/>
            <p:cNvGraphicFramePr>
              <a:graphicFrameLocks noChangeAspect="1"/>
            </p:cNvGraphicFramePr>
            <p:nvPr/>
          </p:nvGraphicFramePr>
          <p:xfrm>
            <a:off x="584" y="1734"/>
            <a:ext cx="856" cy="248"/>
          </p:xfrm>
          <a:graphic>
            <a:graphicData uri="http://schemas.openxmlformats.org/presentationml/2006/ole">
              <p:oleObj spid="_x0000_s16480" r:id="rId7" imgW="1358310" imgH="393529" progId="">
                <p:embed/>
              </p:oleObj>
            </a:graphicData>
          </a:graphic>
        </p:graphicFrame>
      </p:grpSp>
      <p:grpSp>
        <p:nvGrpSpPr>
          <p:cNvPr id="18453" name="组合 18452"/>
          <p:cNvGrpSpPr/>
          <p:nvPr/>
        </p:nvGrpSpPr>
        <p:grpSpPr>
          <a:xfrm>
            <a:off x="819150" y="4011613"/>
            <a:ext cx="7905750" cy="519112"/>
            <a:chOff x="576" y="2544"/>
            <a:chExt cx="4980" cy="327"/>
          </a:xfrm>
        </p:grpSpPr>
        <p:sp>
          <p:nvSpPr>
            <p:cNvPr id="18440" name="文本框 18439"/>
            <p:cNvSpPr txBox="1"/>
            <p:nvPr/>
          </p:nvSpPr>
          <p:spPr>
            <a:xfrm>
              <a:off x="576" y="2544"/>
              <a:ext cx="49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记    </a:t>
              </a:r>
              <a:r>
                <a:rPr lang="zh-CN" altLang="en-US" i="1" dirty="0">
                  <a:latin typeface="Times New Roman" panose="02020603050405020304" pitchFamily="18" charset="0"/>
                </a:rPr>
                <a:t>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Times New Roman" panose="02020603050405020304" pitchFamily="18" charset="0"/>
                </a:rPr>
                <a:t>,  </a:t>
              </a:r>
              <a:r>
                <a:rPr lang="zh-CN" altLang="en-US" dirty="0">
                  <a:latin typeface="Times New Roman" panose="02020603050405020304" pitchFamily="18" charset="0"/>
                </a:rPr>
                <a:t>即当</a:t>
              </a:r>
              <a:r>
                <a:rPr lang="zh-CN" altLang="en-US" i="1" dirty="0">
                  <a:latin typeface="Times New Roman" panose="02020603050405020304" pitchFamily="18" charset="0"/>
                </a:rPr>
                <a:t>            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时，</a:t>
              </a:r>
              <a:r>
                <a:rPr lang="en-US" altLang="zh-CN" dirty="0">
                  <a:latin typeface="Times New Roman" panose="02020603050405020304" pitchFamily="18" charset="0"/>
                </a:rPr>
                <a:t>(8) </a:t>
              </a:r>
              <a:r>
                <a:rPr lang="zh-CN" altLang="en-US" dirty="0">
                  <a:latin typeface="Times New Roman" panose="02020603050405020304" pitchFamily="18" charset="0"/>
                </a:rPr>
                <a:t>式可改写为</a:t>
              </a:r>
            </a:p>
          </p:txBody>
        </p:sp>
        <p:graphicFrame>
          <p:nvGraphicFramePr>
            <p:cNvPr id="18451" name="对象 18450"/>
            <p:cNvGraphicFramePr>
              <a:graphicFrameLocks noChangeAspect="1"/>
            </p:cNvGraphicFramePr>
            <p:nvPr/>
          </p:nvGraphicFramePr>
          <p:xfrm>
            <a:off x="928" y="2576"/>
            <a:ext cx="1136" cy="272"/>
          </p:xfrm>
          <a:graphic>
            <a:graphicData uri="http://schemas.openxmlformats.org/presentationml/2006/ole">
              <p:oleObj spid="_x0000_s16481" r:id="rId8" imgW="1802618" imgH="431613" progId="">
                <p:embed/>
              </p:oleObj>
            </a:graphicData>
          </a:graphic>
        </p:graphicFrame>
        <p:graphicFrame>
          <p:nvGraphicFramePr>
            <p:cNvPr id="18452" name="对象 18451"/>
            <p:cNvGraphicFramePr>
              <a:graphicFrameLocks noChangeAspect="1"/>
            </p:cNvGraphicFramePr>
            <p:nvPr/>
          </p:nvGraphicFramePr>
          <p:xfrm>
            <a:off x="2760" y="2568"/>
            <a:ext cx="600" cy="272"/>
          </p:xfrm>
          <a:graphic>
            <a:graphicData uri="http://schemas.openxmlformats.org/presentationml/2006/ole">
              <p:oleObj spid="_x0000_s16482" r:id="rId9" imgW="952087" imgH="431613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4" grpId="0"/>
      <p:bldP spid="18435" grpId="0"/>
      <p:bldP spid="184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文本框 36868"/>
          <p:cNvSpPr txBox="1"/>
          <p:nvPr/>
        </p:nvSpPr>
        <p:spPr>
          <a:xfrm>
            <a:off x="827088" y="1793875"/>
            <a:ext cx="7905750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公式 </a:t>
            </a:r>
            <a:r>
              <a:rPr lang="en-US" altLang="zh-CN" dirty="0">
                <a:latin typeface="Times New Roman" panose="02020603050405020304" pitchFamily="18" charset="0"/>
              </a:rPr>
              <a:t>(9) </a:t>
            </a:r>
            <a:r>
              <a:rPr lang="zh-CN" altLang="en-US" dirty="0">
                <a:latin typeface="Times New Roman" panose="02020603050405020304" pitchFamily="18" charset="0"/>
              </a:rPr>
              <a:t>分别用于</a:t>
            </a:r>
            <a:r>
              <a:rPr lang="en-US" altLang="zh-CN">
                <a:latin typeface="Times New Roman" panose="02020603050405020304" pitchFamily="18" charset="0"/>
              </a:rPr>
              <a:t>sin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 tan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 ln(1+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),  e</a:t>
            </a:r>
            <a:r>
              <a:rPr lang="en-US" altLang="zh-CN" i="1" baseline="30000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>
                <a:latin typeface="Times New Roman" panose="02020603050405020304" pitchFamily="18" charset="0"/>
              </a:rPr>
              <a:t>= 0 ),  </a:t>
            </a:r>
          </a:p>
        </p:txBody>
      </p:sp>
      <p:grpSp>
        <p:nvGrpSpPr>
          <p:cNvPr id="36885" name="组合 36884"/>
          <p:cNvGrpSpPr/>
          <p:nvPr/>
        </p:nvGrpSpPr>
        <p:grpSpPr>
          <a:xfrm>
            <a:off x="1250950" y="3394075"/>
            <a:ext cx="6921500" cy="439738"/>
            <a:chOff x="788" y="2160"/>
            <a:chExt cx="4360" cy="277"/>
          </a:xfrm>
        </p:grpSpPr>
        <p:graphicFrame>
          <p:nvGraphicFramePr>
            <p:cNvPr id="36870" name="对象 36869"/>
            <p:cNvGraphicFramePr>
              <a:graphicFrameLocks noChangeAspect="1"/>
            </p:cNvGraphicFramePr>
            <p:nvPr/>
          </p:nvGraphicFramePr>
          <p:xfrm>
            <a:off x="788" y="2197"/>
            <a:ext cx="880" cy="232"/>
          </p:xfrm>
          <a:graphic>
            <a:graphicData uri="http://schemas.openxmlformats.org/presentationml/2006/ole">
              <p:oleObj spid="_x0000_s17500" r:id="rId3" imgW="1397000" imgH="368300" progId="Equations">
                <p:embed/>
              </p:oleObj>
            </a:graphicData>
          </a:graphic>
        </p:graphicFrame>
        <p:graphicFrame>
          <p:nvGraphicFramePr>
            <p:cNvPr id="36871" name="对象 36870"/>
            <p:cNvGraphicFramePr>
              <a:graphicFrameLocks noChangeAspect="1"/>
            </p:cNvGraphicFramePr>
            <p:nvPr/>
          </p:nvGraphicFramePr>
          <p:xfrm>
            <a:off x="1803" y="2209"/>
            <a:ext cx="912" cy="216"/>
          </p:xfrm>
          <a:graphic>
            <a:graphicData uri="http://schemas.openxmlformats.org/presentationml/2006/ole">
              <p:oleObj spid="_x0000_s17501" r:id="rId4" imgW="1447172" imgH="342751" progId="Equations">
                <p:embed/>
              </p:oleObj>
            </a:graphicData>
          </a:graphic>
        </p:graphicFrame>
        <p:graphicFrame>
          <p:nvGraphicFramePr>
            <p:cNvPr id="36872" name="对象 36871"/>
            <p:cNvGraphicFramePr>
              <a:graphicFrameLocks noChangeAspect="1"/>
            </p:cNvGraphicFramePr>
            <p:nvPr/>
          </p:nvGraphicFramePr>
          <p:xfrm>
            <a:off x="2825" y="2181"/>
            <a:ext cx="1208" cy="256"/>
          </p:xfrm>
          <a:graphic>
            <a:graphicData uri="http://schemas.openxmlformats.org/presentationml/2006/ole">
              <p:oleObj spid="_x0000_s17502" r:id="rId5" imgW="1916037" imgH="406048" progId="Equations">
                <p:embed/>
              </p:oleObj>
            </a:graphicData>
          </a:graphic>
        </p:graphicFrame>
        <p:graphicFrame>
          <p:nvGraphicFramePr>
            <p:cNvPr id="36873" name="对象 36872"/>
            <p:cNvGraphicFramePr>
              <a:graphicFrameLocks noChangeAspect="1"/>
            </p:cNvGraphicFramePr>
            <p:nvPr/>
          </p:nvGraphicFramePr>
          <p:xfrm>
            <a:off x="4196" y="2160"/>
            <a:ext cx="952" cy="248"/>
          </p:xfrm>
          <a:graphic>
            <a:graphicData uri="http://schemas.openxmlformats.org/presentationml/2006/ole">
              <p:oleObj spid="_x0000_s17503" r:id="rId6" imgW="1510644" imgH="393529" progId="Equations">
                <p:embed/>
              </p:oleObj>
            </a:graphicData>
          </a:graphic>
        </p:graphicFrame>
      </p:grpSp>
      <p:sp>
        <p:nvSpPr>
          <p:cNvPr id="36875" name="文本框 36874"/>
          <p:cNvSpPr txBox="1"/>
          <p:nvPr/>
        </p:nvSpPr>
        <p:spPr>
          <a:xfrm>
            <a:off x="827088" y="4024313"/>
            <a:ext cx="77057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5  </a:t>
            </a:r>
            <a:r>
              <a:rPr lang="zh-CN" altLang="en-US" dirty="0">
                <a:latin typeface="Times New Roman" panose="02020603050405020304" pitchFamily="18" charset="0"/>
              </a:rPr>
              <a:t>试求 </a:t>
            </a:r>
            <a:r>
              <a:rPr lang="en-US" altLang="zh-CN">
                <a:latin typeface="Times New Roman" panose="02020603050405020304" pitchFamily="18" charset="0"/>
              </a:rPr>
              <a:t>sin 33</a:t>
            </a:r>
            <a:r>
              <a:rPr lang="en-US" altLang="zh-CN" baseline="30000">
                <a:latin typeface="Times New Roman" panose="02020603050405020304" pitchFamily="18" charset="0"/>
              </a:rPr>
              <a:t>o </a:t>
            </a:r>
            <a:r>
              <a:rPr lang="zh-CN" altLang="en-US" dirty="0">
                <a:latin typeface="Times New Roman" panose="02020603050405020304" pitchFamily="18" charset="0"/>
              </a:rPr>
              <a:t>的近似值 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zh-CN" altLang="en-US" dirty="0">
                <a:latin typeface="Times New Roman" panose="02020603050405020304" pitchFamily="18" charset="0"/>
              </a:rPr>
              <a:t>保留三位有效数字 </a:t>
            </a:r>
            <a:r>
              <a:rPr lang="en-US" altLang="zh-CN">
                <a:latin typeface="Times New Roman" panose="02020603050405020304" pitchFamily="18" charset="0"/>
              </a:rPr>
              <a:t>).</a:t>
            </a:r>
          </a:p>
        </p:txBody>
      </p:sp>
      <p:grpSp>
        <p:nvGrpSpPr>
          <p:cNvPr id="36888" name="组合 36887"/>
          <p:cNvGrpSpPr/>
          <p:nvPr/>
        </p:nvGrpSpPr>
        <p:grpSpPr>
          <a:xfrm>
            <a:off x="827088" y="4549775"/>
            <a:ext cx="7805737" cy="914400"/>
            <a:chOff x="521" y="2888"/>
            <a:chExt cx="4917" cy="576"/>
          </a:xfrm>
        </p:grpSpPr>
        <p:sp>
          <p:nvSpPr>
            <p:cNvPr id="36876" name="矩形 36875"/>
            <p:cNvSpPr/>
            <p:nvPr/>
          </p:nvSpPr>
          <p:spPr>
            <a:xfrm>
              <a:off x="521" y="2995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解  </a:t>
              </a:r>
              <a:endParaRPr lang="zh-CN" altLang="en-US" b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6877" name="对象 36876"/>
            <p:cNvGraphicFramePr>
              <a:graphicFrameLocks noChangeAspect="1"/>
            </p:cNvGraphicFramePr>
            <p:nvPr/>
          </p:nvGraphicFramePr>
          <p:xfrm>
            <a:off x="926" y="2888"/>
            <a:ext cx="4512" cy="576"/>
          </p:xfrm>
          <a:graphic>
            <a:graphicData uri="http://schemas.openxmlformats.org/presentationml/2006/ole">
              <p:oleObj spid="_x0000_s17504" r:id="rId7" imgW="7162800" imgH="914400" progId="">
                <p:embed/>
              </p:oleObj>
            </a:graphicData>
          </a:graphic>
        </p:graphicFrame>
      </p:grpSp>
      <p:grpSp>
        <p:nvGrpSpPr>
          <p:cNvPr id="36887" name="组合 36886"/>
          <p:cNvGrpSpPr/>
          <p:nvPr/>
        </p:nvGrpSpPr>
        <p:grpSpPr>
          <a:xfrm>
            <a:off x="893763" y="5287963"/>
            <a:ext cx="4973637" cy="914400"/>
            <a:chOff x="563" y="3301"/>
            <a:chExt cx="3133" cy="576"/>
          </a:xfrm>
        </p:grpSpPr>
        <p:graphicFrame>
          <p:nvGraphicFramePr>
            <p:cNvPr id="36878" name="对象 36877"/>
            <p:cNvGraphicFramePr>
              <a:graphicFrameLocks noChangeAspect="1"/>
            </p:cNvGraphicFramePr>
            <p:nvPr/>
          </p:nvGraphicFramePr>
          <p:xfrm>
            <a:off x="563" y="3301"/>
            <a:ext cx="960" cy="576"/>
          </p:xfrm>
          <a:graphic>
            <a:graphicData uri="http://schemas.openxmlformats.org/presentationml/2006/ole">
              <p:oleObj spid="_x0000_s17505" r:id="rId8" imgW="1524000" imgH="914400" progId="">
                <p:embed/>
              </p:oleObj>
            </a:graphicData>
          </a:graphic>
        </p:graphicFrame>
        <p:sp>
          <p:nvSpPr>
            <p:cNvPr id="36879" name="矩形 36878"/>
            <p:cNvSpPr/>
            <p:nvPr/>
          </p:nvSpPr>
          <p:spPr>
            <a:xfrm>
              <a:off x="1647" y="3421"/>
              <a:ext cx="20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dirty="0">
                  <a:latin typeface="Times New Roman" panose="02020603050405020304" pitchFamily="18" charset="0"/>
                </a:rPr>
                <a:t>由公式 </a:t>
              </a:r>
              <a:r>
                <a:rPr lang="en-US" altLang="zh-CN" dirty="0">
                  <a:latin typeface="Times New Roman" panose="02020603050405020304" pitchFamily="18" charset="0"/>
                </a:rPr>
                <a:t>(9) </a:t>
              </a:r>
              <a:r>
                <a:rPr lang="zh-CN" altLang="en-US" dirty="0">
                  <a:latin typeface="Times New Roman" panose="02020603050405020304" pitchFamily="18" charset="0"/>
                </a:rPr>
                <a:t>得到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891" name="组合 36890"/>
          <p:cNvGrpSpPr/>
          <p:nvPr/>
        </p:nvGrpSpPr>
        <p:grpSpPr>
          <a:xfrm>
            <a:off x="850900" y="333375"/>
            <a:ext cx="7897813" cy="817563"/>
            <a:chOff x="536" y="232"/>
            <a:chExt cx="4975" cy="515"/>
          </a:xfrm>
        </p:grpSpPr>
        <p:sp>
          <p:nvSpPr>
            <p:cNvPr id="36883" name="矩形 36882"/>
            <p:cNvSpPr/>
            <p:nvPr/>
          </p:nvSpPr>
          <p:spPr>
            <a:xfrm>
              <a:off x="536" y="232"/>
              <a:ext cx="4975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70000"/>
                </a:lnSpc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</a:rPr>
                <a:t>                      </a:t>
              </a:r>
              <a:r>
                <a:rPr lang="zh-CN" altLang="en-US" dirty="0">
                  <a:latin typeface="Times New Roman" panose="02020603050405020304" pitchFamily="18" charset="0"/>
                </a:rPr>
                <a:t>处的切线近似代替曲线</a:t>
              </a:r>
              <a:r>
                <a:rPr lang="en-US" altLang="zh-CN" dirty="0">
                  <a:latin typeface="Times New Roman" panose="02020603050405020304" pitchFamily="18" charset="0"/>
                </a:rPr>
                <a:t>,  </a:t>
              </a:r>
              <a:r>
                <a:rPr lang="zh-CN" altLang="en-US" dirty="0">
                  <a:latin typeface="Times New Roman" panose="02020603050405020304" pitchFamily="18" charset="0"/>
                </a:rPr>
                <a:t>这种线性近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6884" name="对象 36883"/>
            <p:cNvGraphicFramePr>
              <a:graphicFrameLocks noChangeAspect="1"/>
            </p:cNvGraphicFramePr>
            <p:nvPr/>
          </p:nvGraphicFramePr>
          <p:xfrm>
            <a:off x="572" y="407"/>
            <a:ext cx="1208" cy="272"/>
          </p:xfrm>
          <a:graphic>
            <a:graphicData uri="http://schemas.openxmlformats.org/presentationml/2006/ole">
              <p:oleObj spid="_x0000_s17506" r:id="rId9" imgW="1916868" imgH="431613" progId="">
                <p:embed/>
              </p:oleObj>
            </a:graphicData>
          </a:graphic>
        </p:graphicFrame>
      </p:grpSp>
      <p:sp>
        <p:nvSpPr>
          <p:cNvPr id="36889" name="矩形 36888"/>
          <p:cNvSpPr/>
          <p:nvPr/>
        </p:nvSpPr>
        <p:spPr>
          <a:xfrm>
            <a:off x="841375" y="2432050"/>
            <a:ext cx="7297738" cy="7334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可得近似计算公式 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zh-CN" altLang="en-US" dirty="0">
                <a:latin typeface="Times New Roman" panose="02020603050405020304" pitchFamily="18" charset="0"/>
              </a:rPr>
              <a:t>试与等价无穷小相比较 </a:t>
            </a:r>
            <a:r>
              <a:rPr lang="en-US" altLang="zh-CN">
                <a:latin typeface="Times New Roman" panose="02020603050405020304" pitchFamily="18" charset="0"/>
              </a:rPr>
              <a:t>): </a:t>
            </a:r>
          </a:p>
        </p:txBody>
      </p:sp>
      <p:sp>
        <p:nvSpPr>
          <p:cNvPr id="36890" name="矩形 36889"/>
          <p:cNvSpPr/>
          <p:nvPr/>
        </p:nvSpPr>
        <p:spPr>
          <a:xfrm>
            <a:off x="850900" y="1274763"/>
            <a:ext cx="63182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似的方法可以简化一些复杂的计算问题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6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  <p:bldP spid="36875" grpId="0"/>
      <p:bldP spid="36889" grpId="0"/>
      <p:bldP spid="368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20481"/>
          <p:cNvSpPr/>
          <p:nvPr/>
        </p:nvSpPr>
        <p:spPr>
          <a:xfrm>
            <a:off x="468313" y="1271588"/>
            <a:ext cx="2416175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误差的估计</a:t>
            </a:r>
            <a:endParaRPr lang="zh-CN" altLang="en-US">
              <a:latin typeface="宋体" panose="02010600030101010101" pitchFamily="2" charset="-122"/>
            </a:endParaRPr>
          </a:p>
        </p:txBody>
      </p:sp>
      <p:graphicFrame>
        <p:nvGraphicFramePr>
          <p:cNvPr id="20490" name="对象 20489"/>
          <p:cNvGraphicFramePr>
            <a:graphicFrameLocks noChangeAspect="1"/>
          </p:cNvGraphicFramePr>
          <p:nvPr/>
        </p:nvGraphicFramePr>
        <p:xfrm>
          <a:off x="3027363" y="5476875"/>
          <a:ext cx="3124200" cy="431800"/>
        </p:xfrm>
        <a:graphic>
          <a:graphicData uri="http://schemas.openxmlformats.org/presentationml/2006/ole">
            <p:oleObj spid="_x0000_s18485" r:id="rId3" imgW="3122845" imgH="431613" progId="">
              <p:embed/>
            </p:oleObj>
          </a:graphicData>
        </a:graphic>
      </p:graphicFrame>
      <p:graphicFrame>
        <p:nvGraphicFramePr>
          <p:cNvPr id="20504" name="对象 20503"/>
          <p:cNvGraphicFramePr>
            <a:graphicFrameLocks noChangeAspect="1"/>
          </p:cNvGraphicFramePr>
          <p:nvPr/>
        </p:nvGraphicFramePr>
        <p:xfrm>
          <a:off x="1592263" y="476250"/>
          <a:ext cx="6134100" cy="914400"/>
        </p:xfrm>
        <a:graphic>
          <a:graphicData uri="http://schemas.openxmlformats.org/presentationml/2006/ole">
            <p:oleObj spid="_x0000_s18486" r:id="rId4" imgW="6134100" imgH="914400" progId="">
              <p:embed/>
            </p:oleObj>
          </a:graphicData>
        </a:graphic>
      </p:graphicFrame>
      <p:grpSp>
        <p:nvGrpSpPr>
          <p:cNvPr id="20514" name="组合 20513"/>
          <p:cNvGrpSpPr/>
          <p:nvPr/>
        </p:nvGrpSpPr>
        <p:grpSpPr>
          <a:xfrm>
            <a:off x="800100" y="1993900"/>
            <a:ext cx="7993063" cy="733425"/>
            <a:chOff x="504" y="1256"/>
            <a:chExt cx="5035" cy="462"/>
          </a:xfrm>
        </p:grpSpPr>
        <p:sp>
          <p:nvSpPr>
            <p:cNvPr id="20483" name="文本框 20482"/>
            <p:cNvSpPr txBox="1"/>
            <p:nvPr/>
          </p:nvSpPr>
          <p:spPr>
            <a:xfrm>
              <a:off x="504" y="1256"/>
              <a:ext cx="5035" cy="4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设数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</a:rPr>
                <a:t>是由测量得到的</a:t>
              </a:r>
              <a:r>
                <a:rPr lang="en-US" altLang="zh-CN">
                  <a:latin typeface="Times New Roman" panose="02020603050405020304" pitchFamily="18" charset="0"/>
                </a:rPr>
                <a:t>,  </a:t>
              </a:r>
              <a:r>
                <a:rPr lang="en-US" altLang="zh-CN" i="1">
                  <a:latin typeface="Times New Roman" panose="02020603050405020304" pitchFamily="18" charset="0"/>
                </a:rPr>
                <a:t>y </a:t>
              </a:r>
              <a:r>
                <a:rPr lang="zh-CN" altLang="en-US" dirty="0">
                  <a:latin typeface="Times New Roman" panose="02020603050405020304" pitchFamily="18" charset="0"/>
                </a:rPr>
                <a:t>是由函数                 经过</a:t>
              </a:r>
              <a:endParaRPr lang="zh-CN" altLang="en-US" baseline="-250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06" name="对象 20505"/>
            <p:cNvGraphicFramePr>
              <a:graphicFrameLocks noChangeAspect="1"/>
            </p:cNvGraphicFramePr>
            <p:nvPr/>
          </p:nvGraphicFramePr>
          <p:xfrm>
            <a:off x="4075" y="1397"/>
            <a:ext cx="856" cy="248"/>
          </p:xfrm>
          <a:graphic>
            <a:graphicData uri="http://schemas.openxmlformats.org/presentationml/2006/ole">
              <p:oleObj spid="_x0000_s18487" r:id="rId5" imgW="1358310" imgH="393529" progId="">
                <p:embed/>
              </p:oleObj>
            </a:graphicData>
          </a:graphic>
        </p:graphicFrame>
      </p:grpSp>
      <p:grpSp>
        <p:nvGrpSpPr>
          <p:cNvPr id="20510" name="组合 20509"/>
          <p:cNvGrpSpPr/>
          <p:nvPr/>
        </p:nvGrpSpPr>
        <p:grpSpPr>
          <a:xfrm>
            <a:off x="762000" y="4738688"/>
            <a:ext cx="5780088" cy="519112"/>
            <a:chOff x="480" y="2985"/>
            <a:chExt cx="3641" cy="327"/>
          </a:xfrm>
        </p:grpSpPr>
        <p:sp>
          <p:nvSpPr>
            <p:cNvPr id="20509" name="矩形 20508"/>
            <p:cNvSpPr/>
            <p:nvPr/>
          </p:nvSpPr>
          <p:spPr>
            <a:xfrm>
              <a:off x="480" y="2985"/>
              <a:ext cx="36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</a:rPr>
                <a:t>果已知测量值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 </a:t>
              </a:r>
              <a:r>
                <a:rPr lang="zh-CN" altLang="en-US" dirty="0">
                  <a:latin typeface="Times New Roman" panose="02020603050405020304" pitchFamily="18" charset="0"/>
                </a:rPr>
                <a:t>的误差限为 </a:t>
              </a:r>
              <a:r>
                <a:rPr lang="zh-CN" altLang="en-US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  </a:t>
              </a:r>
              <a:r>
                <a:rPr lang="en-US" altLang="zh-CN">
                  <a:latin typeface="宋体" panose="02010600030101010101" pitchFamily="2" charset="-122"/>
                </a:rPr>
                <a:t>,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即</a:t>
              </a:r>
            </a:p>
          </p:txBody>
        </p:sp>
        <p:graphicFrame>
          <p:nvGraphicFramePr>
            <p:cNvPr id="20507" name="对象 20506"/>
            <p:cNvGraphicFramePr>
              <a:graphicFrameLocks noChangeAspect="1"/>
            </p:cNvGraphicFramePr>
            <p:nvPr/>
          </p:nvGraphicFramePr>
          <p:xfrm>
            <a:off x="3426" y="3022"/>
            <a:ext cx="248" cy="272"/>
          </p:xfrm>
          <a:graphic>
            <a:graphicData uri="http://schemas.openxmlformats.org/presentationml/2006/ole">
              <p:oleObj spid="_x0000_s18488" r:id="rId6" imgW="393529" imgH="431613" progId="">
                <p:embed/>
              </p:oleObj>
            </a:graphicData>
          </a:graphic>
        </p:graphicFrame>
      </p:grpSp>
      <p:sp>
        <p:nvSpPr>
          <p:cNvPr id="20511" name="矩形 20510"/>
          <p:cNvSpPr/>
          <p:nvPr/>
        </p:nvSpPr>
        <p:spPr>
          <a:xfrm>
            <a:off x="762000" y="3914775"/>
            <a:ext cx="7862888" cy="7334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算得到的</a:t>
            </a:r>
            <a:r>
              <a:rPr lang="zh-CN" altLang="en-US" baseline="-25000" dirty="0">
                <a:latin typeface="Times New Roman" panose="02020603050405020304" pitchFamily="18" charset="0"/>
              </a:rPr>
              <a:t> 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 b="0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也是 </a:t>
            </a:r>
            <a:r>
              <a:rPr lang="en-US" altLang="zh-CN" i="1">
                <a:latin typeface="Times New Roman" panose="02020603050405020304" pitchFamily="18" charset="0"/>
              </a:rPr>
              <a:t>y </a:t>
            </a:r>
            <a:r>
              <a:rPr lang="en-US" altLang="zh-CN" b="0">
                <a:latin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的一个近似值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如</a:t>
            </a:r>
          </a:p>
        </p:txBody>
      </p:sp>
      <p:sp>
        <p:nvSpPr>
          <p:cNvPr id="20512" name="矩形 20511"/>
          <p:cNvSpPr/>
          <p:nvPr/>
        </p:nvSpPr>
        <p:spPr>
          <a:xfrm>
            <a:off x="795338" y="3429000"/>
            <a:ext cx="78914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差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实际测得的值只是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的某个近似值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. </a:t>
            </a:r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0 </a:t>
            </a:r>
            <a:r>
              <a:rPr lang="zh-CN" altLang="en-US" dirty="0">
                <a:latin typeface="Times New Roman" panose="02020603050405020304" pitchFamily="18" charset="0"/>
              </a:rPr>
              <a:t>计</a:t>
            </a:r>
          </a:p>
        </p:txBody>
      </p:sp>
      <p:sp>
        <p:nvSpPr>
          <p:cNvPr id="20513" name="矩形 20512"/>
          <p:cNvSpPr/>
          <p:nvPr/>
        </p:nvSpPr>
        <p:spPr>
          <a:xfrm>
            <a:off x="762000" y="2819400"/>
            <a:ext cx="78613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计算得到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由于测量工具精度等原因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latin typeface="Times New Roman" panose="02020603050405020304" pitchFamily="18" charset="0"/>
              </a:rPr>
              <a:t>存在测量误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511" grpId="0"/>
      <p:bldP spid="20512" grpId="0"/>
      <p:bldP spid="205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7" name="对象 21506"/>
          <p:cNvGraphicFramePr>
            <a:graphicFrameLocks noChangeAspect="1"/>
          </p:cNvGraphicFramePr>
          <p:nvPr/>
        </p:nvGraphicFramePr>
        <p:xfrm>
          <a:off x="2843213" y="3284538"/>
          <a:ext cx="5740400" cy="1054100"/>
        </p:xfrm>
        <a:graphic>
          <a:graphicData uri="http://schemas.openxmlformats.org/presentationml/2006/ole">
            <p:oleObj spid="_x0000_s19522" r:id="rId3" imgW="5740400" imgH="1054100" progId="">
              <p:embed/>
            </p:oleObj>
          </a:graphicData>
        </a:graphic>
      </p:graphicFrame>
      <p:sp>
        <p:nvSpPr>
          <p:cNvPr id="21524" name="矩形 21523"/>
          <p:cNvSpPr/>
          <p:nvPr/>
        </p:nvSpPr>
        <p:spPr>
          <a:xfrm>
            <a:off x="827088" y="4546600"/>
            <a:ext cx="7921625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6  </a:t>
            </a:r>
            <a:r>
              <a:rPr lang="zh-CN" altLang="en-US" dirty="0">
                <a:latin typeface="Times New Roman" panose="02020603050405020304" pitchFamily="18" charset="0"/>
              </a:rPr>
              <a:t>设测得一球体直径为 </a:t>
            </a:r>
            <a:r>
              <a:rPr lang="en-US" altLang="zh-CN" dirty="0">
                <a:latin typeface="Times New Roman" panose="02020603050405020304" pitchFamily="18" charset="0"/>
              </a:rPr>
              <a:t>42cm,   </a:t>
            </a:r>
            <a:r>
              <a:rPr lang="zh-CN" altLang="en-US" dirty="0">
                <a:latin typeface="Times New Roman" panose="02020603050405020304" pitchFamily="18" charset="0"/>
              </a:rPr>
              <a:t>测量工具的精度</a:t>
            </a:r>
          </a:p>
        </p:txBody>
      </p:sp>
      <p:graphicFrame>
        <p:nvGraphicFramePr>
          <p:cNvPr id="21529" name="对象 21528"/>
          <p:cNvGraphicFramePr>
            <a:graphicFrameLocks noChangeAspect="1"/>
          </p:cNvGraphicFramePr>
          <p:nvPr/>
        </p:nvGraphicFramePr>
        <p:xfrm>
          <a:off x="965200" y="1384300"/>
          <a:ext cx="7594600" cy="431800"/>
        </p:xfrm>
        <a:graphic>
          <a:graphicData uri="http://schemas.openxmlformats.org/presentationml/2006/ole">
            <p:oleObj spid="_x0000_s19523" r:id="rId4" imgW="7591305" imgH="431613" progId="">
              <p:embed/>
            </p:oleObj>
          </a:graphicData>
        </a:graphic>
      </p:graphicFrame>
      <p:grpSp>
        <p:nvGrpSpPr>
          <p:cNvPr id="21535" name="组合 21534"/>
          <p:cNvGrpSpPr/>
          <p:nvPr/>
        </p:nvGrpSpPr>
        <p:grpSpPr>
          <a:xfrm>
            <a:off x="841375" y="609600"/>
            <a:ext cx="7331075" cy="533400"/>
            <a:chOff x="530" y="384"/>
            <a:chExt cx="4618" cy="336"/>
          </a:xfrm>
        </p:grpSpPr>
        <p:sp>
          <p:nvSpPr>
            <p:cNvPr id="21530" name="文本框 21529"/>
            <p:cNvSpPr txBox="1"/>
            <p:nvPr/>
          </p:nvSpPr>
          <p:spPr>
            <a:xfrm>
              <a:off x="530" y="384"/>
              <a:ext cx="6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则当    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1531" name="对象 21530"/>
            <p:cNvGraphicFramePr>
              <a:graphicFrameLocks noChangeAspect="1"/>
            </p:cNvGraphicFramePr>
            <p:nvPr/>
          </p:nvGraphicFramePr>
          <p:xfrm>
            <a:off x="1082" y="448"/>
            <a:ext cx="232" cy="272"/>
          </p:xfrm>
          <a:graphic>
            <a:graphicData uri="http://schemas.openxmlformats.org/presentationml/2006/ole">
              <p:oleObj spid="_x0000_s19524" r:id="rId5" imgW="368140" imgH="431613" progId="Equations">
                <p:embed/>
              </p:oleObj>
            </a:graphicData>
          </a:graphic>
        </p:graphicFrame>
        <p:sp>
          <p:nvSpPr>
            <p:cNvPr id="21532" name="文本框 21531"/>
            <p:cNvSpPr txBox="1"/>
            <p:nvPr/>
          </p:nvSpPr>
          <p:spPr>
            <a:xfrm>
              <a:off x="1289" y="384"/>
              <a:ext cx="38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很小时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Times New Roman" panose="02020603050405020304" pitchFamily="18" charset="0"/>
                </a:rPr>
                <a:t>量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 </a:t>
              </a:r>
              <a:r>
                <a:rPr lang="zh-CN" altLang="en-US" dirty="0">
                  <a:latin typeface="Times New Roman" panose="02020603050405020304" pitchFamily="18" charset="0"/>
                </a:rPr>
                <a:t>的绝对误差估计式为</a:t>
              </a:r>
              <a:r>
                <a:rPr lang="en-US" altLang="zh-CN">
                  <a:latin typeface="Times New Roman" panose="02020603050405020304" pitchFamily="18" charset="0"/>
                </a:rPr>
                <a:t>:</a:t>
              </a:r>
            </a:p>
          </p:txBody>
        </p:sp>
      </p:grpSp>
      <p:sp>
        <p:nvSpPr>
          <p:cNvPr id="21533" name="矩形 21532"/>
          <p:cNvSpPr/>
          <p:nvPr/>
        </p:nvSpPr>
        <p:spPr>
          <a:xfrm>
            <a:off x="801688" y="2682875"/>
            <a:ext cx="27892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相对误差限则为</a:t>
            </a:r>
          </a:p>
        </p:txBody>
      </p:sp>
      <p:grpSp>
        <p:nvGrpSpPr>
          <p:cNvPr id="21542" name="组合 21541"/>
          <p:cNvGrpSpPr/>
          <p:nvPr/>
        </p:nvGrpSpPr>
        <p:grpSpPr>
          <a:xfrm>
            <a:off x="946150" y="1976438"/>
            <a:ext cx="7651750" cy="546100"/>
            <a:chOff x="596" y="1245"/>
            <a:chExt cx="4820" cy="344"/>
          </a:xfrm>
        </p:grpSpPr>
        <p:grpSp>
          <p:nvGrpSpPr>
            <p:cNvPr id="21541" name="组合 21540"/>
            <p:cNvGrpSpPr/>
            <p:nvPr/>
          </p:nvGrpSpPr>
          <p:grpSpPr>
            <a:xfrm>
              <a:off x="596" y="1245"/>
              <a:ext cx="4820" cy="344"/>
              <a:chOff x="596" y="1245"/>
              <a:chExt cx="4820" cy="344"/>
            </a:xfrm>
          </p:grpSpPr>
          <p:sp>
            <p:nvSpPr>
              <p:cNvPr id="21506" name="文本框 21505"/>
              <p:cNvSpPr txBox="1"/>
              <p:nvPr/>
            </p:nvSpPr>
            <p:spPr>
              <a:xfrm>
                <a:off x="4470" y="1245"/>
                <a:ext cx="94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而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>
                    <a:latin typeface="Times New Roman" panose="02020603050405020304" pitchFamily="18" charset="0"/>
                  </a:rPr>
                  <a:t> </a:t>
                </a:r>
                <a:r>
                  <a:rPr lang="zh-CN" altLang="en-US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的</a:t>
                </a:r>
              </a:p>
            </p:txBody>
          </p:sp>
          <p:graphicFrame>
            <p:nvGraphicFramePr>
              <p:cNvPr id="21522" name="对象 21521"/>
              <p:cNvGraphicFramePr>
                <a:graphicFrameLocks noChangeAspect="1"/>
              </p:cNvGraphicFramePr>
              <p:nvPr/>
            </p:nvGraphicFramePr>
            <p:xfrm>
              <a:off x="596" y="1277"/>
              <a:ext cx="1824" cy="312"/>
            </p:xfrm>
            <a:graphic>
              <a:graphicData uri="http://schemas.openxmlformats.org/presentationml/2006/ole">
                <p:oleObj spid="_x0000_s19525" r:id="rId6" imgW="2894344" imgH="495085" progId="">
                  <p:embed/>
                </p:oleObj>
              </a:graphicData>
            </a:graphic>
          </p:graphicFrame>
          <p:sp>
            <p:nvSpPr>
              <p:cNvPr id="21523" name="文本框 21522"/>
              <p:cNvSpPr txBox="1"/>
              <p:nvPr/>
            </p:nvSpPr>
            <p:spPr>
              <a:xfrm>
                <a:off x="2412" y="1245"/>
                <a:ext cx="213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为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i="1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baseline="-250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0 </a:t>
                </a:r>
                <a:r>
                  <a:rPr lang="zh-CN" altLang="en-US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的绝对误差限</a:t>
                </a:r>
                <a:r>
                  <a:rPr lang="en-US" altLang="zh-CN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,</a:t>
                </a:r>
              </a:p>
            </p:txBody>
          </p:sp>
        </p:grpSp>
        <p:graphicFrame>
          <p:nvGraphicFramePr>
            <p:cNvPr id="21536" name="对象 21535"/>
            <p:cNvGraphicFramePr>
              <a:graphicFrameLocks noChangeAspect="1"/>
            </p:cNvGraphicFramePr>
            <p:nvPr/>
          </p:nvGraphicFramePr>
          <p:xfrm>
            <a:off x="4800" y="1245"/>
            <a:ext cx="232" cy="272"/>
          </p:xfrm>
          <a:graphic>
            <a:graphicData uri="http://schemas.openxmlformats.org/presentationml/2006/ole">
              <p:oleObj spid="_x0000_s19526" r:id="rId7" imgW="368140" imgH="431613" progId="">
                <p:embed/>
              </p:oleObj>
            </a:graphicData>
          </a:graphic>
        </p:graphicFrame>
      </p:grpSp>
      <p:sp>
        <p:nvSpPr>
          <p:cNvPr id="21540" name="矩形 21539"/>
          <p:cNvSpPr/>
          <p:nvPr/>
        </p:nvSpPr>
        <p:spPr>
          <a:xfrm>
            <a:off x="838200" y="5348288"/>
            <a:ext cx="76882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dirty="0">
                <a:latin typeface="Times New Roman" panose="02020603050405020304" pitchFamily="18" charset="0"/>
              </a:rPr>
              <a:t>0.05cm.  </a:t>
            </a:r>
            <a:r>
              <a:rPr lang="zh-CN" altLang="en-US" dirty="0">
                <a:latin typeface="Times New Roman" panose="02020603050405020304" pitchFamily="18" charset="0"/>
              </a:rPr>
              <a:t>试求以此直径计算球体体积时引起的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4" grpId="0"/>
      <p:bldP spid="21533" grpId="0"/>
      <p:bldP spid="215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7" name="对象 37896"/>
          <p:cNvGraphicFramePr>
            <a:graphicFrameLocks noChangeAspect="1"/>
          </p:cNvGraphicFramePr>
          <p:nvPr/>
        </p:nvGraphicFramePr>
        <p:xfrm>
          <a:off x="2616200" y="2503488"/>
          <a:ext cx="4140200" cy="838200"/>
        </p:xfrm>
        <a:graphic>
          <a:graphicData uri="http://schemas.openxmlformats.org/presentationml/2006/ole">
            <p:oleObj spid="_x0000_s20533" r:id="rId3" imgW="4140200" imgH="838200" progId="">
              <p:embed/>
            </p:oleObj>
          </a:graphicData>
        </a:graphic>
      </p:graphicFrame>
      <p:graphicFrame>
        <p:nvGraphicFramePr>
          <p:cNvPr id="37898" name="对象 37897"/>
          <p:cNvGraphicFramePr>
            <a:graphicFrameLocks noChangeAspect="1"/>
          </p:cNvGraphicFramePr>
          <p:nvPr/>
        </p:nvGraphicFramePr>
        <p:xfrm>
          <a:off x="1276350" y="3460750"/>
          <a:ext cx="6934200" cy="952500"/>
        </p:xfrm>
        <a:graphic>
          <a:graphicData uri="http://schemas.openxmlformats.org/presentationml/2006/ole">
            <p:oleObj spid="_x0000_s20534" r:id="rId4" imgW="6931192" imgH="952087" progId="">
              <p:embed/>
            </p:oleObj>
          </a:graphicData>
        </a:graphic>
      </p:graphicFrame>
      <p:grpSp>
        <p:nvGrpSpPr>
          <p:cNvPr id="37913" name="组合 37912"/>
          <p:cNvGrpSpPr/>
          <p:nvPr/>
        </p:nvGrpSpPr>
        <p:grpSpPr>
          <a:xfrm>
            <a:off x="827088" y="1320800"/>
            <a:ext cx="7921625" cy="530225"/>
            <a:chOff x="521" y="832"/>
            <a:chExt cx="4990" cy="334"/>
          </a:xfrm>
        </p:grpSpPr>
        <p:sp>
          <p:nvSpPr>
            <p:cNvPr id="37905" name="矩形 37904"/>
            <p:cNvSpPr/>
            <p:nvPr/>
          </p:nvSpPr>
          <p:spPr>
            <a:xfrm>
              <a:off x="521" y="832"/>
              <a:ext cx="14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解  </a:t>
              </a:r>
              <a:r>
                <a:rPr lang="zh-CN" altLang="en-US" dirty="0">
                  <a:latin typeface="Times New Roman" panose="02020603050405020304" pitchFamily="18" charset="0"/>
                </a:rPr>
                <a:t>以 </a:t>
              </a:r>
              <a:r>
                <a:rPr lang="en-US" altLang="zh-CN" i="1">
                  <a:latin typeface="Times New Roman" panose="02020603050405020304" pitchFamily="18" charset="0"/>
                </a:rPr>
                <a:t>d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 </a:t>
              </a:r>
              <a:r>
                <a:rPr lang="en-US" altLang="zh-CN">
                  <a:latin typeface="Times New Roman" panose="02020603050405020304" pitchFamily="18" charset="0"/>
                </a:rPr>
                <a:t>= 42,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37906" name="对象 37905"/>
            <p:cNvGraphicFramePr>
              <a:graphicFrameLocks noChangeAspect="1"/>
            </p:cNvGraphicFramePr>
            <p:nvPr/>
          </p:nvGraphicFramePr>
          <p:xfrm>
            <a:off x="1973" y="890"/>
            <a:ext cx="880" cy="272"/>
          </p:xfrm>
          <a:graphic>
            <a:graphicData uri="http://schemas.openxmlformats.org/presentationml/2006/ole">
              <p:oleObj spid="_x0000_s20535" r:id="rId5" imgW="1396394" imgH="431613" progId="">
                <p:embed/>
              </p:oleObj>
            </a:graphicData>
          </a:graphic>
        </p:graphicFrame>
        <p:sp>
          <p:nvSpPr>
            <p:cNvPr id="37907" name="文本框 37906"/>
            <p:cNvSpPr txBox="1"/>
            <p:nvPr/>
          </p:nvSpPr>
          <p:spPr>
            <a:xfrm>
              <a:off x="2835" y="839"/>
              <a:ext cx="26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计算的球体体积和误差估</a:t>
              </a:r>
            </a:p>
          </p:txBody>
        </p:sp>
      </p:grpSp>
      <p:sp>
        <p:nvSpPr>
          <p:cNvPr id="37908" name="矩形 37907"/>
          <p:cNvSpPr/>
          <p:nvPr/>
        </p:nvSpPr>
        <p:spPr>
          <a:xfrm>
            <a:off x="833438" y="620713"/>
            <a:ext cx="42021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绝对误差限和相对误差限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7910" name="文本框 37909"/>
          <p:cNvSpPr txBox="1"/>
          <p:nvPr/>
        </p:nvSpPr>
        <p:spPr>
          <a:xfrm>
            <a:off x="833438" y="1987550"/>
            <a:ext cx="1873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计分别为</a:t>
            </a:r>
            <a:r>
              <a:rPr lang="en-US" altLang="zh-CN">
                <a:latin typeface="宋体" panose="02010600030101010101" pitchFamily="2" charset="-122"/>
              </a:rPr>
              <a:t>:</a:t>
            </a:r>
          </a:p>
        </p:txBody>
      </p:sp>
      <p:grpSp>
        <p:nvGrpSpPr>
          <p:cNvPr id="37915" name="组合 37914"/>
          <p:cNvGrpSpPr/>
          <p:nvPr/>
        </p:nvGrpSpPr>
        <p:grpSpPr>
          <a:xfrm>
            <a:off x="1331913" y="4408488"/>
            <a:ext cx="5992812" cy="1828800"/>
            <a:chOff x="1196" y="2739"/>
            <a:chExt cx="3775" cy="1152"/>
          </a:xfrm>
        </p:grpSpPr>
        <p:graphicFrame>
          <p:nvGraphicFramePr>
            <p:cNvPr id="37899" name="对象 37898"/>
            <p:cNvGraphicFramePr>
              <a:graphicFrameLocks noChangeAspect="1"/>
            </p:cNvGraphicFramePr>
            <p:nvPr/>
          </p:nvGraphicFramePr>
          <p:xfrm>
            <a:off x="1196" y="2739"/>
            <a:ext cx="3336" cy="1152"/>
          </p:xfrm>
          <a:graphic>
            <a:graphicData uri="http://schemas.openxmlformats.org/presentationml/2006/ole">
              <p:oleObj spid="_x0000_s20536" r:id="rId6" imgW="5295900" imgH="1828800" progId="">
                <p:embed/>
              </p:oleObj>
            </a:graphicData>
          </a:graphic>
        </p:graphicFrame>
        <p:sp>
          <p:nvSpPr>
            <p:cNvPr id="37911" name="文本框 37910"/>
            <p:cNvSpPr txBox="1"/>
            <p:nvPr/>
          </p:nvSpPr>
          <p:spPr>
            <a:xfrm>
              <a:off x="4405" y="3136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宋体" panose="02010600030101010101" pitchFamily="2" charset="-122"/>
                </a:rPr>
                <a:t>‰.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8" grpId="0"/>
      <p:bldP spid="37910" grpId="0"/>
    </p:bldLst>
  </p:timing>
</p:sld>
</file>

<file path=ppt/theme/theme1.xml><?xml version="1.0" encoding="utf-8"?>
<a:theme xmlns:a="http://schemas.openxmlformats.org/drawingml/2006/main" name="框钮正底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F:\数学分析1\框钮正底.pot</Template>
  <TotalTime>56</TotalTime>
  <Words>1123</Words>
  <Application>Microsoft Office PowerPoint</Application>
  <PresentationFormat>全屏显示(4:3)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框钮正底</vt:lpstr>
      <vt:lpstr>A Equation(公式3.1)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二、微分的运算法则</vt:lpstr>
      <vt:lpstr>幻灯片 12</vt:lpstr>
      <vt:lpstr>幻灯片 13</vt:lpstr>
      <vt:lpstr>三、微分在近似计算中的应用</vt:lpstr>
      <vt:lpstr>幻灯片 15</vt:lpstr>
      <vt:lpstr>幻灯片 16</vt:lpstr>
      <vt:lpstr>幻灯片 17</vt:lpstr>
      <vt:lpstr>幻灯片 18</vt:lpstr>
    </vt:vector>
  </TitlesOfParts>
  <Company>ECNU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Math Dept</dc:creator>
  <cp:lastModifiedBy>Administrator</cp:lastModifiedBy>
  <cp:revision>135</cp:revision>
  <dcterms:created xsi:type="dcterms:W3CDTF">1999-12-12T06:06:00Z</dcterms:created>
  <dcterms:modified xsi:type="dcterms:W3CDTF">2022-10-31T02:05:45Z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