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handoutMasterIdLst>
    <p:handoutMasterId r:id="rId22"/>
  </p:handoutMasterIdLst>
  <p:sldIdLst>
    <p:sldId id="299" r:id="rId2"/>
    <p:sldId id="270" r:id="rId3"/>
    <p:sldId id="282" r:id="rId4"/>
    <p:sldId id="271" r:id="rId5"/>
    <p:sldId id="272" r:id="rId6"/>
    <p:sldId id="273" r:id="rId7"/>
    <p:sldId id="274" r:id="rId8"/>
    <p:sldId id="286" r:id="rId9"/>
    <p:sldId id="275" r:id="rId10"/>
    <p:sldId id="276" r:id="rId11"/>
    <p:sldId id="284" r:id="rId12"/>
    <p:sldId id="277" r:id="rId13"/>
    <p:sldId id="279" r:id="rId14"/>
    <p:sldId id="280" r:id="rId15"/>
    <p:sldId id="285" r:id="rId16"/>
    <p:sldId id="295" r:id="rId17"/>
    <p:sldId id="296" r:id="rId18"/>
    <p:sldId id="297" r:id="rId19"/>
    <p:sldId id="298" r:id="rId20"/>
  </p:sldIdLst>
  <p:sldSz cx="9144000" cy="6858000" type="screen4x3"/>
  <p:notesSz cx="9866313" cy="6754813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7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3300"/>
    <a:srgbClr val="CC6600"/>
    <a:srgbClr val="FFFFB7"/>
    <a:srgbClr val="FFCC99"/>
    <a:srgbClr val="FFCC66"/>
    <a:srgbClr val="0000FF"/>
    <a:srgbClr val="8E2200"/>
    <a:srgbClr val="FFFF8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500"/>
    <p:restoredTop sz="94575"/>
  </p:normalViewPr>
  <p:slideViewPr>
    <p:cSldViewPr showGuides="1">
      <p:cViewPr varScale="1">
        <p:scale>
          <a:sx n="57" d="100"/>
          <a:sy n="57" d="100"/>
        </p:scale>
        <p:origin x="1552" y="40"/>
      </p:cViewPr>
      <p:guideLst>
        <p:guide orient="horz" pos="2160"/>
        <p:guide pos="287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24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image" Target="../media/image2.wmf"/><Relationship Id="rId4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7" Type="http://schemas.openxmlformats.org/officeDocument/2006/relationships/image" Target="../media/image12.wmf"/><Relationship Id="rId2" Type="http://schemas.openxmlformats.org/officeDocument/2006/relationships/image" Target="../media/image7.wmf"/><Relationship Id="rId1" Type="http://schemas.openxmlformats.org/officeDocument/2006/relationships/image" Target="../media/image6.wmf"/><Relationship Id="rId6" Type="http://schemas.openxmlformats.org/officeDocument/2006/relationships/image" Target="../media/image11.wmf"/><Relationship Id="rId5" Type="http://schemas.openxmlformats.org/officeDocument/2006/relationships/image" Target="../media/image10.wmf"/><Relationship Id="rId4" Type="http://schemas.openxmlformats.org/officeDocument/2006/relationships/image" Target="../media/image9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image" Target="../media/image14.wmf"/><Relationship Id="rId1" Type="http://schemas.openxmlformats.org/officeDocument/2006/relationships/image" Target="../media/image13.wmf"/><Relationship Id="rId6" Type="http://schemas.openxmlformats.org/officeDocument/2006/relationships/image" Target="../media/image18.wmf"/><Relationship Id="rId5" Type="http://schemas.openxmlformats.org/officeDocument/2006/relationships/image" Target="../media/image17.wmf"/><Relationship Id="rId4" Type="http://schemas.openxmlformats.org/officeDocument/2006/relationships/image" Target="../media/image16.w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26.wmf"/><Relationship Id="rId3" Type="http://schemas.openxmlformats.org/officeDocument/2006/relationships/image" Target="../media/image21.wmf"/><Relationship Id="rId7" Type="http://schemas.openxmlformats.org/officeDocument/2006/relationships/image" Target="../media/image25.wmf"/><Relationship Id="rId2" Type="http://schemas.openxmlformats.org/officeDocument/2006/relationships/image" Target="../media/image20.wmf"/><Relationship Id="rId1" Type="http://schemas.openxmlformats.org/officeDocument/2006/relationships/image" Target="../media/image19.wmf"/><Relationship Id="rId6" Type="http://schemas.openxmlformats.org/officeDocument/2006/relationships/image" Target="../media/image24.wmf"/><Relationship Id="rId5" Type="http://schemas.openxmlformats.org/officeDocument/2006/relationships/image" Target="../media/image23.wmf"/><Relationship Id="rId4" Type="http://schemas.openxmlformats.org/officeDocument/2006/relationships/image" Target="../media/image22.wmf"/><Relationship Id="rId9" Type="http://schemas.openxmlformats.org/officeDocument/2006/relationships/image" Target="../media/image27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30.wmf"/><Relationship Id="rId2" Type="http://schemas.openxmlformats.org/officeDocument/2006/relationships/image" Target="../media/image29.wmf"/><Relationship Id="rId1" Type="http://schemas.openxmlformats.org/officeDocument/2006/relationships/image" Target="../media/image28.wmf"/><Relationship Id="rId5" Type="http://schemas.openxmlformats.org/officeDocument/2006/relationships/image" Target="../media/image32.wmf"/><Relationship Id="rId4" Type="http://schemas.openxmlformats.org/officeDocument/2006/relationships/image" Target="../media/image31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35.wmf"/><Relationship Id="rId2" Type="http://schemas.openxmlformats.org/officeDocument/2006/relationships/image" Target="../media/image34.wmf"/><Relationship Id="rId1" Type="http://schemas.openxmlformats.org/officeDocument/2006/relationships/image" Target="../media/image33.wmf"/><Relationship Id="rId5" Type="http://schemas.openxmlformats.org/officeDocument/2006/relationships/image" Target="../media/image37.wmf"/><Relationship Id="rId4" Type="http://schemas.openxmlformats.org/officeDocument/2006/relationships/image" Target="../media/image36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41.wmf"/><Relationship Id="rId7" Type="http://schemas.openxmlformats.org/officeDocument/2006/relationships/image" Target="../media/image45.wmf"/><Relationship Id="rId2" Type="http://schemas.openxmlformats.org/officeDocument/2006/relationships/image" Target="../media/image40.wmf"/><Relationship Id="rId1" Type="http://schemas.openxmlformats.org/officeDocument/2006/relationships/image" Target="../media/image39.wmf"/><Relationship Id="rId6" Type="http://schemas.openxmlformats.org/officeDocument/2006/relationships/image" Target="../media/image44.wmf"/><Relationship Id="rId5" Type="http://schemas.openxmlformats.org/officeDocument/2006/relationships/image" Target="../media/image43.wmf"/><Relationship Id="rId4" Type="http://schemas.openxmlformats.org/officeDocument/2006/relationships/image" Target="../media/image42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48.wmf"/><Relationship Id="rId7" Type="http://schemas.openxmlformats.org/officeDocument/2006/relationships/image" Target="../media/image52.wmf"/><Relationship Id="rId2" Type="http://schemas.openxmlformats.org/officeDocument/2006/relationships/image" Target="../media/image47.wmf"/><Relationship Id="rId1" Type="http://schemas.openxmlformats.org/officeDocument/2006/relationships/image" Target="../media/image46.wmf"/><Relationship Id="rId6" Type="http://schemas.openxmlformats.org/officeDocument/2006/relationships/image" Target="../media/image51.wmf"/><Relationship Id="rId5" Type="http://schemas.openxmlformats.org/officeDocument/2006/relationships/image" Target="../media/image50.wmf"/><Relationship Id="rId4" Type="http://schemas.openxmlformats.org/officeDocument/2006/relationships/image" Target="../media/image49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55.wmf"/><Relationship Id="rId2" Type="http://schemas.openxmlformats.org/officeDocument/2006/relationships/image" Target="../media/image54.wmf"/><Relationship Id="rId1" Type="http://schemas.openxmlformats.org/officeDocument/2006/relationships/image" Target="../media/image53.wmf"/><Relationship Id="rId5" Type="http://schemas.openxmlformats.org/officeDocument/2006/relationships/image" Target="../media/image57.wmf"/><Relationship Id="rId4" Type="http://schemas.openxmlformats.org/officeDocument/2006/relationships/image" Target="../media/image56.w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65.wmf"/><Relationship Id="rId3" Type="http://schemas.openxmlformats.org/officeDocument/2006/relationships/image" Target="../media/image60.wmf"/><Relationship Id="rId7" Type="http://schemas.openxmlformats.org/officeDocument/2006/relationships/image" Target="../media/image64.wmf"/><Relationship Id="rId2" Type="http://schemas.openxmlformats.org/officeDocument/2006/relationships/image" Target="../media/image59.wmf"/><Relationship Id="rId1" Type="http://schemas.openxmlformats.org/officeDocument/2006/relationships/image" Target="../media/image58.wmf"/><Relationship Id="rId6" Type="http://schemas.openxmlformats.org/officeDocument/2006/relationships/image" Target="../media/image63.wmf"/><Relationship Id="rId5" Type="http://schemas.openxmlformats.org/officeDocument/2006/relationships/image" Target="../media/image62.wmf"/><Relationship Id="rId4" Type="http://schemas.openxmlformats.org/officeDocument/2006/relationships/image" Target="../media/image61.wmf"/><Relationship Id="rId9" Type="http://schemas.openxmlformats.org/officeDocument/2006/relationships/image" Target="../media/image66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69.wmf"/><Relationship Id="rId2" Type="http://schemas.openxmlformats.org/officeDocument/2006/relationships/image" Target="../media/image68.wmf"/><Relationship Id="rId1" Type="http://schemas.openxmlformats.org/officeDocument/2006/relationships/image" Target="../media/image67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72.wmf"/><Relationship Id="rId2" Type="http://schemas.openxmlformats.org/officeDocument/2006/relationships/image" Target="../media/image71.wmf"/><Relationship Id="rId1" Type="http://schemas.openxmlformats.org/officeDocument/2006/relationships/image" Target="../media/image70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75.wmf"/><Relationship Id="rId2" Type="http://schemas.openxmlformats.org/officeDocument/2006/relationships/image" Target="../media/image74.wmf"/><Relationship Id="rId1" Type="http://schemas.openxmlformats.org/officeDocument/2006/relationships/image" Target="../media/image73.wmf"/><Relationship Id="rId6" Type="http://schemas.openxmlformats.org/officeDocument/2006/relationships/image" Target="../media/image78.wmf"/><Relationship Id="rId5" Type="http://schemas.openxmlformats.org/officeDocument/2006/relationships/image" Target="../media/image77.wmf"/><Relationship Id="rId4" Type="http://schemas.openxmlformats.org/officeDocument/2006/relationships/image" Target="../media/image76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81.wmf"/><Relationship Id="rId2" Type="http://schemas.openxmlformats.org/officeDocument/2006/relationships/image" Target="../media/image80.wmf"/><Relationship Id="rId1" Type="http://schemas.openxmlformats.org/officeDocument/2006/relationships/image" Target="../media/image79.wmf"/><Relationship Id="rId4" Type="http://schemas.openxmlformats.org/officeDocument/2006/relationships/image" Target="../media/image82.wmf"/></Relationships>
</file>

<file path=ppt/drawings/_rels/vmlDrawing15.vml.rels><?xml version="1.0" encoding="UTF-8" standalone="yes"?>
<Relationships xmlns="http://schemas.openxmlformats.org/package/2006/relationships"><Relationship Id="rId8" Type="http://schemas.openxmlformats.org/officeDocument/2006/relationships/image" Target="../media/image90.wmf"/><Relationship Id="rId3" Type="http://schemas.openxmlformats.org/officeDocument/2006/relationships/image" Target="../media/image85.wmf"/><Relationship Id="rId7" Type="http://schemas.openxmlformats.org/officeDocument/2006/relationships/image" Target="../media/image89.wmf"/><Relationship Id="rId2" Type="http://schemas.openxmlformats.org/officeDocument/2006/relationships/image" Target="../media/image84.wmf"/><Relationship Id="rId1" Type="http://schemas.openxmlformats.org/officeDocument/2006/relationships/image" Target="../media/image83.wmf"/><Relationship Id="rId6" Type="http://schemas.openxmlformats.org/officeDocument/2006/relationships/image" Target="../media/image88.wmf"/><Relationship Id="rId5" Type="http://schemas.openxmlformats.org/officeDocument/2006/relationships/image" Target="../media/image87.wmf"/><Relationship Id="rId4" Type="http://schemas.openxmlformats.org/officeDocument/2006/relationships/image" Target="../media/image86.wmf"/><Relationship Id="rId9" Type="http://schemas.openxmlformats.org/officeDocument/2006/relationships/image" Target="../media/image91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94.wmf"/><Relationship Id="rId2" Type="http://schemas.openxmlformats.org/officeDocument/2006/relationships/image" Target="../media/image93.wmf"/><Relationship Id="rId1" Type="http://schemas.openxmlformats.org/officeDocument/2006/relationships/image" Target="../media/image92.wmf"/><Relationship Id="rId6" Type="http://schemas.openxmlformats.org/officeDocument/2006/relationships/image" Target="../media/image97.wmf"/><Relationship Id="rId5" Type="http://schemas.openxmlformats.org/officeDocument/2006/relationships/image" Target="../media/image96.wmf"/><Relationship Id="rId4" Type="http://schemas.openxmlformats.org/officeDocument/2006/relationships/image" Target="../media/image95.wmf"/></Relationships>
</file>

<file path=ppt/drawings/_rels/vmlDrawing17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wmf"/><Relationship Id="rId3" Type="http://schemas.openxmlformats.org/officeDocument/2006/relationships/image" Target="../media/image100.wmf"/><Relationship Id="rId7" Type="http://schemas.openxmlformats.org/officeDocument/2006/relationships/image" Target="../media/image104.wmf"/><Relationship Id="rId2" Type="http://schemas.openxmlformats.org/officeDocument/2006/relationships/image" Target="../media/image99.wmf"/><Relationship Id="rId1" Type="http://schemas.openxmlformats.org/officeDocument/2006/relationships/image" Target="../media/image98.wmf"/><Relationship Id="rId6" Type="http://schemas.openxmlformats.org/officeDocument/2006/relationships/image" Target="../media/image103.wmf"/><Relationship Id="rId5" Type="http://schemas.openxmlformats.org/officeDocument/2006/relationships/image" Target="../media/image102.wmf"/><Relationship Id="rId4" Type="http://schemas.openxmlformats.org/officeDocument/2006/relationships/image" Target="../media/image101.wmf"/><Relationship Id="rId9" Type="http://schemas.openxmlformats.org/officeDocument/2006/relationships/image" Target="../media/image106.w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wmf"/><Relationship Id="rId2" Type="http://schemas.openxmlformats.org/officeDocument/2006/relationships/image" Target="../media/image108.wmf"/><Relationship Id="rId1" Type="http://schemas.openxmlformats.org/officeDocument/2006/relationships/image" Target="../media/image107.wmf"/><Relationship Id="rId6" Type="http://schemas.openxmlformats.org/officeDocument/2006/relationships/image" Target="../media/image112.wmf"/><Relationship Id="rId5" Type="http://schemas.openxmlformats.org/officeDocument/2006/relationships/image" Target="../media/image111.wmf"/><Relationship Id="rId4" Type="http://schemas.openxmlformats.org/officeDocument/2006/relationships/image" Target="../media/image110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页眉占位符 54273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75138" cy="37465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endParaRPr lang="zh-CN" altLang="en-US" sz="1200" b="1" dirty="0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54275" name="日期占位符 54274"/>
          <p:cNvSpPr>
            <a:spLocks noGrp="1"/>
          </p:cNvSpPr>
          <p:nvPr>
            <p:ph type="dt" sz="quarter" idx="1"/>
          </p:nvPr>
        </p:nvSpPr>
        <p:spPr>
          <a:xfrm>
            <a:off x="5591175" y="0"/>
            <a:ext cx="4275138" cy="37465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algn="r"/>
            <a:endParaRPr lang="zh-CN" altLang="en-US" sz="1200" b="1" dirty="0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54276" name="页脚占位符 54275"/>
          <p:cNvSpPr>
            <a:spLocks noGrp="1"/>
          </p:cNvSpPr>
          <p:nvPr>
            <p:ph type="ftr" sz="quarter" idx="2"/>
          </p:nvPr>
        </p:nvSpPr>
        <p:spPr>
          <a:xfrm>
            <a:off x="0" y="6380163"/>
            <a:ext cx="4275138" cy="37465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/>
            <a:endParaRPr lang="zh-CN" altLang="en-US" sz="1200" b="1" dirty="0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54277" name="灯片编号占位符 54276"/>
          <p:cNvSpPr>
            <a:spLocks noGrp="1"/>
          </p:cNvSpPr>
          <p:nvPr>
            <p:ph type="sldNum" sz="quarter" idx="3"/>
          </p:nvPr>
        </p:nvSpPr>
        <p:spPr>
          <a:xfrm>
            <a:off x="5591175" y="6380163"/>
            <a:ext cx="4275138" cy="37465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 b="1" dirty="0">
                <a:latin typeface="华文新魏" pitchFamily="2" charset="-122"/>
                <a:ea typeface="华文新魏" pitchFamily="2" charset="-122"/>
              </a:rPr>
              <a:t>‹#›</a:t>
            </a:fld>
            <a:endParaRPr lang="zh-CN" altLang="en-US" sz="1200" b="1" dirty="0">
              <a:latin typeface="华文新魏" pitchFamily="2" charset="-122"/>
              <a:ea typeface="华文新魏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页眉占位符 2560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75138" cy="338138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endParaRPr lang="zh-CN" altLang="en-US" sz="1200" b="1" i="1" dirty="0"/>
          </a:p>
        </p:txBody>
      </p:sp>
      <p:sp>
        <p:nvSpPr>
          <p:cNvPr id="25603" name="日期占位符 25602"/>
          <p:cNvSpPr>
            <a:spLocks noGrp="1"/>
          </p:cNvSpPr>
          <p:nvPr>
            <p:ph type="dt" idx="1"/>
          </p:nvPr>
        </p:nvSpPr>
        <p:spPr>
          <a:xfrm>
            <a:off x="5591175" y="0"/>
            <a:ext cx="4275138" cy="338138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algn="r"/>
            <a:endParaRPr lang="zh-CN" altLang="en-US" sz="1200" b="1" i="1" dirty="0"/>
          </a:p>
        </p:txBody>
      </p:sp>
      <p:sp>
        <p:nvSpPr>
          <p:cNvPr id="25604" name="幻灯片图像占位符 2560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243263" y="506413"/>
            <a:ext cx="3378200" cy="2533650"/>
          </a:xfrm>
          <a:prstGeom prst="rect">
            <a:avLst/>
          </a:prstGeom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25605" name="文本占位符 25604"/>
          <p:cNvSpPr>
            <a:spLocks noGrp="1"/>
          </p:cNvSpPr>
          <p:nvPr>
            <p:ph type="body" sz="quarter" idx="3"/>
          </p:nvPr>
        </p:nvSpPr>
        <p:spPr>
          <a:xfrm>
            <a:off x="1316038" y="3208338"/>
            <a:ext cx="7234237" cy="3040062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5606" name="页脚占位符 25605"/>
          <p:cNvSpPr>
            <a:spLocks noGrp="1"/>
          </p:cNvSpPr>
          <p:nvPr>
            <p:ph type="ftr" sz="quarter" idx="4"/>
          </p:nvPr>
        </p:nvSpPr>
        <p:spPr>
          <a:xfrm>
            <a:off x="0" y="6416675"/>
            <a:ext cx="4275138" cy="338138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/>
            <a:endParaRPr lang="zh-CN" altLang="en-US" sz="1200" b="1" i="1" dirty="0"/>
          </a:p>
        </p:txBody>
      </p:sp>
      <p:sp>
        <p:nvSpPr>
          <p:cNvPr id="25607" name="灯片编号占位符 25606"/>
          <p:cNvSpPr>
            <a:spLocks noGrp="1"/>
          </p:cNvSpPr>
          <p:nvPr>
            <p:ph type="sldNum" sz="quarter" idx="5"/>
          </p:nvPr>
        </p:nvSpPr>
        <p:spPr>
          <a:xfrm>
            <a:off x="5591175" y="6416675"/>
            <a:ext cx="4275138" cy="338138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 b="1" i="1" dirty="0"/>
              <a:t>‹#›</a:t>
            </a:fld>
            <a:endParaRPr lang="zh-CN" altLang="en-US" sz="1200" b="1" i="1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lvl="0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幻灯片图像占位符 29697"/>
          <p:cNvSpPr>
            <a:spLocks noGrp="1" noRot="1" noChangeAspect="1"/>
          </p:cNvSpPr>
          <p:nvPr>
            <p:ph type="sldImg"/>
          </p:nvPr>
        </p:nvSpPr>
        <p:spPr>
          <a:xfrm>
            <a:off x="3243263" y="506413"/>
            <a:ext cx="3378200" cy="2533650"/>
          </a:xfr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699" name="文本占位符 29698"/>
          <p:cNvSpPr>
            <a:spLocks noGrp="1"/>
          </p:cNvSpPr>
          <p:nvPr>
            <p:ph type="body" idx="1"/>
          </p:nvPr>
        </p:nvSpPr>
        <p:spPr>
          <a:xfrm>
            <a:off x="1316038" y="3208338"/>
            <a:ext cx="7234237" cy="3040062"/>
          </a:xfr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pPr lvl="0"/>
            <a:endParaRPr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sz="1200" b="1" i="1" dirty="0"/>
              <a:t>13</a:t>
            </a:fld>
            <a:endParaRPr lang="zh-CN" altLang="en-US" sz="1200" b="1" i="1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628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628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/>
  <p:txStyles>
    <p:titleStyle>
      <a:lvl1pPr marL="0" lvl="0" indent="0" algn="ctr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800" b="1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2pPr>
      <a:lvl3pPr marL="914400" lvl="2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800" b="1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3pPr>
      <a:lvl4pPr marL="1371600" lvl="3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800" b="1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4pPr>
      <a:lvl5pPr marL="1828800" lvl="4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800" b="1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5pPr>
      <a:lvl6pPr marL="2286000" lvl="5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800" b="1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6pPr>
      <a:lvl7pPr marL="2743200" lvl="6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800" b="1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7pPr>
      <a:lvl8pPr marL="3200400" lvl="7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800" b="1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8pPr>
      <a:lvl9pPr marL="3657600" lvl="8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800" b="1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0" Type="http://schemas.openxmlformats.org/officeDocument/2006/relationships/image" Target="../media/image5.wmf"/><Relationship Id="rId4" Type="http://schemas.openxmlformats.org/officeDocument/2006/relationships/image" Target="../media/image2.wmf"/><Relationship Id="rId9" Type="http://schemas.openxmlformats.org/officeDocument/2006/relationships/oleObject" Target="../embeddings/oleObject4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13" Type="http://schemas.openxmlformats.org/officeDocument/2006/relationships/oleObject" Target="../embeddings/oleObject11.bin"/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oleObject8.bin"/><Relationship Id="rId12" Type="http://schemas.openxmlformats.org/officeDocument/2006/relationships/image" Target="../media/image10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2.wmf"/><Relationship Id="rId1" Type="http://schemas.openxmlformats.org/officeDocument/2006/relationships/vmlDrawing" Target="../drawings/vmlDrawing2.vml"/><Relationship Id="rId6" Type="http://schemas.openxmlformats.org/officeDocument/2006/relationships/image" Target="../media/image7.wmf"/><Relationship Id="rId11" Type="http://schemas.openxmlformats.org/officeDocument/2006/relationships/oleObject" Target="../embeddings/oleObject10.bin"/><Relationship Id="rId5" Type="http://schemas.openxmlformats.org/officeDocument/2006/relationships/oleObject" Target="../embeddings/oleObject7.bin"/><Relationship Id="rId15" Type="http://schemas.openxmlformats.org/officeDocument/2006/relationships/oleObject" Target="../embeddings/oleObject12.bin"/><Relationship Id="rId10" Type="http://schemas.openxmlformats.org/officeDocument/2006/relationships/image" Target="../media/image9.wmf"/><Relationship Id="rId4" Type="http://schemas.openxmlformats.org/officeDocument/2006/relationships/image" Target="../media/image6.wmf"/><Relationship Id="rId9" Type="http://schemas.openxmlformats.org/officeDocument/2006/relationships/oleObject" Target="../embeddings/oleObject9.bin"/><Relationship Id="rId14" Type="http://schemas.openxmlformats.org/officeDocument/2006/relationships/image" Target="../media/image11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wmf"/><Relationship Id="rId13" Type="http://schemas.openxmlformats.org/officeDocument/2006/relationships/oleObject" Target="../embeddings/oleObject18.bin"/><Relationship Id="rId3" Type="http://schemas.openxmlformats.org/officeDocument/2006/relationships/oleObject" Target="../embeddings/oleObject13.bin"/><Relationship Id="rId7" Type="http://schemas.openxmlformats.org/officeDocument/2006/relationships/oleObject" Target="../embeddings/oleObject15.bin"/><Relationship Id="rId12" Type="http://schemas.openxmlformats.org/officeDocument/2006/relationships/image" Target="../media/image17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4.wmf"/><Relationship Id="rId11" Type="http://schemas.openxmlformats.org/officeDocument/2006/relationships/oleObject" Target="../embeddings/oleObject17.bin"/><Relationship Id="rId5" Type="http://schemas.openxmlformats.org/officeDocument/2006/relationships/oleObject" Target="../embeddings/oleObject14.bin"/><Relationship Id="rId10" Type="http://schemas.openxmlformats.org/officeDocument/2006/relationships/image" Target="../media/image16.wmf"/><Relationship Id="rId4" Type="http://schemas.openxmlformats.org/officeDocument/2006/relationships/image" Target="../media/image13.wmf"/><Relationship Id="rId9" Type="http://schemas.openxmlformats.org/officeDocument/2006/relationships/oleObject" Target="../embeddings/oleObject16.bin"/><Relationship Id="rId14" Type="http://schemas.openxmlformats.org/officeDocument/2006/relationships/image" Target="../media/image18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wmf"/><Relationship Id="rId13" Type="http://schemas.openxmlformats.org/officeDocument/2006/relationships/oleObject" Target="../embeddings/oleObject24.bin"/><Relationship Id="rId18" Type="http://schemas.openxmlformats.org/officeDocument/2006/relationships/image" Target="../media/image26.wmf"/><Relationship Id="rId3" Type="http://schemas.openxmlformats.org/officeDocument/2006/relationships/oleObject" Target="../embeddings/oleObject19.bin"/><Relationship Id="rId7" Type="http://schemas.openxmlformats.org/officeDocument/2006/relationships/oleObject" Target="../embeddings/oleObject21.bin"/><Relationship Id="rId12" Type="http://schemas.openxmlformats.org/officeDocument/2006/relationships/image" Target="../media/image23.wmf"/><Relationship Id="rId17" Type="http://schemas.openxmlformats.org/officeDocument/2006/relationships/oleObject" Target="../embeddings/oleObject2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5.wmf"/><Relationship Id="rId20" Type="http://schemas.openxmlformats.org/officeDocument/2006/relationships/image" Target="../media/image27.wmf"/><Relationship Id="rId1" Type="http://schemas.openxmlformats.org/officeDocument/2006/relationships/vmlDrawing" Target="../drawings/vmlDrawing4.vml"/><Relationship Id="rId6" Type="http://schemas.openxmlformats.org/officeDocument/2006/relationships/image" Target="../media/image20.wmf"/><Relationship Id="rId11" Type="http://schemas.openxmlformats.org/officeDocument/2006/relationships/oleObject" Target="../embeddings/oleObject23.bin"/><Relationship Id="rId5" Type="http://schemas.openxmlformats.org/officeDocument/2006/relationships/oleObject" Target="../embeddings/oleObject20.bin"/><Relationship Id="rId15" Type="http://schemas.openxmlformats.org/officeDocument/2006/relationships/oleObject" Target="../embeddings/oleObject25.bin"/><Relationship Id="rId10" Type="http://schemas.openxmlformats.org/officeDocument/2006/relationships/image" Target="../media/image22.wmf"/><Relationship Id="rId19" Type="http://schemas.openxmlformats.org/officeDocument/2006/relationships/oleObject" Target="../embeddings/oleObject27.bin"/><Relationship Id="rId4" Type="http://schemas.openxmlformats.org/officeDocument/2006/relationships/image" Target="../media/image19.wmf"/><Relationship Id="rId9" Type="http://schemas.openxmlformats.org/officeDocument/2006/relationships/oleObject" Target="../embeddings/oleObject22.bin"/><Relationship Id="rId14" Type="http://schemas.openxmlformats.org/officeDocument/2006/relationships/image" Target="../media/image24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wmf"/><Relationship Id="rId3" Type="http://schemas.openxmlformats.org/officeDocument/2006/relationships/oleObject" Target="../embeddings/oleObject28.bin"/><Relationship Id="rId7" Type="http://schemas.openxmlformats.org/officeDocument/2006/relationships/oleObject" Target="../embeddings/oleObject30.bin"/><Relationship Id="rId12" Type="http://schemas.openxmlformats.org/officeDocument/2006/relationships/image" Target="../media/image32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29.wmf"/><Relationship Id="rId11" Type="http://schemas.openxmlformats.org/officeDocument/2006/relationships/oleObject" Target="../embeddings/oleObject32.bin"/><Relationship Id="rId5" Type="http://schemas.openxmlformats.org/officeDocument/2006/relationships/oleObject" Target="../embeddings/oleObject29.bin"/><Relationship Id="rId10" Type="http://schemas.openxmlformats.org/officeDocument/2006/relationships/image" Target="../media/image31.wmf"/><Relationship Id="rId4" Type="http://schemas.openxmlformats.org/officeDocument/2006/relationships/image" Target="../media/image28.wmf"/><Relationship Id="rId9" Type="http://schemas.openxmlformats.org/officeDocument/2006/relationships/oleObject" Target="../embeddings/oleObject31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wmf"/><Relationship Id="rId13" Type="http://schemas.openxmlformats.org/officeDocument/2006/relationships/image" Target="../media/image38.png"/><Relationship Id="rId3" Type="http://schemas.openxmlformats.org/officeDocument/2006/relationships/oleObject" Target="../embeddings/oleObject33.bin"/><Relationship Id="rId7" Type="http://schemas.openxmlformats.org/officeDocument/2006/relationships/oleObject" Target="../embeddings/oleObject35.bin"/><Relationship Id="rId12" Type="http://schemas.openxmlformats.org/officeDocument/2006/relationships/image" Target="../media/image37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34.wmf"/><Relationship Id="rId11" Type="http://schemas.openxmlformats.org/officeDocument/2006/relationships/oleObject" Target="../embeddings/oleObject37.bin"/><Relationship Id="rId5" Type="http://schemas.openxmlformats.org/officeDocument/2006/relationships/oleObject" Target="../embeddings/oleObject34.bin"/><Relationship Id="rId10" Type="http://schemas.openxmlformats.org/officeDocument/2006/relationships/image" Target="../media/image36.wmf"/><Relationship Id="rId4" Type="http://schemas.openxmlformats.org/officeDocument/2006/relationships/image" Target="../media/image33.wmf"/><Relationship Id="rId9" Type="http://schemas.openxmlformats.org/officeDocument/2006/relationships/oleObject" Target="../embeddings/oleObject36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wmf"/><Relationship Id="rId13" Type="http://schemas.openxmlformats.org/officeDocument/2006/relationships/oleObject" Target="../embeddings/oleObject43.bin"/><Relationship Id="rId3" Type="http://schemas.openxmlformats.org/officeDocument/2006/relationships/oleObject" Target="../embeddings/oleObject38.bin"/><Relationship Id="rId7" Type="http://schemas.openxmlformats.org/officeDocument/2006/relationships/oleObject" Target="../embeddings/oleObject40.bin"/><Relationship Id="rId12" Type="http://schemas.openxmlformats.org/officeDocument/2006/relationships/image" Target="../media/image43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5.wmf"/><Relationship Id="rId1" Type="http://schemas.openxmlformats.org/officeDocument/2006/relationships/vmlDrawing" Target="../drawings/vmlDrawing7.vml"/><Relationship Id="rId6" Type="http://schemas.openxmlformats.org/officeDocument/2006/relationships/image" Target="../media/image40.wmf"/><Relationship Id="rId11" Type="http://schemas.openxmlformats.org/officeDocument/2006/relationships/oleObject" Target="../embeddings/oleObject42.bin"/><Relationship Id="rId5" Type="http://schemas.openxmlformats.org/officeDocument/2006/relationships/oleObject" Target="../embeddings/oleObject39.bin"/><Relationship Id="rId15" Type="http://schemas.openxmlformats.org/officeDocument/2006/relationships/oleObject" Target="../embeddings/oleObject44.bin"/><Relationship Id="rId10" Type="http://schemas.openxmlformats.org/officeDocument/2006/relationships/image" Target="../media/image42.wmf"/><Relationship Id="rId4" Type="http://schemas.openxmlformats.org/officeDocument/2006/relationships/image" Target="../media/image39.wmf"/><Relationship Id="rId9" Type="http://schemas.openxmlformats.org/officeDocument/2006/relationships/oleObject" Target="../embeddings/oleObject41.bin"/><Relationship Id="rId14" Type="http://schemas.openxmlformats.org/officeDocument/2006/relationships/image" Target="../media/image44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wmf"/><Relationship Id="rId13" Type="http://schemas.openxmlformats.org/officeDocument/2006/relationships/oleObject" Target="../embeddings/oleObject50.bin"/><Relationship Id="rId3" Type="http://schemas.openxmlformats.org/officeDocument/2006/relationships/oleObject" Target="../embeddings/oleObject45.bin"/><Relationship Id="rId7" Type="http://schemas.openxmlformats.org/officeDocument/2006/relationships/oleObject" Target="../embeddings/oleObject47.bin"/><Relationship Id="rId12" Type="http://schemas.openxmlformats.org/officeDocument/2006/relationships/image" Target="../media/image50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52.wmf"/><Relationship Id="rId1" Type="http://schemas.openxmlformats.org/officeDocument/2006/relationships/vmlDrawing" Target="../drawings/vmlDrawing8.vml"/><Relationship Id="rId6" Type="http://schemas.openxmlformats.org/officeDocument/2006/relationships/image" Target="../media/image47.wmf"/><Relationship Id="rId11" Type="http://schemas.openxmlformats.org/officeDocument/2006/relationships/oleObject" Target="../embeddings/oleObject49.bin"/><Relationship Id="rId5" Type="http://schemas.openxmlformats.org/officeDocument/2006/relationships/oleObject" Target="../embeddings/oleObject46.bin"/><Relationship Id="rId15" Type="http://schemas.openxmlformats.org/officeDocument/2006/relationships/oleObject" Target="../embeddings/oleObject51.bin"/><Relationship Id="rId10" Type="http://schemas.openxmlformats.org/officeDocument/2006/relationships/image" Target="../media/image49.wmf"/><Relationship Id="rId4" Type="http://schemas.openxmlformats.org/officeDocument/2006/relationships/image" Target="../media/image46.wmf"/><Relationship Id="rId9" Type="http://schemas.openxmlformats.org/officeDocument/2006/relationships/oleObject" Target="../embeddings/oleObject48.bin"/><Relationship Id="rId14" Type="http://schemas.openxmlformats.org/officeDocument/2006/relationships/image" Target="../media/image51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wmf"/><Relationship Id="rId3" Type="http://schemas.openxmlformats.org/officeDocument/2006/relationships/oleObject" Target="../embeddings/oleObject52.bin"/><Relationship Id="rId7" Type="http://schemas.openxmlformats.org/officeDocument/2006/relationships/oleObject" Target="../embeddings/oleObject54.bin"/><Relationship Id="rId12" Type="http://schemas.openxmlformats.org/officeDocument/2006/relationships/image" Target="../media/image57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54.wmf"/><Relationship Id="rId11" Type="http://schemas.openxmlformats.org/officeDocument/2006/relationships/oleObject" Target="../embeddings/oleObject56.bin"/><Relationship Id="rId5" Type="http://schemas.openxmlformats.org/officeDocument/2006/relationships/oleObject" Target="../embeddings/oleObject53.bin"/><Relationship Id="rId10" Type="http://schemas.openxmlformats.org/officeDocument/2006/relationships/image" Target="../media/image56.wmf"/><Relationship Id="rId4" Type="http://schemas.openxmlformats.org/officeDocument/2006/relationships/image" Target="../media/image53.wmf"/><Relationship Id="rId9" Type="http://schemas.openxmlformats.org/officeDocument/2006/relationships/oleObject" Target="../embeddings/oleObject55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wmf"/><Relationship Id="rId13" Type="http://schemas.openxmlformats.org/officeDocument/2006/relationships/oleObject" Target="../embeddings/oleObject62.bin"/><Relationship Id="rId18" Type="http://schemas.openxmlformats.org/officeDocument/2006/relationships/image" Target="../media/image65.wmf"/><Relationship Id="rId3" Type="http://schemas.openxmlformats.org/officeDocument/2006/relationships/oleObject" Target="../embeddings/oleObject57.bin"/><Relationship Id="rId7" Type="http://schemas.openxmlformats.org/officeDocument/2006/relationships/oleObject" Target="../embeddings/oleObject59.bin"/><Relationship Id="rId12" Type="http://schemas.openxmlformats.org/officeDocument/2006/relationships/image" Target="../media/image62.wmf"/><Relationship Id="rId17" Type="http://schemas.openxmlformats.org/officeDocument/2006/relationships/oleObject" Target="../embeddings/oleObject6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64.wmf"/><Relationship Id="rId20" Type="http://schemas.openxmlformats.org/officeDocument/2006/relationships/image" Target="../media/image66.wmf"/><Relationship Id="rId1" Type="http://schemas.openxmlformats.org/officeDocument/2006/relationships/vmlDrawing" Target="../drawings/vmlDrawing10.vml"/><Relationship Id="rId6" Type="http://schemas.openxmlformats.org/officeDocument/2006/relationships/image" Target="../media/image59.wmf"/><Relationship Id="rId11" Type="http://schemas.openxmlformats.org/officeDocument/2006/relationships/oleObject" Target="../embeddings/oleObject61.bin"/><Relationship Id="rId5" Type="http://schemas.openxmlformats.org/officeDocument/2006/relationships/oleObject" Target="../embeddings/oleObject58.bin"/><Relationship Id="rId15" Type="http://schemas.openxmlformats.org/officeDocument/2006/relationships/oleObject" Target="../embeddings/oleObject63.bin"/><Relationship Id="rId10" Type="http://schemas.openxmlformats.org/officeDocument/2006/relationships/image" Target="../media/image61.wmf"/><Relationship Id="rId19" Type="http://schemas.openxmlformats.org/officeDocument/2006/relationships/oleObject" Target="../embeddings/oleObject65.bin"/><Relationship Id="rId4" Type="http://schemas.openxmlformats.org/officeDocument/2006/relationships/image" Target="../media/image58.wmf"/><Relationship Id="rId9" Type="http://schemas.openxmlformats.org/officeDocument/2006/relationships/oleObject" Target="../embeddings/oleObject60.bin"/><Relationship Id="rId14" Type="http://schemas.openxmlformats.org/officeDocument/2006/relationships/image" Target="../media/image63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wmf"/><Relationship Id="rId3" Type="http://schemas.openxmlformats.org/officeDocument/2006/relationships/oleObject" Target="../embeddings/oleObject66.bin"/><Relationship Id="rId7" Type="http://schemas.openxmlformats.org/officeDocument/2006/relationships/oleObject" Target="../embeddings/oleObject6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68.wmf"/><Relationship Id="rId5" Type="http://schemas.openxmlformats.org/officeDocument/2006/relationships/oleObject" Target="../embeddings/oleObject67.bin"/><Relationship Id="rId4" Type="http://schemas.openxmlformats.org/officeDocument/2006/relationships/image" Target="../media/image67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1.bin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71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70.bin"/><Relationship Id="rId5" Type="http://schemas.openxmlformats.org/officeDocument/2006/relationships/image" Target="../media/image70.wmf"/><Relationship Id="rId4" Type="http://schemas.openxmlformats.org/officeDocument/2006/relationships/oleObject" Target="../embeddings/oleObject69.bin"/><Relationship Id="rId9" Type="http://schemas.openxmlformats.org/officeDocument/2006/relationships/image" Target="../media/image72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wmf"/><Relationship Id="rId13" Type="http://schemas.openxmlformats.org/officeDocument/2006/relationships/oleObject" Target="../embeddings/oleObject77.bin"/><Relationship Id="rId3" Type="http://schemas.openxmlformats.org/officeDocument/2006/relationships/oleObject" Target="../embeddings/oleObject72.bin"/><Relationship Id="rId7" Type="http://schemas.openxmlformats.org/officeDocument/2006/relationships/oleObject" Target="../embeddings/oleObject74.bin"/><Relationship Id="rId12" Type="http://schemas.openxmlformats.org/officeDocument/2006/relationships/image" Target="../media/image77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74.wmf"/><Relationship Id="rId11" Type="http://schemas.openxmlformats.org/officeDocument/2006/relationships/oleObject" Target="../embeddings/oleObject76.bin"/><Relationship Id="rId5" Type="http://schemas.openxmlformats.org/officeDocument/2006/relationships/oleObject" Target="../embeddings/oleObject73.bin"/><Relationship Id="rId10" Type="http://schemas.openxmlformats.org/officeDocument/2006/relationships/image" Target="../media/image76.wmf"/><Relationship Id="rId4" Type="http://schemas.openxmlformats.org/officeDocument/2006/relationships/image" Target="../media/image73.wmf"/><Relationship Id="rId9" Type="http://schemas.openxmlformats.org/officeDocument/2006/relationships/oleObject" Target="../embeddings/oleObject75.bin"/><Relationship Id="rId14" Type="http://schemas.openxmlformats.org/officeDocument/2006/relationships/image" Target="../media/image78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wmf"/><Relationship Id="rId3" Type="http://schemas.openxmlformats.org/officeDocument/2006/relationships/oleObject" Target="../embeddings/oleObject78.bin"/><Relationship Id="rId7" Type="http://schemas.openxmlformats.org/officeDocument/2006/relationships/oleObject" Target="../embeddings/oleObject8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80.wmf"/><Relationship Id="rId5" Type="http://schemas.openxmlformats.org/officeDocument/2006/relationships/oleObject" Target="../embeddings/oleObject79.bin"/><Relationship Id="rId10" Type="http://schemas.openxmlformats.org/officeDocument/2006/relationships/image" Target="../media/image82.wmf"/><Relationship Id="rId4" Type="http://schemas.openxmlformats.org/officeDocument/2006/relationships/image" Target="../media/image79.wmf"/><Relationship Id="rId9" Type="http://schemas.openxmlformats.org/officeDocument/2006/relationships/oleObject" Target="../embeddings/oleObject81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wmf"/><Relationship Id="rId13" Type="http://schemas.openxmlformats.org/officeDocument/2006/relationships/oleObject" Target="../embeddings/oleObject87.bin"/><Relationship Id="rId18" Type="http://schemas.openxmlformats.org/officeDocument/2006/relationships/image" Target="../media/image90.wmf"/><Relationship Id="rId3" Type="http://schemas.openxmlformats.org/officeDocument/2006/relationships/oleObject" Target="../embeddings/oleObject82.bin"/><Relationship Id="rId7" Type="http://schemas.openxmlformats.org/officeDocument/2006/relationships/oleObject" Target="../embeddings/oleObject84.bin"/><Relationship Id="rId12" Type="http://schemas.openxmlformats.org/officeDocument/2006/relationships/image" Target="../media/image87.wmf"/><Relationship Id="rId17" Type="http://schemas.openxmlformats.org/officeDocument/2006/relationships/oleObject" Target="../embeddings/oleObject8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89.wmf"/><Relationship Id="rId20" Type="http://schemas.openxmlformats.org/officeDocument/2006/relationships/image" Target="../media/image91.wmf"/><Relationship Id="rId1" Type="http://schemas.openxmlformats.org/officeDocument/2006/relationships/vmlDrawing" Target="../drawings/vmlDrawing15.vml"/><Relationship Id="rId6" Type="http://schemas.openxmlformats.org/officeDocument/2006/relationships/image" Target="../media/image84.wmf"/><Relationship Id="rId11" Type="http://schemas.openxmlformats.org/officeDocument/2006/relationships/oleObject" Target="../embeddings/oleObject86.bin"/><Relationship Id="rId5" Type="http://schemas.openxmlformats.org/officeDocument/2006/relationships/oleObject" Target="../embeddings/oleObject83.bin"/><Relationship Id="rId15" Type="http://schemas.openxmlformats.org/officeDocument/2006/relationships/oleObject" Target="../embeddings/oleObject88.bin"/><Relationship Id="rId10" Type="http://schemas.openxmlformats.org/officeDocument/2006/relationships/image" Target="../media/image86.wmf"/><Relationship Id="rId19" Type="http://schemas.openxmlformats.org/officeDocument/2006/relationships/oleObject" Target="../embeddings/oleObject90.bin"/><Relationship Id="rId4" Type="http://schemas.openxmlformats.org/officeDocument/2006/relationships/image" Target="../media/image83.wmf"/><Relationship Id="rId9" Type="http://schemas.openxmlformats.org/officeDocument/2006/relationships/oleObject" Target="../embeddings/oleObject85.bin"/><Relationship Id="rId14" Type="http://schemas.openxmlformats.org/officeDocument/2006/relationships/image" Target="../media/image88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wmf"/><Relationship Id="rId13" Type="http://schemas.openxmlformats.org/officeDocument/2006/relationships/oleObject" Target="../embeddings/oleObject96.bin"/><Relationship Id="rId3" Type="http://schemas.openxmlformats.org/officeDocument/2006/relationships/oleObject" Target="../embeddings/oleObject91.bin"/><Relationship Id="rId7" Type="http://schemas.openxmlformats.org/officeDocument/2006/relationships/oleObject" Target="../embeddings/oleObject93.bin"/><Relationship Id="rId12" Type="http://schemas.openxmlformats.org/officeDocument/2006/relationships/image" Target="../media/image96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93.wmf"/><Relationship Id="rId11" Type="http://schemas.openxmlformats.org/officeDocument/2006/relationships/oleObject" Target="../embeddings/oleObject95.bin"/><Relationship Id="rId5" Type="http://schemas.openxmlformats.org/officeDocument/2006/relationships/oleObject" Target="../embeddings/oleObject92.bin"/><Relationship Id="rId10" Type="http://schemas.openxmlformats.org/officeDocument/2006/relationships/image" Target="../media/image95.wmf"/><Relationship Id="rId4" Type="http://schemas.openxmlformats.org/officeDocument/2006/relationships/image" Target="../media/image92.wmf"/><Relationship Id="rId9" Type="http://schemas.openxmlformats.org/officeDocument/2006/relationships/oleObject" Target="../embeddings/oleObject94.bin"/><Relationship Id="rId14" Type="http://schemas.openxmlformats.org/officeDocument/2006/relationships/image" Target="../media/image97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wmf"/><Relationship Id="rId13" Type="http://schemas.openxmlformats.org/officeDocument/2006/relationships/oleObject" Target="../embeddings/oleObject102.bin"/><Relationship Id="rId18" Type="http://schemas.openxmlformats.org/officeDocument/2006/relationships/image" Target="../media/image105.wmf"/><Relationship Id="rId3" Type="http://schemas.openxmlformats.org/officeDocument/2006/relationships/oleObject" Target="../embeddings/oleObject97.bin"/><Relationship Id="rId7" Type="http://schemas.openxmlformats.org/officeDocument/2006/relationships/oleObject" Target="../embeddings/oleObject99.bin"/><Relationship Id="rId12" Type="http://schemas.openxmlformats.org/officeDocument/2006/relationships/image" Target="../media/image102.wmf"/><Relationship Id="rId17" Type="http://schemas.openxmlformats.org/officeDocument/2006/relationships/oleObject" Target="../embeddings/oleObject10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04.wmf"/><Relationship Id="rId20" Type="http://schemas.openxmlformats.org/officeDocument/2006/relationships/image" Target="../media/image106.wmf"/><Relationship Id="rId1" Type="http://schemas.openxmlformats.org/officeDocument/2006/relationships/vmlDrawing" Target="../drawings/vmlDrawing17.vml"/><Relationship Id="rId6" Type="http://schemas.openxmlformats.org/officeDocument/2006/relationships/image" Target="../media/image99.wmf"/><Relationship Id="rId11" Type="http://schemas.openxmlformats.org/officeDocument/2006/relationships/oleObject" Target="../embeddings/oleObject101.bin"/><Relationship Id="rId5" Type="http://schemas.openxmlformats.org/officeDocument/2006/relationships/oleObject" Target="../embeddings/oleObject98.bin"/><Relationship Id="rId15" Type="http://schemas.openxmlformats.org/officeDocument/2006/relationships/oleObject" Target="../embeddings/oleObject103.bin"/><Relationship Id="rId10" Type="http://schemas.openxmlformats.org/officeDocument/2006/relationships/image" Target="../media/image101.wmf"/><Relationship Id="rId19" Type="http://schemas.openxmlformats.org/officeDocument/2006/relationships/oleObject" Target="../embeddings/oleObject105.bin"/><Relationship Id="rId4" Type="http://schemas.openxmlformats.org/officeDocument/2006/relationships/image" Target="../media/image98.wmf"/><Relationship Id="rId9" Type="http://schemas.openxmlformats.org/officeDocument/2006/relationships/oleObject" Target="../embeddings/oleObject100.bin"/><Relationship Id="rId14" Type="http://schemas.openxmlformats.org/officeDocument/2006/relationships/image" Target="../media/image103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wmf"/><Relationship Id="rId13" Type="http://schemas.openxmlformats.org/officeDocument/2006/relationships/oleObject" Target="../embeddings/oleObject111.bin"/><Relationship Id="rId3" Type="http://schemas.openxmlformats.org/officeDocument/2006/relationships/oleObject" Target="../embeddings/oleObject106.bin"/><Relationship Id="rId7" Type="http://schemas.openxmlformats.org/officeDocument/2006/relationships/oleObject" Target="../embeddings/oleObject108.bin"/><Relationship Id="rId12" Type="http://schemas.openxmlformats.org/officeDocument/2006/relationships/image" Target="../media/image111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108.wmf"/><Relationship Id="rId11" Type="http://schemas.openxmlformats.org/officeDocument/2006/relationships/oleObject" Target="../embeddings/oleObject110.bin"/><Relationship Id="rId5" Type="http://schemas.openxmlformats.org/officeDocument/2006/relationships/oleObject" Target="../embeddings/oleObject107.bin"/><Relationship Id="rId10" Type="http://schemas.openxmlformats.org/officeDocument/2006/relationships/image" Target="../media/image110.wmf"/><Relationship Id="rId4" Type="http://schemas.openxmlformats.org/officeDocument/2006/relationships/image" Target="../media/image107.wmf"/><Relationship Id="rId9" Type="http://schemas.openxmlformats.org/officeDocument/2006/relationships/oleObject" Target="../embeddings/oleObject109.bin"/><Relationship Id="rId14" Type="http://schemas.openxmlformats.org/officeDocument/2006/relationships/image" Target="../media/image112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093470" y="1764983"/>
            <a:ext cx="6858000" cy="2387600"/>
          </a:xfrm>
        </p:spPr>
        <p:txBody>
          <a:bodyPr/>
          <a:lstStyle/>
          <a:p>
            <a:r>
              <a:rPr lang="zh-CN" altLang="en-US" b="1">
                <a:solidFill>
                  <a:schemeClr val="tx1"/>
                </a:solidFill>
                <a:latin typeface="Times New Roman" panose="02020603050405020304" pitchFamily="18" charset="0"/>
                <a:ea typeface="华文新魏" pitchFamily="2" charset="-122"/>
                <a:sym typeface="+mn-ea"/>
              </a:rPr>
              <a:t>§</a:t>
            </a:r>
            <a:r>
              <a:rPr lang="en-US" altLang="zh-CN" b="1">
                <a:solidFill>
                  <a:schemeClr val="tx1"/>
                </a:solidFill>
                <a:latin typeface="Times New Roman" panose="02020603050405020304" pitchFamily="18" charset="0"/>
                <a:ea typeface="华文新魏" pitchFamily="2" charset="-122"/>
                <a:sym typeface="+mn-ea"/>
              </a:rPr>
              <a:t>4</a:t>
            </a:r>
            <a:r>
              <a:rPr lang="en-US" altLang="zh-CN" b="1" dirty="0">
                <a:solidFill>
                  <a:schemeClr val="tx1"/>
                </a:solidFill>
                <a:latin typeface="华文新魏" pitchFamily="2" charset="-122"/>
                <a:ea typeface="华文新魏" pitchFamily="2" charset="-122"/>
                <a:sym typeface="+mn-ea"/>
              </a:rPr>
              <a:t>  </a:t>
            </a:r>
            <a:r>
              <a:rPr lang="zh-CN" altLang="en-US" b="1" dirty="0">
                <a:solidFill>
                  <a:schemeClr val="tx1"/>
                </a:solidFill>
                <a:latin typeface="华文新魏" pitchFamily="2" charset="-122"/>
                <a:ea typeface="华文新魏" pitchFamily="2" charset="-122"/>
                <a:sym typeface="+mn-ea"/>
              </a:rPr>
              <a:t>高阶微商与高阶微分</a:t>
            </a:r>
            <a:r>
              <a:rPr lang="zh-CN" altLang="en-US" dirty="0">
                <a:solidFill>
                  <a:schemeClr val="tx1"/>
                </a:solidFill>
                <a:latin typeface="华文新魏" pitchFamily="2" charset="-122"/>
                <a:ea typeface="华文新魏" pitchFamily="2" charset="-122"/>
              </a:rPr>
              <a:t/>
            </a:r>
            <a:br>
              <a:rPr lang="zh-CN" altLang="en-US" dirty="0">
                <a:solidFill>
                  <a:schemeClr val="tx1"/>
                </a:solidFill>
                <a:latin typeface="华文新魏" pitchFamily="2" charset="-122"/>
                <a:ea typeface="华文新魏" pitchFamily="2" charset="-122"/>
              </a:rPr>
            </a:br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98" name="文本框 16397"/>
          <p:cNvSpPr txBox="1"/>
          <p:nvPr/>
        </p:nvSpPr>
        <p:spPr>
          <a:xfrm>
            <a:off x="2220913" y="765175"/>
            <a:ext cx="45720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>
                <a:solidFill>
                  <a:schemeClr val="tx1"/>
                </a:solidFill>
                <a:latin typeface="Times New Roman" panose="02020603050405020304" pitchFamily="18" charset="0"/>
                <a:ea typeface="华文新魏" pitchFamily="2" charset="-122"/>
              </a:rPr>
              <a:t>1.</a:t>
            </a:r>
            <a:r>
              <a:rPr lang="en-US" altLang="zh-CN" dirty="0">
                <a:solidFill>
                  <a:schemeClr val="tx1"/>
                </a:solidFill>
                <a:latin typeface="华文新魏" pitchFamily="2" charset="-122"/>
                <a:ea typeface="华文新魏" pitchFamily="2" charset="-122"/>
              </a:rPr>
              <a:t>  </a:t>
            </a:r>
            <a:r>
              <a:rPr lang="zh-CN" altLang="en-US" dirty="0">
                <a:solidFill>
                  <a:schemeClr val="tx1"/>
                </a:solidFill>
                <a:latin typeface="华文新魏" pitchFamily="2" charset="-122"/>
                <a:ea typeface="华文新魏" pitchFamily="2" charset="-122"/>
              </a:rPr>
              <a:t>高阶微商</a:t>
            </a:r>
          </a:p>
        </p:txBody>
      </p:sp>
      <p:sp>
        <p:nvSpPr>
          <p:cNvPr id="16388" name="文本框 16387"/>
          <p:cNvSpPr txBox="1"/>
          <p:nvPr/>
        </p:nvSpPr>
        <p:spPr>
          <a:xfrm>
            <a:off x="838200" y="1573213"/>
            <a:ext cx="7848600" cy="650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30000"/>
              </a:lnSpc>
              <a:spcBef>
                <a:spcPct val="50000"/>
              </a:spcBef>
            </a:pPr>
            <a:r>
              <a:rPr lang="zh-CN" altLang="en-US" dirty="0">
                <a:solidFill>
                  <a:schemeClr val="tx1"/>
                </a:solidFill>
                <a:latin typeface="华文新魏" pitchFamily="2" charset="-122"/>
                <a:ea typeface="华文新魏" pitchFamily="2" charset="-122"/>
              </a:rPr>
              <a:t>当我们研究导函数的变化率时就产生</a:t>
            </a:r>
          </a:p>
        </p:txBody>
      </p:sp>
      <p:grpSp>
        <p:nvGrpSpPr>
          <p:cNvPr id="16414" name="组合 16413"/>
          <p:cNvGrpSpPr/>
          <p:nvPr/>
        </p:nvGrpSpPr>
        <p:grpSpPr>
          <a:xfrm>
            <a:off x="838200" y="2286000"/>
            <a:ext cx="7459663" cy="811213"/>
            <a:chOff x="528" y="1440"/>
            <a:chExt cx="4699" cy="511"/>
          </a:xfrm>
        </p:grpSpPr>
        <p:sp>
          <p:nvSpPr>
            <p:cNvPr id="16413" name="矩形 16412"/>
            <p:cNvSpPr/>
            <p:nvPr/>
          </p:nvSpPr>
          <p:spPr>
            <a:xfrm>
              <a:off x="528" y="1440"/>
              <a:ext cx="4699" cy="51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>
                <a:lnSpc>
                  <a:spcPct val="130000"/>
                </a:lnSpc>
                <a:spcBef>
                  <a:spcPct val="50000"/>
                </a:spcBef>
              </a:pPr>
              <a:r>
                <a:rPr lang="zh-CN" altLang="en-US" dirty="0">
                  <a:solidFill>
                    <a:schemeClr val="tx1"/>
                  </a:solidFill>
                  <a:latin typeface="华文新魏" pitchFamily="2" charset="-122"/>
                  <a:ea typeface="华文新魏" pitchFamily="2" charset="-122"/>
                </a:rPr>
                <a:t>了高阶导数</a:t>
              </a:r>
              <a:r>
                <a:rPr lang="en-US" altLang="zh-CN" dirty="0">
                  <a:solidFill>
                    <a:schemeClr val="tx1"/>
                  </a:solidFill>
                  <a:latin typeface="华文新魏" pitchFamily="2" charset="-122"/>
                  <a:ea typeface="华文新魏" pitchFamily="2" charset="-122"/>
                </a:rPr>
                <a:t>.</a:t>
              </a:r>
              <a:r>
                <a:rPr lang="zh-CN" altLang="en-US" dirty="0">
                  <a:solidFill>
                    <a:schemeClr val="tx1"/>
                  </a:solidFill>
                  <a:latin typeface="华文新魏" pitchFamily="2" charset="-122"/>
                  <a:ea typeface="华文新魏" pitchFamily="2" charset="-122"/>
                </a:rPr>
                <a:t>如物体运动规律为      </a:t>
              </a:r>
              <a:r>
                <a:rPr lang="zh-CN" altLang="en-US" sz="3600" b="0" dirty="0">
                  <a:solidFill>
                    <a:srgbClr val="FFFFCC"/>
                  </a:solidFill>
                  <a:latin typeface="华文新魏" pitchFamily="2" charset="-122"/>
                  <a:ea typeface="华文新魏" pitchFamily="2" charset="-122"/>
                </a:rPr>
                <a:t>     </a:t>
              </a:r>
              <a:r>
                <a:rPr lang="en-US" altLang="zh-CN" sz="3600" b="0">
                  <a:solidFill>
                    <a:srgbClr val="FFFFCC"/>
                  </a:solidFill>
                  <a:latin typeface="华文新魏" pitchFamily="2" charset="-122"/>
                  <a:ea typeface="华文新魏" pitchFamily="2" charset="-122"/>
                </a:rPr>
                <a:t>,</a:t>
              </a:r>
            </a:p>
          </p:txBody>
        </p:sp>
        <p:graphicFrame>
          <p:nvGraphicFramePr>
            <p:cNvPr id="16401" name="对象 16400"/>
            <p:cNvGraphicFramePr/>
            <p:nvPr/>
          </p:nvGraphicFramePr>
          <p:xfrm>
            <a:off x="3730" y="1615"/>
            <a:ext cx="737" cy="2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7" r:id="rId3" imgW="1168400" imgH="405765" progId="Equation.DSMT4">
                    <p:embed/>
                  </p:oleObj>
                </mc:Choice>
                <mc:Fallback>
                  <p:oleObj r:id="rId3" imgW="1168400" imgH="405765" progId="Equation.DSMT4">
                    <p:embed/>
                    <p:pic>
                      <p:nvPicPr>
                        <p:cNvPr id="0" name="图片 3096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730" y="1615"/>
                          <a:ext cx="737" cy="25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6415" name="组合 16414"/>
          <p:cNvGrpSpPr/>
          <p:nvPr/>
        </p:nvGrpSpPr>
        <p:grpSpPr>
          <a:xfrm>
            <a:off x="838200" y="3168650"/>
            <a:ext cx="6445250" cy="522288"/>
            <a:chOff x="528" y="1996"/>
            <a:chExt cx="4060" cy="329"/>
          </a:xfrm>
        </p:grpSpPr>
        <p:sp>
          <p:nvSpPr>
            <p:cNvPr id="16412" name="矩形 16411"/>
            <p:cNvSpPr/>
            <p:nvPr/>
          </p:nvSpPr>
          <p:spPr>
            <a:xfrm>
              <a:off x="528" y="1996"/>
              <a:ext cx="4060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r>
                <a:rPr lang="zh-CN" altLang="en-US" dirty="0">
                  <a:solidFill>
                    <a:schemeClr val="tx1"/>
                  </a:solidFill>
                  <a:latin typeface="华文新魏" pitchFamily="2" charset="-122"/>
                  <a:ea typeface="华文新魏" pitchFamily="2" charset="-122"/>
                </a:rPr>
                <a:t>它的运动速度是        </a:t>
              </a:r>
              <a:r>
                <a:rPr lang="en-US" altLang="zh-CN">
                  <a:solidFill>
                    <a:schemeClr val="tx1"/>
                  </a:solidFill>
                  <a:latin typeface="Times New Roman" panose="02020603050405020304" pitchFamily="18" charset="0"/>
                  <a:ea typeface="华文新魏" pitchFamily="2" charset="-122"/>
                </a:rPr>
                <a:t>, </a:t>
              </a:r>
              <a:r>
                <a: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  <a:ea typeface="华文新魏" pitchFamily="2" charset="-122"/>
                </a:rPr>
                <a:t>而速度在时刻</a:t>
              </a:r>
            </a:p>
          </p:txBody>
        </p:sp>
        <p:graphicFrame>
          <p:nvGraphicFramePr>
            <p:cNvPr id="16402" name="对象 16401"/>
            <p:cNvGraphicFramePr/>
            <p:nvPr/>
          </p:nvGraphicFramePr>
          <p:xfrm>
            <a:off x="2203" y="2024"/>
            <a:ext cx="809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8" r:id="rId5" imgW="1282700" imgH="431800" progId="Equation.DSMT4">
                    <p:embed/>
                  </p:oleObj>
                </mc:Choice>
                <mc:Fallback>
                  <p:oleObj r:id="rId5" imgW="1282700" imgH="431800" progId="Equation.DSMT4">
                    <p:embed/>
                    <p:pic>
                      <p:nvPicPr>
                        <p:cNvPr id="0" name="图片 3093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203" y="2024"/>
                          <a:ext cx="809" cy="2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6403" name="对象 16402"/>
          <p:cNvGraphicFramePr/>
          <p:nvPr/>
        </p:nvGraphicFramePr>
        <p:xfrm>
          <a:off x="2986723" y="4725988"/>
          <a:ext cx="296100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9" r:id="rId7" imgW="2959100" imgH="431800" progId="Equation.DSMT4">
                  <p:embed/>
                </p:oleObj>
              </mc:Choice>
              <mc:Fallback>
                <p:oleObj r:id="rId7" imgW="2959100" imgH="431800" progId="Equation.DSMT4">
                  <p:embed/>
                  <p:pic>
                    <p:nvPicPr>
                      <p:cNvPr id="0" name="图片 309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986723" y="4725988"/>
                        <a:ext cx="2961005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417" name="组合 16416"/>
          <p:cNvGrpSpPr/>
          <p:nvPr/>
        </p:nvGrpSpPr>
        <p:grpSpPr>
          <a:xfrm>
            <a:off x="1162050" y="3805556"/>
            <a:ext cx="7524750" cy="522288"/>
            <a:chOff x="1438" y="2296"/>
            <a:chExt cx="4740" cy="329"/>
          </a:xfrm>
        </p:grpSpPr>
        <p:sp>
          <p:nvSpPr>
            <p:cNvPr id="16410" name="文本框 16409"/>
            <p:cNvSpPr txBox="1"/>
            <p:nvPr/>
          </p:nvSpPr>
          <p:spPr>
            <a:xfrm>
              <a:off x="1438" y="2296"/>
              <a:ext cx="4740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rgbClr val="FFFFCC"/>
                  </a:solidFill>
                  <a:latin typeface="Times New Roman" panose="02020603050405020304" pitchFamily="18" charset="0"/>
                  <a:ea typeface="华文新魏" pitchFamily="2" charset="-122"/>
                </a:rPr>
                <a:t> </a:t>
              </a:r>
              <a:r>
                <a: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  <a:ea typeface="华文新魏" pitchFamily="2" charset="-122"/>
                </a:rPr>
                <a:t>的变化率就是物体在时刻   的加速度</a:t>
              </a:r>
            </a:p>
          </p:txBody>
        </p:sp>
        <p:graphicFrame>
          <p:nvGraphicFramePr>
            <p:cNvPr id="16408" name="对象 16407"/>
            <p:cNvGraphicFramePr/>
            <p:nvPr/>
          </p:nvGraphicFramePr>
          <p:xfrm>
            <a:off x="4063" y="2368"/>
            <a:ext cx="104" cy="1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0" r:id="rId9" imgW="165100" imgH="292100" progId="Equation.DSMT4">
                    <p:embed/>
                  </p:oleObj>
                </mc:Choice>
                <mc:Fallback>
                  <p:oleObj r:id="rId9" imgW="165100" imgH="292100" progId="Equation.DSMT4">
                    <p:embed/>
                    <p:pic>
                      <p:nvPicPr>
                        <p:cNvPr id="0" name="图片 3097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4063" y="2368"/>
                          <a:ext cx="104" cy="18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6418" name="椭圆 16417">
            <a:hlinkClick r:id="" action="ppaction://hlinkshowjump?jump=endshow"/>
          </p:cNvPr>
          <p:cNvSpPr/>
          <p:nvPr/>
        </p:nvSpPr>
        <p:spPr>
          <a:xfrm>
            <a:off x="8153400" y="6096000"/>
            <a:ext cx="762000" cy="533400"/>
          </a:xfrm>
          <a:prstGeom prst="ellipse">
            <a:avLst/>
          </a:prstGeom>
          <a:gradFill rotWithShape="0">
            <a:gsLst>
              <a:gs pos="0">
                <a:srgbClr val="FFFFFF"/>
              </a:gs>
              <a:gs pos="100000">
                <a:srgbClr val="333399"/>
              </a:gs>
            </a:gsLst>
            <a:path path="rect">
              <a:fillToRect r="100000" b="100000"/>
            </a:path>
            <a:tileRect/>
          </a:gradFill>
          <a:ln w="9525">
            <a:noFill/>
          </a:ln>
          <a:effectLst>
            <a:outerShdw dist="35921" dir="2699999" algn="ctr" rotWithShape="0">
              <a:srgbClr val="808080"/>
            </a:outerShdw>
          </a:effectLst>
        </p:spPr>
        <p:txBody>
          <a:bodyPr wrap="none" anchor="ctr"/>
          <a:lstStyle/>
          <a:p>
            <a:pPr algn="ctr"/>
            <a:r>
              <a:rPr lang="zh-CN" altLang="en-US" sz="2400" dirty="0">
                <a:solidFill>
                  <a:srgbClr val="FF00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隶书" pitchFamily="49" charset="-122"/>
              </a:rPr>
              <a:t>返回</a:t>
            </a:r>
            <a:endParaRPr lang="zh-CN" altLang="en-US" sz="2400">
              <a:solidFill>
                <a:srgbClr val="FF0000"/>
              </a:solidFill>
              <a:effectLst>
                <a:outerShdw blurRad="38100" dist="38100" dir="2700000">
                  <a:srgbClr val="000000"/>
                </a:outerShdw>
              </a:effectLst>
              <a:latin typeface="Times New Roman" panose="02020603050405020304" pitchFamily="18" charset="0"/>
              <a:ea typeface="隶书" pitchFamily="49" charset="-122"/>
            </a:endParaRPr>
          </a:p>
        </p:txBody>
      </p:sp>
      <p:graphicFrame>
        <p:nvGraphicFramePr>
          <p:cNvPr id="2" name="对象 1"/>
          <p:cNvGraphicFramePr/>
          <p:nvPr/>
        </p:nvGraphicFramePr>
        <p:xfrm>
          <a:off x="996633" y="3919538"/>
          <a:ext cx="165100" cy="293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1" r:id="rId11" imgW="165100" imgH="292100" progId="Equation.DSMT4">
                  <p:embed/>
                </p:oleObj>
              </mc:Choice>
              <mc:Fallback>
                <p:oleObj r:id="rId11" imgW="165100" imgH="292100" progId="Equation.DSMT4">
                  <p:embed/>
                  <p:pic>
                    <p:nvPicPr>
                      <p:cNvPr id="0" name="图片 3097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996633" y="3919538"/>
                        <a:ext cx="165100" cy="2936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16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16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16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16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16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98" grpId="0"/>
      <p:bldP spid="1638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7348" name="对象 57347"/>
          <p:cNvGraphicFramePr/>
          <p:nvPr/>
        </p:nvGraphicFramePr>
        <p:xfrm>
          <a:off x="960438" y="1385888"/>
          <a:ext cx="7672387" cy="442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1" r:id="rId3" imgW="7667625" imgH="444500" progId="Equation.DSMT4">
                  <p:embed/>
                </p:oleObj>
              </mc:Choice>
              <mc:Fallback>
                <p:oleObj r:id="rId3" imgW="7667625" imgH="444500" progId="Equation.DSMT4">
                  <p:embed/>
                  <p:pic>
                    <p:nvPicPr>
                      <p:cNvPr id="0" name="图片 309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60438" y="1385888"/>
                        <a:ext cx="7672387" cy="4429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49" name="对象 57348"/>
          <p:cNvGraphicFramePr/>
          <p:nvPr/>
        </p:nvGraphicFramePr>
        <p:xfrm>
          <a:off x="928688" y="2041525"/>
          <a:ext cx="7646987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2" r:id="rId5" imgW="7642225" imgH="444500" progId="Equation.DSMT4">
                  <p:embed/>
                </p:oleObj>
              </mc:Choice>
              <mc:Fallback>
                <p:oleObj r:id="rId5" imgW="7642225" imgH="444500" progId="Equation.DSMT4">
                  <p:embed/>
                  <p:pic>
                    <p:nvPicPr>
                      <p:cNvPr id="0" name="图片 309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28688" y="2041525"/>
                        <a:ext cx="7646987" cy="4429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350" name="文本框 57349"/>
          <p:cNvSpPr txBox="1"/>
          <p:nvPr/>
        </p:nvSpPr>
        <p:spPr>
          <a:xfrm>
            <a:off x="914400" y="2667000"/>
            <a:ext cx="2073275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二阶可导</a:t>
            </a:r>
            <a:r>
              <a:rPr lang="en-US" altLang="zh-CN"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57352" name="文本框 57351"/>
          <p:cNvSpPr txBox="1"/>
          <p:nvPr/>
        </p:nvSpPr>
        <p:spPr>
          <a:xfrm>
            <a:off x="827088" y="3213100"/>
            <a:ext cx="7921625" cy="7334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如果  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>
                <a:latin typeface="Times New Roman" panose="02020603050405020304" pitchFamily="18" charset="0"/>
              </a:rPr>
              <a:t> (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r>
              <a:rPr lang="en-US" altLang="zh-CN" i="1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在区间  </a:t>
            </a:r>
            <a:r>
              <a:rPr lang="en-US" altLang="zh-CN" i="1">
                <a:latin typeface="Times New Roman" panose="02020603050405020304" pitchFamily="18" charset="0"/>
              </a:rPr>
              <a:t>I </a:t>
            </a:r>
            <a:r>
              <a:rPr lang="zh-CN" altLang="en-US" dirty="0">
                <a:latin typeface="Times New Roman" panose="02020603050405020304" pitchFamily="18" charset="0"/>
              </a:rPr>
              <a:t>上每一点都二阶可导</a:t>
            </a:r>
            <a:r>
              <a:rPr lang="en-US" altLang="zh-CN" dirty="0">
                <a:latin typeface="Times New Roman" panose="02020603050405020304" pitchFamily="18" charset="0"/>
              </a:rPr>
              <a:t>,   </a:t>
            </a:r>
            <a:r>
              <a:rPr lang="zh-CN" altLang="en-US" dirty="0">
                <a:latin typeface="Times New Roman" panose="02020603050405020304" pitchFamily="18" charset="0"/>
              </a:rPr>
              <a:t>则得到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57355" name="文本框 57354"/>
          <p:cNvSpPr txBox="1"/>
          <p:nvPr/>
        </p:nvSpPr>
        <p:spPr>
          <a:xfrm>
            <a:off x="828675" y="4529138"/>
            <a:ext cx="7924800" cy="7747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60000"/>
              </a:lnSpc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仿照上述定义</a:t>
            </a:r>
            <a:r>
              <a:rPr lang="en-US" altLang="zh-CN" dirty="0">
                <a:latin typeface="Times New Roman" panose="02020603050405020304" pitchFamily="18" charset="0"/>
              </a:rPr>
              <a:t>,  </a:t>
            </a:r>
            <a:r>
              <a:rPr lang="zh-CN" altLang="en-US" dirty="0">
                <a:latin typeface="Times New Roman" panose="02020603050405020304" pitchFamily="18" charset="0"/>
              </a:rPr>
              <a:t>可以用  </a:t>
            </a:r>
            <a:r>
              <a:rPr lang="en-US" altLang="zh-CN" i="1">
                <a:latin typeface="Times New Roman" panose="02020603050405020304" pitchFamily="18" charset="0"/>
              </a:rPr>
              <a:t>f  </a:t>
            </a:r>
            <a:r>
              <a:rPr lang="zh-CN" altLang="en-US" dirty="0">
                <a:latin typeface="Times New Roman" panose="02020603050405020304" pitchFamily="18" charset="0"/>
              </a:rPr>
              <a:t>的 </a:t>
            </a:r>
            <a:r>
              <a:rPr lang="en-US" altLang="zh-CN" i="1">
                <a:latin typeface="Times New Roman" panose="02020603050405020304" pitchFamily="18" charset="0"/>
              </a:rPr>
              <a:t>n </a:t>
            </a:r>
            <a:r>
              <a:rPr lang="en-US" altLang="zh-CN" b="0" i="1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en-US" altLang="zh-CN" dirty="0">
                <a:latin typeface="Times New Roman" panose="02020603050405020304" pitchFamily="18" charset="0"/>
              </a:rPr>
              <a:t>1 </a:t>
            </a:r>
            <a:r>
              <a:rPr lang="zh-CN" altLang="en-US" dirty="0">
                <a:latin typeface="Times New Roman" panose="02020603050405020304" pitchFamily="18" charset="0"/>
              </a:rPr>
              <a:t>阶导函数定义 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grpSp>
        <p:nvGrpSpPr>
          <p:cNvPr id="57365" name="组合 57364"/>
          <p:cNvGrpSpPr/>
          <p:nvPr/>
        </p:nvGrpSpPr>
        <p:grpSpPr>
          <a:xfrm>
            <a:off x="838200" y="609600"/>
            <a:ext cx="8054975" cy="522288"/>
            <a:chOff x="528" y="384"/>
            <a:chExt cx="5074" cy="329"/>
          </a:xfrm>
        </p:grpSpPr>
        <p:sp>
          <p:nvSpPr>
            <p:cNvPr id="57346" name="文本框 57345"/>
            <p:cNvSpPr txBox="1"/>
            <p:nvPr/>
          </p:nvSpPr>
          <p:spPr>
            <a:xfrm>
              <a:off x="528" y="384"/>
              <a:ext cx="5074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定义  </a:t>
              </a:r>
              <a:r>
                <a:rPr lang="en-US" altLang="zh-CN">
                  <a:solidFill>
                    <a:srgbClr val="FF0000"/>
                  </a:solidFill>
                  <a:latin typeface="Times New Roman" panose="02020603050405020304" pitchFamily="18" charset="0"/>
                </a:rPr>
                <a:t>   </a:t>
              </a:r>
              <a:r>
                <a:rPr lang="zh-CN" altLang="en-US" dirty="0">
                  <a:latin typeface="Times New Roman" panose="02020603050405020304" pitchFamily="18" charset="0"/>
                </a:rPr>
                <a:t>如果           的导函数           在点      可导</a:t>
              </a:r>
              <a:r>
                <a:rPr lang="en-US" altLang="zh-CN">
                  <a:latin typeface="Times New Roman" panose="02020603050405020304" pitchFamily="18" charset="0"/>
                </a:rPr>
                <a:t>,</a:t>
              </a:r>
            </a:p>
          </p:txBody>
        </p:sp>
        <p:graphicFrame>
          <p:nvGraphicFramePr>
            <p:cNvPr id="57347" name="对象 57346"/>
            <p:cNvGraphicFramePr/>
            <p:nvPr/>
          </p:nvGraphicFramePr>
          <p:xfrm>
            <a:off x="1791" y="439"/>
            <a:ext cx="624" cy="2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13" r:id="rId7" imgW="989965" imgH="393700" progId="Equation.DSMT4">
                    <p:embed/>
                  </p:oleObj>
                </mc:Choice>
                <mc:Fallback>
                  <p:oleObj r:id="rId7" imgW="989965" imgH="393700" progId="Equation.DSMT4">
                    <p:embed/>
                    <p:pic>
                      <p:nvPicPr>
                        <p:cNvPr id="0" name="图片 3104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791" y="439"/>
                          <a:ext cx="624" cy="24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7356" name="对象 57355"/>
            <p:cNvGraphicFramePr/>
            <p:nvPr/>
          </p:nvGraphicFramePr>
          <p:xfrm>
            <a:off x="3334" y="436"/>
            <a:ext cx="544" cy="2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14" r:id="rId9" imgW="862965" imgH="405765" progId="Equation.DSMT4">
                    <p:embed/>
                  </p:oleObj>
                </mc:Choice>
                <mc:Fallback>
                  <p:oleObj r:id="rId9" imgW="862965" imgH="405765" progId="Equation.DSMT4">
                    <p:embed/>
                    <p:pic>
                      <p:nvPicPr>
                        <p:cNvPr id="0" name="图片 3106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3334" y="436"/>
                          <a:ext cx="544" cy="25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7358" name="对象 57357"/>
            <p:cNvGraphicFramePr/>
            <p:nvPr/>
          </p:nvGraphicFramePr>
          <p:xfrm>
            <a:off x="4422" y="409"/>
            <a:ext cx="232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15" r:id="rId11" imgW="368300" imgH="431800" progId="Equation.DSMT4">
                    <p:embed/>
                  </p:oleObj>
                </mc:Choice>
                <mc:Fallback>
                  <p:oleObj r:id="rId11" imgW="368300" imgH="431800" progId="Equation.DSMT4">
                    <p:embed/>
                    <p:pic>
                      <p:nvPicPr>
                        <p:cNvPr id="0" name="图片 3103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4422" y="409"/>
                          <a:ext cx="232" cy="2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7362" name="矩形 57361"/>
          <p:cNvSpPr/>
          <p:nvPr/>
        </p:nvSpPr>
        <p:spPr>
          <a:xfrm>
            <a:off x="838200" y="5410200"/>
            <a:ext cx="7791450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</a:rPr>
              <a:t>的 </a:t>
            </a:r>
            <a:r>
              <a:rPr lang="en-US" altLang="zh-CN" i="1">
                <a:latin typeface="Times New Roman" panose="02020603050405020304" pitchFamily="18" charset="0"/>
              </a:rPr>
              <a:t>n </a:t>
            </a:r>
            <a:r>
              <a:rPr lang="zh-CN" altLang="en-US" dirty="0">
                <a:latin typeface="Times New Roman" panose="02020603050405020304" pitchFamily="18" charset="0"/>
              </a:rPr>
              <a:t>阶导数</a:t>
            </a:r>
            <a:r>
              <a:rPr lang="en-US" altLang="zh-CN" dirty="0">
                <a:latin typeface="Times New Roman" panose="02020603050405020304" pitchFamily="18" charset="0"/>
              </a:rPr>
              <a:t>.   </a:t>
            </a:r>
            <a:r>
              <a:rPr lang="zh-CN" altLang="en-US" dirty="0">
                <a:latin typeface="Times New Roman" panose="02020603050405020304" pitchFamily="18" charset="0"/>
              </a:rPr>
              <a:t>二阶及二阶以上导数称为高阶导数</a:t>
            </a:r>
            <a:r>
              <a:rPr lang="en-US" altLang="zh-CN">
                <a:latin typeface="Times New Roman" panose="02020603050405020304" pitchFamily="18" charset="0"/>
              </a:rPr>
              <a:t>.</a:t>
            </a:r>
          </a:p>
        </p:txBody>
      </p:sp>
      <p:grpSp>
        <p:nvGrpSpPr>
          <p:cNvPr id="57364" name="组合 57363"/>
          <p:cNvGrpSpPr/>
          <p:nvPr/>
        </p:nvGrpSpPr>
        <p:grpSpPr>
          <a:xfrm>
            <a:off x="838200" y="3838575"/>
            <a:ext cx="7837488" cy="733425"/>
            <a:chOff x="528" y="2418"/>
            <a:chExt cx="4937" cy="462"/>
          </a:xfrm>
        </p:grpSpPr>
        <p:graphicFrame>
          <p:nvGraphicFramePr>
            <p:cNvPr id="57353" name="对象 57352"/>
            <p:cNvGraphicFramePr/>
            <p:nvPr/>
          </p:nvGraphicFramePr>
          <p:xfrm>
            <a:off x="3651" y="2577"/>
            <a:ext cx="1112" cy="2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16" r:id="rId13" imgW="1765300" imgH="419100" progId="Equation.3">
                    <p:embed/>
                  </p:oleObj>
                </mc:Choice>
                <mc:Fallback>
                  <p:oleObj r:id="rId13" imgW="1765300" imgH="419100" progId="Equation.3">
                    <p:embed/>
                    <p:pic>
                      <p:nvPicPr>
                        <p:cNvPr id="0" name="图片 3107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3651" y="2577"/>
                          <a:ext cx="1112" cy="26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7354" name="对象 57353"/>
            <p:cNvGraphicFramePr/>
            <p:nvPr/>
          </p:nvGraphicFramePr>
          <p:xfrm>
            <a:off x="4841" y="2592"/>
            <a:ext cx="624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17" r:id="rId15" imgW="989965" imgH="381000" progId="Equation.3">
                    <p:embed/>
                  </p:oleObj>
                </mc:Choice>
                <mc:Fallback>
                  <p:oleObj r:id="rId15" imgW="989965" imgH="381000" progId="Equation.3">
                    <p:embed/>
                    <p:pic>
                      <p:nvPicPr>
                        <p:cNvPr id="0" name="图片 3108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4841" y="2592"/>
                          <a:ext cx="624" cy="24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7363" name="矩形 57362"/>
            <p:cNvSpPr/>
            <p:nvPr/>
          </p:nvSpPr>
          <p:spPr>
            <a:xfrm>
              <a:off x="528" y="2418"/>
              <a:ext cx="3127" cy="46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>
                <a:lnSpc>
                  <a:spcPct val="150000"/>
                </a:lnSpc>
                <a:spcBef>
                  <a:spcPct val="50000"/>
                </a:spcBef>
              </a:pPr>
              <a:r>
                <a:rPr lang="zh-CN" altLang="en-US" dirty="0">
                  <a:latin typeface="Times New Roman" panose="02020603050405020304" pitchFamily="18" charset="0"/>
                </a:rPr>
                <a:t>一个定义在  </a:t>
              </a:r>
              <a:r>
                <a:rPr lang="en-US" altLang="zh-CN" i="1">
                  <a:latin typeface="Times New Roman" panose="02020603050405020304" pitchFamily="18" charset="0"/>
                </a:rPr>
                <a:t>I </a:t>
              </a:r>
              <a:r>
                <a:rPr lang="zh-CN" altLang="en-US" dirty="0">
                  <a:latin typeface="Times New Roman" panose="02020603050405020304" pitchFamily="18" charset="0"/>
                </a:rPr>
                <a:t>上的二阶导函数</a:t>
              </a:r>
              <a:r>
                <a:rPr lang="en-US" altLang="zh-CN">
                  <a:latin typeface="Times New Roman" panose="02020603050405020304" pitchFamily="18" charset="0"/>
                </a:rPr>
                <a:t>,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57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57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57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7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57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57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000"/>
                                        <p:tgtEl>
                                          <p:spTgt spid="57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000"/>
                                        <p:tgtEl>
                                          <p:spTgt spid="57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50" grpId="0"/>
      <p:bldP spid="57352" grpId="0"/>
      <p:bldP spid="57355" grpId="0"/>
      <p:bldP spid="5736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8" name="文本框 17417"/>
          <p:cNvSpPr txBox="1"/>
          <p:nvPr/>
        </p:nvSpPr>
        <p:spPr>
          <a:xfrm>
            <a:off x="827088" y="2565400"/>
            <a:ext cx="27432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i="1">
                <a:latin typeface="Times New Roman" panose="02020603050405020304" pitchFamily="18" charset="0"/>
              </a:rPr>
              <a:t>n </a:t>
            </a:r>
            <a:r>
              <a:rPr lang="zh-CN" altLang="en-US" dirty="0">
                <a:latin typeface="Times New Roman" panose="02020603050405020304" pitchFamily="18" charset="0"/>
              </a:rPr>
              <a:t>阶导函数记作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graphicFrame>
        <p:nvGraphicFramePr>
          <p:cNvPr id="17420" name="对象 17419"/>
          <p:cNvGraphicFramePr/>
          <p:nvPr/>
        </p:nvGraphicFramePr>
        <p:xfrm>
          <a:off x="938213" y="679450"/>
          <a:ext cx="5346700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3" r:id="rId3" imgW="5344160" imgH="444500" progId="Equation.DSMT4">
                  <p:embed/>
                </p:oleObj>
              </mc:Choice>
              <mc:Fallback>
                <p:oleObj r:id="rId3" imgW="5344160" imgH="444500" progId="Equation.DSMT4">
                  <p:embed/>
                  <p:pic>
                    <p:nvPicPr>
                      <p:cNvPr id="0" name="图片 310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38213" y="679450"/>
                        <a:ext cx="5346700" cy="4429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21" name="对象 17420"/>
          <p:cNvGraphicFramePr/>
          <p:nvPr/>
        </p:nvGraphicFramePr>
        <p:xfrm>
          <a:off x="1746250" y="1268413"/>
          <a:ext cx="6402388" cy="1155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4" r:id="rId5" imgW="6400800" imgH="1155700" progId="Equation.DSMT4">
                  <p:embed/>
                </p:oleObj>
              </mc:Choice>
              <mc:Fallback>
                <p:oleObj r:id="rId5" imgW="6400800" imgH="1155700" progId="Equation.DSMT4">
                  <p:embed/>
                  <p:pic>
                    <p:nvPicPr>
                      <p:cNvPr id="0" name="图片 3098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746250" y="1268413"/>
                        <a:ext cx="6402388" cy="1155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27" name="对象 17426"/>
          <p:cNvGraphicFramePr/>
          <p:nvPr/>
        </p:nvGraphicFramePr>
        <p:xfrm>
          <a:off x="1416050" y="3087688"/>
          <a:ext cx="64262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5" r:id="rId7" imgW="6423660" imgH="989965" progId="Equation.DSMT4">
                  <p:embed/>
                </p:oleObj>
              </mc:Choice>
              <mc:Fallback>
                <p:oleObj r:id="rId7" imgW="6423660" imgH="989965" progId="Equation.DSMT4">
                  <p:embed/>
                  <p:pic>
                    <p:nvPicPr>
                      <p:cNvPr id="0" name="图片 3099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416050" y="3087688"/>
                        <a:ext cx="6426200" cy="990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434" name="组合 17433"/>
          <p:cNvGrpSpPr/>
          <p:nvPr/>
        </p:nvGrpSpPr>
        <p:grpSpPr>
          <a:xfrm>
            <a:off x="857250" y="4075113"/>
            <a:ext cx="7853363" cy="990600"/>
            <a:chOff x="540" y="2567"/>
            <a:chExt cx="4947" cy="624"/>
          </a:xfrm>
        </p:grpSpPr>
        <p:graphicFrame>
          <p:nvGraphicFramePr>
            <p:cNvPr id="17424" name="对象 17423"/>
            <p:cNvGraphicFramePr/>
            <p:nvPr/>
          </p:nvGraphicFramePr>
          <p:xfrm>
            <a:off x="1797" y="2618"/>
            <a:ext cx="1536" cy="5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36" r:id="rId9" imgW="2438400" imgH="838200" progId="Equation.DSMT4">
                    <p:embed/>
                  </p:oleObj>
                </mc:Choice>
                <mc:Fallback>
                  <p:oleObj r:id="rId9" imgW="2438400" imgH="838200" progId="Equation.DSMT4">
                    <p:embed/>
                    <p:pic>
                      <p:nvPicPr>
                        <p:cNvPr id="0" name="图片 3100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1797" y="2618"/>
                          <a:ext cx="1536" cy="52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25" name="文本框 17424"/>
            <p:cNvSpPr txBox="1"/>
            <p:nvPr/>
          </p:nvSpPr>
          <p:spPr>
            <a:xfrm>
              <a:off x="3375" y="2691"/>
              <a:ext cx="211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dirty="0">
                  <a:latin typeface="Times New Roman" panose="02020603050405020304" pitchFamily="18" charset="0"/>
                </a:rPr>
                <a:t>意即对 </a:t>
              </a:r>
              <a:r>
                <a:rPr lang="en-US" altLang="zh-CN" i="1">
                  <a:latin typeface="Times New Roman" panose="02020603050405020304" pitchFamily="18" charset="0"/>
                </a:rPr>
                <a:t>y </a:t>
              </a:r>
              <a:r>
                <a:rPr lang="zh-CN" altLang="en-US" dirty="0">
                  <a:latin typeface="Times New Roman" panose="02020603050405020304" pitchFamily="18" charset="0"/>
                </a:rPr>
                <a:t>进行了</a:t>
              </a:r>
              <a:r>
                <a:rPr lang="en-US" altLang="zh-CN" i="1">
                  <a:latin typeface="Times New Roman" panose="02020603050405020304" pitchFamily="18" charset="0"/>
                </a:rPr>
                <a:t>n </a:t>
              </a:r>
              <a:r>
                <a:rPr lang="zh-CN" altLang="en-US">
                  <a:latin typeface="Times New Roman" panose="02020603050405020304" pitchFamily="18" charset="0"/>
                </a:rPr>
                <a:t>次</a:t>
              </a:r>
            </a:p>
          </p:txBody>
        </p:sp>
        <p:graphicFrame>
          <p:nvGraphicFramePr>
            <p:cNvPr id="17428" name="对象 17427"/>
            <p:cNvGraphicFramePr/>
            <p:nvPr/>
          </p:nvGraphicFramePr>
          <p:xfrm>
            <a:off x="540" y="2567"/>
            <a:ext cx="1288" cy="6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37" r:id="rId11" imgW="2044065" imgH="989965" progId="Equation.DSMT4">
                    <p:embed/>
                  </p:oleObj>
                </mc:Choice>
                <mc:Fallback>
                  <p:oleObj r:id="rId11" imgW="2044065" imgH="989965" progId="Equation.DSMT4">
                    <p:embed/>
                    <p:pic>
                      <p:nvPicPr>
                        <p:cNvPr id="0" name="图片 3101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540" y="2567"/>
                          <a:ext cx="1288" cy="62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7433" name="组合 17432"/>
          <p:cNvGrpSpPr/>
          <p:nvPr/>
        </p:nvGrpSpPr>
        <p:grpSpPr>
          <a:xfrm>
            <a:off x="906463" y="5157788"/>
            <a:ext cx="5480050" cy="838200"/>
            <a:chOff x="571" y="3249"/>
            <a:chExt cx="3452" cy="528"/>
          </a:xfrm>
        </p:grpSpPr>
        <p:graphicFrame>
          <p:nvGraphicFramePr>
            <p:cNvPr id="17426" name="对象 17425"/>
            <p:cNvGraphicFramePr/>
            <p:nvPr/>
          </p:nvGraphicFramePr>
          <p:xfrm>
            <a:off x="571" y="3249"/>
            <a:ext cx="1536" cy="5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38" r:id="rId13" imgW="2438400" imgH="838200" progId="Equation.DSMT4">
                    <p:embed/>
                  </p:oleObj>
                </mc:Choice>
                <mc:Fallback>
                  <p:oleObj r:id="rId13" imgW="2438400" imgH="838200" progId="Equation.DSMT4">
                    <p:embed/>
                    <p:pic>
                      <p:nvPicPr>
                        <p:cNvPr id="0" name="图片 3102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571" y="3249"/>
                          <a:ext cx="1536" cy="52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30" name="文本框 17429"/>
            <p:cNvSpPr txBox="1"/>
            <p:nvPr/>
          </p:nvSpPr>
          <p:spPr>
            <a:xfrm>
              <a:off x="2118" y="3340"/>
              <a:ext cx="190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>
                  <a:latin typeface="Times New Roman" panose="02020603050405020304" pitchFamily="18" charset="0"/>
                  <a:ea typeface="华文新魏" pitchFamily="2" charset="-122"/>
                </a:rPr>
                <a:t>( </a:t>
              </a:r>
              <a:r>
                <a:rPr lang="zh-CN" altLang="en-US" dirty="0">
                  <a:latin typeface="Times New Roman" panose="02020603050405020304" pitchFamily="18" charset="0"/>
                </a:rPr>
                <a:t>看作一个算符</a:t>
              </a:r>
              <a:r>
                <a:rPr lang="zh-CN" altLang="en-US">
                  <a:latin typeface="Times New Roman" panose="02020603050405020304" pitchFamily="18" charset="0"/>
                  <a:ea typeface="华文新魏" pitchFamily="2" charset="-122"/>
                </a:rPr>
                <a:t> </a:t>
              </a:r>
              <a:r>
                <a:rPr lang="en-US" altLang="zh-CN">
                  <a:latin typeface="Times New Roman" panose="02020603050405020304" pitchFamily="18" charset="0"/>
                  <a:ea typeface="华文新魏" pitchFamily="2" charset="-122"/>
                </a:rPr>
                <a:t>).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7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17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7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17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17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17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7" name="文本框 18436"/>
          <p:cNvSpPr txBox="1"/>
          <p:nvPr/>
        </p:nvSpPr>
        <p:spPr>
          <a:xfrm>
            <a:off x="828675" y="642938"/>
            <a:ext cx="5038725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</a:rPr>
              <a:t>1  </a:t>
            </a:r>
            <a:r>
              <a:rPr lang="zh-CN" altLang="en-US" dirty="0">
                <a:latin typeface="Times New Roman" panose="02020603050405020304" pitchFamily="18" charset="0"/>
              </a:rPr>
              <a:t>求下列函数的各阶导数</a:t>
            </a:r>
            <a:r>
              <a:rPr lang="en-US" altLang="zh-CN">
                <a:latin typeface="Times New Roman" panose="02020603050405020304" pitchFamily="18" charset="0"/>
              </a:rPr>
              <a:t>:</a:t>
            </a:r>
          </a:p>
        </p:txBody>
      </p:sp>
      <p:grpSp>
        <p:nvGrpSpPr>
          <p:cNvPr id="18458" name="组合 18457"/>
          <p:cNvGrpSpPr/>
          <p:nvPr/>
        </p:nvGrpSpPr>
        <p:grpSpPr>
          <a:xfrm>
            <a:off x="914400" y="1358900"/>
            <a:ext cx="5499100" cy="482600"/>
            <a:chOff x="576" y="856"/>
            <a:chExt cx="3464" cy="304"/>
          </a:xfrm>
        </p:grpSpPr>
        <p:graphicFrame>
          <p:nvGraphicFramePr>
            <p:cNvPr id="18439" name="对象 18438"/>
            <p:cNvGraphicFramePr/>
            <p:nvPr/>
          </p:nvGraphicFramePr>
          <p:xfrm>
            <a:off x="576" y="856"/>
            <a:ext cx="2192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63" r:id="rId3" imgW="3479800" imgH="469900" progId="Equation.3">
                    <p:embed/>
                  </p:oleObj>
                </mc:Choice>
                <mc:Fallback>
                  <p:oleObj r:id="rId3" imgW="3479800" imgH="469900" progId="Equation.3">
                    <p:embed/>
                    <p:pic>
                      <p:nvPicPr>
                        <p:cNvPr id="0" name="图片 3120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576" y="856"/>
                          <a:ext cx="2192" cy="29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40" name="对象 18439"/>
            <p:cNvGraphicFramePr/>
            <p:nvPr/>
          </p:nvGraphicFramePr>
          <p:xfrm>
            <a:off x="3072" y="864"/>
            <a:ext cx="968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64" r:id="rId5" imgW="1536700" imgH="469900" progId="Equation.3">
                    <p:embed/>
                  </p:oleObj>
                </mc:Choice>
                <mc:Fallback>
                  <p:oleObj r:id="rId5" imgW="1536700" imgH="469900" progId="Equation.3">
                    <p:embed/>
                    <p:pic>
                      <p:nvPicPr>
                        <p:cNvPr id="0" name="图片 3116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072" y="864"/>
                          <a:ext cx="968" cy="29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8444" name="对象 18443"/>
          <p:cNvGraphicFramePr/>
          <p:nvPr/>
        </p:nvGraphicFramePr>
        <p:xfrm>
          <a:off x="2308225" y="3357563"/>
          <a:ext cx="3848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5" r:id="rId7" imgW="3848100" imgH="469900" progId="Equation.3">
                  <p:embed/>
                </p:oleObj>
              </mc:Choice>
              <mc:Fallback>
                <p:oleObj r:id="rId7" imgW="3848100" imgH="469900" progId="Equation.3">
                  <p:embed/>
                  <p:pic>
                    <p:nvPicPr>
                      <p:cNvPr id="0" name="图片 3117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308225" y="3357563"/>
                        <a:ext cx="3848100" cy="469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457" name="组合 18456"/>
          <p:cNvGrpSpPr/>
          <p:nvPr/>
        </p:nvGrpSpPr>
        <p:grpSpPr>
          <a:xfrm>
            <a:off x="925513" y="2122488"/>
            <a:ext cx="5710237" cy="403225"/>
            <a:chOff x="583" y="1337"/>
            <a:chExt cx="3597" cy="254"/>
          </a:xfrm>
        </p:grpSpPr>
        <p:graphicFrame>
          <p:nvGraphicFramePr>
            <p:cNvPr id="18441" name="对象 18440"/>
            <p:cNvGraphicFramePr/>
            <p:nvPr/>
          </p:nvGraphicFramePr>
          <p:xfrm>
            <a:off x="583" y="1344"/>
            <a:ext cx="2096" cy="2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66" r:id="rId9" imgW="3326130" imgH="393700" progId="Equation.3">
                    <p:embed/>
                  </p:oleObj>
                </mc:Choice>
                <mc:Fallback>
                  <p:oleObj r:id="rId9" imgW="3326130" imgH="393700" progId="Equation.3">
                    <p:embed/>
                    <p:pic>
                      <p:nvPicPr>
                        <p:cNvPr id="0" name="图片 3115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583" y="1344"/>
                          <a:ext cx="2096" cy="24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46" name="对象 18445"/>
            <p:cNvGraphicFramePr/>
            <p:nvPr/>
          </p:nvGraphicFramePr>
          <p:xfrm>
            <a:off x="3076" y="1337"/>
            <a:ext cx="1104" cy="2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67" r:id="rId11" imgW="1751965" imgH="393700" progId="Equation.3">
                    <p:embed/>
                  </p:oleObj>
                </mc:Choice>
                <mc:Fallback>
                  <p:oleObj r:id="rId11" imgW="1751965" imgH="393700" progId="Equation.3">
                    <p:embed/>
                    <p:pic>
                      <p:nvPicPr>
                        <p:cNvPr id="0" name="图片 3112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3076" y="1337"/>
                          <a:ext cx="1104" cy="24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8456" name="组合 18455"/>
          <p:cNvGrpSpPr/>
          <p:nvPr/>
        </p:nvGrpSpPr>
        <p:grpSpPr>
          <a:xfrm>
            <a:off x="828675" y="2652713"/>
            <a:ext cx="5903913" cy="519112"/>
            <a:chOff x="522" y="1671"/>
            <a:chExt cx="3719" cy="327"/>
          </a:xfrm>
        </p:grpSpPr>
        <p:sp>
          <p:nvSpPr>
            <p:cNvPr id="18443" name="文本框 18442"/>
            <p:cNvSpPr txBox="1"/>
            <p:nvPr/>
          </p:nvSpPr>
          <p:spPr>
            <a:xfrm>
              <a:off x="522" y="1671"/>
              <a:ext cx="28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>
                  <a:solidFill>
                    <a:srgbClr val="0000FF"/>
                  </a:solidFill>
                  <a:latin typeface="Times New Roman" panose="02020603050405020304" pitchFamily="18" charset="0"/>
                </a:rPr>
                <a:t>解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18449" name="对象 18448"/>
            <p:cNvGraphicFramePr/>
            <p:nvPr/>
          </p:nvGraphicFramePr>
          <p:xfrm>
            <a:off x="993" y="1688"/>
            <a:ext cx="3248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68" r:id="rId13" imgW="5156200" imgH="469900" progId="Equation.3">
                    <p:embed/>
                  </p:oleObj>
                </mc:Choice>
                <mc:Fallback>
                  <p:oleObj r:id="rId13" imgW="5156200" imgH="469900" progId="Equation.3">
                    <p:embed/>
                    <p:pic>
                      <p:nvPicPr>
                        <p:cNvPr id="0" name="图片 3113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993" y="1688"/>
                          <a:ext cx="3248" cy="29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8451" name="对象 18450"/>
          <p:cNvGraphicFramePr/>
          <p:nvPr/>
        </p:nvGraphicFramePr>
        <p:xfrm>
          <a:off x="927100" y="4800600"/>
          <a:ext cx="28829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9" r:id="rId15" imgW="2881630" imgH="431800" progId="Equation.3">
                  <p:embed/>
                </p:oleObj>
              </mc:Choice>
              <mc:Fallback>
                <p:oleObj r:id="rId15" imgW="2881630" imgH="431800" progId="Equation.3">
                  <p:embed/>
                  <p:pic>
                    <p:nvPicPr>
                      <p:cNvPr id="0" name="图片 3118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927100" y="4800600"/>
                        <a:ext cx="2882900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53" name="对象 18452"/>
          <p:cNvGraphicFramePr/>
          <p:nvPr/>
        </p:nvGraphicFramePr>
        <p:xfrm>
          <a:off x="868363" y="4006850"/>
          <a:ext cx="7240587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0" r:id="rId17" imgW="7235825" imgH="495300" progId="Equation.DSMT4">
                  <p:embed/>
                </p:oleObj>
              </mc:Choice>
              <mc:Fallback>
                <p:oleObj r:id="rId17" imgW="7235825" imgH="495300" progId="Equation.DSMT4">
                  <p:embed/>
                  <p:pic>
                    <p:nvPicPr>
                      <p:cNvPr id="0" name="图片 3114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868363" y="4006850"/>
                        <a:ext cx="7240587" cy="495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54" name="对象 18453"/>
          <p:cNvGraphicFramePr/>
          <p:nvPr/>
        </p:nvGraphicFramePr>
        <p:xfrm>
          <a:off x="2339975" y="5199063"/>
          <a:ext cx="35941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1" r:id="rId19" imgW="3594100" imgH="838200" progId="Equation.DSMT4">
                  <p:embed/>
                </p:oleObj>
              </mc:Choice>
              <mc:Fallback>
                <p:oleObj r:id="rId19" imgW="3594100" imgH="838200" progId="Equation.DSMT4">
                  <p:embed/>
                  <p:pic>
                    <p:nvPicPr>
                      <p:cNvPr id="0" name="图片 3111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2339975" y="5199063"/>
                        <a:ext cx="3594100" cy="838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8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8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8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18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18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18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18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18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462" name="对象 19461"/>
          <p:cNvGraphicFramePr/>
          <p:nvPr/>
        </p:nvGraphicFramePr>
        <p:xfrm>
          <a:off x="1763713" y="1398588"/>
          <a:ext cx="43942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9" r:id="rId3" imgW="4394200" imgH="838200" progId="Equation.DSMT4">
                  <p:embed/>
                </p:oleObj>
              </mc:Choice>
              <mc:Fallback>
                <p:oleObj r:id="rId3" imgW="4394200" imgH="838200" progId="Equation.DSMT4">
                  <p:embed/>
                  <p:pic>
                    <p:nvPicPr>
                      <p:cNvPr id="0" name="图片 311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63713" y="1398588"/>
                        <a:ext cx="4394200" cy="838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9472" name="组合 19471"/>
          <p:cNvGrpSpPr/>
          <p:nvPr/>
        </p:nvGrpSpPr>
        <p:grpSpPr>
          <a:xfrm>
            <a:off x="812800" y="2319338"/>
            <a:ext cx="6197600" cy="838200"/>
            <a:chOff x="528" y="1530"/>
            <a:chExt cx="3904" cy="528"/>
          </a:xfrm>
        </p:grpSpPr>
        <p:sp>
          <p:nvSpPr>
            <p:cNvPr id="19459" name="文本框 19458"/>
            <p:cNvSpPr txBox="1"/>
            <p:nvPr/>
          </p:nvSpPr>
          <p:spPr>
            <a:xfrm>
              <a:off x="528" y="1630"/>
              <a:ext cx="81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dirty="0">
                  <a:latin typeface="Times New Roman" panose="02020603050405020304" pitchFamily="18" charset="0"/>
                </a:rPr>
                <a:t>同理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19463" name="对象 19462"/>
            <p:cNvGraphicFramePr/>
            <p:nvPr/>
          </p:nvGraphicFramePr>
          <p:xfrm>
            <a:off x="1192" y="1530"/>
            <a:ext cx="3240" cy="5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80" r:id="rId5" imgW="5143500" imgH="838200" progId="Equation.DSMT4">
                    <p:embed/>
                  </p:oleObj>
                </mc:Choice>
                <mc:Fallback>
                  <p:oleObj r:id="rId5" imgW="5143500" imgH="838200" progId="Equation.DSMT4">
                    <p:embed/>
                    <p:pic>
                      <p:nvPicPr>
                        <p:cNvPr id="0" name="图片 3121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192" y="1530"/>
                          <a:ext cx="3240" cy="52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9464" name="对象 19463"/>
          <p:cNvGraphicFramePr/>
          <p:nvPr/>
        </p:nvGraphicFramePr>
        <p:xfrm>
          <a:off x="900113" y="3354388"/>
          <a:ext cx="52959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1" r:id="rId7" imgW="5295900" imgH="838200" progId="Equation.3">
                  <p:embed/>
                </p:oleObj>
              </mc:Choice>
              <mc:Fallback>
                <p:oleObj r:id="rId7" imgW="5295900" imgH="838200" progId="Equation.3">
                  <p:embed/>
                  <p:pic>
                    <p:nvPicPr>
                      <p:cNvPr id="0" name="图片 3122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900113" y="3354388"/>
                        <a:ext cx="5295900" cy="838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8" name="对象 19467"/>
          <p:cNvGraphicFramePr/>
          <p:nvPr/>
        </p:nvGraphicFramePr>
        <p:xfrm>
          <a:off x="1979613" y="4411663"/>
          <a:ext cx="31242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2" r:id="rId9" imgW="3124200" imgH="889000" progId="Equation.3">
                  <p:embed/>
                </p:oleObj>
              </mc:Choice>
              <mc:Fallback>
                <p:oleObj r:id="rId9" imgW="3124200" imgH="889000" progId="Equation.3">
                  <p:embed/>
                  <p:pic>
                    <p:nvPicPr>
                      <p:cNvPr id="0" name="图片 3109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979613" y="4411663"/>
                        <a:ext cx="3124200" cy="889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70" name="对象 19469"/>
          <p:cNvGraphicFramePr/>
          <p:nvPr/>
        </p:nvGraphicFramePr>
        <p:xfrm>
          <a:off x="1692275" y="476250"/>
          <a:ext cx="54737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3" r:id="rId11" imgW="5473700" imgH="838200" progId="Equation.DSMT4">
                  <p:embed/>
                </p:oleObj>
              </mc:Choice>
              <mc:Fallback>
                <p:oleObj r:id="rId11" imgW="5473700" imgH="838200" progId="Equation.DSMT4">
                  <p:embed/>
                  <p:pic>
                    <p:nvPicPr>
                      <p:cNvPr id="0" name="图片 3110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692275" y="476250"/>
                        <a:ext cx="5473700" cy="838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73" name="文本框 19472"/>
          <p:cNvSpPr txBox="1"/>
          <p:nvPr/>
        </p:nvSpPr>
        <p:spPr>
          <a:xfrm>
            <a:off x="809625" y="5430838"/>
            <a:ext cx="7189788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</a:rPr>
              <a:t>高阶导数运算法则</a:t>
            </a:r>
            <a:r>
              <a:rPr lang="zh-CN" altLang="en-US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</a:rPr>
              <a:t>( </a:t>
            </a:r>
            <a:r>
              <a:rPr lang="zh-CN" altLang="en-US" dirty="0">
                <a:latin typeface="Times New Roman" panose="02020603050405020304" pitchFamily="18" charset="0"/>
              </a:rPr>
              <a:t>可用数学归纳法验证 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r>
              <a:rPr lang="zh-CN" altLang="en-US">
                <a:latin typeface="Times New Roman" panose="02020603050405020304" pitchFamily="18" charset="0"/>
              </a:rPr>
              <a:t>：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9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9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19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19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19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19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7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485" name="对象 20484"/>
          <p:cNvGraphicFramePr/>
          <p:nvPr/>
        </p:nvGraphicFramePr>
        <p:xfrm>
          <a:off x="4235450" y="2732088"/>
          <a:ext cx="3289300" cy="481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3" r:id="rId3" imgW="3288030" imgH="482600" progId="Equation.DSMT4">
                  <p:embed/>
                </p:oleObj>
              </mc:Choice>
              <mc:Fallback>
                <p:oleObj r:id="rId3" imgW="3288030" imgH="482600" progId="Equation.DSMT4">
                  <p:embed/>
                  <p:pic>
                    <p:nvPicPr>
                      <p:cNvPr id="0" name="图片 312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235450" y="2732088"/>
                        <a:ext cx="3289300" cy="4810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6" name="文本框 20485"/>
          <p:cNvSpPr txBox="1"/>
          <p:nvPr/>
        </p:nvSpPr>
        <p:spPr>
          <a:xfrm>
            <a:off x="4168775" y="3500438"/>
            <a:ext cx="45085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公式 </a:t>
            </a:r>
            <a:r>
              <a:rPr lang="en-US" altLang="zh-CN" dirty="0">
                <a:latin typeface="Times New Roman" panose="02020603050405020304" pitchFamily="18" charset="0"/>
              </a:rPr>
              <a:t>(2) </a:t>
            </a:r>
            <a:r>
              <a:rPr lang="zh-CN" altLang="en-US" dirty="0">
                <a:latin typeface="Times New Roman" panose="02020603050405020304" pitchFamily="18" charset="0"/>
              </a:rPr>
              <a:t>称为</a:t>
            </a: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</a:rPr>
              <a:t>莱布尼茨公式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</a:rPr>
              <a:t>.</a:t>
            </a:r>
          </a:p>
        </p:txBody>
      </p:sp>
      <p:grpSp>
        <p:nvGrpSpPr>
          <p:cNvPr id="20512" name="组合 20511"/>
          <p:cNvGrpSpPr/>
          <p:nvPr/>
        </p:nvGrpSpPr>
        <p:grpSpPr>
          <a:xfrm>
            <a:off x="796925" y="476250"/>
            <a:ext cx="7739063" cy="519113"/>
            <a:chOff x="545" y="845"/>
            <a:chExt cx="4875" cy="327"/>
          </a:xfrm>
        </p:grpSpPr>
        <p:sp>
          <p:nvSpPr>
            <p:cNvPr id="20483" name="文本框 20482"/>
            <p:cNvSpPr txBox="1"/>
            <p:nvPr/>
          </p:nvSpPr>
          <p:spPr>
            <a:xfrm>
              <a:off x="545" y="845"/>
              <a:ext cx="76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dirty="0">
                  <a:latin typeface="Times New Roman" panose="02020603050405020304" pitchFamily="18" charset="0"/>
                </a:rPr>
                <a:t>加法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20487" name="对象 20486"/>
            <p:cNvGraphicFramePr/>
            <p:nvPr/>
          </p:nvGraphicFramePr>
          <p:xfrm>
            <a:off x="1147" y="863"/>
            <a:ext cx="4273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04" r:id="rId5" imgW="6781800" imgH="469900" progId="Equation.3">
                    <p:embed/>
                  </p:oleObj>
                </mc:Choice>
                <mc:Fallback>
                  <p:oleObj r:id="rId5" imgW="6781800" imgH="469900" progId="Equation.3">
                    <p:embed/>
                    <p:pic>
                      <p:nvPicPr>
                        <p:cNvPr id="0" name="图片 3128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147" y="863"/>
                          <a:ext cx="4273" cy="29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0511" name="组合 20510"/>
          <p:cNvGrpSpPr/>
          <p:nvPr/>
        </p:nvGrpSpPr>
        <p:grpSpPr>
          <a:xfrm>
            <a:off x="758825" y="1162050"/>
            <a:ext cx="6332538" cy="519113"/>
            <a:chOff x="521" y="1277"/>
            <a:chExt cx="3989" cy="327"/>
          </a:xfrm>
        </p:grpSpPr>
        <p:sp>
          <p:nvSpPr>
            <p:cNvPr id="20484" name="文本框 20483"/>
            <p:cNvSpPr txBox="1"/>
            <p:nvPr/>
          </p:nvSpPr>
          <p:spPr>
            <a:xfrm>
              <a:off x="521" y="1277"/>
              <a:ext cx="86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dirty="0">
                  <a:latin typeface="Times New Roman" panose="02020603050405020304" pitchFamily="18" charset="0"/>
                </a:rPr>
                <a:t>乘法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20488" name="对象 20487"/>
            <p:cNvGraphicFramePr/>
            <p:nvPr/>
          </p:nvGraphicFramePr>
          <p:xfrm>
            <a:off x="1150" y="1291"/>
            <a:ext cx="3360" cy="3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05" r:id="rId7" imgW="5331460" imgH="495300" progId="Equation.DSMT4">
                    <p:embed/>
                  </p:oleObj>
                </mc:Choice>
                <mc:Fallback>
                  <p:oleObj r:id="rId7" imgW="5331460" imgH="495300" progId="Equation.DSMT4">
                    <p:embed/>
                    <p:pic>
                      <p:nvPicPr>
                        <p:cNvPr id="0" name="图片 3129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150" y="1291"/>
                          <a:ext cx="3360" cy="31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0510" name="组合 20509"/>
          <p:cNvGrpSpPr/>
          <p:nvPr/>
        </p:nvGrpSpPr>
        <p:grpSpPr>
          <a:xfrm>
            <a:off x="1200150" y="1627188"/>
            <a:ext cx="7326313" cy="952500"/>
            <a:chOff x="799" y="1570"/>
            <a:chExt cx="4615" cy="600"/>
          </a:xfrm>
        </p:grpSpPr>
        <p:graphicFrame>
          <p:nvGraphicFramePr>
            <p:cNvPr id="20490" name="对象 20489"/>
            <p:cNvGraphicFramePr/>
            <p:nvPr/>
          </p:nvGraphicFramePr>
          <p:xfrm>
            <a:off x="3222" y="1570"/>
            <a:ext cx="2192" cy="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06" r:id="rId9" imgW="3478530" imgH="951865" progId="Equation.DSMT4">
                    <p:embed/>
                  </p:oleObj>
                </mc:Choice>
                <mc:Fallback>
                  <p:oleObj r:id="rId9" imgW="3478530" imgH="951865" progId="Equation.DSMT4">
                    <p:embed/>
                    <p:pic>
                      <p:nvPicPr>
                        <p:cNvPr id="0" name="图片 3134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3222" y="1570"/>
                          <a:ext cx="2192" cy="6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02" name="对象 20501"/>
            <p:cNvGraphicFramePr/>
            <p:nvPr/>
          </p:nvGraphicFramePr>
          <p:xfrm>
            <a:off x="799" y="1706"/>
            <a:ext cx="2368" cy="3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07" r:id="rId11" imgW="3757295" imgH="495300" progId="Equation.DSMT4">
                    <p:embed/>
                  </p:oleObj>
                </mc:Choice>
                <mc:Fallback>
                  <p:oleObj r:id="rId11" imgW="3757295" imgH="495300" progId="Equation.DSMT4">
                    <p:embed/>
                    <p:pic>
                      <p:nvPicPr>
                        <p:cNvPr id="0" name="图片 3126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799" y="1706"/>
                          <a:ext cx="2368" cy="31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0520" name="组合 20519"/>
          <p:cNvGrpSpPr/>
          <p:nvPr/>
        </p:nvGrpSpPr>
        <p:grpSpPr>
          <a:xfrm>
            <a:off x="900113" y="2709863"/>
            <a:ext cx="4392612" cy="3230562"/>
            <a:chOff x="567" y="1707"/>
            <a:chExt cx="2767" cy="2035"/>
          </a:xfrm>
        </p:grpSpPr>
        <p:pic>
          <p:nvPicPr>
            <p:cNvPr id="20516" name="图片 20515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1038" y="1707"/>
              <a:ext cx="1252" cy="18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0517" name="文本框 20516"/>
            <p:cNvSpPr txBox="1"/>
            <p:nvPr/>
          </p:nvSpPr>
          <p:spPr>
            <a:xfrm>
              <a:off x="567" y="3430"/>
              <a:ext cx="2767" cy="312"/>
            </a:xfrm>
            <a:prstGeom prst="rect">
              <a:avLst/>
            </a:prstGeom>
            <a:solidFill>
              <a:srgbClr val="CCFFCC"/>
            </a:solidFill>
            <a:ln w="9525" cap="flat" cmpd="sng">
              <a:solidFill>
                <a:srgbClr val="00808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pPr algn="ctr">
                <a:buClrTx/>
              </a:pPr>
              <a:r>
                <a:rPr lang="zh-CN" altLang="en-US" sz="1800" dirty="0">
                  <a:latin typeface="Times New Roman" panose="02020603050405020304" pitchFamily="18" charset="0"/>
                </a:rPr>
                <a:t>莱布尼茨</a:t>
              </a:r>
              <a:r>
                <a:rPr lang="en-US" altLang="zh-CN" sz="1800" err="1">
                  <a:latin typeface="Times New Roman" panose="02020603050405020304" pitchFamily="18" charset="0"/>
                </a:rPr>
                <a:t>( Leibniz,G.W</a:t>
              </a:r>
              <a:r>
                <a:rPr lang="en-US" altLang="zh-CN" sz="1800">
                  <a:latin typeface="Times New Roman" panose="02020603050405020304" pitchFamily="18" charset="0"/>
                </a:rPr>
                <a:t>.</a:t>
              </a:r>
              <a:r>
                <a:rPr lang="en-US" altLang="zh-CN" sz="2400">
                  <a:latin typeface="Rage Italic" pitchFamily="66" charset="0"/>
                </a:rPr>
                <a:t> </a:t>
              </a:r>
              <a:r>
                <a:rPr lang="en-US" altLang="zh-CN" sz="1800" dirty="0">
                  <a:latin typeface="Times New Roman" panose="02020603050405020304" pitchFamily="18" charset="0"/>
                </a:rPr>
                <a:t>1646-1716, </a:t>
              </a:r>
              <a:r>
                <a:rPr lang="zh-CN" altLang="en-US" sz="1800" dirty="0">
                  <a:latin typeface="Times New Roman" panose="02020603050405020304" pitchFamily="18" charset="0"/>
                </a:rPr>
                <a:t>德国 </a:t>
              </a:r>
              <a:r>
                <a:rPr lang="en-US" altLang="zh-CN" sz="1800">
                  <a:latin typeface="Times New Roman" panose="02020603050405020304" pitchFamily="18" charset="0"/>
                </a:rPr>
                <a:t>)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0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20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20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20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20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20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495" name="组合 63494"/>
          <p:cNvGrpSpPr/>
          <p:nvPr/>
        </p:nvGrpSpPr>
        <p:grpSpPr>
          <a:xfrm>
            <a:off x="755650" y="584200"/>
            <a:ext cx="5068888" cy="547688"/>
            <a:chOff x="519" y="2546"/>
            <a:chExt cx="3193" cy="345"/>
          </a:xfrm>
        </p:grpSpPr>
        <p:sp>
          <p:nvSpPr>
            <p:cNvPr id="63496" name="文本框 63495"/>
            <p:cNvSpPr txBox="1"/>
            <p:nvPr/>
          </p:nvSpPr>
          <p:spPr>
            <a:xfrm>
              <a:off x="519" y="2564"/>
              <a:ext cx="81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>
                  <a:solidFill>
                    <a:srgbClr val="0000FF"/>
                  </a:solidFill>
                  <a:latin typeface="Times New Roman" panose="02020603050405020304" pitchFamily="18" charset="0"/>
                </a:rPr>
                <a:t>例</a:t>
              </a:r>
              <a:r>
                <a:rPr lang="en-US" altLang="zh-CN">
                  <a:solidFill>
                    <a:srgbClr val="0000FF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63497" name="对象 63496"/>
            <p:cNvGraphicFramePr/>
            <p:nvPr/>
          </p:nvGraphicFramePr>
          <p:xfrm>
            <a:off x="1052" y="2546"/>
            <a:ext cx="2660" cy="3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31" r:id="rId3" imgW="4074795" imgH="482600" progId="Equation.DSMT4">
                    <p:embed/>
                  </p:oleObj>
                </mc:Choice>
                <mc:Fallback>
                  <p:oleObj r:id="rId3" imgW="4074795" imgH="482600" progId="Equation.DSMT4">
                    <p:embed/>
                    <p:pic>
                      <p:nvPicPr>
                        <p:cNvPr id="0" name="图片 3123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052" y="2546"/>
                          <a:ext cx="2660" cy="30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3498" name="组合 63497"/>
          <p:cNvGrpSpPr/>
          <p:nvPr/>
        </p:nvGrpSpPr>
        <p:grpSpPr>
          <a:xfrm>
            <a:off x="758825" y="1057275"/>
            <a:ext cx="7494588" cy="787400"/>
            <a:chOff x="478" y="2349"/>
            <a:chExt cx="4721" cy="496"/>
          </a:xfrm>
        </p:grpSpPr>
        <p:sp>
          <p:nvSpPr>
            <p:cNvPr id="63499" name="文本框 63498"/>
            <p:cNvSpPr txBox="1"/>
            <p:nvPr/>
          </p:nvSpPr>
          <p:spPr>
            <a:xfrm>
              <a:off x="478" y="2433"/>
              <a:ext cx="76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>
                  <a:solidFill>
                    <a:srgbClr val="0000FF"/>
                  </a:solidFill>
                  <a:latin typeface="Times New Roman" panose="02020603050405020304" pitchFamily="18" charset="0"/>
                </a:rPr>
                <a:t>解一</a:t>
              </a:r>
            </a:p>
          </p:txBody>
        </p:sp>
        <p:graphicFrame>
          <p:nvGraphicFramePr>
            <p:cNvPr id="63500" name="对象 63499"/>
            <p:cNvGraphicFramePr/>
            <p:nvPr/>
          </p:nvGraphicFramePr>
          <p:xfrm>
            <a:off x="1113" y="2349"/>
            <a:ext cx="4086" cy="4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32" r:id="rId5" imgW="6489700" imgH="787400" progId="Equation.DSMT4">
                    <p:embed/>
                  </p:oleObj>
                </mc:Choice>
                <mc:Fallback>
                  <p:oleObj r:id="rId5" imgW="6489700" imgH="787400" progId="Equation.DSMT4">
                    <p:embed/>
                    <p:pic>
                      <p:nvPicPr>
                        <p:cNvPr id="0" name="图片 3130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113" y="2349"/>
                          <a:ext cx="4086" cy="49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3507" name="组合 63506"/>
          <p:cNvGrpSpPr/>
          <p:nvPr/>
        </p:nvGrpSpPr>
        <p:grpSpPr>
          <a:xfrm>
            <a:off x="1403350" y="1739900"/>
            <a:ext cx="6264275" cy="1544638"/>
            <a:chOff x="884" y="1096"/>
            <a:chExt cx="3946" cy="973"/>
          </a:xfrm>
        </p:grpSpPr>
        <p:graphicFrame>
          <p:nvGraphicFramePr>
            <p:cNvPr id="63501" name="对象 63500"/>
            <p:cNvGraphicFramePr/>
            <p:nvPr/>
          </p:nvGraphicFramePr>
          <p:xfrm>
            <a:off x="884" y="1096"/>
            <a:ext cx="2416" cy="4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33" r:id="rId7" imgW="3835400" imgH="787400" progId="Equation.DSMT4">
                    <p:embed/>
                  </p:oleObj>
                </mc:Choice>
                <mc:Fallback>
                  <p:oleObj r:id="rId7" imgW="3835400" imgH="787400" progId="Equation.DSMT4">
                    <p:embed/>
                    <p:pic>
                      <p:nvPicPr>
                        <p:cNvPr id="0" name="图片 3131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884" y="1096"/>
                          <a:ext cx="2416" cy="49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3502" name="对象 63501"/>
            <p:cNvGraphicFramePr/>
            <p:nvPr/>
          </p:nvGraphicFramePr>
          <p:xfrm>
            <a:off x="2006" y="1573"/>
            <a:ext cx="2824" cy="4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34" r:id="rId9" imgW="4483100" imgH="787400" progId="Equation.DSMT4">
                    <p:embed/>
                  </p:oleObj>
                </mc:Choice>
                <mc:Fallback>
                  <p:oleObj r:id="rId9" imgW="4483100" imgH="787400" progId="Equation.DSMT4">
                    <p:embed/>
                    <p:pic>
                      <p:nvPicPr>
                        <p:cNvPr id="0" name="图片 3132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2006" y="1573"/>
                          <a:ext cx="2824" cy="49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3504" name="对象 63503"/>
          <p:cNvGraphicFramePr/>
          <p:nvPr/>
        </p:nvGraphicFramePr>
        <p:xfrm>
          <a:off x="1770063" y="3289300"/>
          <a:ext cx="6148387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5" r:id="rId11" imgW="6146800" imgH="787400" progId="Equation.DSMT4">
                  <p:embed/>
                </p:oleObj>
              </mc:Choice>
              <mc:Fallback>
                <p:oleObj r:id="rId11" imgW="6146800" imgH="787400" progId="Equation.DSMT4">
                  <p:embed/>
                  <p:pic>
                    <p:nvPicPr>
                      <p:cNvPr id="0" name="图片 3124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770063" y="3289300"/>
                        <a:ext cx="6148387" cy="787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505" name="对象 63504"/>
          <p:cNvGraphicFramePr/>
          <p:nvPr/>
        </p:nvGraphicFramePr>
        <p:xfrm>
          <a:off x="1312863" y="4152900"/>
          <a:ext cx="6427787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6" r:id="rId13" imgW="6426200" imgH="787400" progId="Equation.DSMT4">
                  <p:embed/>
                </p:oleObj>
              </mc:Choice>
              <mc:Fallback>
                <p:oleObj r:id="rId13" imgW="6426200" imgH="787400" progId="Equation.DSMT4">
                  <p:embed/>
                  <p:pic>
                    <p:nvPicPr>
                      <p:cNvPr id="0" name="图片 3133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312863" y="4152900"/>
                        <a:ext cx="6427787" cy="787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506" name="对象 63505"/>
          <p:cNvGraphicFramePr/>
          <p:nvPr/>
        </p:nvGraphicFramePr>
        <p:xfrm>
          <a:off x="1016000" y="5018088"/>
          <a:ext cx="7227888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7" r:id="rId15" imgW="7226300" imgH="787400" progId="Equation.DSMT4">
                  <p:embed/>
                </p:oleObj>
              </mc:Choice>
              <mc:Fallback>
                <p:oleObj r:id="rId15" imgW="7226300" imgH="787400" progId="Equation.DSMT4">
                  <p:embed/>
                  <p:pic>
                    <p:nvPicPr>
                      <p:cNvPr id="0" name="图片 3125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016000" y="5018088"/>
                        <a:ext cx="7227888" cy="787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63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63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63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63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63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63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521" name="对象 21520"/>
          <p:cNvGraphicFramePr/>
          <p:nvPr/>
        </p:nvGraphicFramePr>
        <p:xfrm>
          <a:off x="2724150" y="1484313"/>
          <a:ext cx="52324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5" r:id="rId3" imgW="5232400" imgH="838200" progId="Equation.DSMT4">
                  <p:embed/>
                </p:oleObj>
              </mc:Choice>
              <mc:Fallback>
                <p:oleObj r:id="rId3" imgW="5232400" imgH="838200" progId="Equation.DSMT4">
                  <p:embed/>
                  <p:pic>
                    <p:nvPicPr>
                      <p:cNvPr id="0" name="图片 314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724150" y="1484313"/>
                        <a:ext cx="5232400" cy="838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22" name="对象 21521"/>
          <p:cNvGraphicFramePr/>
          <p:nvPr/>
        </p:nvGraphicFramePr>
        <p:xfrm>
          <a:off x="1403350" y="549275"/>
          <a:ext cx="4116388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6" r:id="rId5" imgW="4114800" imgH="838200" progId="Equation.DSMT4">
                  <p:embed/>
                </p:oleObj>
              </mc:Choice>
              <mc:Fallback>
                <p:oleObj r:id="rId5" imgW="4114800" imgH="838200" progId="Equation.DSMT4">
                  <p:embed/>
                  <p:pic>
                    <p:nvPicPr>
                      <p:cNvPr id="0" name="图片 313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403350" y="549275"/>
                        <a:ext cx="4116388" cy="838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1527" name="组合 21526"/>
          <p:cNvGrpSpPr/>
          <p:nvPr/>
        </p:nvGrpSpPr>
        <p:grpSpPr>
          <a:xfrm>
            <a:off x="827088" y="2527300"/>
            <a:ext cx="6297612" cy="519113"/>
            <a:chOff x="521" y="432"/>
            <a:chExt cx="3967" cy="327"/>
          </a:xfrm>
        </p:grpSpPr>
        <p:graphicFrame>
          <p:nvGraphicFramePr>
            <p:cNvPr id="21528" name="对象 21527"/>
            <p:cNvGraphicFramePr/>
            <p:nvPr/>
          </p:nvGraphicFramePr>
          <p:xfrm>
            <a:off x="1167" y="482"/>
            <a:ext cx="3321" cy="2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57" r:id="rId7" imgW="5267960" imgH="431800" progId="Equation.DSMT4">
                    <p:embed/>
                  </p:oleObj>
                </mc:Choice>
                <mc:Fallback>
                  <p:oleObj r:id="rId7" imgW="5267960" imgH="431800" progId="Equation.DSMT4">
                    <p:embed/>
                    <p:pic>
                      <p:nvPicPr>
                        <p:cNvPr id="0" name="图片 3139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167" y="482"/>
                          <a:ext cx="3321" cy="27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529" name="文本框 21528"/>
            <p:cNvSpPr txBox="1"/>
            <p:nvPr/>
          </p:nvSpPr>
          <p:spPr>
            <a:xfrm>
              <a:off x="521" y="432"/>
              <a:ext cx="76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>
                  <a:solidFill>
                    <a:srgbClr val="0000FF"/>
                  </a:solidFill>
                  <a:latin typeface="Times New Roman" panose="02020603050405020304" pitchFamily="18" charset="0"/>
                </a:rPr>
                <a:t>解二</a:t>
              </a:r>
            </a:p>
          </p:txBody>
        </p:sp>
      </p:grpSp>
      <p:graphicFrame>
        <p:nvGraphicFramePr>
          <p:cNvPr id="21530" name="对象 21529"/>
          <p:cNvGraphicFramePr/>
          <p:nvPr/>
        </p:nvGraphicFramePr>
        <p:xfrm>
          <a:off x="1785938" y="4062413"/>
          <a:ext cx="3302000" cy="809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8" r:id="rId9" imgW="3416300" imgH="838200" progId="Equation.DSMT4">
                  <p:embed/>
                </p:oleObj>
              </mc:Choice>
              <mc:Fallback>
                <p:oleObj r:id="rId9" imgW="3416300" imgH="838200" progId="Equation.DSMT4">
                  <p:embed/>
                  <p:pic>
                    <p:nvPicPr>
                      <p:cNvPr id="0" name="图片 3149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785938" y="4062413"/>
                        <a:ext cx="3302000" cy="8096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31" name="对象 21530"/>
          <p:cNvGraphicFramePr/>
          <p:nvPr/>
        </p:nvGraphicFramePr>
        <p:xfrm>
          <a:off x="1677988" y="4997450"/>
          <a:ext cx="3867150" cy="808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9" r:id="rId11" imgW="4000500" imgH="838200" progId="Equation.DSMT4">
                  <p:embed/>
                </p:oleObj>
              </mc:Choice>
              <mc:Fallback>
                <p:oleObj r:id="rId11" imgW="4000500" imgH="838200" progId="Equation.DSMT4">
                  <p:embed/>
                  <p:pic>
                    <p:nvPicPr>
                      <p:cNvPr id="0" name="图片 3150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677988" y="4997450"/>
                        <a:ext cx="3867150" cy="8080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1532" name="组合 21531"/>
          <p:cNvGrpSpPr/>
          <p:nvPr/>
        </p:nvGrpSpPr>
        <p:grpSpPr>
          <a:xfrm>
            <a:off x="827088" y="3165475"/>
            <a:ext cx="7015162" cy="838200"/>
            <a:chOff x="521" y="799"/>
            <a:chExt cx="4419" cy="528"/>
          </a:xfrm>
        </p:grpSpPr>
        <p:sp>
          <p:nvSpPr>
            <p:cNvPr id="21533" name="文本框 21532"/>
            <p:cNvSpPr txBox="1"/>
            <p:nvPr/>
          </p:nvSpPr>
          <p:spPr>
            <a:xfrm>
              <a:off x="521" y="890"/>
              <a:ext cx="76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>
                  <a:solidFill>
                    <a:srgbClr val="0000FF"/>
                  </a:solidFill>
                  <a:latin typeface="Times New Roman" panose="02020603050405020304" pitchFamily="18" charset="0"/>
                </a:rPr>
                <a:t>解三</a:t>
              </a:r>
            </a:p>
          </p:txBody>
        </p:sp>
        <p:graphicFrame>
          <p:nvGraphicFramePr>
            <p:cNvPr id="21534" name="对象 21533"/>
            <p:cNvGraphicFramePr/>
            <p:nvPr/>
          </p:nvGraphicFramePr>
          <p:xfrm>
            <a:off x="1202" y="905"/>
            <a:ext cx="1942" cy="2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60" r:id="rId13" imgW="3186430" imgH="482600" progId="Equation.DSMT4">
                    <p:embed/>
                  </p:oleObj>
                </mc:Choice>
                <mc:Fallback>
                  <p:oleObj r:id="rId13" imgW="3186430" imgH="482600" progId="Equation.DSMT4">
                    <p:embed/>
                    <p:pic>
                      <p:nvPicPr>
                        <p:cNvPr id="0" name="图片 3148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1202" y="905"/>
                          <a:ext cx="1942" cy="29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35" name="对象 21534"/>
            <p:cNvGraphicFramePr/>
            <p:nvPr/>
          </p:nvGraphicFramePr>
          <p:xfrm>
            <a:off x="3156" y="799"/>
            <a:ext cx="1784" cy="5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61" r:id="rId15" imgW="2832100" imgH="838200" progId="Equation.DSMT4">
                    <p:embed/>
                  </p:oleObj>
                </mc:Choice>
                <mc:Fallback>
                  <p:oleObj r:id="rId15" imgW="2832100" imgH="838200" progId="Equation.DSMT4">
                    <p:embed/>
                    <p:pic>
                      <p:nvPicPr>
                        <p:cNvPr id="0" name="图片 3140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3156" y="799"/>
                          <a:ext cx="1784" cy="52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1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1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21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21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21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21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3" name="文本框 22532"/>
          <p:cNvSpPr txBox="1"/>
          <p:nvPr/>
        </p:nvSpPr>
        <p:spPr>
          <a:xfrm>
            <a:off x="857250" y="2478088"/>
            <a:ext cx="424815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</a:rPr>
              <a:t>解  </a:t>
            </a:r>
            <a:r>
              <a:rPr lang="zh-CN" altLang="en-US" dirty="0">
                <a:latin typeface="Times New Roman" panose="02020603050405020304" pitchFamily="18" charset="0"/>
              </a:rPr>
              <a:t>分段函数要分段讨论</a:t>
            </a:r>
            <a:r>
              <a:rPr lang="en-US" altLang="zh-CN">
                <a:latin typeface="Times New Roman" panose="02020603050405020304" pitchFamily="18" charset="0"/>
              </a:rPr>
              <a:t>: </a:t>
            </a:r>
          </a:p>
        </p:txBody>
      </p:sp>
      <p:grpSp>
        <p:nvGrpSpPr>
          <p:cNvPr id="22554" name="组合 22553"/>
          <p:cNvGrpSpPr/>
          <p:nvPr/>
        </p:nvGrpSpPr>
        <p:grpSpPr>
          <a:xfrm>
            <a:off x="841375" y="620713"/>
            <a:ext cx="7848600" cy="1130300"/>
            <a:chOff x="530" y="391"/>
            <a:chExt cx="4944" cy="712"/>
          </a:xfrm>
        </p:grpSpPr>
        <p:sp>
          <p:nvSpPr>
            <p:cNvPr id="22530" name="文本框 22529"/>
            <p:cNvSpPr txBox="1"/>
            <p:nvPr/>
          </p:nvSpPr>
          <p:spPr>
            <a:xfrm>
              <a:off x="530" y="590"/>
              <a:ext cx="199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>
                  <a:solidFill>
                    <a:srgbClr val="0000FF"/>
                  </a:solidFill>
                  <a:latin typeface="Times New Roman" panose="02020603050405020304" pitchFamily="18" charset="0"/>
                </a:rPr>
                <a:t>例</a:t>
              </a:r>
              <a:r>
                <a:rPr lang="en-US" altLang="zh-CN">
                  <a:solidFill>
                    <a:srgbClr val="0000FF"/>
                  </a:solidFill>
                  <a:latin typeface="Times New Roman" panose="02020603050405020304" pitchFamily="18" charset="0"/>
                </a:rPr>
                <a:t>3  </a:t>
              </a:r>
              <a:r>
                <a:rPr lang="zh-CN" altLang="en-US" dirty="0">
                  <a:latin typeface="Times New Roman" panose="02020603050405020304" pitchFamily="18" charset="0"/>
                </a:rPr>
                <a:t>讨论分段函数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22532" name="文本框 22531"/>
            <p:cNvSpPr txBox="1"/>
            <p:nvPr/>
          </p:nvSpPr>
          <p:spPr>
            <a:xfrm>
              <a:off x="4612" y="573"/>
              <a:ext cx="86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dirty="0">
                  <a:latin typeface="Times New Roman" panose="02020603050405020304" pitchFamily="18" charset="0"/>
                </a:rPr>
                <a:t>的高阶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22540" name="对象 22539"/>
            <p:cNvGraphicFramePr/>
            <p:nvPr/>
          </p:nvGraphicFramePr>
          <p:xfrm>
            <a:off x="2478" y="391"/>
            <a:ext cx="2096" cy="7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75" r:id="rId3" imgW="3326130" imgH="1129665" progId="Equation.DSMT4">
                    <p:embed/>
                  </p:oleObj>
                </mc:Choice>
                <mc:Fallback>
                  <p:oleObj r:id="rId3" imgW="3326130" imgH="1129665" progId="Equation.DSMT4">
                    <p:embed/>
                    <p:pic>
                      <p:nvPicPr>
                        <p:cNvPr id="0" name="图片 3141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478" y="391"/>
                          <a:ext cx="2096" cy="71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2543" name="对象 22542"/>
          <p:cNvGraphicFramePr/>
          <p:nvPr/>
        </p:nvGraphicFramePr>
        <p:xfrm>
          <a:off x="922338" y="4594225"/>
          <a:ext cx="1676400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6" r:id="rId5" imgW="1676400" imgH="419100" progId="Equation.3">
                  <p:embed/>
                </p:oleObj>
              </mc:Choice>
              <mc:Fallback>
                <p:oleObj r:id="rId5" imgW="1676400" imgH="419100" progId="Equation.3">
                  <p:embed/>
                  <p:pic>
                    <p:nvPicPr>
                      <p:cNvPr id="0" name="图片 314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22338" y="4594225"/>
                        <a:ext cx="1676400" cy="415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2553" name="组合 22552"/>
          <p:cNvGrpSpPr/>
          <p:nvPr/>
        </p:nvGrpSpPr>
        <p:grpSpPr>
          <a:xfrm>
            <a:off x="1538288" y="3875088"/>
            <a:ext cx="6445250" cy="482600"/>
            <a:chOff x="969" y="2441"/>
            <a:chExt cx="4060" cy="304"/>
          </a:xfrm>
        </p:grpSpPr>
        <p:graphicFrame>
          <p:nvGraphicFramePr>
            <p:cNvPr id="22541" name="对象 22540"/>
            <p:cNvGraphicFramePr/>
            <p:nvPr/>
          </p:nvGraphicFramePr>
          <p:xfrm>
            <a:off x="2085" y="2441"/>
            <a:ext cx="2944" cy="3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77" r:id="rId7" imgW="4671695" imgH="482600" progId="Equation.DSMT4">
                    <p:embed/>
                  </p:oleObj>
                </mc:Choice>
                <mc:Fallback>
                  <p:oleObj r:id="rId7" imgW="4671695" imgH="482600" progId="Equation.DSMT4">
                    <p:embed/>
                    <p:pic>
                      <p:nvPicPr>
                        <p:cNvPr id="0" name="图片 3137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2085" y="2441"/>
                          <a:ext cx="2944" cy="30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44" name="对象 22543"/>
            <p:cNvGraphicFramePr/>
            <p:nvPr/>
          </p:nvGraphicFramePr>
          <p:xfrm>
            <a:off x="969" y="2465"/>
            <a:ext cx="1152" cy="2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78" r:id="rId9" imgW="1827530" imgH="405765" progId="Equation.3">
                    <p:embed/>
                  </p:oleObj>
                </mc:Choice>
                <mc:Fallback>
                  <p:oleObj r:id="rId9" imgW="1827530" imgH="405765" progId="Equation.3">
                    <p:embed/>
                    <p:pic>
                      <p:nvPicPr>
                        <p:cNvPr id="0" name="图片 3147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969" y="2465"/>
                          <a:ext cx="1152" cy="25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2545" name="对象 22544"/>
          <p:cNvGraphicFramePr/>
          <p:nvPr/>
        </p:nvGraphicFramePr>
        <p:xfrm>
          <a:off x="1417638" y="5202238"/>
          <a:ext cx="6810375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9" r:id="rId11" imgW="6804025" imgH="482600" progId="Equation.DSMT4">
                  <p:embed/>
                </p:oleObj>
              </mc:Choice>
              <mc:Fallback>
                <p:oleObj r:id="rId11" imgW="6804025" imgH="482600" progId="Equation.DSMT4">
                  <p:embed/>
                  <p:pic>
                    <p:nvPicPr>
                      <p:cNvPr id="0" name="图片 3142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417638" y="5202238"/>
                        <a:ext cx="6810375" cy="482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48" name="矩形 22547"/>
          <p:cNvSpPr/>
          <p:nvPr/>
        </p:nvSpPr>
        <p:spPr>
          <a:xfrm>
            <a:off x="814388" y="3151188"/>
            <a:ext cx="1812925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当 </a:t>
            </a:r>
            <a:r>
              <a:rPr lang="en-US" altLang="zh-CN" i="1">
                <a:latin typeface="Times New Roman" panose="02020603050405020304" pitchFamily="18" charset="0"/>
              </a:rPr>
              <a:t>x </a:t>
            </a:r>
            <a:r>
              <a:rPr lang="en-US" altLang="zh-CN">
                <a:latin typeface="Times New Roman" panose="02020603050405020304" pitchFamily="18" charset="0"/>
              </a:rPr>
              <a:t>&gt; 0</a:t>
            </a:r>
            <a:r>
              <a:rPr lang="zh-CN" altLang="en-US">
                <a:latin typeface="Times New Roman" panose="02020603050405020304" pitchFamily="18" charset="0"/>
              </a:rPr>
              <a:t>时</a:t>
            </a:r>
            <a:r>
              <a:rPr lang="en-US" altLang="zh-CN">
                <a:latin typeface="Times New Roman" panose="02020603050405020304" pitchFamily="18" charset="0"/>
              </a:rPr>
              <a:t>,</a:t>
            </a:r>
          </a:p>
        </p:txBody>
      </p:sp>
      <p:sp>
        <p:nvSpPr>
          <p:cNvPr id="22549" name="文本框 22548"/>
          <p:cNvSpPr txBox="1"/>
          <p:nvPr/>
        </p:nvSpPr>
        <p:spPr>
          <a:xfrm>
            <a:off x="827088" y="1773238"/>
            <a:ext cx="1166812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导数</a:t>
            </a:r>
            <a:r>
              <a:rPr lang="en-US" altLang="zh-CN">
                <a:latin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2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2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22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2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22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2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000"/>
                                        <p:tgtEl>
                                          <p:spTgt spid="22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3" grpId="0"/>
      <p:bldP spid="22548" grpId="0"/>
      <p:bldP spid="2254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442" name="对象 61441"/>
          <p:cNvGraphicFramePr/>
          <p:nvPr/>
        </p:nvGraphicFramePr>
        <p:xfrm>
          <a:off x="2551113" y="1365250"/>
          <a:ext cx="4013200" cy="43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7" r:id="rId3" imgW="3833495" imgH="431800" progId="Equation.DSMT4">
                  <p:embed/>
                </p:oleObj>
              </mc:Choice>
              <mc:Fallback>
                <p:oleObj r:id="rId3" imgW="3833495" imgH="431800" progId="Equation.DSMT4">
                  <p:embed/>
                  <p:pic>
                    <p:nvPicPr>
                      <p:cNvPr id="0" name="图片 313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551113" y="1365250"/>
                        <a:ext cx="4013200" cy="4333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43" name="对象 61442"/>
          <p:cNvGraphicFramePr/>
          <p:nvPr/>
        </p:nvGraphicFramePr>
        <p:xfrm>
          <a:off x="914400" y="685800"/>
          <a:ext cx="5622925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8" r:id="rId5" imgW="5372100" imgH="419100" progId="Equation.3">
                  <p:embed/>
                </p:oleObj>
              </mc:Choice>
              <mc:Fallback>
                <p:oleObj r:id="rId5" imgW="5372100" imgH="419100" progId="Equation.3">
                  <p:embed/>
                  <p:pic>
                    <p:nvPicPr>
                      <p:cNvPr id="0" name="图片 314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5622925" cy="419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1458" name="组合 61457"/>
          <p:cNvGrpSpPr/>
          <p:nvPr/>
        </p:nvGrpSpPr>
        <p:grpSpPr>
          <a:xfrm>
            <a:off x="800100" y="1952625"/>
            <a:ext cx="7829550" cy="547688"/>
            <a:chOff x="504" y="1230"/>
            <a:chExt cx="4932" cy="345"/>
          </a:xfrm>
        </p:grpSpPr>
        <p:graphicFrame>
          <p:nvGraphicFramePr>
            <p:cNvPr id="61445" name="对象 61444"/>
            <p:cNvGraphicFramePr/>
            <p:nvPr/>
          </p:nvGraphicFramePr>
          <p:xfrm>
            <a:off x="4876" y="1298"/>
            <a:ext cx="560" cy="2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09" r:id="rId7" imgW="888365" imgH="405765" progId="Equation.DSMT4">
                    <p:embed/>
                  </p:oleObj>
                </mc:Choice>
                <mc:Fallback>
                  <p:oleObj r:id="rId7" imgW="888365" imgH="405765" progId="Equation.DSMT4">
                    <p:embed/>
                    <p:pic>
                      <p:nvPicPr>
                        <p:cNvPr id="0" name="图片 3138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4876" y="1298"/>
                          <a:ext cx="560" cy="25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1447" name="文本框 61446"/>
            <p:cNvSpPr txBox="1"/>
            <p:nvPr/>
          </p:nvSpPr>
          <p:spPr>
            <a:xfrm>
              <a:off x="504" y="1230"/>
              <a:ext cx="69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dirty="0">
                  <a:latin typeface="Times New Roman" panose="02020603050405020304" pitchFamily="18" charset="0"/>
                </a:rPr>
                <a:t>由于</a:t>
              </a:r>
            </a:p>
          </p:txBody>
        </p:sp>
        <p:graphicFrame>
          <p:nvGraphicFramePr>
            <p:cNvPr id="61448" name="对象 61447"/>
            <p:cNvGraphicFramePr/>
            <p:nvPr/>
          </p:nvGraphicFramePr>
          <p:xfrm>
            <a:off x="1012" y="1289"/>
            <a:ext cx="2320" cy="2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10" r:id="rId9" imgW="3516630" imgH="431800" progId="Equation.DSMT4">
                    <p:embed/>
                  </p:oleObj>
                </mc:Choice>
                <mc:Fallback>
                  <p:oleObj r:id="rId9" imgW="3516630" imgH="431800" progId="Equation.DSMT4">
                    <p:embed/>
                    <p:pic>
                      <p:nvPicPr>
                        <p:cNvPr id="0" name="图片 3145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1012" y="1289"/>
                          <a:ext cx="2320" cy="27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1449" name="文本框 61448"/>
            <p:cNvSpPr txBox="1"/>
            <p:nvPr/>
          </p:nvSpPr>
          <p:spPr>
            <a:xfrm>
              <a:off x="3334" y="1248"/>
              <a:ext cx="161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dirty="0">
                  <a:latin typeface="Times New Roman" panose="02020603050405020304" pitchFamily="18" charset="0"/>
                </a:rPr>
                <a:t>因此在 </a:t>
              </a:r>
              <a:r>
                <a:rPr lang="en-US" altLang="zh-CN" i="1">
                  <a:latin typeface="Times New Roman" panose="02020603050405020304" pitchFamily="18" charset="0"/>
                </a:rPr>
                <a:t>x </a:t>
              </a:r>
              <a:r>
                <a:rPr lang="en-US" altLang="zh-CN" b="0">
                  <a:latin typeface="Times New Roman" panose="02020603050405020304" pitchFamily="18" charset="0"/>
                </a:rPr>
                <a:t>=</a:t>
              </a:r>
              <a:r>
                <a:rPr lang="en-US" altLang="zh-CN">
                  <a:latin typeface="Times New Roman" panose="02020603050405020304" pitchFamily="18" charset="0"/>
                </a:rPr>
                <a:t> 0 </a:t>
              </a:r>
              <a:r>
                <a:rPr lang="zh-CN" altLang="en-US">
                  <a:latin typeface="Times New Roman" panose="02020603050405020304" pitchFamily="18" charset="0"/>
                </a:rPr>
                <a:t>处</a:t>
              </a:r>
            </a:p>
          </p:txBody>
        </p:sp>
      </p:grpSp>
      <p:graphicFrame>
        <p:nvGraphicFramePr>
          <p:cNvPr id="61451" name="对象 61450"/>
          <p:cNvGraphicFramePr/>
          <p:nvPr/>
        </p:nvGraphicFramePr>
        <p:xfrm>
          <a:off x="1058863" y="3475038"/>
          <a:ext cx="3213100" cy="156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11" r:id="rId11" imgW="3213100" imgH="1562100" progId="Equation.DSMT4">
                  <p:embed/>
                </p:oleObj>
              </mc:Choice>
              <mc:Fallback>
                <p:oleObj r:id="rId11" imgW="3213100" imgH="1562100" progId="Equation.DSMT4">
                  <p:embed/>
                  <p:pic>
                    <p:nvPicPr>
                      <p:cNvPr id="0" name="图片 3151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058863" y="3475038"/>
                        <a:ext cx="3213100" cy="1562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52" name="对象 61451"/>
          <p:cNvGraphicFramePr/>
          <p:nvPr/>
        </p:nvGraphicFramePr>
        <p:xfrm>
          <a:off x="4427538" y="3470275"/>
          <a:ext cx="3695700" cy="157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12" r:id="rId13" imgW="3695700" imgH="1574800" progId="Equation.DSMT4">
                  <p:embed/>
                </p:oleObj>
              </mc:Choice>
              <mc:Fallback>
                <p:oleObj r:id="rId13" imgW="3695700" imgH="1574800" progId="Equation.DSMT4">
                  <p:embed/>
                  <p:pic>
                    <p:nvPicPr>
                      <p:cNvPr id="0" name="图片 3153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427538" y="3470275"/>
                        <a:ext cx="3695700" cy="1574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53" name="对象 61452"/>
          <p:cNvGraphicFramePr/>
          <p:nvPr/>
        </p:nvGraphicFramePr>
        <p:xfrm>
          <a:off x="900113" y="5445125"/>
          <a:ext cx="7566025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13" r:id="rId15" imgW="7477125" imgH="482600" progId="Equation.DSMT4">
                  <p:embed/>
                </p:oleObj>
              </mc:Choice>
              <mc:Fallback>
                <p:oleObj r:id="rId15" imgW="7477125" imgH="482600" progId="Equation.DSMT4">
                  <p:embed/>
                  <p:pic>
                    <p:nvPicPr>
                      <p:cNvPr id="0" name="图片 3152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900113" y="5445125"/>
                        <a:ext cx="7566025" cy="482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1457" name="组合 61456"/>
          <p:cNvGrpSpPr/>
          <p:nvPr/>
        </p:nvGrpSpPr>
        <p:grpSpPr>
          <a:xfrm>
            <a:off x="828675" y="2636838"/>
            <a:ext cx="7142163" cy="576262"/>
            <a:chOff x="522" y="1661"/>
            <a:chExt cx="4499" cy="363"/>
          </a:xfrm>
        </p:grpSpPr>
        <p:graphicFrame>
          <p:nvGraphicFramePr>
            <p:cNvPr id="61446" name="对象 61445"/>
            <p:cNvGraphicFramePr/>
            <p:nvPr/>
          </p:nvGraphicFramePr>
          <p:xfrm>
            <a:off x="1467" y="1724"/>
            <a:ext cx="1368" cy="2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14" r:id="rId17" imgW="2171065" imgH="431800" progId="Equation.DSMT4">
                    <p:embed/>
                  </p:oleObj>
                </mc:Choice>
                <mc:Fallback>
                  <p:oleObj r:id="rId17" imgW="2171065" imgH="431800" progId="Equation.DSMT4">
                    <p:embed/>
                    <p:pic>
                      <p:nvPicPr>
                        <p:cNvPr id="0" name="图片 3154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1467" y="1724"/>
                          <a:ext cx="1368" cy="26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450" name="对象 61449"/>
            <p:cNvGraphicFramePr/>
            <p:nvPr/>
          </p:nvGraphicFramePr>
          <p:xfrm>
            <a:off x="2925" y="1661"/>
            <a:ext cx="2096" cy="3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15" r:id="rId19" imgW="3326130" imgH="482600" progId="Equation.DSMT4">
                    <p:embed/>
                  </p:oleObj>
                </mc:Choice>
                <mc:Fallback>
                  <p:oleObj r:id="rId19" imgW="3326130" imgH="482600" progId="Equation.DSMT4">
                    <p:embed/>
                    <p:pic>
                      <p:nvPicPr>
                        <p:cNvPr id="0" name="图片 3155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2925" y="1661"/>
                          <a:ext cx="2096" cy="30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1454" name="文本框 61453"/>
            <p:cNvSpPr txBox="1"/>
            <p:nvPr/>
          </p:nvSpPr>
          <p:spPr>
            <a:xfrm>
              <a:off x="522" y="1697"/>
              <a:ext cx="1043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dirty="0">
                  <a:latin typeface="Times New Roman" panose="02020603050405020304" pitchFamily="18" charset="0"/>
                </a:rPr>
                <a:t>不存在 </a:t>
              </a:r>
              <a:r>
                <a:rPr lang="en-US" altLang="zh-CN">
                  <a:latin typeface="Times New Roman" panose="02020603050405020304" pitchFamily="18" charset="0"/>
                </a:rPr>
                <a:t>.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61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61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61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61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61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61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000"/>
                                        <p:tgtEl>
                                          <p:spTgt spid="61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7" name="文本框 23556"/>
          <p:cNvSpPr txBox="1"/>
          <p:nvPr/>
        </p:nvSpPr>
        <p:spPr>
          <a:xfrm>
            <a:off x="827088" y="685800"/>
            <a:ext cx="4465637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</a:rPr>
              <a:t>4   </a:t>
            </a:r>
            <a:r>
              <a:rPr lang="zh-CN" altLang="en-US" dirty="0">
                <a:latin typeface="Times New Roman" panose="02020603050405020304" pitchFamily="18" charset="0"/>
              </a:rPr>
              <a:t>求参变量函数 </a:t>
            </a:r>
            <a:r>
              <a:rPr lang="en-US" altLang="zh-CN" dirty="0">
                <a:latin typeface="Times New Roman" panose="02020603050405020304" pitchFamily="18" charset="0"/>
              </a:rPr>
              <a:t>( </a:t>
            </a:r>
            <a:r>
              <a:rPr lang="zh-CN" altLang="en-US" dirty="0">
                <a:latin typeface="Times New Roman" panose="02020603050405020304" pitchFamily="18" charset="0"/>
              </a:rPr>
              <a:t>摆线 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</a:p>
        </p:txBody>
      </p:sp>
      <p:graphicFrame>
        <p:nvGraphicFramePr>
          <p:cNvPr id="23559" name="对象 23558"/>
          <p:cNvGraphicFramePr/>
          <p:nvPr/>
        </p:nvGraphicFramePr>
        <p:xfrm>
          <a:off x="3540125" y="1431925"/>
          <a:ext cx="46736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9" r:id="rId3" imgW="4673600" imgH="939800" progId="Equation.DSMT4">
                  <p:embed/>
                </p:oleObj>
              </mc:Choice>
              <mc:Fallback>
                <p:oleObj r:id="rId3" imgW="4673600" imgH="939800" progId="Equation.DSMT4">
                  <p:embed/>
                  <p:pic>
                    <p:nvPicPr>
                      <p:cNvPr id="0" name="图片 308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540125" y="1431925"/>
                        <a:ext cx="4673600" cy="939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0" name="对象 23559"/>
          <p:cNvGraphicFramePr/>
          <p:nvPr/>
        </p:nvGraphicFramePr>
        <p:xfrm>
          <a:off x="947738" y="2701925"/>
          <a:ext cx="2533650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0" r:id="rId5" imgW="2335530" imgH="431800" progId="Equation.DSMT4">
                  <p:embed/>
                </p:oleObj>
              </mc:Choice>
              <mc:Fallback>
                <p:oleObj r:id="rId5" imgW="2335530" imgH="431800" progId="Equation.DSMT4">
                  <p:embed/>
                  <p:pic>
                    <p:nvPicPr>
                      <p:cNvPr id="0" name="图片 308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47738" y="2701925"/>
                        <a:ext cx="2533650" cy="4302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69" name="文本框 23568"/>
          <p:cNvSpPr txBox="1"/>
          <p:nvPr/>
        </p:nvSpPr>
        <p:spPr>
          <a:xfrm>
            <a:off x="841375" y="3371850"/>
            <a:ext cx="5459413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</a:rPr>
              <a:t>解   </a:t>
            </a:r>
            <a:r>
              <a:rPr lang="zh-CN" altLang="en-US" dirty="0">
                <a:latin typeface="Times New Roman" panose="02020603050405020304" pitchFamily="18" charset="0"/>
              </a:rPr>
              <a:t>首先讨论一般参变量函数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23570" name="文本框 23569"/>
          <p:cNvSpPr txBox="1"/>
          <p:nvPr/>
        </p:nvSpPr>
        <p:spPr>
          <a:xfrm>
            <a:off x="795338" y="5429250"/>
            <a:ext cx="658495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的二阶导数</a:t>
            </a:r>
            <a:r>
              <a:rPr lang="en-US" altLang="zh-CN" dirty="0">
                <a:latin typeface="Times New Roman" panose="02020603050405020304" pitchFamily="18" charset="0"/>
              </a:rPr>
              <a:t>.  </a:t>
            </a:r>
            <a:r>
              <a:rPr lang="zh-CN" altLang="en-US" dirty="0">
                <a:latin typeface="Times New Roman" panose="02020603050405020304" pitchFamily="18" charset="0"/>
              </a:rPr>
              <a:t>这个函数的一阶导数为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graphicFrame>
        <p:nvGraphicFramePr>
          <p:cNvPr id="23571" name="对象 23570"/>
          <p:cNvGraphicFramePr/>
          <p:nvPr/>
        </p:nvGraphicFramePr>
        <p:xfrm>
          <a:off x="3722688" y="4149725"/>
          <a:ext cx="1600200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1" r:id="rId7" imgW="1599565" imgH="1002665" progId="Equation.DSMT4">
                  <p:embed/>
                </p:oleObj>
              </mc:Choice>
              <mc:Fallback>
                <p:oleObj r:id="rId7" imgW="1599565" imgH="1002665" progId="Equation.DSMT4">
                  <p:embed/>
                  <p:pic>
                    <p:nvPicPr>
                      <p:cNvPr id="0" name="图片 3087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722688" y="4149725"/>
                        <a:ext cx="1600200" cy="1003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3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3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23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23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23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23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7" grpId="0"/>
      <p:bldP spid="23569" grpId="0"/>
      <p:bldP spid="2357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6" name="文本框 28675"/>
          <p:cNvSpPr txBox="1"/>
          <p:nvPr/>
        </p:nvSpPr>
        <p:spPr>
          <a:xfrm>
            <a:off x="827088" y="1712913"/>
            <a:ext cx="360045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把它写成参数方程</a:t>
            </a:r>
            <a:r>
              <a:rPr lang="en-US" altLang="zh-CN">
                <a:latin typeface="Times New Roman" panose="02020603050405020304" pitchFamily="18" charset="0"/>
              </a:rPr>
              <a:t>:</a:t>
            </a:r>
          </a:p>
        </p:txBody>
      </p:sp>
      <p:graphicFrame>
        <p:nvGraphicFramePr>
          <p:cNvPr id="28678" name="对象 28677"/>
          <p:cNvGraphicFramePr/>
          <p:nvPr/>
        </p:nvGraphicFramePr>
        <p:xfrm>
          <a:off x="3495675" y="692150"/>
          <a:ext cx="19304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3" r:id="rId4" imgW="1930400" imgH="914400" progId="Equation.DSMT4">
                  <p:embed/>
                </p:oleObj>
              </mc:Choice>
              <mc:Fallback>
                <p:oleObj r:id="rId4" imgW="1930400" imgH="914400" progId="Equation.DSMT4">
                  <p:embed/>
                  <p:pic>
                    <p:nvPicPr>
                      <p:cNvPr id="0" name="图片 3089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495675" y="692150"/>
                        <a:ext cx="1930400" cy="914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9" name="对象 28678"/>
          <p:cNvGraphicFramePr/>
          <p:nvPr/>
        </p:nvGraphicFramePr>
        <p:xfrm>
          <a:off x="3435350" y="2349500"/>
          <a:ext cx="2286000" cy="151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4" r:id="rId6" imgW="2286000" imgH="1511300" progId="Equation.DSMT4">
                  <p:embed/>
                </p:oleObj>
              </mc:Choice>
              <mc:Fallback>
                <p:oleObj r:id="rId6" imgW="2286000" imgH="1511300" progId="Equation.DSMT4">
                  <p:embed/>
                  <p:pic>
                    <p:nvPicPr>
                      <p:cNvPr id="0" name="图片 3090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435350" y="2349500"/>
                        <a:ext cx="2286000" cy="1511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80" name="对象 28679"/>
          <p:cNvGraphicFramePr/>
          <p:nvPr/>
        </p:nvGraphicFramePr>
        <p:xfrm>
          <a:off x="1057275" y="4521200"/>
          <a:ext cx="7496175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5" r:id="rId8" imgW="7493000" imgH="1143000" progId="Equation.DSMT4">
                  <p:embed/>
                </p:oleObj>
              </mc:Choice>
              <mc:Fallback>
                <p:oleObj r:id="rId8" imgW="7493000" imgH="1143000" progId="Equation.DSMT4">
                  <p:embed/>
                  <p:pic>
                    <p:nvPicPr>
                      <p:cNvPr id="0" name="图片 3088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057275" y="4521200"/>
                        <a:ext cx="7496175" cy="1143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82" name="文本框 28681"/>
          <p:cNvSpPr txBox="1"/>
          <p:nvPr/>
        </p:nvSpPr>
        <p:spPr>
          <a:xfrm>
            <a:off x="812800" y="3802063"/>
            <a:ext cx="1997075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由此求得</a:t>
            </a:r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8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8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28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8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28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6" grpId="0"/>
      <p:bldP spid="2868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文本框 30721"/>
          <p:cNvSpPr txBox="1"/>
          <p:nvPr/>
        </p:nvSpPr>
        <p:spPr>
          <a:xfrm>
            <a:off x="784225" y="1614488"/>
            <a:ext cx="8359775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回到方程</a:t>
            </a:r>
            <a:r>
              <a:rPr lang="en-US" altLang="zh-CN" dirty="0">
                <a:latin typeface="宋体" panose="02010600030101010101" pitchFamily="2" charset="-122"/>
              </a:rPr>
              <a:t>(3)</a:t>
            </a:r>
            <a:r>
              <a:rPr lang="zh-CN" altLang="en-US" dirty="0">
                <a:latin typeface="宋体" panose="02010600030101010101" pitchFamily="2" charset="-122"/>
              </a:rPr>
              <a:t>，</a:t>
            </a:r>
            <a:r>
              <a:rPr lang="zh-CN" altLang="en-US" dirty="0">
                <a:latin typeface="Times New Roman" panose="02020603050405020304" pitchFamily="18" charset="0"/>
              </a:rPr>
              <a:t>根据公式</a:t>
            </a:r>
            <a:r>
              <a:rPr lang="en-US" altLang="zh-CN" dirty="0">
                <a:latin typeface="宋体" panose="02010600030101010101" pitchFamily="2" charset="-122"/>
              </a:rPr>
              <a:t>(4)</a:t>
            </a:r>
            <a:r>
              <a:rPr lang="zh-CN" altLang="en-US" dirty="0">
                <a:latin typeface="宋体" panose="02010600030101010101" pitchFamily="2" charset="-122"/>
              </a:rPr>
              <a:t>就</a:t>
            </a:r>
            <a:r>
              <a:rPr lang="zh-CN" altLang="en-US" dirty="0">
                <a:latin typeface="Times New Roman" panose="02020603050405020304" pitchFamily="18" charset="0"/>
              </a:rPr>
              <a:t>有 </a:t>
            </a: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</a:rPr>
              <a:t>解法一 </a:t>
            </a: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</a:rPr>
              <a:t>( </a:t>
            </a: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</a:rPr>
              <a:t>公式法 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</a:rPr>
              <a:t>)</a:t>
            </a:r>
          </a:p>
        </p:txBody>
      </p:sp>
      <p:graphicFrame>
        <p:nvGraphicFramePr>
          <p:cNvPr id="30725" name="对象 30724"/>
          <p:cNvGraphicFramePr/>
          <p:nvPr/>
        </p:nvGraphicFramePr>
        <p:xfrm>
          <a:off x="1763713" y="3789363"/>
          <a:ext cx="6672262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3" r:id="rId3" imgW="6638925" imgH="989965" progId="Equation.DSMT4">
                  <p:embed/>
                </p:oleObj>
              </mc:Choice>
              <mc:Fallback>
                <p:oleObj r:id="rId3" imgW="6638925" imgH="989965" progId="Equation.DSMT4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63713" y="3789363"/>
                        <a:ext cx="6672262" cy="990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30" name="对象 30729"/>
          <p:cNvGraphicFramePr/>
          <p:nvPr/>
        </p:nvGraphicFramePr>
        <p:xfrm>
          <a:off x="1763713" y="4941888"/>
          <a:ext cx="4081462" cy="1358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4" r:id="rId5" imgW="4064000" imgH="1358900" progId="Equation.DSMT4">
                  <p:embed/>
                </p:oleObj>
              </mc:Choice>
              <mc:Fallback>
                <p:oleObj r:id="rId5" imgW="4064000" imgH="1358900" progId="Equation.DSMT4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763713" y="4941888"/>
                        <a:ext cx="4081462" cy="1358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0737" name="组合 30736"/>
          <p:cNvGrpSpPr/>
          <p:nvPr/>
        </p:nvGrpSpPr>
        <p:grpSpPr>
          <a:xfrm>
            <a:off x="1100138" y="2233613"/>
            <a:ext cx="7124700" cy="1400175"/>
            <a:chOff x="693" y="1371"/>
            <a:chExt cx="4488" cy="882"/>
          </a:xfrm>
        </p:grpSpPr>
        <p:graphicFrame>
          <p:nvGraphicFramePr>
            <p:cNvPr id="30724" name="对象 30723"/>
            <p:cNvGraphicFramePr/>
            <p:nvPr/>
          </p:nvGraphicFramePr>
          <p:xfrm>
            <a:off x="693" y="1371"/>
            <a:ext cx="562" cy="5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375" r:id="rId7" imgW="889000" imgH="889000" progId="Equation.3">
                    <p:embed/>
                  </p:oleObj>
                </mc:Choice>
                <mc:Fallback>
                  <p:oleObj r:id="rId7" imgW="889000" imgH="889000" progId="Equation.3">
                    <p:embed/>
                    <p:pic>
                      <p:nvPicPr>
                        <p:cNvPr id="0" name="图片 3084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693" y="1371"/>
                          <a:ext cx="562" cy="57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29" name="对象 30728"/>
            <p:cNvGraphicFramePr/>
            <p:nvPr/>
          </p:nvGraphicFramePr>
          <p:xfrm>
            <a:off x="1338" y="1389"/>
            <a:ext cx="3721" cy="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376" r:id="rId9" imgW="5880100" imgH="927100" progId="Equation.DSMT4">
                    <p:embed/>
                  </p:oleObj>
                </mc:Choice>
                <mc:Fallback>
                  <p:oleObj r:id="rId9" imgW="5880100" imgH="927100" progId="Equation.DSMT4">
                    <p:embed/>
                    <p:pic>
                      <p:nvPicPr>
                        <p:cNvPr id="0" name="图片 3075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1338" y="1389"/>
                          <a:ext cx="3721" cy="6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33" name="对象 30732"/>
            <p:cNvGraphicFramePr/>
            <p:nvPr/>
          </p:nvGraphicFramePr>
          <p:xfrm>
            <a:off x="2843" y="1997"/>
            <a:ext cx="2338" cy="2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377" r:id="rId11" imgW="3692525" imgH="405765" progId="Equation.DSMT4">
                    <p:embed/>
                  </p:oleObj>
                </mc:Choice>
                <mc:Fallback>
                  <p:oleObj r:id="rId11" imgW="3692525" imgH="405765" progId="Equation.DSMT4">
                    <p:embed/>
                    <p:pic>
                      <p:nvPicPr>
                        <p:cNvPr id="0" name="图片 3076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2843" y="1997"/>
                          <a:ext cx="2338" cy="25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0738" name="组合 30737"/>
          <p:cNvGrpSpPr/>
          <p:nvPr/>
        </p:nvGrpSpPr>
        <p:grpSpPr>
          <a:xfrm>
            <a:off x="800100" y="549275"/>
            <a:ext cx="7804150" cy="950913"/>
            <a:chOff x="504" y="346"/>
            <a:chExt cx="4916" cy="599"/>
          </a:xfrm>
        </p:grpSpPr>
        <p:graphicFrame>
          <p:nvGraphicFramePr>
            <p:cNvPr id="30723" name="对象 30722"/>
            <p:cNvGraphicFramePr/>
            <p:nvPr/>
          </p:nvGraphicFramePr>
          <p:xfrm>
            <a:off x="1812" y="346"/>
            <a:ext cx="3608" cy="5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378" r:id="rId13" imgW="5702300" imgH="927100" progId="Equation.DSMT4">
                    <p:embed/>
                  </p:oleObj>
                </mc:Choice>
                <mc:Fallback>
                  <p:oleObj r:id="rId13" imgW="5702300" imgH="927100" progId="Equation.DSMT4">
                    <p:embed/>
                    <p:pic>
                      <p:nvPicPr>
                        <p:cNvPr id="0" name="图片 3077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1812" y="346"/>
                          <a:ext cx="3608" cy="59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735" name="文本框 30734"/>
            <p:cNvSpPr txBox="1"/>
            <p:nvPr/>
          </p:nvSpPr>
          <p:spPr>
            <a:xfrm>
              <a:off x="504" y="436"/>
              <a:ext cx="31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dirty="0">
                  <a:latin typeface="Times New Roman" panose="02020603050405020304" pitchFamily="18" charset="0"/>
                </a:rPr>
                <a:t>即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30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30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30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30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30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2467" name="对象 62466"/>
          <p:cNvGraphicFramePr/>
          <p:nvPr/>
        </p:nvGraphicFramePr>
        <p:xfrm>
          <a:off x="2506663" y="1219200"/>
          <a:ext cx="46482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3" r:id="rId3" imgW="4648200" imgH="1016000" progId="Equation.DSMT4">
                  <p:embed/>
                </p:oleObj>
              </mc:Choice>
              <mc:Fallback>
                <p:oleObj r:id="rId3" imgW="4648200" imgH="1016000" progId="Equation.DSMT4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506663" y="1219200"/>
                        <a:ext cx="4648200" cy="1016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468" name="文本框 62467"/>
          <p:cNvSpPr txBox="1"/>
          <p:nvPr/>
        </p:nvSpPr>
        <p:spPr>
          <a:xfrm>
            <a:off x="900113" y="620713"/>
            <a:ext cx="4103687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</a:rPr>
              <a:t>解法二  </a:t>
            </a: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</a:rPr>
              <a:t>( </a:t>
            </a: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</a:rPr>
              <a:t>直接计算法 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</a:rPr>
              <a:t>)</a:t>
            </a:r>
          </a:p>
        </p:txBody>
      </p:sp>
      <p:graphicFrame>
        <p:nvGraphicFramePr>
          <p:cNvPr id="62469" name="对象 62468"/>
          <p:cNvGraphicFramePr/>
          <p:nvPr/>
        </p:nvGraphicFramePr>
        <p:xfrm>
          <a:off x="2184400" y="4648200"/>
          <a:ext cx="44450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4" r:id="rId5" imgW="4445000" imgH="927100" progId="Equation.DSMT4">
                  <p:embed/>
                </p:oleObj>
              </mc:Choice>
              <mc:Fallback>
                <p:oleObj r:id="rId5" imgW="4445000" imgH="927100" progId="Equation.DSMT4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84400" y="4648200"/>
                        <a:ext cx="4445000" cy="927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70" name="对象 62469"/>
          <p:cNvGraphicFramePr/>
          <p:nvPr/>
        </p:nvGraphicFramePr>
        <p:xfrm>
          <a:off x="2197100" y="3505200"/>
          <a:ext cx="52705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5" r:id="rId7" imgW="5270500" imgH="1016000" progId="Equation.DSMT4">
                  <p:embed/>
                </p:oleObj>
              </mc:Choice>
              <mc:Fallback>
                <p:oleObj r:id="rId7" imgW="5270500" imgH="1016000" progId="Equation.DSMT4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197100" y="3505200"/>
                        <a:ext cx="5270500" cy="1016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71" name="对象 62470"/>
          <p:cNvGraphicFramePr/>
          <p:nvPr/>
        </p:nvGraphicFramePr>
        <p:xfrm>
          <a:off x="2209800" y="2438400"/>
          <a:ext cx="47117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6" r:id="rId9" imgW="4711700" imgH="965200" progId="Equation.DSMT4">
                  <p:embed/>
                </p:oleObj>
              </mc:Choice>
              <mc:Fallback>
                <p:oleObj r:id="rId9" imgW="4711700" imgH="965200" progId="Equation.DSMT4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209800" y="2438400"/>
                        <a:ext cx="4711700" cy="965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62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62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62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62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62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46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97" name="标题 24596"/>
          <p:cNvSpPr>
            <a:spLocks noGrp="1"/>
          </p:cNvSpPr>
          <p:nvPr>
            <p:ph type="title"/>
          </p:nvPr>
        </p:nvSpPr>
        <p:spPr>
          <a:xfrm>
            <a:off x="2230438" y="407035"/>
            <a:ext cx="4521200" cy="5334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sz="2800" b="1" dirty="0">
                <a:solidFill>
                  <a:schemeClr val="tx1"/>
                </a:solidFill>
                <a:latin typeface="华文新魏" pitchFamily="2" charset="-122"/>
                <a:ea typeface="华文新魏" pitchFamily="2" charset="-122"/>
              </a:rPr>
              <a:t>二、高阶微分</a:t>
            </a:r>
          </a:p>
        </p:txBody>
      </p:sp>
      <p:graphicFrame>
        <p:nvGraphicFramePr>
          <p:cNvPr id="24582" name="对象 24581"/>
          <p:cNvGraphicFramePr/>
          <p:nvPr/>
        </p:nvGraphicFramePr>
        <p:xfrm>
          <a:off x="2597150" y="3068638"/>
          <a:ext cx="4421188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7" r:id="rId3" imgW="4394200" imgH="508000" progId="Equation.DSMT4">
                  <p:embed/>
                </p:oleObj>
              </mc:Choice>
              <mc:Fallback>
                <p:oleObj r:id="rId3" imgW="4394200" imgH="508000" progId="Equation.DSMT4">
                  <p:embed/>
                  <p:pic>
                    <p:nvPicPr>
                      <p:cNvPr id="0" name="图片 310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597150" y="3068638"/>
                        <a:ext cx="4421188" cy="5111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4612" name="组合 24611"/>
          <p:cNvGrpSpPr/>
          <p:nvPr/>
        </p:nvGrpSpPr>
        <p:grpSpPr>
          <a:xfrm>
            <a:off x="836613" y="3716338"/>
            <a:ext cx="7289800" cy="538162"/>
            <a:chOff x="527" y="2544"/>
            <a:chExt cx="4592" cy="339"/>
          </a:xfrm>
        </p:grpSpPr>
        <p:sp>
          <p:nvSpPr>
            <p:cNvPr id="24586" name="文本框 24585"/>
            <p:cNvSpPr txBox="1"/>
            <p:nvPr/>
          </p:nvSpPr>
          <p:spPr>
            <a:xfrm>
              <a:off x="527" y="2547"/>
              <a:ext cx="100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zh-CN" altLang="en-US" dirty="0">
                  <a:latin typeface="Times New Roman" panose="02020603050405020304" pitchFamily="18" charset="0"/>
                </a:rPr>
                <a:t>或写作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24587" name="对象 24586"/>
            <p:cNvGraphicFramePr/>
            <p:nvPr/>
          </p:nvGraphicFramePr>
          <p:xfrm>
            <a:off x="1337" y="2559"/>
            <a:ext cx="1633" cy="3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28" r:id="rId5" imgW="2578100" imgH="508000" progId="Equation.DSMT4">
                    <p:embed/>
                  </p:oleObj>
                </mc:Choice>
                <mc:Fallback>
                  <p:oleObj r:id="rId5" imgW="2578100" imgH="508000" progId="Equation.DSMT4">
                    <p:embed/>
                    <p:pic>
                      <p:nvPicPr>
                        <p:cNvPr id="0" name="图片 3092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337" y="2559"/>
                          <a:ext cx="1633" cy="32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588" name="文本框 24587"/>
            <p:cNvSpPr txBox="1"/>
            <p:nvPr/>
          </p:nvSpPr>
          <p:spPr>
            <a:xfrm>
              <a:off x="2971" y="2544"/>
              <a:ext cx="214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zh-CN" altLang="en-US" dirty="0">
                  <a:latin typeface="Times New Roman" panose="02020603050405020304" pitchFamily="18" charset="0"/>
                </a:rPr>
                <a:t>称为  </a:t>
              </a:r>
              <a:r>
                <a:rPr lang="en-US" altLang="zh-CN" i="1">
                  <a:latin typeface="Times New Roman" panose="02020603050405020304" pitchFamily="18" charset="0"/>
                </a:rPr>
                <a:t>f  </a:t>
              </a:r>
              <a:r>
                <a:rPr lang="zh-CN" altLang="en-US" dirty="0">
                  <a:latin typeface="Times New Roman" panose="02020603050405020304" pitchFamily="18" charset="0"/>
                </a:rPr>
                <a:t>的</a:t>
              </a:r>
              <a:r>
                <a:rPr lang="zh-CN" altLang="en-US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二阶微分</a:t>
              </a:r>
              <a:r>
                <a:rPr lang="en-US" altLang="zh-CN">
                  <a:solidFill>
                    <a:srgbClr val="0000FF"/>
                  </a:solidFill>
                  <a:latin typeface="Times New Roman" panose="02020603050405020304" pitchFamily="18" charset="0"/>
                </a:rPr>
                <a:t>.</a:t>
              </a:r>
            </a:p>
          </p:txBody>
        </p:sp>
      </p:grpSp>
      <p:grpSp>
        <p:nvGrpSpPr>
          <p:cNvPr id="24613" name="组合 24612"/>
          <p:cNvGrpSpPr/>
          <p:nvPr/>
        </p:nvGrpSpPr>
        <p:grpSpPr>
          <a:xfrm>
            <a:off x="908050" y="2492375"/>
            <a:ext cx="7631113" cy="406400"/>
            <a:chOff x="572" y="1732"/>
            <a:chExt cx="4807" cy="256"/>
          </a:xfrm>
        </p:grpSpPr>
        <p:graphicFrame>
          <p:nvGraphicFramePr>
            <p:cNvPr id="24581" name="对象 24580"/>
            <p:cNvGraphicFramePr/>
            <p:nvPr/>
          </p:nvGraphicFramePr>
          <p:xfrm>
            <a:off x="572" y="1732"/>
            <a:ext cx="1960" cy="2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29" r:id="rId7" imgW="3108960" imgH="405765" progId="Equation.DSMT4">
                    <p:embed/>
                  </p:oleObj>
                </mc:Choice>
                <mc:Fallback>
                  <p:oleObj r:id="rId7" imgW="3108960" imgH="405765" progId="Equation.DSMT4">
                    <p:embed/>
                    <p:pic>
                      <p:nvPicPr>
                        <p:cNvPr id="0" name="图片 3088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572" y="1732"/>
                          <a:ext cx="1960" cy="25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593" name="对象 24592"/>
            <p:cNvGraphicFramePr/>
            <p:nvPr/>
          </p:nvGraphicFramePr>
          <p:xfrm>
            <a:off x="2563" y="1732"/>
            <a:ext cx="2816" cy="2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30" r:id="rId9" imgW="4466590" imgH="405765" progId="Equation.DSMT4">
                    <p:embed/>
                  </p:oleObj>
                </mc:Choice>
                <mc:Fallback>
                  <p:oleObj r:id="rId9" imgW="4466590" imgH="405765" progId="Equation.DSMT4">
                    <p:embed/>
                    <p:pic>
                      <p:nvPicPr>
                        <p:cNvPr id="0" name="图片 3087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2563" y="1732"/>
                          <a:ext cx="2816" cy="25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4598" name="文本框 24597"/>
          <p:cNvSpPr txBox="1"/>
          <p:nvPr/>
        </p:nvSpPr>
        <p:spPr>
          <a:xfrm>
            <a:off x="795338" y="1744663"/>
            <a:ext cx="7391400" cy="5619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lnSpc>
                <a:spcPct val="110000"/>
              </a:lnSpc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则当  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</a:rPr>
              <a:t>二阶可导时</a:t>
            </a:r>
            <a:r>
              <a:rPr lang="en-US" altLang="zh-CN" err="1">
                <a:latin typeface="Times New Roman" panose="02020603050405020304" pitchFamily="18" charset="0"/>
              </a:rPr>
              <a:t>,  d</a:t>
            </a:r>
            <a:r>
              <a:rPr lang="en-US" altLang="zh-CN" i="1" err="1">
                <a:latin typeface="Times New Roman" panose="02020603050405020304" pitchFamily="18" charset="0"/>
              </a:rPr>
              <a:t>y</a:t>
            </a:r>
            <a:r>
              <a:rPr lang="en-US" altLang="zh-CN" i="1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关于 </a:t>
            </a:r>
            <a:r>
              <a:rPr lang="en-US" altLang="zh-CN" i="1">
                <a:latin typeface="Times New Roman" panose="02020603050405020304" pitchFamily="18" charset="0"/>
              </a:rPr>
              <a:t>x </a:t>
            </a:r>
            <a:r>
              <a:rPr lang="zh-CN" altLang="en-US" dirty="0">
                <a:latin typeface="Times New Roman" panose="02020603050405020304" pitchFamily="18" charset="0"/>
              </a:rPr>
              <a:t>的微分为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grpSp>
        <p:nvGrpSpPr>
          <p:cNvPr id="24614" name="组合 24613"/>
          <p:cNvGrpSpPr/>
          <p:nvPr/>
        </p:nvGrpSpPr>
        <p:grpSpPr>
          <a:xfrm>
            <a:off x="838200" y="1125538"/>
            <a:ext cx="7578725" cy="561975"/>
            <a:chOff x="528" y="816"/>
            <a:chExt cx="4774" cy="354"/>
          </a:xfrm>
        </p:grpSpPr>
        <p:sp>
          <p:nvSpPr>
            <p:cNvPr id="24579" name="文本框 24578"/>
            <p:cNvSpPr txBox="1"/>
            <p:nvPr/>
          </p:nvSpPr>
          <p:spPr>
            <a:xfrm>
              <a:off x="528" y="816"/>
              <a:ext cx="1490" cy="35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l">
                <a:lnSpc>
                  <a:spcPct val="110000"/>
                </a:lnSpc>
                <a:spcBef>
                  <a:spcPct val="50000"/>
                </a:spcBef>
              </a:pPr>
              <a:r>
                <a:rPr lang="zh-CN" altLang="en-US" dirty="0">
                  <a:latin typeface="Times New Roman" panose="02020603050405020304" pitchFamily="18" charset="0"/>
                </a:rPr>
                <a:t>若将一阶微分  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24580" name="对象 24579"/>
            <p:cNvGraphicFramePr/>
            <p:nvPr/>
          </p:nvGraphicFramePr>
          <p:xfrm>
            <a:off x="1977" y="890"/>
            <a:ext cx="1336" cy="2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31" r:id="rId11" imgW="2118995" imgH="405765" progId="Equation.DSMT4">
                    <p:embed/>
                  </p:oleObj>
                </mc:Choice>
                <mc:Fallback>
                  <p:oleObj r:id="rId11" imgW="2118995" imgH="405765" progId="Equation.DSMT4">
                    <p:embed/>
                    <p:pic>
                      <p:nvPicPr>
                        <p:cNvPr id="0" name="图片 3094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1977" y="890"/>
                          <a:ext cx="1336" cy="25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599" name="文本框 24598"/>
            <p:cNvSpPr txBox="1"/>
            <p:nvPr/>
          </p:nvSpPr>
          <p:spPr>
            <a:xfrm>
              <a:off x="3288" y="829"/>
              <a:ext cx="201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zh-CN" altLang="en-US" dirty="0">
                  <a:latin typeface="Times New Roman" panose="02020603050405020304" pitchFamily="18" charset="0"/>
                </a:rPr>
                <a:t>仅看成是</a:t>
              </a:r>
              <a:r>
                <a:rPr lang="zh-CN" altLang="en-US" i="1" dirty="0">
                  <a:latin typeface="宋体" panose="02010600030101010101" pitchFamily="2" charset="-122"/>
                </a:rPr>
                <a:t> </a:t>
              </a:r>
              <a:r>
                <a:rPr lang="zh-CN" altLang="en-US" i="1" dirty="0">
                  <a:latin typeface="Times New Roman" panose="02020603050405020304" pitchFamily="18" charset="0"/>
                </a:rPr>
                <a:t>  </a:t>
              </a:r>
              <a:r>
                <a:rPr lang="zh-CN" altLang="en-US" dirty="0">
                  <a:latin typeface="宋体" panose="02010600030101010101" pitchFamily="2" charset="-122"/>
                </a:rPr>
                <a:t>的函数</a:t>
              </a:r>
              <a:r>
                <a:rPr lang="en-US" altLang="zh-CN">
                  <a:latin typeface="宋体" panose="02010600030101010101" pitchFamily="2" charset="-122"/>
                </a:rPr>
                <a:t>, </a:t>
              </a:r>
            </a:p>
          </p:txBody>
        </p:sp>
        <p:graphicFrame>
          <p:nvGraphicFramePr>
            <p:cNvPr id="24602" name="对象 24601"/>
            <p:cNvGraphicFramePr/>
            <p:nvPr/>
          </p:nvGraphicFramePr>
          <p:xfrm>
            <a:off x="4281" y="935"/>
            <a:ext cx="160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32" r:id="rId13" imgW="254000" imgH="241300" progId="Equation.DSMT4">
                    <p:embed/>
                  </p:oleObj>
                </mc:Choice>
                <mc:Fallback>
                  <p:oleObj r:id="rId13" imgW="254000" imgH="241300" progId="Equation.DSMT4">
                    <p:embed/>
                    <p:pic>
                      <p:nvPicPr>
                        <p:cNvPr id="0" name="图片 3095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4281" y="935"/>
                          <a:ext cx="160" cy="15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4615" name="组合 24614"/>
          <p:cNvGrpSpPr/>
          <p:nvPr/>
        </p:nvGrpSpPr>
        <p:grpSpPr>
          <a:xfrm>
            <a:off x="803275" y="4206875"/>
            <a:ext cx="7872413" cy="690563"/>
            <a:chOff x="506" y="2931"/>
            <a:chExt cx="4959" cy="435"/>
          </a:xfrm>
        </p:grpSpPr>
        <p:grpSp>
          <p:nvGrpSpPr>
            <p:cNvPr id="24611" name="组合 24610"/>
            <p:cNvGrpSpPr/>
            <p:nvPr/>
          </p:nvGrpSpPr>
          <p:grpSpPr>
            <a:xfrm>
              <a:off x="506" y="2931"/>
              <a:ext cx="4959" cy="435"/>
              <a:chOff x="506" y="2931"/>
              <a:chExt cx="4959" cy="435"/>
            </a:xfrm>
          </p:grpSpPr>
          <p:sp>
            <p:nvSpPr>
              <p:cNvPr id="24590" name="矩形 24589"/>
              <p:cNvSpPr/>
              <p:nvPr/>
            </p:nvSpPr>
            <p:spPr>
              <a:xfrm>
                <a:off x="506" y="2931"/>
                <a:ext cx="4959" cy="43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algn="l">
                  <a:lnSpc>
                    <a:spcPct val="140000"/>
                  </a:lnSpc>
                </a:pPr>
                <a:r>
                  <a:rPr lang="zh-CN" altLang="en-US" dirty="0">
                    <a:solidFill>
                      <a:srgbClr val="0000FF"/>
                    </a:solidFill>
                    <a:latin typeface="Times New Roman" panose="02020603050405020304" pitchFamily="18" charset="0"/>
                  </a:rPr>
                  <a:t>注  </a:t>
                </a:r>
                <a:r>
                  <a:rPr lang="zh-CN" altLang="en-US" dirty="0">
                    <a:latin typeface="Times New Roman" panose="02020603050405020304" pitchFamily="18" charset="0"/>
                  </a:rPr>
                  <a:t>由于    </a:t>
                </a:r>
                <a:r>
                  <a:rPr lang="zh-CN" altLang="en-US" i="1">
                    <a:latin typeface="Times New Roman" panose="02020603050405020304" pitchFamily="18" charset="0"/>
                  </a:rPr>
                  <a:t>  </a:t>
                </a:r>
                <a:r>
                  <a:rPr lang="zh-CN" altLang="en-US" dirty="0">
                    <a:latin typeface="Times New Roman" panose="02020603050405020304" pitchFamily="18" charset="0"/>
                  </a:rPr>
                  <a:t>与 </a:t>
                </a:r>
                <a:r>
                  <a:rPr lang="en-US" altLang="zh-CN" i="1">
                    <a:latin typeface="Times New Roman" panose="02020603050405020304" pitchFamily="18" charset="0"/>
                  </a:rPr>
                  <a:t>x </a:t>
                </a:r>
                <a:r>
                  <a:rPr lang="zh-CN" altLang="en-US" dirty="0">
                    <a:latin typeface="Times New Roman" panose="02020603050405020304" pitchFamily="18" charset="0"/>
                  </a:rPr>
                  <a:t>无关</a:t>
                </a:r>
                <a:r>
                  <a:rPr lang="en-US" altLang="zh-CN" dirty="0">
                    <a:latin typeface="Times New Roman" panose="02020603050405020304" pitchFamily="18" charset="0"/>
                  </a:rPr>
                  <a:t>,  </a:t>
                </a:r>
                <a:r>
                  <a:rPr lang="zh-CN" altLang="en-US" dirty="0">
                    <a:latin typeface="Times New Roman" panose="02020603050405020304" pitchFamily="18" charset="0"/>
                  </a:rPr>
                  <a:t>因此 </a:t>
                </a:r>
                <a:r>
                  <a:rPr lang="en-US" altLang="zh-CN" i="1">
                    <a:latin typeface="Times New Roman" panose="02020603050405020304" pitchFamily="18" charset="0"/>
                  </a:rPr>
                  <a:t>x </a:t>
                </a:r>
                <a:r>
                  <a:rPr lang="zh-CN" altLang="en-US" dirty="0">
                    <a:latin typeface="Times New Roman" panose="02020603050405020304" pitchFamily="18" charset="0"/>
                  </a:rPr>
                  <a:t>的二阶微分          </a:t>
                </a:r>
                <a:r>
                  <a:rPr lang="zh-CN" altLang="en-US">
                    <a:latin typeface="Times New Roman" panose="02020603050405020304" pitchFamily="18" charset="0"/>
                  </a:rPr>
                  <a:t> </a:t>
                </a:r>
              </a:p>
            </p:txBody>
          </p:sp>
          <p:graphicFrame>
            <p:nvGraphicFramePr>
              <p:cNvPr id="24603" name="对象 24602"/>
              <p:cNvGraphicFramePr/>
              <p:nvPr/>
            </p:nvGraphicFramePr>
            <p:xfrm>
              <a:off x="1355" y="3109"/>
              <a:ext cx="312" cy="24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7433" r:id="rId15" imgW="495300" imgH="393700" progId="Equation.DSMT4">
                      <p:embed/>
                    </p:oleObj>
                  </mc:Choice>
                  <mc:Fallback>
                    <p:oleObj r:id="rId15" imgW="495300" imgH="393700" progId="Equation.DSMT4">
                      <p:embed/>
                      <p:pic>
                        <p:nvPicPr>
                          <p:cNvPr id="0" name="图片 3096"/>
                          <p:cNvPicPr/>
                          <p:nvPr/>
                        </p:nvPicPr>
                        <p:blipFill>
                          <a:blip r:embed="rId16"/>
                          <a:stretch>
                            <a:fillRect/>
                          </a:stretch>
                        </p:blipFill>
                        <p:spPr>
                          <a:xfrm>
                            <a:off x="1355" y="3109"/>
                            <a:ext cx="312" cy="248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24604" name="对象 24603"/>
            <p:cNvGraphicFramePr/>
            <p:nvPr/>
          </p:nvGraphicFramePr>
          <p:xfrm>
            <a:off x="4608" y="3107"/>
            <a:ext cx="784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34" r:id="rId17" imgW="1243965" imgH="393700" progId="Equation.DSMT4">
                    <p:embed/>
                  </p:oleObj>
                </mc:Choice>
                <mc:Fallback>
                  <p:oleObj r:id="rId17" imgW="1243965" imgH="393700" progId="Equation.DSMT4">
                    <p:embed/>
                    <p:pic>
                      <p:nvPicPr>
                        <p:cNvPr id="0" name="图片 3093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4608" y="3107"/>
                          <a:ext cx="784" cy="24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4605" name="对象 24604"/>
          <p:cNvGraphicFramePr/>
          <p:nvPr/>
        </p:nvGraphicFramePr>
        <p:xfrm>
          <a:off x="1042988" y="4970463"/>
          <a:ext cx="75692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35" r:id="rId19" imgW="7569200" imgH="508000" progId="Equation.DSMT4">
                  <p:embed/>
                </p:oleObj>
              </mc:Choice>
              <mc:Fallback>
                <p:oleObj r:id="rId19" imgW="7569200" imgH="508000" progId="Equation.DSMT4">
                  <p:embed/>
                  <p:pic>
                    <p:nvPicPr>
                      <p:cNvPr id="0" name="图片 3090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042988" y="4970463"/>
                        <a:ext cx="7569200" cy="508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616" name="矩形 24615"/>
          <p:cNvSpPr/>
          <p:nvPr/>
        </p:nvSpPr>
        <p:spPr>
          <a:xfrm>
            <a:off x="698500" y="5616575"/>
            <a:ext cx="4200525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/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三者各不相同</a:t>
            </a:r>
            <a:r>
              <a:rPr lang="en-US" altLang="zh-CN" dirty="0">
                <a:latin typeface="Times New Roman" panose="02020603050405020304" pitchFamily="18" charset="0"/>
              </a:rPr>
              <a:t>,  </a:t>
            </a:r>
            <a:r>
              <a:rPr lang="zh-CN" altLang="en-US" dirty="0">
                <a:latin typeface="Times New Roman" panose="02020603050405020304" pitchFamily="18" charset="0"/>
              </a:rPr>
              <a:t>不可混淆</a:t>
            </a:r>
            <a:r>
              <a:rPr lang="en-US" altLang="zh-CN">
                <a:latin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24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24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24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24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24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000"/>
                                        <p:tgtEl>
                                          <p:spTgt spid="24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000"/>
                                        <p:tgtEl>
                                          <p:spTgt spid="24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24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97" grpId="0"/>
      <p:bldP spid="24598" grpId="0"/>
      <p:bldP spid="2461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603" name="对象 25602"/>
          <p:cNvGraphicFramePr/>
          <p:nvPr/>
        </p:nvGraphicFramePr>
        <p:xfrm>
          <a:off x="879475" y="1335088"/>
          <a:ext cx="77343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5" r:id="rId3" imgW="7734300" imgH="508000" progId="Equation.DSMT4">
                  <p:embed/>
                </p:oleObj>
              </mc:Choice>
              <mc:Fallback>
                <p:oleObj r:id="rId3" imgW="7734300" imgH="508000" progId="Equation.DSMT4">
                  <p:embed/>
                  <p:pic>
                    <p:nvPicPr>
                      <p:cNvPr id="0" name="图片 308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79475" y="1335088"/>
                        <a:ext cx="7734300" cy="508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8" name="对象 25607"/>
          <p:cNvGraphicFramePr/>
          <p:nvPr/>
        </p:nvGraphicFramePr>
        <p:xfrm>
          <a:off x="3362325" y="3922713"/>
          <a:ext cx="5149850" cy="512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6" r:id="rId5" imgW="5118100" imgH="508000" progId="Equation.DSMT4">
                  <p:embed/>
                </p:oleObj>
              </mc:Choice>
              <mc:Fallback>
                <p:oleObj r:id="rId5" imgW="5118100" imgH="508000" progId="Equation.DSMT4">
                  <p:embed/>
                  <p:pic>
                    <p:nvPicPr>
                      <p:cNvPr id="0" name="图片 309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362325" y="3922713"/>
                        <a:ext cx="5149850" cy="5127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5623" name="组合 25622"/>
          <p:cNvGrpSpPr/>
          <p:nvPr/>
        </p:nvGrpSpPr>
        <p:grpSpPr>
          <a:xfrm>
            <a:off x="793750" y="4746625"/>
            <a:ext cx="7942263" cy="519113"/>
            <a:chOff x="500" y="3405"/>
            <a:chExt cx="5003" cy="327"/>
          </a:xfrm>
        </p:grpSpPr>
        <p:sp>
          <p:nvSpPr>
            <p:cNvPr id="25610" name="文本框 25609"/>
            <p:cNvSpPr txBox="1"/>
            <p:nvPr/>
          </p:nvSpPr>
          <p:spPr>
            <a:xfrm>
              <a:off x="500" y="3405"/>
              <a:ext cx="176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zh-CN" altLang="en-US" dirty="0">
                  <a:latin typeface="Times New Roman" panose="02020603050405020304" pitchFamily="18" charset="0"/>
                </a:rPr>
                <a:t>当 </a:t>
              </a:r>
              <a:r>
                <a:rPr lang="en-US" altLang="zh-CN" i="1">
                  <a:latin typeface="Times New Roman" panose="02020603050405020304" pitchFamily="18" charset="0"/>
                </a:rPr>
                <a:t>x </a:t>
              </a:r>
              <a:r>
                <a:rPr lang="zh-CN" altLang="en-US" dirty="0">
                  <a:latin typeface="Times New Roman" panose="02020603050405020304" pitchFamily="18" charset="0"/>
                </a:rPr>
                <a:t>是中间变量                                   </a:t>
              </a:r>
            </a:p>
          </p:txBody>
        </p:sp>
        <p:graphicFrame>
          <p:nvGraphicFramePr>
            <p:cNvPr id="25611" name="对象 25610"/>
            <p:cNvGraphicFramePr/>
            <p:nvPr/>
          </p:nvGraphicFramePr>
          <p:xfrm>
            <a:off x="2145" y="3450"/>
            <a:ext cx="1984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47" r:id="rId7" imgW="3148330" imgH="393700" progId="Equation.DSMT4">
                    <p:embed/>
                  </p:oleObj>
                </mc:Choice>
                <mc:Fallback>
                  <p:oleObj r:id="rId7" imgW="3148330" imgH="393700" progId="Equation.DSMT4">
                    <p:embed/>
                    <p:pic>
                      <p:nvPicPr>
                        <p:cNvPr id="0" name="图片 3110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2145" y="3450"/>
                          <a:ext cx="1984" cy="24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614" name="文本框 25613"/>
            <p:cNvSpPr txBox="1"/>
            <p:nvPr/>
          </p:nvSpPr>
          <p:spPr>
            <a:xfrm>
              <a:off x="4101" y="3405"/>
              <a:ext cx="140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zh-CN" altLang="en-US" dirty="0">
                  <a:latin typeface="Times New Roman" panose="02020603050405020304" pitchFamily="18" charset="0"/>
                </a:rPr>
                <a:t>时</a:t>
              </a:r>
              <a:r>
                <a:rPr lang="en-US" altLang="zh-CN" dirty="0">
                  <a:latin typeface="Times New Roman" panose="02020603050405020304" pitchFamily="18" charset="0"/>
                </a:rPr>
                <a:t>, </a:t>
              </a:r>
              <a:r>
                <a:rPr lang="zh-CN" altLang="en-US" dirty="0">
                  <a:latin typeface="Times New Roman" panose="02020603050405020304" pitchFamily="18" charset="0"/>
                </a:rPr>
                <a:t>二阶微分</a:t>
              </a:r>
            </a:p>
          </p:txBody>
        </p:sp>
      </p:grpSp>
      <p:grpSp>
        <p:nvGrpSpPr>
          <p:cNvPr id="25628" name="组合 25627"/>
          <p:cNvGrpSpPr/>
          <p:nvPr/>
        </p:nvGrpSpPr>
        <p:grpSpPr>
          <a:xfrm>
            <a:off x="793750" y="620713"/>
            <a:ext cx="6624638" cy="519112"/>
            <a:chOff x="500" y="806"/>
            <a:chExt cx="4173" cy="327"/>
          </a:xfrm>
        </p:grpSpPr>
        <p:sp>
          <p:nvSpPr>
            <p:cNvPr id="25602" name="文本框 25601"/>
            <p:cNvSpPr txBox="1"/>
            <p:nvPr/>
          </p:nvSpPr>
          <p:spPr>
            <a:xfrm>
              <a:off x="500" y="806"/>
              <a:ext cx="4173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zh-CN" altLang="en-US" dirty="0">
                  <a:latin typeface="Times New Roman" panose="02020603050405020304" pitchFamily="18" charset="0"/>
                </a:rPr>
                <a:t>依次下去</a:t>
              </a:r>
              <a:r>
                <a:rPr lang="en-US" altLang="zh-CN" dirty="0">
                  <a:latin typeface="Times New Roman" panose="02020603050405020304" pitchFamily="18" charset="0"/>
                </a:rPr>
                <a:t>,  </a:t>
              </a:r>
              <a:r>
                <a:rPr lang="zh-CN" altLang="en-US" dirty="0">
                  <a:latin typeface="Times New Roman" panose="02020603050405020304" pitchFamily="18" charset="0"/>
                </a:rPr>
                <a:t>可由          阶微分求 </a:t>
              </a:r>
              <a:r>
                <a:rPr lang="en-US" altLang="zh-CN" i="1">
                  <a:latin typeface="Times New Roman" panose="02020603050405020304" pitchFamily="18" charset="0"/>
                </a:rPr>
                <a:t>n </a:t>
              </a:r>
              <a:r>
                <a:rPr lang="zh-CN" altLang="en-US" dirty="0">
                  <a:latin typeface="Times New Roman" panose="02020603050405020304" pitchFamily="18" charset="0"/>
                </a:rPr>
                <a:t>阶微分</a:t>
              </a:r>
              <a:r>
                <a:rPr lang="en-US" altLang="zh-CN">
                  <a:latin typeface="Times New Roman" panose="02020603050405020304" pitchFamily="18" charset="0"/>
                </a:rPr>
                <a:t>:</a:t>
              </a:r>
            </a:p>
          </p:txBody>
        </p:sp>
        <p:graphicFrame>
          <p:nvGraphicFramePr>
            <p:cNvPr id="25618" name="对象 25617"/>
            <p:cNvGraphicFramePr/>
            <p:nvPr/>
          </p:nvGraphicFramePr>
          <p:xfrm>
            <a:off x="2131" y="862"/>
            <a:ext cx="448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48" r:id="rId9" imgW="710565" imgH="317500" progId="Equation.DSMT4">
                    <p:embed/>
                  </p:oleObj>
                </mc:Choice>
                <mc:Fallback>
                  <p:oleObj r:id="rId9" imgW="710565" imgH="317500" progId="Equation.DSMT4">
                    <p:embed/>
                    <p:pic>
                      <p:nvPicPr>
                        <p:cNvPr id="0" name="图片 3107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2131" y="862"/>
                          <a:ext cx="448" cy="2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5627" name="组合 25626"/>
          <p:cNvGrpSpPr/>
          <p:nvPr/>
        </p:nvGrpSpPr>
        <p:grpSpPr>
          <a:xfrm>
            <a:off x="804863" y="1989138"/>
            <a:ext cx="7905750" cy="690562"/>
            <a:chOff x="507" y="1668"/>
            <a:chExt cx="4980" cy="435"/>
          </a:xfrm>
        </p:grpSpPr>
        <p:sp>
          <p:nvSpPr>
            <p:cNvPr id="25607" name="文本框 25606"/>
            <p:cNvSpPr txBox="1"/>
            <p:nvPr/>
          </p:nvSpPr>
          <p:spPr>
            <a:xfrm>
              <a:off x="507" y="1668"/>
              <a:ext cx="4980" cy="43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l">
                <a:lnSpc>
                  <a:spcPct val="140000"/>
                </a:lnSpc>
                <a:spcBef>
                  <a:spcPct val="50000"/>
                </a:spcBef>
              </a:pPr>
              <a:r>
                <a:rPr lang="zh-CN" altLang="en-US" dirty="0">
                  <a:latin typeface="Times New Roman" panose="02020603050405020304" pitchFamily="18" charset="0"/>
                </a:rPr>
                <a:t>对           的 </a:t>
              </a:r>
              <a:r>
                <a:rPr lang="en-US" altLang="zh-CN" i="1">
                  <a:latin typeface="Times New Roman" panose="02020603050405020304" pitchFamily="18" charset="0"/>
                </a:rPr>
                <a:t>n </a:t>
              </a:r>
              <a:r>
                <a:rPr lang="zh-CN" altLang="en-US" dirty="0">
                  <a:latin typeface="Times New Roman" panose="02020603050405020304" pitchFamily="18" charset="0"/>
                </a:rPr>
                <a:t>阶微分均称为高阶微分</a:t>
              </a:r>
              <a:r>
                <a:rPr lang="en-US" altLang="zh-CN" dirty="0">
                  <a:latin typeface="Times New Roman" panose="02020603050405020304" pitchFamily="18" charset="0"/>
                </a:rPr>
                <a:t>. </a:t>
              </a:r>
              <a:r>
                <a:rPr lang="zh-CN" altLang="en-US" dirty="0">
                  <a:latin typeface="Times New Roman" panose="02020603050405020304" pitchFamily="18" charset="0"/>
                </a:rPr>
                <a:t>高阶微分不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25619" name="对象 25618"/>
            <p:cNvGraphicFramePr/>
            <p:nvPr/>
          </p:nvGraphicFramePr>
          <p:xfrm>
            <a:off x="829" y="1817"/>
            <a:ext cx="488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49" r:id="rId11" imgW="774065" imgH="317500" progId="Equation.DSMT4">
                    <p:embed/>
                  </p:oleObj>
                </mc:Choice>
                <mc:Fallback>
                  <p:oleObj r:id="rId11" imgW="774065" imgH="317500" progId="Equation.DSMT4">
                    <p:embed/>
                    <p:pic>
                      <p:nvPicPr>
                        <p:cNvPr id="0" name="图片 3108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829" y="1817"/>
                          <a:ext cx="488" cy="2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5626" name="组合 25625"/>
          <p:cNvGrpSpPr/>
          <p:nvPr/>
        </p:nvGrpSpPr>
        <p:grpSpPr>
          <a:xfrm>
            <a:off x="849313" y="2708275"/>
            <a:ext cx="7740650" cy="519113"/>
            <a:chOff x="535" y="2121"/>
            <a:chExt cx="4876" cy="327"/>
          </a:xfrm>
        </p:grpSpPr>
        <p:sp>
          <p:nvSpPr>
            <p:cNvPr id="25625" name="矩形 25624"/>
            <p:cNvSpPr/>
            <p:nvPr/>
          </p:nvSpPr>
          <p:spPr>
            <a:xfrm>
              <a:off x="535" y="2121"/>
              <a:ext cx="487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r>
                <a:rPr lang="zh-CN" altLang="en-US" dirty="0">
                  <a:latin typeface="Times New Roman" panose="02020603050405020304" pitchFamily="18" charset="0"/>
                </a:rPr>
                <a:t>具有形式不变性</a:t>
              </a:r>
              <a:r>
                <a:rPr lang="en-US" altLang="zh-CN" dirty="0">
                  <a:latin typeface="Times New Roman" panose="02020603050405020304" pitchFamily="18" charset="0"/>
                </a:rPr>
                <a:t>. </a:t>
              </a:r>
              <a:r>
                <a:rPr lang="zh-CN" altLang="en-US" dirty="0">
                  <a:latin typeface="Times New Roman" panose="02020603050405020304" pitchFamily="18" charset="0"/>
                </a:rPr>
                <a:t>当 </a:t>
              </a:r>
              <a:r>
                <a:rPr lang="en-US" altLang="zh-CN" i="1">
                  <a:latin typeface="Times New Roman" panose="02020603050405020304" pitchFamily="18" charset="0"/>
                </a:rPr>
                <a:t>x </a:t>
              </a:r>
              <a:r>
                <a:rPr lang="zh-CN" altLang="en-US" dirty="0">
                  <a:latin typeface="Times New Roman" panose="02020603050405020304" pitchFamily="18" charset="0"/>
                </a:rPr>
                <a:t>是自变量时</a:t>
              </a:r>
              <a:r>
                <a:rPr lang="en-US" altLang="zh-CN" dirty="0">
                  <a:latin typeface="Times New Roman" panose="02020603050405020304" pitchFamily="18" charset="0"/>
                </a:rPr>
                <a:t>,                  </a:t>
              </a:r>
              <a:r>
                <a:rPr lang="zh-CN" altLang="en-US" dirty="0">
                  <a:latin typeface="Times New Roman" panose="02020603050405020304" pitchFamily="18" charset="0"/>
                </a:rPr>
                <a:t>的二</a:t>
              </a:r>
            </a:p>
          </p:txBody>
        </p:sp>
        <p:graphicFrame>
          <p:nvGraphicFramePr>
            <p:cNvPr id="25620" name="对象 25619"/>
            <p:cNvGraphicFramePr/>
            <p:nvPr/>
          </p:nvGraphicFramePr>
          <p:xfrm>
            <a:off x="3969" y="2160"/>
            <a:ext cx="856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50" r:id="rId13" imgW="1358265" imgH="393700" progId="Equation.DSMT4">
                    <p:embed/>
                  </p:oleObj>
                </mc:Choice>
                <mc:Fallback>
                  <p:oleObj r:id="rId13" imgW="1358265" imgH="393700" progId="Equation.DSMT4">
                    <p:embed/>
                    <p:pic>
                      <p:nvPicPr>
                        <p:cNvPr id="0" name="图片 3109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3969" y="2160"/>
                          <a:ext cx="856" cy="24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5624" name="矩形 25623"/>
          <p:cNvSpPr/>
          <p:nvPr/>
        </p:nvSpPr>
        <p:spPr>
          <a:xfrm>
            <a:off x="828675" y="3303588"/>
            <a:ext cx="1606550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</a:rPr>
              <a:t>阶微分是</a:t>
            </a:r>
          </a:p>
        </p:txBody>
      </p:sp>
      <p:sp>
        <p:nvSpPr>
          <p:cNvPr id="25629" name="矩形 25628"/>
          <p:cNvSpPr/>
          <p:nvPr/>
        </p:nvSpPr>
        <p:spPr>
          <a:xfrm>
            <a:off x="798513" y="5300663"/>
            <a:ext cx="541337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algn="l"/>
            <a:r>
              <a:rPr lang="zh-CN" altLang="en-US" dirty="0">
                <a:latin typeface="Times New Roman" panose="02020603050405020304" pitchFamily="18" charset="0"/>
              </a:rPr>
              <a:t>为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5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25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25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25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5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25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000"/>
                                        <p:tgtEl>
                                          <p:spTgt spid="25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5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24" grpId="0"/>
      <p:bldP spid="2562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415" name="组合 16414"/>
          <p:cNvGrpSpPr/>
          <p:nvPr/>
        </p:nvGrpSpPr>
        <p:grpSpPr>
          <a:xfrm>
            <a:off x="827088" y="4022725"/>
            <a:ext cx="7219950" cy="538163"/>
            <a:chOff x="521" y="2534"/>
            <a:chExt cx="4548" cy="339"/>
          </a:xfrm>
        </p:grpSpPr>
        <p:sp>
          <p:nvSpPr>
            <p:cNvPr id="16394" name="文本框 16393"/>
            <p:cNvSpPr txBox="1"/>
            <p:nvPr/>
          </p:nvSpPr>
          <p:spPr>
            <a:xfrm>
              <a:off x="521" y="2544"/>
              <a:ext cx="576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zh-CN" altLang="en-US">
                  <a:solidFill>
                    <a:srgbClr val="0000FF"/>
                  </a:solidFill>
                  <a:latin typeface="Times New Roman" panose="02020603050405020304" pitchFamily="18" charset="0"/>
                </a:rPr>
                <a:t>例</a:t>
              </a:r>
              <a:r>
                <a:rPr lang="en-US" altLang="zh-CN">
                  <a:solidFill>
                    <a:srgbClr val="0000FF"/>
                  </a:solidFill>
                  <a:latin typeface="Times New Roman" panose="02020603050405020304" pitchFamily="18" charset="0"/>
                </a:rPr>
                <a:t>5</a:t>
              </a:r>
              <a:endParaRPr lang="en-US" altLang="zh-CN" sz="2400" b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16395" name="对象 16394"/>
            <p:cNvGraphicFramePr/>
            <p:nvPr/>
          </p:nvGraphicFramePr>
          <p:xfrm>
            <a:off x="1012" y="2534"/>
            <a:ext cx="4057" cy="3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475" r:id="rId3" imgW="6438900" imgH="508000" progId="Equation.DSMT4">
                    <p:embed/>
                  </p:oleObj>
                </mc:Choice>
                <mc:Fallback>
                  <p:oleObj r:id="rId3" imgW="6438900" imgH="508000" progId="Equation.DSMT4">
                    <p:embed/>
                    <p:pic>
                      <p:nvPicPr>
                        <p:cNvPr id="0" name="图片 3113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012" y="2534"/>
                          <a:ext cx="4057" cy="32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6414" name="组合 16413"/>
          <p:cNvGrpSpPr/>
          <p:nvPr/>
        </p:nvGrpSpPr>
        <p:grpSpPr>
          <a:xfrm>
            <a:off x="839788" y="4714875"/>
            <a:ext cx="7693025" cy="528638"/>
            <a:chOff x="529" y="2970"/>
            <a:chExt cx="4846" cy="333"/>
          </a:xfrm>
        </p:grpSpPr>
        <p:sp>
          <p:nvSpPr>
            <p:cNvPr id="16396" name="文本框 16395"/>
            <p:cNvSpPr txBox="1"/>
            <p:nvPr/>
          </p:nvSpPr>
          <p:spPr>
            <a:xfrm>
              <a:off x="529" y="2976"/>
              <a:ext cx="91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zh-CN" altLang="en-US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解法一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16398" name="对象 16397"/>
            <p:cNvGraphicFramePr/>
            <p:nvPr/>
          </p:nvGraphicFramePr>
          <p:xfrm>
            <a:off x="1367" y="2970"/>
            <a:ext cx="4008" cy="3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476" r:id="rId5" imgW="6362700" imgH="508000" progId="Equation.DSMT4">
                    <p:embed/>
                  </p:oleObj>
                </mc:Choice>
                <mc:Fallback>
                  <p:oleObj r:id="rId5" imgW="6362700" imgH="508000" progId="Equation.DSMT4">
                    <p:embed/>
                    <p:pic>
                      <p:nvPicPr>
                        <p:cNvPr id="0" name="图片 3111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367" y="2970"/>
                          <a:ext cx="4008" cy="32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6387" name="对象 16386"/>
          <p:cNvGraphicFramePr/>
          <p:nvPr/>
        </p:nvGraphicFramePr>
        <p:xfrm>
          <a:off x="1790700" y="1271588"/>
          <a:ext cx="6453188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77" r:id="rId7" imgW="6451600" imgH="508000" progId="Equation.DSMT4">
                  <p:embed/>
                </p:oleObj>
              </mc:Choice>
              <mc:Fallback>
                <p:oleObj r:id="rId7" imgW="6451600" imgH="508000" progId="Equation.DSMT4">
                  <p:embed/>
                  <p:pic>
                    <p:nvPicPr>
                      <p:cNvPr id="0" name="图片 3112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790700" y="1271588"/>
                        <a:ext cx="6453188" cy="508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3" name="对象 16392"/>
          <p:cNvGraphicFramePr/>
          <p:nvPr/>
        </p:nvGraphicFramePr>
        <p:xfrm>
          <a:off x="971550" y="3416300"/>
          <a:ext cx="1193800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78" r:id="rId9" imgW="1193165" imgH="393700" progId="Equation.3">
                  <p:embed/>
                </p:oleObj>
              </mc:Choice>
              <mc:Fallback>
                <p:oleObj r:id="rId9" imgW="1193165" imgH="393700" progId="Equation.3">
                  <p:embed/>
                  <p:pic>
                    <p:nvPicPr>
                      <p:cNvPr id="0" name="图片 3101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971550" y="3416300"/>
                        <a:ext cx="1193800" cy="3921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416" name="组合 16415"/>
          <p:cNvGrpSpPr/>
          <p:nvPr/>
        </p:nvGrpSpPr>
        <p:grpSpPr>
          <a:xfrm>
            <a:off x="968375" y="2667000"/>
            <a:ext cx="7491413" cy="561975"/>
            <a:chOff x="610" y="1680"/>
            <a:chExt cx="4719" cy="354"/>
          </a:xfrm>
        </p:grpSpPr>
        <p:graphicFrame>
          <p:nvGraphicFramePr>
            <p:cNvPr id="16392" name="对象 16391"/>
            <p:cNvGraphicFramePr/>
            <p:nvPr/>
          </p:nvGraphicFramePr>
          <p:xfrm>
            <a:off x="610" y="1685"/>
            <a:ext cx="1408" cy="3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479" r:id="rId11" imgW="2235200" imgH="508000" progId="Equation.DSMT4">
                    <p:embed/>
                  </p:oleObj>
                </mc:Choice>
                <mc:Fallback>
                  <p:oleObj r:id="rId11" imgW="2235200" imgH="508000" progId="Equation.DSMT4">
                    <p:embed/>
                    <p:pic>
                      <p:nvPicPr>
                        <p:cNvPr id="0" name="图片 3102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610" y="1685"/>
                          <a:ext cx="1408" cy="32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404" name="文本框 16403"/>
            <p:cNvSpPr txBox="1"/>
            <p:nvPr/>
          </p:nvSpPr>
          <p:spPr>
            <a:xfrm>
              <a:off x="2036" y="1680"/>
              <a:ext cx="3293" cy="35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l">
                <a:lnSpc>
                  <a:spcPct val="110000"/>
                </a:lnSpc>
                <a:spcBef>
                  <a:spcPct val="50000"/>
                </a:spcBef>
              </a:pPr>
              <a:r>
                <a:rPr lang="zh-CN" altLang="en-US" dirty="0">
                  <a:latin typeface="Times New Roman" panose="02020603050405020304" pitchFamily="18" charset="0"/>
                </a:rPr>
                <a:t>不一定为 </a:t>
              </a:r>
              <a:r>
                <a:rPr lang="en-US" altLang="zh-CN" dirty="0">
                  <a:latin typeface="Times New Roman" panose="02020603050405020304" pitchFamily="18" charset="0"/>
                </a:rPr>
                <a:t>0,  </a:t>
              </a:r>
              <a:r>
                <a:rPr lang="zh-CN" altLang="en-US" dirty="0">
                  <a:latin typeface="Times New Roman" panose="02020603050405020304" pitchFamily="18" charset="0"/>
                </a:rPr>
                <a:t>而当 </a:t>
              </a:r>
              <a:r>
                <a:rPr lang="en-US" altLang="zh-CN" i="1">
                  <a:latin typeface="Times New Roman" panose="02020603050405020304" pitchFamily="18" charset="0"/>
                </a:rPr>
                <a:t>x </a:t>
              </a:r>
              <a:r>
                <a:rPr lang="zh-CN" altLang="en-US" dirty="0">
                  <a:latin typeface="Times New Roman" panose="02020603050405020304" pitchFamily="18" charset="0"/>
                </a:rPr>
                <a:t>为自变量时</a:t>
              </a:r>
              <a:r>
                <a:rPr lang="en-US" altLang="zh-CN">
                  <a:latin typeface="Times New Roman" panose="02020603050405020304" pitchFamily="18" charset="0"/>
                </a:rPr>
                <a:t>,</a:t>
              </a:r>
            </a:p>
          </p:txBody>
        </p:sp>
      </p:grpSp>
      <p:grpSp>
        <p:nvGrpSpPr>
          <p:cNvPr id="16417" name="组合 16416"/>
          <p:cNvGrpSpPr/>
          <p:nvPr/>
        </p:nvGrpSpPr>
        <p:grpSpPr>
          <a:xfrm>
            <a:off x="827088" y="1949450"/>
            <a:ext cx="7726362" cy="582613"/>
            <a:chOff x="521" y="1228"/>
            <a:chExt cx="4867" cy="367"/>
          </a:xfrm>
        </p:grpSpPr>
        <p:sp>
          <p:nvSpPr>
            <p:cNvPr id="16389" name="文本框 16388"/>
            <p:cNvSpPr txBox="1"/>
            <p:nvPr/>
          </p:nvSpPr>
          <p:spPr>
            <a:xfrm>
              <a:off x="521" y="1241"/>
              <a:ext cx="2077" cy="35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l">
                <a:lnSpc>
                  <a:spcPct val="110000"/>
                </a:lnSpc>
                <a:spcBef>
                  <a:spcPct val="50000"/>
                </a:spcBef>
              </a:pPr>
              <a:r>
                <a:rPr lang="zh-CN" altLang="en-US" dirty="0">
                  <a:latin typeface="宋体" panose="02010600030101010101" pitchFamily="2" charset="-122"/>
                </a:rPr>
                <a:t>它比</a:t>
              </a:r>
              <a:r>
                <a:rPr lang="zh-CN" altLang="en-US" dirty="0">
                  <a:latin typeface="Times New Roman" panose="02020603050405020304" pitchFamily="18" charset="0"/>
                </a:rPr>
                <a:t> </a:t>
              </a:r>
              <a:r>
                <a:rPr lang="en-US" altLang="zh-CN">
                  <a:latin typeface="Times New Roman" panose="02020603050405020304" pitchFamily="18" charset="0"/>
                </a:rPr>
                <a:t>(6) </a:t>
              </a:r>
              <a:r>
                <a:rPr lang="zh-CN" altLang="en-US" dirty="0">
                  <a:latin typeface="宋体" panose="02010600030101010101" pitchFamily="2" charset="-122"/>
                </a:rPr>
                <a:t>式多了一项</a:t>
              </a:r>
              <a:endParaRPr lang="zh-CN" altLang="en-US">
                <a:latin typeface="宋体" panose="02010600030101010101" pitchFamily="2" charset="-122"/>
              </a:endParaRPr>
            </a:p>
          </p:txBody>
        </p:sp>
        <p:graphicFrame>
          <p:nvGraphicFramePr>
            <p:cNvPr id="16390" name="对象 16389"/>
            <p:cNvGraphicFramePr/>
            <p:nvPr/>
          </p:nvGraphicFramePr>
          <p:xfrm>
            <a:off x="2630" y="1228"/>
            <a:ext cx="976" cy="3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480" r:id="rId13" imgW="1549400" imgH="508000" progId="Equation.DSMT4">
                    <p:embed/>
                  </p:oleObj>
                </mc:Choice>
                <mc:Fallback>
                  <p:oleObj r:id="rId13" imgW="1549400" imgH="508000" progId="Equation.DSMT4">
                    <p:embed/>
                    <p:pic>
                      <p:nvPicPr>
                        <p:cNvPr id="0" name="图片 3104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2630" y="1228"/>
                          <a:ext cx="976" cy="32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391" name="对象 16390"/>
            <p:cNvGraphicFramePr/>
            <p:nvPr/>
          </p:nvGraphicFramePr>
          <p:xfrm>
            <a:off x="4126" y="1314"/>
            <a:ext cx="792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481" r:id="rId15" imgW="1256665" imgH="393700" progId="Equation.DSMT4">
                    <p:embed/>
                  </p:oleObj>
                </mc:Choice>
                <mc:Fallback>
                  <p:oleObj r:id="rId15" imgW="1256665" imgH="393700" progId="Equation.DSMT4">
                    <p:embed/>
                    <p:pic>
                      <p:nvPicPr>
                        <p:cNvPr id="0" name="图片 3105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4126" y="1314"/>
                          <a:ext cx="792" cy="24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405" name="文本框 16404"/>
            <p:cNvSpPr txBox="1"/>
            <p:nvPr/>
          </p:nvSpPr>
          <p:spPr>
            <a:xfrm>
              <a:off x="3734" y="1264"/>
              <a:ext cx="41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zh-CN" altLang="en-US">
                  <a:latin typeface="宋体" panose="02010600030101010101" pitchFamily="2" charset="-122"/>
                </a:rPr>
                <a:t>当</a:t>
              </a:r>
              <a:endParaRPr lang="zh-CN" altLang="en-US" sz="3600">
                <a:latin typeface="华文新魏" pitchFamily="2" charset="-122"/>
                <a:ea typeface="华文新魏" pitchFamily="2" charset="-122"/>
              </a:endParaRPr>
            </a:p>
          </p:txBody>
        </p:sp>
        <p:sp>
          <p:nvSpPr>
            <p:cNvPr id="16406" name="文本框 16405"/>
            <p:cNvSpPr txBox="1"/>
            <p:nvPr/>
          </p:nvSpPr>
          <p:spPr>
            <a:xfrm>
              <a:off x="4935" y="1253"/>
              <a:ext cx="453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zh-CN" altLang="en-US">
                  <a:latin typeface="宋体" panose="02010600030101010101" pitchFamily="2" charset="-122"/>
                </a:rPr>
                <a:t>时</a:t>
              </a:r>
              <a:r>
                <a:rPr lang="en-US" altLang="zh-CN">
                  <a:latin typeface="Times New Roman" panose="02020603050405020304" pitchFamily="18" charset="0"/>
                </a:rPr>
                <a:t>,</a:t>
              </a:r>
              <a:endParaRPr lang="en-US" altLang="zh-CN" sz="3600">
                <a:latin typeface="华文新魏" pitchFamily="2" charset="-122"/>
                <a:ea typeface="华文新魏" pitchFamily="2" charset="-122"/>
              </a:endParaRPr>
            </a:p>
          </p:txBody>
        </p:sp>
      </p:grpSp>
      <p:graphicFrame>
        <p:nvGraphicFramePr>
          <p:cNvPr id="16408" name="对象 16407"/>
          <p:cNvGraphicFramePr/>
          <p:nvPr/>
        </p:nvGraphicFramePr>
        <p:xfrm>
          <a:off x="1116013" y="609600"/>
          <a:ext cx="6986587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82" r:id="rId17" imgW="6985000" imgH="508000" progId="Equation.DSMT4">
                  <p:embed/>
                </p:oleObj>
              </mc:Choice>
              <mc:Fallback>
                <p:oleObj r:id="rId17" imgW="6985000" imgH="508000" progId="Equation.DSMT4">
                  <p:embed/>
                  <p:pic>
                    <p:nvPicPr>
                      <p:cNvPr id="0" name="图片 3103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116013" y="609600"/>
                        <a:ext cx="6986587" cy="508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413" name="组合 16412"/>
          <p:cNvGrpSpPr/>
          <p:nvPr/>
        </p:nvGrpSpPr>
        <p:grpSpPr>
          <a:xfrm>
            <a:off x="900113" y="5419725"/>
            <a:ext cx="7861300" cy="530225"/>
            <a:chOff x="567" y="3414"/>
            <a:chExt cx="4952" cy="334"/>
          </a:xfrm>
        </p:grpSpPr>
        <p:graphicFrame>
          <p:nvGraphicFramePr>
            <p:cNvPr id="16397" name="对象 16396"/>
            <p:cNvGraphicFramePr/>
            <p:nvPr/>
          </p:nvGraphicFramePr>
          <p:xfrm>
            <a:off x="567" y="3414"/>
            <a:ext cx="4008" cy="3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483" r:id="rId19" imgW="6362700" imgH="508000" progId="Equation.DSMT4">
                    <p:embed/>
                  </p:oleObj>
                </mc:Choice>
                <mc:Fallback>
                  <p:oleObj r:id="rId19" imgW="6362700" imgH="508000" progId="Equation.DSMT4">
                    <p:embed/>
                    <p:pic>
                      <p:nvPicPr>
                        <p:cNvPr id="0" name="图片 3106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567" y="3414"/>
                          <a:ext cx="4008" cy="32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411" name="矩形 16410"/>
            <p:cNvSpPr/>
            <p:nvPr/>
          </p:nvSpPr>
          <p:spPr>
            <a:xfrm>
              <a:off x="4530" y="3421"/>
              <a:ext cx="98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l"/>
              <a:r>
                <a:rPr lang="zh-CN" altLang="en-US" dirty="0">
                  <a:latin typeface="Times New Roman" panose="02020603050405020304" pitchFamily="18" charset="0"/>
                </a:rPr>
                <a:t>由 </a:t>
              </a:r>
              <a:r>
                <a:rPr lang="en-US" altLang="zh-CN" dirty="0">
                  <a:latin typeface="Times New Roman" panose="02020603050405020304" pitchFamily="18" charset="0"/>
                </a:rPr>
                <a:t>(6) </a:t>
              </a:r>
              <a:r>
                <a:rPr lang="zh-CN" altLang="en-US" dirty="0">
                  <a:latin typeface="Times New Roman" panose="02020603050405020304" pitchFamily="18" charset="0"/>
                </a:rPr>
                <a:t>得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6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16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16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16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16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000"/>
                                        <p:tgtEl>
                                          <p:spTgt spid="16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000"/>
                                        <p:tgtEl>
                                          <p:spTgt spid="16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矩形 17409"/>
          <p:cNvSpPr/>
          <p:nvPr/>
        </p:nvSpPr>
        <p:spPr>
          <a:xfrm>
            <a:off x="812800" y="1320800"/>
            <a:ext cx="3187700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algn="l"/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</a:rPr>
              <a:t>解法二   </a:t>
            </a:r>
            <a:r>
              <a:rPr lang="zh-CN" altLang="en-US" dirty="0">
                <a:latin typeface="Times New Roman" panose="02020603050405020304" pitchFamily="18" charset="0"/>
              </a:rPr>
              <a:t>依 </a:t>
            </a:r>
            <a:r>
              <a:rPr lang="en-US" altLang="zh-CN" dirty="0">
                <a:latin typeface="Times New Roman" panose="02020603050405020304" pitchFamily="18" charset="0"/>
              </a:rPr>
              <a:t>(7) </a:t>
            </a:r>
            <a:r>
              <a:rPr lang="zh-CN" altLang="en-US" dirty="0">
                <a:latin typeface="Times New Roman" panose="02020603050405020304" pitchFamily="18" charset="0"/>
              </a:rPr>
              <a:t>式得</a:t>
            </a:r>
          </a:p>
        </p:txBody>
      </p:sp>
      <p:graphicFrame>
        <p:nvGraphicFramePr>
          <p:cNvPr id="17411" name="对象 17410"/>
          <p:cNvGraphicFramePr/>
          <p:nvPr/>
        </p:nvGraphicFramePr>
        <p:xfrm>
          <a:off x="2058988" y="2066925"/>
          <a:ext cx="42418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3" r:id="rId3" imgW="4241800" imgH="508000" progId="Equation.DSMT4">
                  <p:embed/>
                </p:oleObj>
              </mc:Choice>
              <mc:Fallback>
                <p:oleObj r:id="rId3" imgW="4241800" imgH="508000" progId="Equation.DSMT4">
                  <p:embed/>
                  <p:pic>
                    <p:nvPicPr>
                      <p:cNvPr id="0" name="图片 312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058988" y="2066925"/>
                        <a:ext cx="4241800" cy="508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2" name="对象 17411"/>
          <p:cNvGraphicFramePr/>
          <p:nvPr/>
        </p:nvGraphicFramePr>
        <p:xfrm>
          <a:off x="2676525" y="2687638"/>
          <a:ext cx="3517900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4" r:id="rId5" imgW="3517900" imgH="508000" progId="Equation.DSMT4">
                  <p:embed/>
                </p:oleObj>
              </mc:Choice>
              <mc:Fallback>
                <p:oleObj r:id="rId5" imgW="3517900" imgH="508000" progId="Equation.DSMT4">
                  <p:embed/>
                  <p:pic>
                    <p:nvPicPr>
                      <p:cNvPr id="0" name="图片 312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676525" y="2687638"/>
                        <a:ext cx="3517900" cy="5048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3" name="对象 17412"/>
          <p:cNvGraphicFramePr/>
          <p:nvPr/>
        </p:nvGraphicFramePr>
        <p:xfrm>
          <a:off x="2687638" y="3416300"/>
          <a:ext cx="4495800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5" r:id="rId7" imgW="4495800" imgH="508000" progId="Equation.DSMT4">
                  <p:embed/>
                </p:oleObj>
              </mc:Choice>
              <mc:Fallback>
                <p:oleObj r:id="rId7" imgW="4495800" imgH="508000" progId="Equation.DSMT4">
                  <p:embed/>
                  <p:pic>
                    <p:nvPicPr>
                      <p:cNvPr id="0" name="图片 3116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687638" y="3416300"/>
                        <a:ext cx="4495800" cy="5064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4" name="对象 17413"/>
          <p:cNvGraphicFramePr/>
          <p:nvPr/>
        </p:nvGraphicFramePr>
        <p:xfrm>
          <a:off x="2701925" y="4241800"/>
          <a:ext cx="38608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6" r:id="rId9" imgW="3860800" imgH="508000" progId="Equation.DSMT4">
                  <p:embed/>
                </p:oleObj>
              </mc:Choice>
              <mc:Fallback>
                <p:oleObj r:id="rId9" imgW="3860800" imgH="508000" progId="Equation.DSMT4">
                  <p:embed/>
                  <p:pic>
                    <p:nvPicPr>
                      <p:cNvPr id="0" name="图片 3122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701925" y="4241800"/>
                        <a:ext cx="3860800" cy="508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426" name="组合 17425"/>
          <p:cNvGrpSpPr/>
          <p:nvPr/>
        </p:nvGrpSpPr>
        <p:grpSpPr>
          <a:xfrm>
            <a:off x="827088" y="4878388"/>
            <a:ext cx="6164262" cy="566737"/>
            <a:chOff x="521" y="3073"/>
            <a:chExt cx="3883" cy="357"/>
          </a:xfrm>
        </p:grpSpPr>
        <p:graphicFrame>
          <p:nvGraphicFramePr>
            <p:cNvPr id="17418" name="对象 17417"/>
            <p:cNvGraphicFramePr/>
            <p:nvPr/>
          </p:nvGraphicFramePr>
          <p:xfrm>
            <a:off x="1274" y="3073"/>
            <a:ext cx="928" cy="3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497" r:id="rId11" imgW="1473200" imgH="508000" progId="Equation.DSMT4">
                    <p:embed/>
                  </p:oleObj>
                </mc:Choice>
                <mc:Fallback>
                  <p:oleObj r:id="rId11" imgW="1473200" imgH="508000" progId="Equation.DSMT4">
                    <p:embed/>
                    <p:pic>
                      <p:nvPicPr>
                        <p:cNvPr id="0" name="图片 3126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1274" y="3073"/>
                          <a:ext cx="928" cy="32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19" name="文本框 17418"/>
            <p:cNvSpPr txBox="1"/>
            <p:nvPr/>
          </p:nvSpPr>
          <p:spPr>
            <a:xfrm>
              <a:off x="521" y="3097"/>
              <a:ext cx="81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zh-CN" altLang="en-US" dirty="0">
                  <a:latin typeface="Times New Roman" panose="02020603050405020304" pitchFamily="18" charset="0"/>
                </a:rPr>
                <a:t>如果将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420" name="文本框 17419"/>
            <p:cNvSpPr txBox="1"/>
            <p:nvPr/>
          </p:nvSpPr>
          <p:spPr>
            <a:xfrm>
              <a:off x="2196" y="3103"/>
              <a:ext cx="220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zh-CN" altLang="en-US" dirty="0">
                  <a:latin typeface="Times New Roman" panose="02020603050405020304" pitchFamily="18" charset="0"/>
                </a:rPr>
                <a:t>漏掉就会产生错误</a:t>
              </a:r>
              <a:r>
                <a:rPr lang="en-US" altLang="zh-CN">
                  <a:latin typeface="Times New Roman" panose="02020603050405020304" pitchFamily="18" charset="0"/>
                </a:rPr>
                <a:t>.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</p:grpSp>
      <p:graphicFrame>
        <p:nvGraphicFramePr>
          <p:cNvPr id="17423" name="对象 17422"/>
          <p:cNvGraphicFramePr/>
          <p:nvPr/>
        </p:nvGraphicFramePr>
        <p:xfrm>
          <a:off x="2216150" y="590550"/>
          <a:ext cx="45847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8" r:id="rId13" imgW="4584700" imgH="508000" progId="Equation.DSMT4">
                  <p:embed/>
                </p:oleObj>
              </mc:Choice>
              <mc:Fallback>
                <p:oleObj r:id="rId13" imgW="4584700" imgH="508000" progId="Equation.DSMT4">
                  <p:embed/>
                  <p:pic>
                    <p:nvPicPr>
                      <p:cNvPr id="0" name="图片 3121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216150" y="590550"/>
                        <a:ext cx="4584700" cy="508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7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7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7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7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17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17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17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0" grpId="0"/>
    </p:bldLst>
  </p:timing>
</p:sld>
</file>

<file path=ppt/theme/theme1.xml><?xml version="1.0" encoding="utf-8"?>
<a:theme xmlns:a="http://schemas.openxmlformats.org/drawingml/2006/main" name="框钮正底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">
        <a:dk1>
          <a:srgbClr val="FFFFFF"/>
        </a:dk1>
        <a:lt1>
          <a:srgbClr val="0000FF"/>
        </a:lt1>
        <a:dk2>
          <a:srgbClr val="FFFF00"/>
        </a:dk2>
        <a:lt2>
          <a:srgbClr val="0000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CDCDC"/>
        </a:accent4>
        <a:accent5>
          <a:srgbClr val="FFCAAA"/>
        </a:accent5>
        <a:accent6>
          <a:srgbClr val="00E5E5"/>
        </a:accent6>
        <a:hlink>
          <a:srgbClr val="FF000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7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27272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2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9"/>
        </a:accent5>
        <a:accent6>
          <a:srgbClr val="0000E5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BE5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9E5B7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D:\数学分析上册\框钮正底.pot</Template>
  <TotalTime>4</TotalTime>
  <Words>446</Words>
  <Application>Microsoft Office PowerPoint</Application>
  <PresentationFormat>全屏显示(4:3)</PresentationFormat>
  <Paragraphs>70</Paragraphs>
  <Slides>19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19</vt:i4>
      </vt:variant>
    </vt:vector>
  </HeadingPairs>
  <TitlesOfParts>
    <vt:vector size="27" baseType="lpstr">
      <vt:lpstr>华文新魏</vt:lpstr>
      <vt:lpstr>隶书</vt:lpstr>
      <vt:lpstr>宋体</vt:lpstr>
      <vt:lpstr>Rage Italic</vt:lpstr>
      <vt:lpstr>Times New Roman</vt:lpstr>
      <vt:lpstr>框钮正底</vt:lpstr>
      <vt:lpstr>MathType 6.0 Equation</vt:lpstr>
      <vt:lpstr>Microsoft 公式 3.0</vt:lpstr>
      <vt:lpstr>§4  高阶微商与高阶微分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二、高阶微分</vt:lpstr>
      <vt:lpstr>PowerPoint 演示文稿</vt:lpstr>
      <vt:lpstr>PowerPoint 演示文稿</vt:lpstr>
      <vt:lpstr>PowerPoint 演示文稿</vt:lpstr>
    </vt:vector>
  </TitlesOfParts>
  <Company>ECNU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没有幻灯片标题</dc:title>
  <dc:creator>Math Dept</dc:creator>
  <cp:lastModifiedBy>Windows 用户</cp:lastModifiedBy>
  <cp:revision>105</cp:revision>
  <dcterms:created xsi:type="dcterms:W3CDTF">2005-02-27T01:47:21Z</dcterms:created>
  <dcterms:modified xsi:type="dcterms:W3CDTF">2017-11-19T19:42:55Z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2052-10.1.0.6929</vt:lpwstr>
  </property>
</Properties>
</file>