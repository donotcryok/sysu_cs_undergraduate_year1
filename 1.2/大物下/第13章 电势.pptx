
<file path=[Content_Types].xml><?xml version="1.0" encoding="utf-8"?>
<Types xmlns="http://schemas.openxmlformats.org/package/2006/content-types">
  <Default Extension="png" ContentType="image/png"/>
  <Default Extension="tmp" ContentType="image/png"/>
  <Default Extension="bin" ContentType="application/vnd.openxmlformats-officedocument.oleObject"/>
  <Default Extension="jpeg" ContentType="image/jpeg"/>
  <Default Extension="wmf" ContentType="image/x-wmf"/>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notesSlides/notesSlide4.xml" ContentType="application/vnd.openxmlformats-officedocument.presentationml.notesSlide+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tags/tag310.xml" ContentType="application/vnd.openxmlformats-officedocument.presentationml.tags+xml"/>
  <Override PartName="/ppt/tags/tag410.xml" ContentType="application/vnd.openxmlformats-officedocument.presentationml.tags+xml"/>
  <Override PartName="/ppt/tags/tag510.xml" ContentType="application/vnd.openxmlformats-officedocument.presentationml.tags+xml"/>
  <Override PartName="/ppt/tags/tag670.xml" ContentType="application/vnd.openxmlformats-officedocument.presentationml.tag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48"/>
  </p:notesMasterIdLst>
  <p:sldIdLst>
    <p:sldId id="874" r:id="rId5"/>
    <p:sldId id="478" r:id="rId6"/>
    <p:sldId id="517" r:id="rId7"/>
    <p:sldId id="708" r:id="rId8"/>
    <p:sldId id="1138" r:id="rId9"/>
    <p:sldId id="1144" r:id="rId10"/>
    <p:sldId id="1140" r:id="rId11"/>
    <p:sldId id="1136" r:id="rId12"/>
    <p:sldId id="1141" r:id="rId13"/>
    <p:sldId id="1143" r:id="rId14"/>
    <p:sldId id="1128" r:id="rId15"/>
    <p:sldId id="821" r:id="rId16"/>
    <p:sldId id="1142" r:id="rId17"/>
    <p:sldId id="883" r:id="rId18"/>
    <p:sldId id="549" r:id="rId19"/>
    <p:sldId id="550" r:id="rId20"/>
    <p:sldId id="551" r:id="rId21"/>
    <p:sldId id="884" r:id="rId22"/>
    <p:sldId id="885" r:id="rId23"/>
    <p:sldId id="893" r:id="rId24"/>
    <p:sldId id="582" r:id="rId25"/>
    <p:sldId id="1157" r:id="rId26"/>
    <p:sldId id="1160" r:id="rId27"/>
    <p:sldId id="1161" r:id="rId28"/>
    <p:sldId id="1159" r:id="rId29"/>
    <p:sldId id="897" r:id="rId30"/>
    <p:sldId id="898" r:id="rId31"/>
    <p:sldId id="544" r:id="rId32"/>
    <p:sldId id="359" r:id="rId33"/>
    <p:sldId id="346" r:id="rId34"/>
    <p:sldId id="797" r:id="rId35"/>
    <p:sldId id="1163" r:id="rId36"/>
    <p:sldId id="902" r:id="rId37"/>
    <p:sldId id="562" r:id="rId38"/>
    <p:sldId id="800" r:id="rId39"/>
    <p:sldId id="814" r:id="rId40"/>
    <p:sldId id="684" r:id="rId41"/>
    <p:sldId id="518" r:id="rId42"/>
    <p:sldId id="519" r:id="rId43"/>
    <p:sldId id="900" r:id="rId44"/>
    <p:sldId id="892" r:id="rId45"/>
    <p:sldId id="1164" r:id="rId46"/>
    <p:sldId id="815" r:id="rId4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66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138" autoAdjust="0"/>
    <p:restoredTop sz="94662" autoAdjust="0"/>
  </p:normalViewPr>
  <p:slideViewPr>
    <p:cSldViewPr snapToGrid="0">
      <p:cViewPr>
        <p:scale>
          <a:sx n="125" d="100"/>
          <a:sy n="125" d="100"/>
        </p:scale>
        <p:origin x="1348" y="9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notesMaster" Target="notesMasters/notesMaster1.xml"/><Relationship Id="rId8" Type="http://schemas.openxmlformats.org/officeDocument/2006/relationships/slide" Target="slides/slide4.xml"/><Relationship Id="rId51"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image" Target="../media/image17.wmf"/><Relationship Id="rId1" Type="http://schemas.openxmlformats.org/officeDocument/2006/relationships/image" Target="../media/image16.wmf"/><Relationship Id="rId5" Type="http://schemas.openxmlformats.org/officeDocument/2006/relationships/image" Target="../media/image20.wmf"/><Relationship Id="rId4" Type="http://schemas.openxmlformats.org/officeDocument/2006/relationships/image" Target="../media/image19.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B5733EA-8E6D-4666-B9D4-9ACE27AD59EA}" type="datetimeFigureOut">
              <a:rPr lang="en-US" smtClean="0"/>
              <a:t>3/19/2024</a:t>
            </a:fld>
            <a:endParaRPr 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61FE689-547E-4EC7-A7DE-41A4901E6B75}" type="slidenum">
              <a:rPr lang="en-US" smtClean="0"/>
              <a:t>‹#›</a:t>
            </a:fld>
            <a:endParaRPr lang="en-US"/>
          </a:p>
        </p:txBody>
      </p:sp>
    </p:spTree>
    <p:extLst>
      <p:ext uri="{BB962C8B-B14F-4D97-AF65-F5344CB8AC3E}">
        <p14:creationId xmlns:p14="http://schemas.microsoft.com/office/powerpoint/2010/main" val="40723261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7">
            <a:extLst>
              <a:ext uri="{FF2B5EF4-FFF2-40B4-BE49-F238E27FC236}">
                <a16:creationId xmlns:a16="http://schemas.microsoft.com/office/drawing/2014/main" id="{613030A0-BA7B-447C-B4DA-2722009CC167}"/>
              </a:ext>
            </a:extLst>
          </p:cNvPr>
          <p:cNvSpPr>
            <a:spLocks noGrp="1" noChangeArrowheads="1"/>
          </p:cNvSpPr>
          <p:nvPr>
            <p:ph type="sldNum" sz="quarter" idx="5"/>
          </p:nvPr>
        </p:nvSpPr>
        <p:spPr>
          <a:noFill/>
          <a:extLst>
            <a:ext uri="{909E8E84-426E-40DD-AFC4-6F175D3DCCD1}">
              <a14:hiddenFill xmlns:a14="http://schemas.microsoft.com/office/drawing/2010/main">
                <a:solidFill>
                  <a:srgbClr val="FEFEF0">
                    <a:alpha val="50195"/>
                  </a:srgbClr>
                </a:solidFill>
              </a14:hiddenFill>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8DF2E11A-24B6-4333-9EEA-E08666527E01}" type="slidenum">
              <a:rPr lang="en-US" altLang="zh-CN" b="0" smtClean="0">
                <a:solidFill>
                  <a:srgbClr val="000000"/>
                </a:solidFill>
              </a:rPr>
              <a:pPr>
                <a:spcBef>
                  <a:spcPct val="0"/>
                </a:spcBef>
              </a:pPr>
              <a:t>15</a:t>
            </a:fld>
            <a:endParaRPr lang="en-US" altLang="zh-CN" b="0">
              <a:solidFill>
                <a:srgbClr val="000000"/>
              </a:solidFill>
            </a:endParaRPr>
          </a:p>
        </p:txBody>
      </p:sp>
      <p:sp>
        <p:nvSpPr>
          <p:cNvPr id="154627" name="Rectangle 2">
            <a:extLst>
              <a:ext uri="{FF2B5EF4-FFF2-40B4-BE49-F238E27FC236}">
                <a16:creationId xmlns:a16="http://schemas.microsoft.com/office/drawing/2014/main" id="{F62ED8BD-B092-4863-A6C0-6D674DA3A7D5}"/>
              </a:ext>
            </a:extLst>
          </p:cNvPr>
          <p:cNvSpPr>
            <a:spLocks noGrp="1" noRot="1" noChangeAspect="1" noChangeArrowheads="1" noTextEdit="1"/>
          </p:cNvSpPr>
          <p:nvPr>
            <p:ph type="sldImg"/>
          </p:nvPr>
        </p:nvSpPr>
        <p:spPr>
          <a:xfrm>
            <a:off x="139700" y="768350"/>
            <a:ext cx="6819900" cy="3836988"/>
          </a:xfrm>
          <a:ln/>
        </p:spPr>
      </p:sp>
      <p:sp>
        <p:nvSpPr>
          <p:cNvPr id="154628" name="Rectangle 3">
            <a:extLst>
              <a:ext uri="{FF2B5EF4-FFF2-40B4-BE49-F238E27FC236}">
                <a16:creationId xmlns:a16="http://schemas.microsoft.com/office/drawing/2014/main" id="{73E78FA4-9E84-43E0-AD9D-548869A9C605}"/>
              </a:ext>
            </a:extLst>
          </p:cNvPr>
          <p:cNvSpPr>
            <a:spLocks noGrp="1" noChangeArrowheads="1"/>
          </p:cNvSpPr>
          <p:nvPr>
            <p:ph type="body" idx="1"/>
          </p:nvPr>
        </p:nvSpPr>
        <p:spPr>
          <a:noFill/>
          <a:extLst>
            <a:ext uri="{909E8E84-426E-40DD-AFC4-6F175D3DCCD1}">
              <a14:hiddenFill xmlns:a14="http://schemas.microsoft.com/office/drawing/2010/main">
                <a:solidFill>
                  <a:srgbClr val="FEFEF0">
                    <a:alpha val="50195"/>
                  </a:srgbClr>
                </a:solidFill>
              </a14:hiddenFill>
            </a:ext>
          </a:extLst>
        </p:spPr>
        <p:txBody>
          <a:bodyPr/>
          <a:lstStyle/>
          <a:p>
            <a:pPr eaLnBrk="1" hangingPunct="1"/>
            <a:endParaRPr lang="zh-CN"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Rectangle 7">
            <a:extLst>
              <a:ext uri="{FF2B5EF4-FFF2-40B4-BE49-F238E27FC236}">
                <a16:creationId xmlns:a16="http://schemas.microsoft.com/office/drawing/2014/main" id="{9579585C-0A3A-479D-B296-B9F89887C29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EFEF0">
                    <a:alpha val="50195"/>
                  </a:srgbClr>
                </a:solidFill>
              </a14:hiddenFill>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E5D459F3-BF6D-474D-817E-D337EBD48129}" type="slidenum">
              <a:rPr lang="en-US" altLang="zh-CN" b="0" smtClean="0">
                <a:solidFill>
                  <a:srgbClr val="000000"/>
                </a:solidFill>
              </a:rPr>
              <a:pPr>
                <a:spcBef>
                  <a:spcPct val="0"/>
                </a:spcBef>
              </a:pPr>
              <a:t>16</a:t>
            </a:fld>
            <a:endParaRPr lang="en-US" altLang="zh-CN" b="0">
              <a:solidFill>
                <a:srgbClr val="000000"/>
              </a:solidFill>
            </a:endParaRPr>
          </a:p>
        </p:txBody>
      </p:sp>
      <p:sp>
        <p:nvSpPr>
          <p:cNvPr id="156675" name="Rectangle 2">
            <a:extLst>
              <a:ext uri="{FF2B5EF4-FFF2-40B4-BE49-F238E27FC236}">
                <a16:creationId xmlns:a16="http://schemas.microsoft.com/office/drawing/2014/main" id="{3419FFB9-BA52-45A6-BF3A-F8370DF524DA}"/>
              </a:ext>
            </a:extLst>
          </p:cNvPr>
          <p:cNvSpPr>
            <a:spLocks noGrp="1" noRot="1" noChangeAspect="1" noChangeArrowheads="1" noTextEdit="1"/>
          </p:cNvSpPr>
          <p:nvPr>
            <p:ph type="sldImg"/>
          </p:nvPr>
        </p:nvSpPr>
        <p:spPr>
          <a:xfrm>
            <a:off x="139700" y="768350"/>
            <a:ext cx="6819900" cy="3836988"/>
          </a:xfrm>
          <a:solidFill>
            <a:srgbClr val="FFFFFF"/>
          </a:solidFill>
          <a:ln/>
        </p:spPr>
      </p:sp>
      <p:sp>
        <p:nvSpPr>
          <p:cNvPr id="156676" name="Rectangle 3">
            <a:extLst>
              <a:ext uri="{FF2B5EF4-FFF2-40B4-BE49-F238E27FC236}">
                <a16:creationId xmlns:a16="http://schemas.microsoft.com/office/drawing/2014/main" id="{50A0EC2E-C7C3-437E-8A3D-B0F0293BC07B}"/>
              </a:ext>
            </a:extLst>
          </p:cNvPr>
          <p:cNvSpPr>
            <a:spLocks noGrp="1" noChangeArrowheads="1"/>
          </p:cNvSpPr>
          <p:nvPr>
            <p:ph type="body" idx="1"/>
          </p:nvPr>
        </p:nvSpPr>
        <p:spPr>
          <a:solidFill>
            <a:srgbClr val="FFFFFF"/>
          </a:solidFill>
          <a:ln w="6350">
            <a:solidFill>
              <a:srgbClr val="000000"/>
            </a:solidFill>
            <a:miter lim="800000"/>
            <a:headEnd/>
            <a:tailEnd/>
          </a:ln>
        </p:spPr>
        <p:txBody>
          <a:bodyPr/>
          <a:lstStyle/>
          <a:p>
            <a:pPr eaLnBrk="1" hangingPunct="1"/>
            <a:endParaRPr lang="zh-CN"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Rectangle 7">
            <a:extLst>
              <a:ext uri="{FF2B5EF4-FFF2-40B4-BE49-F238E27FC236}">
                <a16:creationId xmlns:a16="http://schemas.microsoft.com/office/drawing/2014/main" id="{DA3FC552-3999-421B-924B-43D8DAB4C75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EFEF0">
                    <a:alpha val="50195"/>
                  </a:srgbClr>
                </a:solidFill>
              </a14:hiddenFill>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BC21BDEB-DCE8-4193-879D-E7B53D60AE74}" type="slidenum">
              <a:rPr lang="en-US" altLang="zh-CN" b="0" smtClean="0">
                <a:solidFill>
                  <a:srgbClr val="000000"/>
                </a:solidFill>
              </a:rPr>
              <a:pPr>
                <a:spcBef>
                  <a:spcPct val="0"/>
                </a:spcBef>
              </a:pPr>
              <a:t>17</a:t>
            </a:fld>
            <a:endParaRPr lang="en-US" altLang="zh-CN" b="0">
              <a:solidFill>
                <a:srgbClr val="000000"/>
              </a:solidFill>
            </a:endParaRPr>
          </a:p>
        </p:txBody>
      </p:sp>
      <p:sp>
        <p:nvSpPr>
          <p:cNvPr id="158723" name="Rectangle 2">
            <a:extLst>
              <a:ext uri="{FF2B5EF4-FFF2-40B4-BE49-F238E27FC236}">
                <a16:creationId xmlns:a16="http://schemas.microsoft.com/office/drawing/2014/main" id="{97C913E5-AF7D-4EF0-AE44-8F53F7DA2E9F}"/>
              </a:ext>
            </a:extLst>
          </p:cNvPr>
          <p:cNvSpPr>
            <a:spLocks noGrp="1" noRot="1" noChangeAspect="1" noChangeArrowheads="1" noTextEdit="1"/>
          </p:cNvSpPr>
          <p:nvPr>
            <p:ph type="sldImg"/>
          </p:nvPr>
        </p:nvSpPr>
        <p:spPr>
          <a:xfrm>
            <a:off x="139700" y="768350"/>
            <a:ext cx="6819900" cy="3836988"/>
          </a:xfrm>
          <a:solidFill>
            <a:srgbClr val="FFFFFF"/>
          </a:solidFill>
          <a:ln/>
        </p:spPr>
      </p:sp>
      <p:sp>
        <p:nvSpPr>
          <p:cNvPr id="158724" name="Rectangle 3">
            <a:extLst>
              <a:ext uri="{FF2B5EF4-FFF2-40B4-BE49-F238E27FC236}">
                <a16:creationId xmlns:a16="http://schemas.microsoft.com/office/drawing/2014/main" id="{0C4283A7-BA3A-4C49-84F6-7A44E00D83B7}"/>
              </a:ext>
            </a:extLst>
          </p:cNvPr>
          <p:cNvSpPr>
            <a:spLocks noGrp="1" noChangeArrowheads="1"/>
          </p:cNvSpPr>
          <p:nvPr>
            <p:ph type="body" idx="1"/>
          </p:nvPr>
        </p:nvSpPr>
        <p:spPr>
          <a:solidFill>
            <a:srgbClr val="FFFFFF"/>
          </a:solidFill>
          <a:ln w="6350">
            <a:solidFill>
              <a:srgbClr val="000000"/>
            </a:solidFill>
            <a:miter lim="800000"/>
            <a:headEnd/>
            <a:tailEnd/>
          </a:ln>
        </p:spPr>
        <p:txBody>
          <a:bodyPr/>
          <a:lstStyle/>
          <a:p>
            <a:pPr eaLnBrk="1" hangingPunct="1"/>
            <a:endParaRPr lang="zh-CN"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Rectangle 7">
            <a:extLst>
              <a:ext uri="{FF2B5EF4-FFF2-40B4-BE49-F238E27FC236}">
                <a16:creationId xmlns:a16="http://schemas.microsoft.com/office/drawing/2014/main" id="{B29CA97A-538F-46EE-8545-781E0B0B952D}"/>
              </a:ext>
            </a:extLst>
          </p:cNvPr>
          <p:cNvSpPr>
            <a:spLocks noGrp="1" noChangeArrowheads="1"/>
          </p:cNvSpPr>
          <p:nvPr>
            <p:ph type="sldNum" sz="quarter" idx="5"/>
          </p:nvPr>
        </p:nvSpPr>
        <p:spPr>
          <a:noFill/>
          <a:extLst>
            <a:ext uri="{909E8E84-426E-40DD-AFC4-6F175D3DCCD1}">
              <a14:hiddenFill xmlns:a14="http://schemas.microsoft.com/office/drawing/2010/main">
                <a:solidFill>
                  <a:srgbClr val="FEFEF0">
                    <a:alpha val="50195"/>
                  </a:srgbClr>
                </a:solidFill>
              </a14:hiddenFill>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5767BD92-FE80-4750-A6F2-07EE44A9494F}" type="slidenum">
              <a:rPr lang="en-US" altLang="zh-CN" b="0" smtClean="0">
                <a:solidFill>
                  <a:srgbClr val="000000"/>
                </a:solidFill>
              </a:rPr>
              <a:pPr>
                <a:spcBef>
                  <a:spcPct val="0"/>
                </a:spcBef>
              </a:pPr>
              <a:t>34</a:t>
            </a:fld>
            <a:endParaRPr lang="en-US" altLang="zh-CN" b="0">
              <a:solidFill>
                <a:srgbClr val="000000"/>
              </a:solidFill>
            </a:endParaRPr>
          </a:p>
        </p:txBody>
      </p:sp>
      <p:sp>
        <p:nvSpPr>
          <p:cNvPr id="181251" name="Rectangle 2">
            <a:extLst>
              <a:ext uri="{FF2B5EF4-FFF2-40B4-BE49-F238E27FC236}">
                <a16:creationId xmlns:a16="http://schemas.microsoft.com/office/drawing/2014/main" id="{0026A44F-30CE-43BC-8E3F-C14C1664442B}"/>
              </a:ext>
            </a:extLst>
          </p:cNvPr>
          <p:cNvSpPr>
            <a:spLocks noGrp="1" noRot="1" noChangeAspect="1" noChangeArrowheads="1" noTextEdit="1"/>
          </p:cNvSpPr>
          <p:nvPr>
            <p:ph type="sldImg"/>
          </p:nvPr>
        </p:nvSpPr>
        <p:spPr>
          <a:xfrm>
            <a:off x="139700" y="768350"/>
            <a:ext cx="6819900" cy="3836988"/>
          </a:xfrm>
          <a:solidFill>
            <a:srgbClr val="FFFFFF"/>
          </a:solidFill>
          <a:ln/>
        </p:spPr>
      </p:sp>
      <p:sp>
        <p:nvSpPr>
          <p:cNvPr id="181252" name="Rectangle 3">
            <a:extLst>
              <a:ext uri="{FF2B5EF4-FFF2-40B4-BE49-F238E27FC236}">
                <a16:creationId xmlns:a16="http://schemas.microsoft.com/office/drawing/2014/main" id="{0AA94733-267B-482F-BBA3-5FB35B823EC6}"/>
              </a:ext>
            </a:extLst>
          </p:cNvPr>
          <p:cNvSpPr>
            <a:spLocks noGrp="1" noChangeArrowheads="1"/>
          </p:cNvSpPr>
          <p:nvPr>
            <p:ph type="body" idx="1"/>
          </p:nvPr>
        </p:nvSpPr>
        <p:spPr>
          <a:solidFill>
            <a:srgbClr val="FFFFFF"/>
          </a:solidFill>
          <a:ln w="6350">
            <a:solidFill>
              <a:srgbClr val="000000"/>
            </a:solidFill>
            <a:miter lim="800000"/>
            <a:headEnd/>
            <a:tailEnd/>
          </a:ln>
        </p:spPr>
        <p:txBody>
          <a:bodyPr/>
          <a:lstStyle/>
          <a:p>
            <a:pPr eaLnBrk="1" hangingPunct="1"/>
            <a:endParaRPr lang="zh-CN" altLang="zh-CN"/>
          </a:p>
        </p:txBody>
      </p:sp>
    </p:spTree>
    <p:extLst>
      <p:ext uri="{BB962C8B-B14F-4D97-AF65-F5344CB8AC3E}">
        <p14:creationId xmlns:p14="http://schemas.microsoft.com/office/powerpoint/2010/main" val="29110241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7"/>
          <p:cNvSpPr txBox="1">
            <a:spLocks noGrp="1" noChangeArrowheads="1"/>
          </p:cNvSpPr>
          <p:nvPr/>
        </p:nvSpPr>
        <p:spPr bwMode="auto">
          <a:xfrm>
            <a:off x="4022937" y="9711836"/>
            <a:ext cx="3076363" cy="51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5445" tIns="47723" rIns="95445" bIns="47723" anchor="b"/>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pPr>
            <a:fld id="{57CA1694-2E99-4FD4-B82C-718C53A2FC5C}" type="slidenum">
              <a:rPr lang="en-US" altLang="zh-CN" b="0"/>
              <a:pPr algn="r" eaLnBrk="1" hangingPunct="1">
                <a:spcBef>
                  <a:spcPct val="0"/>
                </a:spcBef>
              </a:pPr>
              <a:t>37</a:t>
            </a:fld>
            <a:endParaRPr lang="en-US" altLang="zh-CN" b="0"/>
          </a:p>
        </p:txBody>
      </p:sp>
      <p:sp>
        <p:nvSpPr>
          <p:cNvPr id="114691" name="Rectangle 2"/>
          <p:cNvSpPr>
            <a:spLocks noGrp="1" noRot="1" noChangeAspect="1" noChangeArrowheads="1" noTextEdit="1"/>
          </p:cNvSpPr>
          <p:nvPr>
            <p:ph type="sldImg"/>
          </p:nvPr>
        </p:nvSpPr>
        <p:spPr bwMode="auto">
          <a:xfrm>
            <a:off x="153988" y="773113"/>
            <a:ext cx="6791325" cy="382111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114692" name="Rectangle 3"/>
          <p:cNvSpPr>
            <a:spLocks noGrp="1" noChangeArrowheads="1"/>
          </p:cNvSpPr>
          <p:nvPr>
            <p:ph type="body" idx="1"/>
          </p:nvPr>
        </p:nvSpPr>
        <p:spPr>
          <a:noFill/>
        </p:spPr>
        <p:txBody>
          <a:bodyPr/>
          <a:lstStyle/>
          <a:p>
            <a:pPr eaLnBrk="1" hangingPunct="1"/>
            <a:endParaRPr lang="zh-CN" altLang="zh-CN"/>
          </a:p>
        </p:txBody>
      </p:sp>
      <p:sp>
        <p:nvSpPr>
          <p:cNvPr id="114693" name="灯片编号占位符 1"/>
          <p:cNvSpPr>
            <a:spLocks noGrp="1"/>
          </p:cNvSpPr>
          <p:nvPr>
            <p:ph type="sldNum" sz="quarter" idx="5"/>
          </p:nvPr>
        </p:nvSpPr>
        <p:spPr>
          <a:noFill/>
        </p:spPr>
        <p:txBody>
          <a:bodyPr/>
          <a:lstStyle>
            <a:lvl1pPr>
              <a:defRPr kumimoji="1" b="1">
                <a:solidFill>
                  <a:schemeClr val="tx1"/>
                </a:solidFill>
                <a:latin typeface="Times New Roman" panose="02020603050405020304" pitchFamily="18" charset="0"/>
                <a:ea typeface="宋体" panose="02010600030101010101" pitchFamily="2" charset="-122"/>
              </a:defRPr>
            </a:lvl1pPr>
            <a:lvl2pPr marL="775491" indent="-298266">
              <a:defRPr kumimoji="1" b="1">
                <a:solidFill>
                  <a:schemeClr val="tx1"/>
                </a:solidFill>
                <a:latin typeface="Times New Roman" panose="02020603050405020304" pitchFamily="18" charset="0"/>
                <a:ea typeface="宋体" panose="02010600030101010101" pitchFamily="2" charset="-122"/>
              </a:defRPr>
            </a:lvl2pPr>
            <a:lvl3pPr marL="1193063" indent="-238613">
              <a:defRPr kumimoji="1" b="1">
                <a:solidFill>
                  <a:schemeClr val="tx1"/>
                </a:solidFill>
                <a:latin typeface="Times New Roman" panose="02020603050405020304" pitchFamily="18" charset="0"/>
                <a:ea typeface="宋体" panose="02010600030101010101" pitchFamily="2" charset="-122"/>
              </a:defRPr>
            </a:lvl3pPr>
            <a:lvl4pPr marL="1670289" indent="-238613">
              <a:defRPr kumimoji="1" b="1">
                <a:solidFill>
                  <a:schemeClr val="tx1"/>
                </a:solidFill>
                <a:latin typeface="Times New Roman" panose="02020603050405020304" pitchFamily="18" charset="0"/>
                <a:ea typeface="宋体" panose="02010600030101010101" pitchFamily="2" charset="-122"/>
              </a:defRPr>
            </a:lvl4pPr>
            <a:lvl5pPr marL="2147514" indent="-238613">
              <a:defRPr kumimoji="1" b="1">
                <a:solidFill>
                  <a:schemeClr val="tx1"/>
                </a:solidFill>
                <a:latin typeface="Times New Roman" panose="02020603050405020304" pitchFamily="18" charset="0"/>
                <a:ea typeface="宋体" panose="02010600030101010101" pitchFamily="2" charset="-122"/>
              </a:defRPr>
            </a:lvl5pPr>
            <a:lvl6pPr marL="2624739" indent="-238613"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3101965" indent="-238613"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579190" indent="-238613"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4056416" indent="-238613"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fld id="{F79051CB-5547-451D-87CF-628F785AF376}" type="slidenum">
              <a:rPr lang="en-US" altLang="zh-CN" smtClean="0">
                <a:solidFill>
                  <a:srgbClr val="7030A0"/>
                </a:solidFill>
              </a:rPr>
              <a:pPr/>
              <a:t>37</a:t>
            </a:fld>
            <a:endParaRPr lang="en-US" altLang="zh-CN">
              <a:solidFill>
                <a:srgbClr val="7030A0"/>
              </a:solidFill>
            </a:endParaRPr>
          </a:p>
        </p:txBody>
      </p:sp>
    </p:spTree>
    <p:extLst>
      <p:ext uri="{BB962C8B-B14F-4D97-AF65-F5344CB8AC3E}">
        <p14:creationId xmlns:p14="http://schemas.microsoft.com/office/powerpoint/2010/main" val="4433858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7"/>
          <p:cNvSpPr>
            <a:spLocks noGrp="1" noChangeArrowheads="1"/>
          </p:cNvSpPr>
          <p:nvPr>
            <p:ph type="sldNum" sz="quarter" idx="5"/>
          </p:nvPr>
        </p:nvSpPr>
        <p:spPr>
          <a:noFill/>
        </p:spPr>
        <p:txBody>
          <a:bodyPr/>
          <a:lstStyle>
            <a:lvl1pPr>
              <a:spcBef>
                <a:spcPct val="30000"/>
              </a:spcBef>
              <a:defRPr kumimoji="1" sz="1300">
                <a:solidFill>
                  <a:schemeClr val="tx1"/>
                </a:solidFill>
                <a:latin typeface="Times New Roman" panose="02020603050405020304" pitchFamily="18" charset="0"/>
                <a:ea typeface="宋体" panose="02010600030101010101" pitchFamily="2" charset="-122"/>
              </a:defRPr>
            </a:lvl1pPr>
            <a:lvl2pPr marL="775491" indent="-298266">
              <a:spcBef>
                <a:spcPct val="30000"/>
              </a:spcBef>
              <a:defRPr kumimoji="1" sz="1300">
                <a:solidFill>
                  <a:schemeClr val="tx1"/>
                </a:solidFill>
                <a:latin typeface="Times New Roman" panose="02020603050405020304" pitchFamily="18" charset="0"/>
                <a:ea typeface="宋体" panose="02010600030101010101" pitchFamily="2" charset="-122"/>
              </a:defRPr>
            </a:lvl2pPr>
            <a:lvl3pPr marL="1193063" indent="-238613">
              <a:spcBef>
                <a:spcPct val="30000"/>
              </a:spcBef>
              <a:defRPr kumimoji="1" sz="1300">
                <a:solidFill>
                  <a:schemeClr val="tx1"/>
                </a:solidFill>
                <a:latin typeface="Times New Roman" panose="02020603050405020304" pitchFamily="18" charset="0"/>
                <a:ea typeface="宋体" panose="02010600030101010101" pitchFamily="2" charset="-122"/>
              </a:defRPr>
            </a:lvl3pPr>
            <a:lvl4pPr marL="1670289" indent="-238613">
              <a:spcBef>
                <a:spcPct val="30000"/>
              </a:spcBef>
              <a:defRPr kumimoji="1" sz="1300">
                <a:solidFill>
                  <a:schemeClr val="tx1"/>
                </a:solidFill>
                <a:latin typeface="Times New Roman" panose="02020603050405020304" pitchFamily="18" charset="0"/>
                <a:ea typeface="宋体" panose="02010600030101010101" pitchFamily="2" charset="-122"/>
              </a:defRPr>
            </a:lvl4pPr>
            <a:lvl5pPr marL="2147514" indent="-238613">
              <a:spcBef>
                <a:spcPct val="30000"/>
              </a:spcBef>
              <a:defRPr kumimoji="1" sz="1300">
                <a:solidFill>
                  <a:schemeClr val="tx1"/>
                </a:solidFill>
                <a:latin typeface="Times New Roman" panose="02020603050405020304" pitchFamily="18" charset="0"/>
                <a:ea typeface="宋体" panose="02010600030101010101" pitchFamily="2" charset="-122"/>
              </a:defRPr>
            </a:lvl5pPr>
            <a:lvl6pPr marL="2624739" indent="-238613"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6pPr>
            <a:lvl7pPr marL="3101965" indent="-238613"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7pPr>
            <a:lvl8pPr marL="3579190" indent="-238613"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8pPr>
            <a:lvl9pPr marL="4056416" indent="-238613"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9pPr>
          </a:lstStyle>
          <a:p>
            <a:pPr>
              <a:spcBef>
                <a:spcPct val="0"/>
              </a:spcBef>
            </a:pPr>
            <a:fld id="{2DF5C479-00E7-4161-83B7-8602D9432C1A}" type="slidenum">
              <a:rPr lang="en-US" altLang="zh-CN" smtClean="0"/>
              <a:pPr>
                <a:spcBef>
                  <a:spcPct val="0"/>
                </a:spcBef>
              </a:pPr>
              <a:t>38</a:t>
            </a:fld>
            <a:endParaRPr lang="en-US" altLang="zh-CN"/>
          </a:p>
        </p:txBody>
      </p:sp>
      <p:sp>
        <p:nvSpPr>
          <p:cNvPr id="116739" name="Rectangle 2"/>
          <p:cNvSpPr>
            <a:spLocks noGrp="1" noRot="1" noChangeAspect="1" noChangeArrowheads="1" noTextEdit="1"/>
          </p:cNvSpPr>
          <p:nvPr>
            <p:ph type="sldImg"/>
          </p:nvPr>
        </p:nvSpPr>
        <p:spPr bwMode="auto">
          <a:xfrm>
            <a:off x="153988" y="773113"/>
            <a:ext cx="6791325" cy="382111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116740" name="Rectangle 3"/>
          <p:cNvSpPr>
            <a:spLocks noGrp="1" noChangeArrowheads="1"/>
          </p:cNvSpPr>
          <p:nvPr>
            <p:ph type="body" idx="1"/>
          </p:nvPr>
        </p:nvSpPr>
        <p:spPr>
          <a:noFill/>
        </p:spPr>
        <p:txBody>
          <a:bodyPr/>
          <a:lstStyle/>
          <a:p>
            <a:pPr eaLnBrk="1" hangingPunct="1"/>
            <a:endParaRPr lang="zh-CN" altLang="zh-CN" b="1"/>
          </a:p>
        </p:txBody>
      </p:sp>
    </p:spTree>
    <p:extLst>
      <p:ext uri="{BB962C8B-B14F-4D97-AF65-F5344CB8AC3E}">
        <p14:creationId xmlns:p14="http://schemas.microsoft.com/office/powerpoint/2010/main" val="31888490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7"/>
          <p:cNvSpPr>
            <a:spLocks noGrp="1" noChangeArrowheads="1"/>
          </p:cNvSpPr>
          <p:nvPr>
            <p:ph type="sldNum" sz="quarter" idx="5"/>
          </p:nvPr>
        </p:nvSpPr>
        <p:spPr>
          <a:noFill/>
        </p:spPr>
        <p:txBody>
          <a:bodyPr/>
          <a:lstStyle>
            <a:lvl1pPr>
              <a:spcBef>
                <a:spcPct val="30000"/>
              </a:spcBef>
              <a:defRPr kumimoji="1" sz="1300">
                <a:solidFill>
                  <a:schemeClr val="tx1"/>
                </a:solidFill>
                <a:latin typeface="Times New Roman" panose="02020603050405020304" pitchFamily="18" charset="0"/>
                <a:ea typeface="宋体" panose="02010600030101010101" pitchFamily="2" charset="-122"/>
              </a:defRPr>
            </a:lvl1pPr>
            <a:lvl2pPr marL="775491" indent="-298266">
              <a:spcBef>
                <a:spcPct val="30000"/>
              </a:spcBef>
              <a:defRPr kumimoji="1" sz="1300">
                <a:solidFill>
                  <a:schemeClr val="tx1"/>
                </a:solidFill>
                <a:latin typeface="Times New Roman" panose="02020603050405020304" pitchFamily="18" charset="0"/>
                <a:ea typeface="宋体" panose="02010600030101010101" pitchFamily="2" charset="-122"/>
              </a:defRPr>
            </a:lvl2pPr>
            <a:lvl3pPr marL="1193063" indent="-238613">
              <a:spcBef>
                <a:spcPct val="30000"/>
              </a:spcBef>
              <a:defRPr kumimoji="1" sz="1300">
                <a:solidFill>
                  <a:schemeClr val="tx1"/>
                </a:solidFill>
                <a:latin typeface="Times New Roman" panose="02020603050405020304" pitchFamily="18" charset="0"/>
                <a:ea typeface="宋体" panose="02010600030101010101" pitchFamily="2" charset="-122"/>
              </a:defRPr>
            </a:lvl3pPr>
            <a:lvl4pPr marL="1670289" indent="-238613">
              <a:spcBef>
                <a:spcPct val="30000"/>
              </a:spcBef>
              <a:defRPr kumimoji="1" sz="1300">
                <a:solidFill>
                  <a:schemeClr val="tx1"/>
                </a:solidFill>
                <a:latin typeface="Times New Roman" panose="02020603050405020304" pitchFamily="18" charset="0"/>
                <a:ea typeface="宋体" panose="02010600030101010101" pitchFamily="2" charset="-122"/>
              </a:defRPr>
            </a:lvl4pPr>
            <a:lvl5pPr marL="2147514" indent="-238613">
              <a:spcBef>
                <a:spcPct val="30000"/>
              </a:spcBef>
              <a:defRPr kumimoji="1" sz="1300">
                <a:solidFill>
                  <a:schemeClr val="tx1"/>
                </a:solidFill>
                <a:latin typeface="Times New Roman" panose="02020603050405020304" pitchFamily="18" charset="0"/>
                <a:ea typeface="宋体" panose="02010600030101010101" pitchFamily="2" charset="-122"/>
              </a:defRPr>
            </a:lvl5pPr>
            <a:lvl6pPr marL="2624739" indent="-238613"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6pPr>
            <a:lvl7pPr marL="3101965" indent="-238613"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7pPr>
            <a:lvl8pPr marL="3579190" indent="-238613"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8pPr>
            <a:lvl9pPr marL="4056416" indent="-238613"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9pPr>
          </a:lstStyle>
          <a:p>
            <a:pPr>
              <a:spcBef>
                <a:spcPct val="0"/>
              </a:spcBef>
            </a:pPr>
            <a:fld id="{D1CD0B7A-5729-4406-829F-B07BD7E1D7AF}" type="slidenum">
              <a:rPr lang="en-US" altLang="zh-CN" smtClean="0"/>
              <a:pPr>
                <a:spcBef>
                  <a:spcPct val="0"/>
                </a:spcBef>
              </a:pPr>
              <a:t>39</a:t>
            </a:fld>
            <a:endParaRPr lang="en-US" altLang="zh-CN"/>
          </a:p>
        </p:txBody>
      </p:sp>
      <p:sp>
        <p:nvSpPr>
          <p:cNvPr id="118787" name="Rectangle 2"/>
          <p:cNvSpPr>
            <a:spLocks noGrp="1" noRot="1" noChangeAspect="1" noChangeArrowheads="1" noTextEdit="1"/>
          </p:cNvSpPr>
          <p:nvPr>
            <p:ph type="sldImg"/>
          </p:nvPr>
        </p:nvSpPr>
        <p:spPr bwMode="auto">
          <a:xfrm>
            <a:off x="153988" y="773113"/>
            <a:ext cx="6791325" cy="382111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118788" name="Rectangle 3"/>
          <p:cNvSpPr>
            <a:spLocks noGrp="1" noChangeArrowheads="1"/>
          </p:cNvSpPr>
          <p:nvPr>
            <p:ph type="body" idx="1"/>
          </p:nvPr>
        </p:nvSpPr>
        <p:spPr>
          <a:noFill/>
        </p:spPr>
        <p:txBody>
          <a:bodyPr/>
          <a:lstStyle/>
          <a:p>
            <a:pPr eaLnBrk="1" hangingPunct="1"/>
            <a:endParaRPr lang="zh-CN" altLang="zh-CN" b="1"/>
          </a:p>
        </p:txBody>
      </p:sp>
    </p:spTree>
    <p:extLst>
      <p:ext uri="{BB962C8B-B14F-4D97-AF65-F5344CB8AC3E}">
        <p14:creationId xmlns:p14="http://schemas.microsoft.com/office/powerpoint/2010/main" val="36297375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DF075D9-9C0A-4907-9E0A-2E1C5E387812}"/>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a:p>
        </p:txBody>
      </p:sp>
      <p:sp>
        <p:nvSpPr>
          <p:cNvPr id="3" name="副标题 2">
            <a:extLst>
              <a:ext uri="{FF2B5EF4-FFF2-40B4-BE49-F238E27FC236}">
                <a16:creationId xmlns:a16="http://schemas.microsoft.com/office/drawing/2014/main" id="{B63CDB30-CF70-4C98-8777-71D0DE60173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a:p>
        </p:txBody>
      </p:sp>
      <p:sp>
        <p:nvSpPr>
          <p:cNvPr id="4" name="日期占位符 3">
            <a:extLst>
              <a:ext uri="{FF2B5EF4-FFF2-40B4-BE49-F238E27FC236}">
                <a16:creationId xmlns:a16="http://schemas.microsoft.com/office/drawing/2014/main" id="{C8455DCF-EA4C-4853-BD99-7C8B11522995}"/>
              </a:ext>
            </a:extLst>
          </p:cNvPr>
          <p:cNvSpPr>
            <a:spLocks noGrp="1"/>
          </p:cNvSpPr>
          <p:nvPr>
            <p:ph type="dt" sz="half" idx="10"/>
          </p:nvPr>
        </p:nvSpPr>
        <p:spPr/>
        <p:txBody>
          <a:bodyPr/>
          <a:lstStyle/>
          <a:p>
            <a:fld id="{8569C8CB-8203-4113-BC19-5C96839CBD45}" type="datetimeFigureOut">
              <a:rPr lang="en-US" smtClean="0"/>
              <a:t>3/19/2024</a:t>
            </a:fld>
            <a:endParaRPr lang="en-US"/>
          </a:p>
        </p:txBody>
      </p:sp>
      <p:sp>
        <p:nvSpPr>
          <p:cNvPr id="5" name="页脚占位符 4">
            <a:extLst>
              <a:ext uri="{FF2B5EF4-FFF2-40B4-BE49-F238E27FC236}">
                <a16:creationId xmlns:a16="http://schemas.microsoft.com/office/drawing/2014/main" id="{A057D055-1BEA-4835-BCF3-DA518BC71717}"/>
              </a:ext>
            </a:extLst>
          </p:cNvPr>
          <p:cNvSpPr>
            <a:spLocks noGrp="1"/>
          </p:cNvSpPr>
          <p:nvPr>
            <p:ph type="ftr" sz="quarter" idx="11"/>
          </p:nvPr>
        </p:nvSpPr>
        <p:spPr/>
        <p:txBody>
          <a:bodyPr/>
          <a:lstStyle/>
          <a:p>
            <a:endParaRPr lang="en-US"/>
          </a:p>
        </p:txBody>
      </p:sp>
      <p:sp>
        <p:nvSpPr>
          <p:cNvPr id="6" name="灯片编号占位符 5">
            <a:extLst>
              <a:ext uri="{FF2B5EF4-FFF2-40B4-BE49-F238E27FC236}">
                <a16:creationId xmlns:a16="http://schemas.microsoft.com/office/drawing/2014/main" id="{12424949-9B6D-4ABE-81D0-3E80161027A8}"/>
              </a:ext>
            </a:extLst>
          </p:cNvPr>
          <p:cNvSpPr>
            <a:spLocks noGrp="1"/>
          </p:cNvSpPr>
          <p:nvPr>
            <p:ph type="sldNum" sz="quarter" idx="12"/>
          </p:nvPr>
        </p:nvSpPr>
        <p:spPr/>
        <p:txBody>
          <a:bodyPr/>
          <a:lstStyle/>
          <a:p>
            <a:fld id="{2D16C4D0-362D-4F07-9D17-9A93F97D0861}" type="slidenum">
              <a:rPr lang="en-US" smtClean="0"/>
              <a:t>‹#›</a:t>
            </a:fld>
            <a:endParaRPr lang="en-US"/>
          </a:p>
        </p:txBody>
      </p:sp>
    </p:spTree>
    <p:extLst>
      <p:ext uri="{BB962C8B-B14F-4D97-AF65-F5344CB8AC3E}">
        <p14:creationId xmlns:p14="http://schemas.microsoft.com/office/powerpoint/2010/main" val="10006834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D03ECBA-8D3D-44FD-8451-1C68376A6475}"/>
              </a:ext>
            </a:extLst>
          </p:cNvPr>
          <p:cNvSpPr>
            <a:spLocks noGrp="1"/>
          </p:cNvSpPr>
          <p:nvPr>
            <p:ph type="title"/>
          </p:nvPr>
        </p:nvSpPr>
        <p:spPr/>
        <p:txBody>
          <a:bodyPr/>
          <a:lstStyle/>
          <a:p>
            <a:r>
              <a:rPr lang="zh-CN" altLang="en-US"/>
              <a:t>单击此处编辑母版标题样式</a:t>
            </a:r>
            <a:endParaRPr lang="en-US"/>
          </a:p>
        </p:txBody>
      </p:sp>
      <p:sp>
        <p:nvSpPr>
          <p:cNvPr id="3" name="内容占位符 2">
            <a:extLst>
              <a:ext uri="{FF2B5EF4-FFF2-40B4-BE49-F238E27FC236}">
                <a16:creationId xmlns:a16="http://schemas.microsoft.com/office/drawing/2014/main" id="{0D32FE7C-6E4F-4D24-8713-B2191E02029D}"/>
              </a:ext>
            </a:extLst>
          </p:cNvPr>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日期占位符 3">
            <a:extLst>
              <a:ext uri="{FF2B5EF4-FFF2-40B4-BE49-F238E27FC236}">
                <a16:creationId xmlns:a16="http://schemas.microsoft.com/office/drawing/2014/main" id="{C24F968E-F782-49B7-8CFB-D5AD5205873F}"/>
              </a:ext>
            </a:extLst>
          </p:cNvPr>
          <p:cNvSpPr>
            <a:spLocks noGrp="1"/>
          </p:cNvSpPr>
          <p:nvPr>
            <p:ph type="dt" sz="half" idx="10"/>
          </p:nvPr>
        </p:nvSpPr>
        <p:spPr/>
        <p:txBody>
          <a:bodyPr/>
          <a:lstStyle/>
          <a:p>
            <a:fld id="{8569C8CB-8203-4113-BC19-5C96839CBD45}" type="datetimeFigureOut">
              <a:rPr lang="en-US" smtClean="0"/>
              <a:t>3/19/2024</a:t>
            </a:fld>
            <a:endParaRPr lang="en-US"/>
          </a:p>
        </p:txBody>
      </p:sp>
      <p:sp>
        <p:nvSpPr>
          <p:cNvPr id="5" name="页脚占位符 4">
            <a:extLst>
              <a:ext uri="{FF2B5EF4-FFF2-40B4-BE49-F238E27FC236}">
                <a16:creationId xmlns:a16="http://schemas.microsoft.com/office/drawing/2014/main" id="{16733CAE-7B6D-4B2F-A356-51AA8A9B789E}"/>
              </a:ext>
            </a:extLst>
          </p:cNvPr>
          <p:cNvSpPr>
            <a:spLocks noGrp="1"/>
          </p:cNvSpPr>
          <p:nvPr>
            <p:ph type="ftr" sz="quarter" idx="11"/>
          </p:nvPr>
        </p:nvSpPr>
        <p:spPr/>
        <p:txBody>
          <a:bodyPr/>
          <a:lstStyle/>
          <a:p>
            <a:endParaRPr lang="en-US"/>
          </a:p>
        </p:txBody>
      </p:sp>
      <p:sp>
        <p:nvSpPr>
          <p:cNvPr id="6" name="灯片编号占位符 5">
            <a:extLst>
              <a:ext uri="{FF2B5EF4-FFF2-40B4-BE49-F238E27FC236}">
                <a16:creationId xmlns:a16="http://schemas.microsoft.com/office/drawing/2014/main" id="{2DBC30F0-28D6-4C9B-AEE5-03D12DB8B436}"/>
              </a:ext>
            </a:extLst>
          </p:cNvPr>
          <p:cNvSpPr>
            <a:spLocks noGrp="1"/>
          </p:cNvSpPr>
          <p:nvPr>
            <p:ph type="sldNum" sz="quarter" idx="12"/>
          </p:nvPr>
        </p:nvSpPr>
        <p:spPr/>
        <p:txBody>
          <a:bodyPr/>
          <a:lstStyle/>
          <a:p>
            <a:fld id="{2D16C4D0-362D-4F07-9D17-9A93F97D0861}" type="slidenum">
              <a:rPr lang="en-US" smtClean="0"/>
              <a:t>‹#›</a:t>
            </a:fld>
            <a:endParaRPr lang="en-US"/>
          </a:p>
        </p:txBody>
      </p:sp>
    </p:spTree>
    <p:extLst>
      <p:ext uri="{BB962C8B-B14F-4D97-AF65-F5344CB8AC3E}">
        <p14:creationId xmlns:p14="http://schemas.microsoft.com/office/powerpoint/2010/main" val="3842732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89E53B1-9079-49D9-9131-26E0E03C6F15}"/>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a:p>
        </p:txBody>
      </p:sp>
      <p:sp>
        <p:nvSpPr>
          <p:cNvPr id="3" name="文本占位符 2">
            <a:extLst>
              <a:ext uri="{FF2B5EF4-FFF2-40B4-BE49-F238E27FC236}">
                <a16:creationId xmlns:a16="http://schemas.microsoft.com/office/drawing/2014/main" id="{C8F01D29-1A52-4551-9AAD-87EDF9D76E3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a:extLst>
              <a:ext uri="{FF2B5EF4-FFF2-40B4-BE49-F238E27FC236}">
                <a16:creationId xmlns:a16="http://schemas.microsoft.com/office/drawing/2014/main" id="{51D2B19E-2D1A-4065-8E51-732596D10154}"/>
              </a:ext>
            </a:extLst>
          </p:cNvPr>
          <p:cNvSpPr>
            <a:spLocks noGrp="1"/>
          </p:cNvSpPr>
          <p:nvPr>
            <p:ph type="dt" sz="half" idx="10"/>
          </p:nvPr>
        </p:nvSpPr>
        <p:spPr/>
        <p:txBody>
          <a:bodyPr/>
          <a:lstStyle/>
          <a:p>
            <a:fld id="{8569C8CB-8203-4113-BC19-5C96839CBD45}" type="datetimeFigureOut">
              <a:rPr lang="en-US" smtClean="0"/>
              <a:t>3/19/2024</a:t>
            </a:fld>
            <a:endParaRPr lang="en-US"/>
          </a:p>
        </p:txBody>
      </p:sp>
      <p:sp>
        <p:nvSpPr>
          <p:cNvPr id="5" name="页脚占位符 4">
            <a:extLst>
              <a:ext uri="{FF2B5EF4-FFF2-40B4-BE49-F238E27FC236}">
                <a16:creationId xmlns:a16="http://schemas.microsoft.com/office/drawing/2014/main" id="{D370643E-4976-4353-A93C-94547389C024}"/>
              </a:ext>
            </a:extLst>
          </p:cNvPr>
          <p:cNvSpPr>
            <a:spLocks noGrp="1"/>
          </p:cNvSpPr>
          <p:nvPr>
            <p:ph type="ftr" sz="quarter" idx="11"/>
          </p:nvPr>
        </p:nvSpPr>
        <p:spPr/>
        <p:txBody>
          <a:bodyPr/>
          <a:lstStyle/>
          <a:p>
            <a:endParaRPr lang="en-US"/>
          </a:p>
        </p:txBody>
      </p:sp>
      <p:sp>
        <p:nvSpPr>
          <p:cNvPr id="6" name="灯片编号占位符 5">
            <a:extLst>
              <a:ext uri="{FF2B5EF4-FFF2-40B4-BE49-F238E27FC236}">
                <a16:creationId xmlns:a16="http://schemas.microsoft.com/office/drawing/2014/main" id="{EF3E8924-C3CD-4AD0-8D20-BDBCD27DF27D}"/>
              </a:ext>
            </a:extLst>
          </p:cNvPr>
          <p:cNvSpPr>
            <a:spLocks noGrp="1"/>
          </p:cNvSpPr>
          <p:nvPr>
            <p:ph type="sldNum" sz="quarter" idx="12"/>
          </p:nvPr>
        </p:nvSpPr>
        <p:spPr/>
        <p:txBody>
          <a:bodyPr/>
          <a:lstStyle/>
          <a:p>
            <a:fld id="{2D16C4D0-362D-4F07-9D17-9A93F97D0861}" type="slidenum">
              <a:rPr lang="en-US" smtClean="0"/>
              <a:t>‹#›</a:t>
            </a:fld>
            <a:endParaRPr lang="en-US"/>
          </a:p>
        </p:txBody>
      </p:sp>
    </p:spTree>
    <p:extLst>
      <p:ext uri="{BB962C8B-B14F-4D97-AF65-F5344CB8AC3E}">
        <p14:creationId xmlns:p14="http://schemas.microsoft.com/office/powerpoint/2010/main" val="2952881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4BD28B-F5E7-4DEF-A7ED-85E67C83F559}"/>
              </a:ext>
            </a:extLst>
          </p:cNvPr>
          <p:cNvSpPr>
            <a:spLocks noGrp="1"/>
          </p:cNvSpPr>
          <p:nvPr>
            <p:ph type="title"/>
          </p:nvPr>
        </p:nvSpPr>
        <p:spPr/>
        <p:txBody>
          <a:bodyPr/>
          <a:lstStyle/>
          <a:p>
            <a:r>
              <a:rPr lang="zh-CN" altLang="en-US"/>
              <a:t>单击此处编辑母版标题样式</a:t>
            </a:r>
            <a:endParaRPr lang="en-US"/>
          </a:p>
        </p:txBody>
      </p:sp>
      <p:sp>
        <p:nvSpPr>
          <p:cNvPr id="3" name="内容占位符 2">
            <a:extLst>
              <a:ext uri="{FF2B5EF4-FFF2-40B4-BE49-F238E27FC236}">
                <a16:creationId xmlns:a16="http://schemas.microsoft.com/office/drawing/2014/main" id="{BDB5A803-634D-4E5A-8215-1F45D12CCD83}"/>
              </a:ext>
            </a:extLst>
          </p:cNvPr>
          <p:cNvSpPr>
            <a:spLocks noGrp="1"/>
          </p:cNvSpPr>
          <p:nvPr>
            <p:ph sz="half" idx="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内容占位符 3">
            <a:extLst>
              <a:ext uri="{FF2B5EF4-FFF2-40B4-BE49-F238E27FC236}">
                <a16:creationId xmlns:a16="http://schemas.microsoft.com/office/drawing/2014/main" id="{8245702B-45D0-4EB5-AAA5-C47494C79821}"/>
              </a:ext>
            </a:extLst>
          </p:cNvPr>
          <p:cNvSpPr>
            <a:spLocks noGrp="1"/>
          </p:cNvSpPr>
          <p:nvPr>
            <p:ph sz="half" idx="2"/>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5" name="日期占位符 4">
            <a:extLst>
              <a:ext uri="{FF2B5EF4-FFF2-40B4-BE49-F238E27FC236}">
                <a16:creationId xmlns:a16="http://schemas.microsoft.com/office/drawing/2014/main" id="{32713FAE-28EA-4DD1-B781-345A797EEA62}"/>
              </a:ext>
            </a:extLst>
          </p:cNvPr>
          <p:cNvSpPr>
            <a:spLocks noGrp="1"/>
          </p:cNvSpPr>
          <p:nvPr>
            <p:ph type="dt" sz="half" idx="10"/>
          </p:nvPr>
        </p:nvSpPr>
        <p:spPr/>
        <p:txBody>
          <a:bodyPr/>
          <a:lstStyle/>
          <a:p>
            <a:fld id="{8569C8CB-8203-4113-BC19-5C96839CBD45}" type="datetimeFigureOut">
              <a:rPr lang="en-US" smtClean="0"/>
              <a:t>3/19/2024</a:t>
            </a:fld>
            <a:endParaRPr lang="en-US"/>
          </a:p>
        </p:txBody>
      </p:sp>
      <p:sp>
        <p:nvSpPr>
          <p:cNvPr id="6" name="页脚占位符 5">
            <a:extLst>
              <a:ext uri="{FF2B5EF4-FFF2-40B4-BE49-F238E27FC236}">
                <a16:creationId xmlns:a16="http://schemas.microsoft.com/office/drawing/2014/main" id="{D6B78BAD-ABD9-461C-A7F6-83BEE5EA72C1}"/>
              </a:ext>
            </a:extLst>
          </p:cNvPr>
          <p:cNvSpPr>
            <a:spLocks noGrp="1"/>
          </p:cNvSpPr>
          <p:nvPr>
            <p:ph type="ftr" sz="quarter" idx="11"/>
          </p:nvPr>
        </p:nvSpPr>
        <p:spPr/>
        <p:txBody>
          <a:bodyPr/>
          <a:lstStyle/>
          <a:p>
            <a:endParaRPr lang="en-US"/>
          </a:p>
        </p:txBody>
      </p:sp>
      <p:sp>
        <p:nvSpPr>
          <p:cNvPr id="7" name="灯片编号占位符 6">
            <a:extLst>
              <a:ext uri="{FF2B5EF4-FFF2-40B4-BE49-F238E27FC236}">
                <a16:creationId xmlns:a16="http://schemas.microsoft.com/office/drawing/2014/main" id="{1DAFC4C7-93A9-4642-A356-4D4E2BD383CF}"/>
              </a:ext>
            </a:extLst>
          </p:cNvPr>
          <p:cNvSpPr>
            <a:spLocks noGrp="1"/>
          </p:cNvSpPr>
          <p:nvPr>
            <p:ph type="sldNum" sz="quarter" idx="12"/>
          </p:nvPr>
        </p:nvSpPr>
        <p:spPr/>
        <p:txBody>
          <a:bodyPr/>
          <a:lstStyle/>
          <a:p>
            <a:fld id="{2D16C4D0-362D-4F07-9D17-9A93F97D0861}" type="slidenum">
              <a:rPr lang="en-US" smtClean="0"/>
              <a:t>‹#›</a:t>
            </a:fld>
            <a:endParaRPr lang="en-US"/>
          </a:p>
        </p:txBody>
      </p:sp>
    </p:spTree>
    <p:extLst>
      <p:ext uri="{BB962C8B-B14F-4D97-AF65-F5344CB8AC3E}">
        <p14:creationId xmlns:p14="http://schemas.microsoft.com/office/powerpoint/2010/main" val="40601579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A74F436-0EA1-486E-BFA5-AEFC10B549E5}"/>
              </a:ext>
            </a:extLst>
          </p:cNvPr>
          <p:cNvSpPr>
            <a:spLocks noGrp="1"/>
          </p:cNvSpPr>
          <p:nvPr>
            <p:ph type="title"/>
          </p:nvPr>
        </p:nvSpPr>
        <p:spPr>
          <a:xfrm>
            <a:off x="839788" y="365125"/>
            <a:ext cx="10515600" cy="1325563"/>
          </a:xfrm>
        </p:spPr>
        <p:txBody>
          <a:bodyPr/>
          <a:lstStyle/>
          <a:p>
            <a:r>
              <a:rPr lang="zh-CN" altLang="en-US"/>
              <a:t>单击此处编辑母版标题样式</a:t>
            </a:r>
            <a:endParaRPr lang="en-US"/>
          </a:p>
        </p:txBody>
      </p:sp>
      <p:sp>
        <p:nvSpPr>
          <p:cNvPr id="3" name="文本占位符 2">
            <a:extLst>
              <a:ext uri="{FF2B5EF4-FFF2-40B4-BE49-F238E27FC236}">
                <a16:creationId xmlns:a16="http://schemas.microsoft.com/office/drawing/2014/main" id="{DACE3DD6-1221-4B2B-A081-C438B4EA131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a:extLst>
              <a:ext uri="{FF2B5EF4-FFF2-40B4-BE49-F238E27FC236}">
                <a16:creationId xmlns:a16="http://schemas.microsoft.com/office/drawing/2014/main" id="{57A0C97E-5BD2-4E0E-B6D8-06BA9CC07EAC}"/>
              </a:ext>
            </a:extLst>
          </p:cNvPr>
          <p:cNvSpPr>
            <a:spLocks noGrp="1"/>
          </p:cNvSpPr>
          <p:nvPr>
            <p:ph sz="half" idx="2"/>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5" name="文本占位符 4">
            <a:extLst>
              <a:ext uri="{FF2B5EF4-FFF2-40B4-BE49-F238E27FC236}">
                <a16:creationId xmlns:a16="http://schemas.microsoft.com/office/drawing/2014/main" id="{F0A250BC-6CDA-4F55-9122-E95732154CE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a:extLst>
              <a:ext uri="{FF2B5EF4-FFF2-40B4-BE49-F238E27FC236}">
                <a16:creationId xmlns:a16="http://schemas.microsoft.com/office/drawing/2014/main" id="{E49A7F6C-B16D-4596-8C2E-4B3AAA59920B}"/>
              </a:ext>
            </a:extLst>
          </p:cNvPr>
          <p:cNvSpPr>
            <a:spLocks noGrp="1"/>
          </p:cNvSpPr>
          <p:nvPr>
            <p:ph sz="quarter" idx="4"/>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7" name="日期占位符 6">
            <a:extLst>
              <a:ext uri="{FF2B5EF4-FFF2-40B4-BE49-F238E27FC236}">
                <a16:creationId xmlns:a16="http://schemas.microsoft.com/office/drawing/2014/main" id="{086CDA96-F74A-4624-A701-06BB40E85578}"/>
              </a:ext>
            </a:extLst>
          </p:cNvPr>
          <p:cNvSpPr>
            <a:spLocks noGrp="1"/>
          </p:cNvSpPr>
          <p:nvPr>
            <p:ph type="dt" sz="half" idx="10"/>
          </p:nvPr>
        </p:nvSpPr>
        <p:spPr/>
        <p:txBody>
          <a:bodyPr/>
          <a:lstStyle/>
          <a:p>
            <a:fld id="{8569C8CB-8203-4113-BC19-5C96839CBD45}" type="datetimeFigureOut">
              <a:rPr lang="en-US" smtClean="0"/>
              <a:t>3/19/2024</a:t>
            </a:fld>
            <a:endParaRPr lang="en-US"/>
          </a:p>
        </p:txBody>
      </p:sp>
      <p:sp>
        <p:nvSpPr>
          <p:cNvPr id="8" name="页脚占位符 7">
            <a:extLst>
              <a:ext uri="{FF2B5EF4-FFF2-40B4-BE49-F238E27FC236}">
                <a16:creationId xmlns:a16="http://schemas.microsoft.com/office/drawing/2014/main" id="{1C82C964-0DCE-4251-A2D2-8B40BD442161}"/>
              </a:ext>
            </a:extLst>
          </p:cNvPr>
          <p:cNvSpPr>
            <a:spLocks noGrp="1"/>
          </p:cNvSpPr>
          <p:nvPr>
            <p:ph type="ftr" sz="quarter" idx="11"/>
          </p:nvPr>
        </p:nvSpPr>
        <p:spPr/>
        <p:txBody>
          <a:bodyPr/>
          <a:lstStyle/>
          <a:p>
            <a:endParaRPr lang="en-US"/>
          </a:p>
        </p:txBody>
      </p:sp>
      <p:sp>
        <p:nvSpPr>
          <p:cNvPr id="9" name="灯片编号占位符 8">
            <a:extLst>
              <a:ext uri="{FF2B5EF4-FFF2-40B4-BE49-F238E27FC236}">
                <a16:creationId xmlns:a16="http://schemas.microsoft.com/office/drawing/2014/main" id="{4CF80643-74A0-4D0A-B3AE-FDFCC00373BC}"/>
              </a:ext>
            </a:extLst>
          </p:cNvPr>
          <p:cNvSpPr>
            <a:spLocks noGrp="1"/>
          </p:cNvSpPr>
          <p:nvPr>
            <p:ph type="sldNum" sz="quarter" idx="12"/>
          </p:nvPr>
        </p:nvSpPr>
        <p:spPr/>
        <p:txBody>
          <a:bodyPr/>
          <a:lstStyle/>
          <a:p>
            <a:fld id="{2D16C4D0-362D-4F07-9D17-9A93F97D0861}" type="slidenum">
              <a:rPr lang="en-US" smtClean="0"/>
              <a:t>‹#›</a:t>
            </a:fld>
            <a:endParaRPr lang="en-US"/>
          </a:p>
        </p:txBody>
      </p:sp>
    </p:spTree>
    <p:extLst>
      <p:ext uri="{BB962C8B-B14F-4D97-AF65-F5344CB8AC3E}">
        <p14:creationId xmlns:p14="http://schemas.microsoft.com/office/powerpoint/2010/main" val="6843436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621D687-2952-433A-A486-099C48C4B667}"/>
              </a:ext>
            </a:extLst>
          </p:cNvPr>
          <p:cNvSpPr>
            <a:spLocks noGrp="1"/>
          </p:cNvSpPr>
          <p:nvPr>
            <p:ph type="title"/>
          </p:nvPr>
        </p:nvSpPr>
        <p:spPr/>
        <p:txBody>
          <a:bodyPr/>
          <a:lstStyle/>
          <a:p>
            <a:r>
              <a:rPr lang="zh-CN" altLang="en-US"/>
              <a:t>单击此处编辑母版标题样式</a:t>
            </a:r>
            <a:endParaRPr lang="en-US"/>
          </a:p>
        </p:txBody>
      </p:sp>
      <p:sp>
        <p:nvSpPr>
          <p:cNvPr id="3" name="日期占位符 2">
            <a:extLst>
              <a:ext uri="{FF2B5EF4-FFF2-40B4-BE49-F238E27FC236}">
                <a16:creationId xmlns:a16="http://schemas.microsoft.com/office/drawing/2014/main" id="{F84DCF08-EA4B-4E0C-B9DA-AF780B867655}"/>
              </a:ext>
            </a:extLst>
          </p:cNvPr>
          <p:cNvSpPr>
            <a:spLocks noGrp="1"/>
          </p:cNvSpPr>
          <p:nvPr>
            <p:ph type="dt" sz="half" idx="10"/>
          </p:nvPr>
        </p:nvSpPr>
        <p:spPr/>
        <p:txBody>
          <a:bodyPr/>
          <a:lstStyle/>
          <a:p>
            <a:fld id="{8569C8CB-8203-4113-BC19-5C96839CBD45}" type="datetimeFigureOut">
              <a:rPr lang="en-US" smtClean="0"/>
              <a:t>3/19/2024</a:t>
            </a:fld>
            <a:endParaRPr lang="en-US"/>
          </a:p>
        </p:txBody>
      </p:sp>
      <p:sp>
        <p:nvSpPr>
          <p:cNvPr id="4" name="页脚占位符 3">
            <a:extLst>
              <a:ext uri="{FF2B5EF4-FFF2-40B4-BE49-F238E27FC236}">
                <a16:creationId xmlns:a16="http://schemas.microsoft.com/office/drawing/2014/main" id="{F4DF4D79-43A3-4D15-AADB-49E2A00CDBAD}"/>
              </a:ext>
            </a:extLst>
          </p:cNvPr>
          <p:cNvSpPr>
            <a:spLocks noGrp="1"/>
          </p:cNvSpPr>
          <p:nvPr>
            <p:ph type="ftr" sz="quarter" idx="11"/>
          </p:nvPr>
        </p:nvSpPr>
        <p:spPr/>
        <p:txBody>
          <a:bodyPr/>
          <a:lstStyle/>
          <a:p>
            <a:endParaRPr lang="en-US"/>
          </a:p>
        </p:txBody>
      </p:sp>
      <p:sp>
        <p:nvSpPr>
          <p:cNvPr id="5" name="灯片编号占位符 4">
            <a:extLst>
              <a:ext uri="{FF2B5EF4-FFF2-40B4-BE49-F238E27FC236}">
                <a16:creationId xmlns:a16="http://schemas.microsoft.com/office/drawing/2014/main" id="{897F9052-09FA-4D04-AB45-329EED24907F}"/>
              </a:ext>
            </a:extLst>
          </p:cNvPr>
          <p:cNvSpPr>
            <a:spLocks noGrp="1"/>
          </p:cNvSpPr>
          <p:nvPr>
            <p:ph type="sldNum" sz="quarter" idx="12"/>
          </p:nvPr>
        </p:nvSpPr>
        <p:spPr/>
        <p:txBody>
          <a:bodyPr/>
          <a:lstStyle/>
          <a:p>
            <a:fld id="{2D16C4D0-362D-4F07-9D17-9A93F97D0861}" type="slidenum">
              <a:rPr lang="en-US" smtClean="0"/>
              <a:t>‹#›</a:t>
            </a:fld>
            <a:endParaRPr lang="en-US"/>
          </a:p>
        </p:txBody>
      </p:sp>
    </p:spTree>
    <p:extLst>
      <p:ext uri="{BB962C8B-B14F-4D97-AF65-F5344CB8AC3E}">
        <p14:creationId xmlns:p14="http://schemas.microsoft.com/office/powerpoint/2010/main" val="41170645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6CE4DD36-7F96-444A-A9B7-5FBBE9CE746F}"/>
              </a:ext>
            </a:extLst>
          </p:cNvPr>
          <p:cNvSpPr>
            <a:spLocks noGrp="1"/>
          </p:cNvSpPr>
          <p:nvPr>
            <p:ph type="dt" sz="half" idx="10"/>
          </p:nvPr>
        </p:nvSpPr>
        <p:spPr/>
        <p:txBody>
          <a:bodyPr/>
          <a:lstStyle/>
          <a:p>
            <a:fld id="{8569C8CB-8203-4113-BC19-5C96839CBD45}" type="datetimeFigureOut">
              <a:rPr lang="en-US" smtClean="0"/>
              <a:t>3/19/2024</a:t>
            </a:fld>
            <a:endParaRPr lang="en-US"/>
          </a:p>
        </p:txBody>
      </p:sp>
      <p:sp>
        <p:nvSpPr>
          <p:cNvPr id="3" name="页脚占位符 2">
            <a:extLst>
              <a:ext uri="{FF2B5EF4-FFF2-40B4-BE49-F238E27FC236}">
                <a16:creationId xmlns:a16="http://schemas.microsoft.com/office/drawing/2014/main" id="{EC8F5D18-B09A-4096-AFDA-96A804D6D451}"/>
              </a:ext>
            </a:extLst>
          </p:cNvPr>
          <p:cNvSpPr>
            <a:spLocks noGrp="1"/>
          </p:cNvSpPr>
          <p:nvPr>
            <p:ph type="ftr" sz="quarter" idx="11"/>
          </p:nvPr>
        </p:nvSpPr>
        <p:spPr/>
        <p:txBody>
          <a:bodyPr/>
          <a:lstStyle/>
          <a:p>
            <a:endParaRPr lang="en-US"/>
          </a:p>
        </p:txBody>
      </p:sp>
      <p:sp>
        <p:nvSpPr>
          <p:cNvPr id="4" name="灯片编号占位符 3">
            <a:extLst>
              <a:ext uri="{FF2B5EF4-FFF2-40B4-BE49-F238E27FC236}">
                <a16:creationId xmlns:a16="http://schemas.microsoft.com/office/drawing/2014/main" id="{1ACC0151-1B68-4B32-AB2F-4A65BE2AD14F}"/>
              </a:ext>
            </a:extLst>
          </p:cNvPr>
          <p:cNvSpPr>
            <a:spLocks noGrp="1"/>
          </p:cNvSpPr>
          <p:nvPr>
            <p:ph type="sldNum" sz="quarter" idx="12"/>
          </p:nvPr>
        </p:nvSpPr>
        <p:spPr/>
        <p:txBody>
          <a:bodyPr/>
          <a:lstStyle/>
          <a:p>
            <a:fld id="{2D16C4D0-362D-4F07-9D17-9A93F97D0861}" type="slidenum">
              <a:rPr lang="en-US" smtClean="0"/>
              <a:t>‹#›</a:t>
            </a:fld>
            <a:endParaRPr lang="en-US"/>
          </a:p>
        </p:txBody>
      </p:sp>
    </p:spTree>
    <p:extLst>
      <p:ext uri="{BB962C8B-B14F-4D97-AF65-F5344CB8AC3E}">
        <p14:creationId xmlns:p14="http://schemas.microsoft.com/office/powerpoint/2010/main" val="976267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3FBC3E4-C582-4A91-A7AE-1D79621891DA}"/>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a:p>
        </p:txBody>
      </p:sp>
      <p:sp>
        <p:nvSpPr>
          <p:cNvPr id="3" name="内容占位符 2">
            <a:extLst>
              <a:ext uri="{FF2B5EF4-FFF2-40B4-BE49-F238E27FC236}">
                <a16:creationId xmlns:a16="http://schemas.microsoft.com/office/drawing/2014/main" id="{A942F964-0EB5-4901-BC24-85E33543317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文本占位符 3">
            <a:extLst>
              <a:ext uri="{FF2B5EF4-FFF2-40B4-BE49-F238E27FC236}">
                <a16:creationId xmlns:a16="http://schemas.microsoft.com/office/drawing/2014/main" id="{366385E8-484A-4DCD-B049-3172288A76C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70569B17-EB32-4F6A-9B7C-5B597E7CC0ED}"/>
              </a:ext>
            </a:extLst>
          </p:cNvPr>
          <p:cNvSpPr>
            <a:spLocks noGrp="1"/>
          </p:cNvSpPr>
          <p:nvPr>
            <p:ph type="dt" sz="half" idx="10"/>
          </p:nvPr>
        </p:nvSpPr>
        <p:spPr/>
        <p:txBody>
          <a:bodyPr/>
          <a:lstStyle/>
          <a:p>
            <a:fld id="{8569C8CB-8203-4113-BC19-5C96839CBD45}" type="datetimeFigureOut">
              <a:rPr lang="en-US" smtClean="0"/>
              <a:t>3/19/2024</a:t>
            </a:fld>
            <a:endParaRPr lang="en-US"/>
          </a:p>
        </p:txBody>
      </p:sp>
      <p:sp>
        <p:nvSpPr>
          <p:cNvPr id="6" name="页脚占位符 5">
            <a:extLst>
              <a:ext uri="{FF2B5EF4-FFF2-40B4-BE49-F238E27FC236}">
                <a16:creationId xmlns:a16="http://schemas.microsoft.com/office/drawing/2014/main" id="{524C8B3B-8E4D-4EBB-8A2B-D5C7322C2396}"/>
              </a:ext>
            </a:extLst>
          </p:cNvPr>
          <p:cNvSpPr>
            <a:spLocks noGrp="1"/>
          </p:cNvSpPr>
          <p:nvPr>
            <p:ph type="ftr" sz="quarter" idx="11"/>
          </p:nvPr>
        </p:nvSpPr>
        <p:spPr/>
        <p:txBody>
          <a:bodyPr/>
          <a:lstStyle/>
          <a:p>
            <a:endParaRPr lang="en-US"/>
          </a:p>
        </p:txBody>
      </p:sp>
      <p:sp>
        <p:nvSpPr>
          <p:cNvPr id="7" name="灯片编号占位符 6">
            <a:extLst>
              <a:ext uri="{FF2B5EF4-FFF2-40B4-BE49-F238E27FC236}">
                <a16:creationId xmlns:a16="http://schemas.microsoft.com/office/drawing/2014/main" id="{63762D6F-D0D3-4812-B6E8-731E7AFBF937}"/>
              </a:ext>
            </a:extLst>
          </p:cNvPr>
          <p:cNvSpPr>
            <a:spLocks noGrp="1"/>
          </p:cNvSpPr>
          <p:nvPr>
            <p:ph type="sldNum" sz="quarter" idx="12"/>
          </p:nvPr>
        </p:nvSpPr>
        <p:spPr/>
        <p:txBody>
          <a:bodyPr/>
          <a:lstStyle/>
          <a:p>
            <a:fld id="{2D16C4D0-362D-4F07-9D17-9A93F97D0861}" type="slidenum">
              <a:rPr lang="en-US" smtClean="0"/>
              <a:t>‹#›</a:t>
            </a:fld>
            <a:endParaRPr lang="en-US"/>
          </a:p>
        </p:txBody>
      </p:sp>
    </p:spTree>
    <p:extLst>
      <p:ext uri="{BB962C8B-B14F-4D97-AF65-F5344CB8AC3E}">
        <p14:creationId xmlns:p14="http://schemas.microsoft.com/office/powerpoint/2010/main" val="40546614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4EBE16-E626-4C00-8722-0F82B3A32BF0}"/>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a:p>
        </p:txBody>
      </p:sp>
      <p:sp>
        <p:nvSpPr>
          <p:cNvPr id="3" name="图片占位符 2">
            <a:extLst>
              <a:ext uri="{FF2B5EF4-FFF2-40B4-BE49-F238E27FC236}">
                <a16:creationId xmlns:a16="http://schemas.microsoft.com/office/drawing/2014/main" id="{7C5C2DE1-D969-4D9C-B72F-3E40B967201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文本占位符 3">
            <a:extLst>
              <a:ext uri="{FF2B5EF4-FFF2-40B4-BE49-F238E27FC236}">
                <a16:creationId xmlns:a16="http://schemas.microsoft.com/office/drawing/2014/main" id="{060D0D84-9E46-41CD-A472-B1029A0FCE4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C7C908C6-21BD-4D14-B9E5-67673794C1B6}"/>
              </a:ext>
            </a:extLst>
          </p:cNvPr>
          <p:cNvSpPr>
            <a:spLocks noGrp="1"/>
          </p:cNvSpPr>
          <p:nvPr>
            <p:ph type="dt" sz="half" idx="10"/>
          </p:nvPr>
        </p:nvSpPr>
        <p:spPr/>
        <p:txBody>
          <a:bodyPr/>
          <a:lstStyle/>
          <a:p>
            <a:fld id="{8569C8CB-8203-4113-BC19-5C96839CBD45}" type="datetimeFigureOut">
              <a:rPr lang="en-US" smtClean="0"/>
              <a:t>3/19/2024</a:t>
            </a:fld>
            <a:endParaRPr lang="en-US"/>
          </a:p>
        </p:txBody>
      </p:sp>
      <p:sp>
        <p:nvSpPr>
          <p:cNvPr id="6" name="页脚占位符 5">
            <a:extLst>
              <a:ext uri="{FF2B5EF4-FFF2-40B4-BE49-F238E27FC236}">
                <a16:creationId xmlns:a16="http://schemas.microsoft.com/office/drawing/2014/main" id="{BC237D1E-BE48-42AB-BF84-696F9BA0CD31}"/>
              </a:ext>
            </a:extLst>
          </p:cNvPr>
          <p:cNvSpPr>
            <a:spLocks noGrp="1"/>
          </p:cNvSpPr>
          <p:nvPr>
            <p:ph type="ftr" sz="quarter" idx="11"/>
          </p:nvPr>
        </p:nvSpPr>
        <p:spPr/>
        <p:txBody>
          <a:bodyPr/>
          <a:lstStyle/>
          <a:p>
            <a:endParaRPr lang="en-US"/>
          </a:p>
        </p:txBody>
      </p:sp>
      <p:sp>
        <p:nvSpPr>
          <p:cNvPr id="7" name="灯片编号占位符 6">
            <a:extLst>
              <a:ext uri="{FF2B5EF4-FFF2-40B4-BE49-F238E27FC236}">
                <a16:creationId xmlns:a16="http://schemas.microsoft.com/office/drawing/2014/main" id="{A25CDD9A-D6DD-4908-A730-2867C0197665}"/>
              </a:ext>
            </a:extLst>
          </p:cNvPr>
          <p:cNvSpPr>
            <a:spLocks noGrp="1"/>
          </p:cNvSpPr>
          <p:nvPr>
            <p:ph type="sldNum" sz="quarter" idx="12"/>
          </p:nvPr>
        </p:nvSpPr>
        <p:spPr/>
        <p:txBody>
          <a:bodyPr/>
          <a:lstStyle/>
          <a:p>
            <a:fld id="{2D16C4D0-362D-4F07-9D17-9A93F97D0861}" type="slidenum">
              <a:rPr lang="en-US" smtClean="0"/>
              <a:t>‹#›</a:t>
            </a:fld>
            <a:endParaRPr lang="en-US"/>
          </a:p>
        </p:txBody>
      </p:sp>
    </p:spTree>
    <p:extLst>
      <p:ext uri="{BB962C8B-B14F-4D97-AF65-F5344CB8AC3E}">
        <p14:creationId xmlns:p14="http://schemas.microsoft.com/office/powerpoint/2010/main" val="37910832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ECF7F10-CD63-4FB1-A171-A7DAAE8883A6}"/>
              </a:ext>
            </a:extLst>
          </p:cNvPr>
          <p:cNvSpPr>
            <a:spLocks noGrp="1"/>
          </p:cNvSpPr>
          <p:nvPr>
            <p:ph type="title"/>
          </p:nvPr>
        </p:nvSpPr>
        <p:spPr/>
        <p:txBody>
          <a:bodyPr/>
          <a:lstStyle/>
          <a:p>
            <a:r>
              <a:rPr lang="zh-CN" altLang="en-US"/>
              <a:t>单击此处编辑母版标题样式</a:t>
            </a:r>
            <a:endParaRPr lang="en-US"/>
          </a:p>
        </p:txBody>
      </p:sp>
      <p:sp>
        <p:nvSpPr>
          <p:cNvPr id="3" name="竖排文字占位符 2">
            <a:extLst>
              <a:ext uri="{FF2B5EF4-FFF2-40B4-BE49-F238E27FC236}">
                <a16:creationId xmlns:a16="http://schemas.microsoft.com/office/drawing/2014/main" id="{4FF1AB79-8425-466E-A8A5-DADBC36F29A3}"/>
              </a:ext>
            </a:extLst>
          </p:cNvPr>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日期占位符 3">
            <a:extLst>
              <a:ext uri="{FF2B5EF4-FFF2-40B4-BE49-F238E27FC236}">
                <a16:creationId xmlns:a16="http://schemas.microsoft.com/office/drawing/2014/main" id="{189E2F66-1492-47A7-BCD3-BF219BAE6E74}"/>
              </a:ext>
            </a:extLst>
          </p:cNvPr>
          <p:cNvSpPr>
            <a:spLocks noGrp="1"/>
          </p:cNvSpPr>
          <p:nvPr>
            <p:ph type="dt" sz="half" idx="10"/>
          </p:nvPr>
        </p:nvSpPr>
        <p:spPr/>
        <p:txBody>
          <a:bodyPr/>
          <a:lstStyle/>
          <a:p>
            <a:fld id="{8569C8CB-8203-4113-BC19-5C96839CBD45}" type="datetimeFigureOut">
              <a:rPr lang="en-US" smtClean="0"/>
              <a:t>3/19/2024</a:t>
            </a:fld>
            <a:endParaRPr lang="en-US"/>
          </a:p>
        </p:txBody>
      </p:sp>
      <p:sp>
        <p:nvSpPr>
          <p:cNvPr id="5" name="页脚占位符 4">
            <a:extLst>
              <a:ext uri="{FF2B5EF4-FFF2-40B4-BE49-F238E27FC236}">
                <a16:creationId xmlns:a16="http://schemas.microsoft.com/office/drawing/2014/main" id="{2142A3AF-5C92-49DE-B7CE-F57501C229CA}"/>
              </a:ext>
            </a:extLst>
          </p:cNvPr>
          <p:cNvSpPr>
            <a:spLocks noGrp="1"/>
          </p:cNvSpPr>
          <p:nvPr>
            <p:ph type="ftr" sz="quarter" idx="11"/>
          </p:nvPr>
        </p:nvSpPr>
        <p:spPr/>
        <p:txBody>
          <a:bodyPr/>
          <a:lstStyle/>
          <a:p>
            <a:endParaRPr lang="en-US"/>
          </a:p>
        </p:txBody>
      </p:sp>
      <p:sp>
        <p:nvSpPr>
          <p:cNvPr id="6" name="灯片编号占位符 5">
            <a:extLst>
              <a:ext uri="{FF2B5EF4-FFF2-40B4-BE49-F238E27FC236}">
                <a16:creationId xmlns:a16="http://schemas.microsoft.com/office/drawing/2014/main" id="{CFE16F9F-8375-4DF1-A57B-BDA6BF36C648}"/>
              </a:ext>
            </a:extLst>
          </p:cNvPr>
          <p:cNvSpPr>
            <a:spLocks noGrp="1"/>
          </p:cNvSpPr>
          <p:nvPr>
            <p:ph type="sldNum" sz="quarter" idx="12"/>
          </p:nvPr>
        </p:nvSpPr>
        <p:spPr/>
        <p:txBody>
          <a:bodyPr/>
          <a:lstStyle/>
          <a:p>
            <a:fld id="{2D16C4D0-362D-4F07-9D17-9A93F97D0861}" type="slidenum">
              <a:rPr lang="en-US" smtClean="0"/>
              <a:t>‹#›</a:t>
            </a:fld>
            <a:endParaRPr lang="en-US"/>
          </a:p>
        </p:txBody>
      </p:sp>
    </p:spTree>
    <p:extLst>
      <p:ext uri="{BB962C8B-B14F-4D97-AF65-F5344CB8AC3E}">
        <p14:creationId xmlns:p14="http://schemas.microsoft.com/office/powerpoint/2010/main" val="7682099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79CEAE66-692B-4D65-A7C3-1680609F0074}"/>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a:p>
        </p:txBody>
      </p:sp>
      <p:sp>
        <p:nvSpPr>
          <p:cNvPr id="3" name="竖排文字占位符 2">
            <a:extLst>
              <a:ext uri="{FF2B5EF4-FFF2-40B4-BE49-F238E27FC236}">
                <a16:creationId xmlns:a16="http://schemas.microsoft.com/office/drawing/2014/main" id="{5F818DC3-D68F-47FD-9934-DB88063C3F44}"/>
              </a:ext>
            </a:extLst>
          </p:cNvPr>
          <p:cNvSpPr>
            <a:spLocks noGrp="1"/>
          </p:cNvSpPr>
          <p:nvPr>
            <p:ph type="body" orient="vert" idx="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日期占位符 3">
            <a:extLst>
              <a:ext uri="{FF2B5EF4-FFF2-40B4-BE49-F238E27FC236}">
                <a16:creationId xmlns:a16="http://schemas.microsoft.com/office/drawing/2014/main" id="{2E197317-A46D-420C-A392-2D9B93AC409E}"/>
              </a:ext>
            </a:extLst>
          </p:cNvPr>
          <p:cNvSpPr>
            <a:spLocks noGrp="1"/>
          </p:cNvSpPr>
          <p:nvPr>
            <p:ph type="dt" sz="half" idx="10"/>
          </p:nvPr>
        </p:nvSpPr>
        <p:spPr/>
        <p:txBody>
          <a:bodyPr/>
          <a:lstStyle/>
          <a:p>
            <a:fld id="{8569C8CB-8203-4113-BC19-5C96839CBD45}" type="datetimeFigureOut">
              <a:rPr lang="en-US" smtClean="0"/>
              <a:t>3/19/2024</a:t>
            </a:fld>
            <a:endParaRPr lang="en-US"/>
          </a:p>
        </p:txBody>
      </p:sp>
      <p:sp>
        <p:nvSpPr>
          <p:cNvPr id="5" name="页脚占位符 4">
            <a:extLst>
              <a:ext uri="{FF2B5EF4-FFF2-40B4-BE49-F238E27FC236}">
                <a16:creationId xmlns:a16="http://schemas.microsoft.com/office/drawing/2014/main" id="{46B454CD-23C0-496D-BC54-03322B1D903F}"/>
              </a:ext>
            </a:extLst>
          </p:cNvPr>
          <p:cNvSpPr>
            <a:spLocks noGrp="1"/>
          </p:cNvSpPr>
          <p:nvPr>
            <p:ph type="ftr" sz="quarter" idx="11"/>
          </p:nvPr>
        </p:nvSpPr>
        <p:spPr/>
        <p:txBody>
          <a:bodyPr/>
          <a:lstStyle/>
          <a:p>
            <a:endParaRPr lang="en-US"/>
          </a:p>
        </p:txBody>
      </p:sp>
      <p:sp>
        <p:nvSpPr>
          <p:cNvPr id="6" name="灯片编号占位符 5">
            <a:extLst>
              <a:ext uri="{FF2B5EF4-FFF2-40B4-BE49-F238E27FC236}">
                <a16:creationId xmlns:a16="http://schemas.microsoft.com/office/drawing/2014/main" id="{9257EF11-F507-4D48-9B8C-E8680A05EBD3}"/>
              </a:ext>
            </a:extLst>
          </p:cNvPr>
          <p:cNvSpPr>
            <a:spLocks noGrp="1"/>
          </p:cNvSpPr>
          <p:nvPr>
            <p:ph type="sldNum" sz="quarter" idx="12"/>
          </p:nvPr>
        </p:nvSpPr>
        <p:spPr/>
        <p:txBody>
          <a:bodyPr/>
          <a:lstStyle/>
          <a:p>
            <a:fld id="{2D16C4D0-362D-4F07-9D17-9A93F97D0861}" type="slidenum">
              <a:rPr lang="en-US" smtClean="0"/>
              <a:t>‹#›</a:t>
            </a:fld>
            <a:endParaRPr lang="en-US"/>
          </a:p>
        </p:txBody>
      </p:sp>
    </p:spTree>
    <p:extLst>
      <p:ext uri="{BB962C8B-B14F-4D97-AF65-F5344CB8AC3E}">
        <p14:creationId xmlns:p14="http://schemas.microsoft.com/office/powerpoint/2010/main" val="36878283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C48EF7D3-5A27-4B57-8A33-E7C0DD1B0AD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a:p>
        </p:txBody>
      </p:sp>
      <p:sp>
        <p:nvSpPr>
          <p:cNvPr id="3" name="文本占位符 2">
            <a:extLst>
              <a:ext uri="{FF2B5EF4-FFF2-40B4-BE49-F238E27FC236}">
                <a16:creationId xmlns:a16="http://schemas.microsoft.com/office/drawing/2014/main" id="{9CE378D8-CAD9-4EDA-B737-D0891037485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日期占位符 3">
            <a:extLst>
              <a:ext uri="{FF2B5EF4-FFF2-40B4-BE49-F238E27FC236}">
                <a16:creationId xmlns:a16="http://schemas.microsoft.com/office/drawing/2014/main" id="{4B61C7E5-DED7-4901-BEA1-361A290133E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569C8CB-8203-4113-BC19-5C96839CBD45}" type="datetimeFigureOut">
              <a:rPr lang="en-US" smtClean="0"/>
              <a:t>3/19/2024</a:t>
            </a:fld>
            <a:endParaRPr lang="en-US"/>
          </a:p>
        </p:txBody>
      </p:sp>
      <p:sp>
        <p:nvSpPr>
          <p:cNvPr id="5" name="页脚占位符 4">
            <a:extLst>
              <a:ext uri="{FF2B5EF4-FFF2-40B4-BE49-F238E27FC236}">
                <a16:creationId xmlns:a16="http://schemas.microsoft.com/office/drawing/2014/main" id="{EDBCA12B-ADFA-4389-8BED-E30DC2D6069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灯片编号占位符 5">
            <a:extLst>
              <a:ext uri="{FF2B5EF4-FFF2-40B4-BE49-F238E27FC236}">
                <a16:creationId xmlns:a16="http://schemas.microsoft.com/office/drawing/2014/main" id="{5D7DB51E-6AD4-4AAC-BD8A-505C38223CB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D16C4D0-362D-4F07-9D17-9A93F97D0861}" type="slidenum">
              <a:rPr lang="en-US" smtClean="0"/>
              <a:t>‹#›</a:t>
            </a:fld>
            <a:endParaRPr lang="en-US"/>
          </a:p>
        </p:txBody>
      </p:sp>
    </p:spTree>
    <p:extLst>
      <p:ext uri="{BB962C8B-B14F-4D97-AF65-F5344CB8AC3E}">
        <p14:creationId xmlns:p14="http://schemas.microsoft.com/office/powerpoint/2010/main" val="21904382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18" Type="http://schemas.openxmlformats.org/officeDocument/2006/relationships/slideLayout" Target="../slideLayouts/slideLayout7.xml"/><Relationship Id="rId26" Type="http://schemas.openxmlformats.org/officeDocument/2006/relationships/image" Target="../media/image8.tmp"/><Relationship Id="rId3" Type="http://schemas.openxmlformats.org/officeDocument/2006/relationships/tags" Target="../tags/tag3.xml"/><Relationship Id="rId21" Type="http://schemas.openxmlformats.org/officeDocument/2006/relationships/tags" Target="../tags/tag5.xml"/><Relationship Id="rId7" Type="http://schemas.openxmlformats.org/officeDocument/2006/relationships/tags" Target="../tags/tag7.xml"/><Relationship Id="rId12" Type="http://schemas.openxmlformats.org/officeDocument/2006/relationships/tags" Target="../tags/tag12.xml"/><Relationship Id="rId17" Type="http://schemas.openxmlformats.org/officeDocument/2006/relationships/tags" Target="../tags/tag17.xml"/><Relationship Id="rId25" Type="http://schemas.openxmlformats.org/officeDocument/2006/relationships/image" Target="../media/image7.png"/><Relationship Id="rId2" Type="http://schemas.openxmlformats.org/officeDocument/2006/relationships/tags" Target="../tags/tag2.xml"/><Relationship Id="rId16" Type="http://schemas.openxmlformats.org/officeDocument/2006/relationships/tags" Target="../tags/tag16.xml"/><Relationship Id="rId20" Type="http://schemas.openxmlformats.org/officeDocument/2006/relationships/image" Target="../media/image68.png"/><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24" Type="http://schemas.openxmlformats.org/officeDocument/2006/relationships/image" Target="../media/image70.png"/><Relationship Id="rId5" Type="http://schemas.openxmlformats.org/officeDocument/2006/relationships/tags" Target="../tags/tag5.xml"/><Relationship Id="rId15" Type="http://schemas.openxmlformats.org/officeDocument/2006/relationships/tags" Target="../tags/tag15.xml"/><Relationship Id="rId23" Type="http://schemas.openxmlformats.org/officeDocument/2006/relationships/tags" Target="../tags/tag6.xml"/><Relationship Id="rId10" Type="http://schemas.openxmlformats.org/officeDocument/2006/relationships/tags" Target="../tags/tag10.xml"/><Relationship Id="rId19" Type="http://schemas.openxmlformats.org/officeDocument/2006/relationships/tags" Target="../tags/tag4.xml"/><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 Id="rId22" Type="http://schemas.openxmlformats.org/officeDocument/2006/relationships/image" Target="../media/image69.png"/></Relationships>
</file>

<file path=ppt/slides/_rels/slide6.xml.rels><?xml version="1.0" encoding="UTF-8" standalone="yes"?>
<Relationships xmlns="http://schemas.openxmlformats.org/package/2006/relationships"><Relationship Id="rId8" Type="http://schemas.openxmlformats.org/officeDocument/2006/relationships/image" Target="../media/image78.png"/><Relationship Id="rId3" Type="http://schemas.openxmlformats.org/officeDocument/2006/relationships/image" Target="../media/image73.png"/><Relationship Id="rId7" Type="http://schemas.openxmlformats.org/officeDocument/2006/relationships/image" Target="../media/image77.png"/><Relationship Id="rId12"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 Id="rId6" Type="http://schemas.openxmlformats.org/officeDocument/2006/relationships/image" Target="../media/image76.png"/><Relationship Id="rId11" Type="http://schemas.openxmlformats.org/officeDocument/2006/relationships/image" Target="../media/image80.png"/><Relationship Id="rId5" Type="http://schemas.openxmlformats.org/officeDocument/2006/relationships/image" Target="../media/image75.png"/><Relationship Id="rId10" Type="http://schemas.openxmlformats.org/officeDocument/2006/relationships/image" Target="../media/image7.png"/><Relationship Id="rId4" Type="http://schemas.openxmlformats.org/officeDocument/2006/relationships/image" Target="../media/image74.png"/><Relationship Id="rId9" Type="http://schemas.openxmlformats.org/officeDocument/2006/relationships/image" Target="../media/image79.png"/></Relationships>
</file>

<file path=ppt/slides/_rels/slide7.xml.rels><?xml version="1.0" encoding="UTF-8" standalone="yes"?>
<Relationships xmlns="http://schemas.openxmlformats.org/package/2006/relationships"><Relationship Id="rId8" Type="http://schemas.openxmlformats.org/officeDocument/2006/relationships/tags" Target="../tags/tag25.xml"/><Relationship Id="rId13" Type="http://schemas.openxmlformats.org/officeDocument/2006/relationships/tags" Target="../tags/tag30.xml"/><Relationship Id="rId18" Type="http://schemas.openxmlformats.org/officeDocument/2006/relationships/slideLayout" Target="../slideLayouts/slideLayout7.xml"/><Relationship Id="rId26" Type="http://schemas.openxmlformats.org/officeDocument/2006/relationships/image" Target="../media/image840.png"/><Relationship Id="rId3" Type="http://schemas.openxmlformats.org/officeDocument/2006/relationships/tags" Target="../tags/tag20.xml"/><Relationship Id="rId21" Type="http://schemas.openxmlformats.org/officeDocument/2006/relationships/tags" Target="../tags/tag20.xml"/><Relationship Id="rId7" Type="http://schemas.openxmlformats.org/officeDocument/2006/relationships/tags" Target="../tags/tag24.xml"/><Relationship Id="rId12" Type="http://schemas.openxmlformats.org/officeDocument/2006/relationships/tags" Target="../tags/tag29.xml"/><Relationship Id="rId17" Type="http://schemas.openxmlformats.org/officeDocument/2006/relationships/tags" Target="../tags/tag34.xml"/><Relationship Id="rId25" Type="http://schemas.openxmlformats.org/officeDocument/2006/relationships/tags" Target="../tags/tag22.xml"/><Relationship Id="rId2" Type="http://schemas.openxmlformats.org/officeDocument/2006/relationships/tags" Target="../tags/tag19.xml"/><Relationship Id="rId16" Type="http://schemas.openxmlformats.org/officeDocument/2006/relationships/tags" Target="../tags/tag33.xml"/><Relationship Id="rId29" Type="http://schemas.openxmlformats.org/officeDocument/2006/relationships/image" Target="../media/image8.tmp"/><Relationship Id="rId1" Type="http://schemas.openxmlformats.org/officeDocument/2006/relationships/tags" Target="../tags/tag18.xml"/><Relationship Id="rId6" Type="http://schemas.openxmlformats.org/officeDocument/2006/relationships/tags" Target="../tags/tag23.xml"/><Relationship Id="rId11" Type="http://schemas.openxmlformats.org/officeDocument/2006/relationships/tags" Target="../tags/tag28.xml"/><Relationship Id="rId24" Type="http://schemas.openxmlformats.org/officeDocument/2006/relationships/image" Target="../media/image830.png"/><Relationship Id="rId5" Type="http://schemas.openxmlformats.org/officeDocument/2006/relationships/tags" Target="../tags/tag22.xml"/><Relationship Id="rId15" Type="http://schemas.openxmlformats.org/officeDocument/2006/relationships/tags" Target="../tags/tag32.xml"/><Relationship Id="rId23" Type="http://schemas.openxmlformats.org/officeDocument/2006/relationships/tags" Target="../tags/tag21.xml"/><Relationship Id="rId28" Type="http://schemas.openxmlformats.org/officeDocument/2006/relationships/image" Target="../media/image85.png"/><Relationship Id="rId10" Type="http://schemas.openxmlformats.org/officeDocument/2006/relationships/tags" Target="../tags/tag27.xml"/><Relationship Id="rId19" Type="http://schemas.openxmlformats.org/officeDocument/2006/relationships/image" Target="../media/image11.png"/><Relationship Id="rId4" Type="http://schemas.openxmlformats.org/officeDocument/2006/relationships/tags" Target="../tags/tag21.xml"/><Relationship Id="rId9" Type="http://schemas.openxmlformats.org/officeDocument/2006/relationships/tags" Target="../tags/tag26.xml"/><Relationship Id="rId14" Type="http://schemas.openxmlformats.org/officeDocument/2006/relationships/tags" Target="../tags/tag31.xml"/><Relationship Id="rId22" Type="http://schemas.openxmlformats.org/officeDocument/2006/relationships/image" Target="../media/image820.png"/><Relationship Id="rId27" Type="http://schemas.openxmlformats.org/officeDocument/2006/relationships/tags" Target="../tags/tag23.xml"/></Relationships>
</file>

<file path=ppt/slides/_rels/slide8.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8" Type="http://schemas.openxmlformats.org/officeDocument/2006/relationships/image" Target="../media/image95.png"/><Relationship Id="rId3" Type="http://schemas.openxmlformats.org/officeDocument/2006/relationships/image" Target="../media/image900.png"/><Relationship Id="rId7" Type="http://schemas.openxmlformats.org/officeDocument/2006/relationships/image" Target="../media/image94.png"/><Relationship Id="rId2" Type="http://schemas.openxmlformats.org/officeDocument/2006/relationships/image" Target="../media/image880.png"/><Relationship Id="rId1" Type="http://schemas.openxmlformats.org/officeDocument/2006/relationships/slideLayout" Target="../slideLayouts/slideLayout7.xml"/><Relationship Id="rId6" Type="http://schemas.openxmlformats.org/officeDocument/2006/relationships/image" Target="../media/image930.png"/><Relationship Id="rId5" Type="http://schemas.openxmlformats.org/officeDocument/2006/relationships/image" Target="../media/image920.png"/><Relationship Id="rId10" Type="http://schemas.openxmlformats.org/officeDocument/2006/relationships/image" Target="../media/image12.jpeg"/><Relationship Id="rId4" Type="http://schemas.openxmlformats.org/officeDocument/2006/relationships/image" Target="../media/image910.png"/><Relationship Id="rId9" Type="http://schemas.openxmlformats.org/officeDocument/2006/relationships/image" Target="../media/image96.png"/></Relationships>
</file>

<file path=ppt/slides/_rels/slide14.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image" Target="../media/image98.png"/><Relationship Id="rId1" Type="http://schemas.openxmlformats.org/officeDocument/2006/relationships/slideLayout" Target="../slideLayouts/slideLayout7.xml"/><Relationship Id="rId5" Type="http://schemas.openxmlformats.org/officeDocument/2006/relationships/image" Target="../media/image100.png"/><Relationship Id="rId4" Type="http://schemas.openxmlformats.org/officeDocument/2006/relationships/image" Target="../media/image12.jpeg"/></Relationships>
</file>

<file path=ppt/slides/_rels/slide15.xml.rels><?xml version="1.0" encoding="UTF-8" standalone="yes"?>
<Relationships xmlns="http://schemas.openxmlformats.org/package/2006/relationships"><Relationship Id="rId8" Type="http://schemas.openxmlformats.org/officeDocument/2006/relationships/image" Target="../media/image108.png"/><Relationship Id="rId13" Type="http://schemas.openxmlformats.org/officeDocument/2006/relationships/image" Target="../media/image115.png"/><Relationship Id="rId3" Type="http://schemas.openxmlformats.org/officeDocument/2006/relationships/image" Target="../media/image101.png"/><Relationship Id="rId7" Type="http://schemas.openxmlformats.org/officeDocument/2006/relationships/image" Target="../media/image106.png"/><Relationship Id="rId12" Type="http://schemas.openxmlformats.org/officeDocument/2006/relationships/image" Target="../media/image113.png"/><Relationship Id="rId2" Type="http://schemas.openxmlformats.org/officeDocument/2006/relationships/notesSlide" Target="../notesSlides/notesSlide1.xml"/><Relationship Id="rId16" Type="http://schemas.openxmlformats.org/officeDocument/2006/relationships/image" Target="../media/image118.png"/><Relationship Id="rId1" Type="http://schemas.openxmlformats.org/officeDocument/2006/relationships/slideLayout" Target="../slideLayouts/slideLayout7.xml"/><Relationship Id="rId6" Type="http://schemas.openxmlformats.org/officeDocument/2006/relationships/image" Target="../media/image104.png"/><Relationship Id="rId11" Type="http://schemas.openxmlformats.org/officeDocument/2006/relationships/image" Target="../media/image111.png"/><Relationship Id="rId5" Type="http://schemas.openxmlformats.org/officeDocument/2006/relationships/image" Target="../media/image103.png"/><Relationship Id="rId15" Type="http://schemas.openxmlformats.org/officeDocument/2006/relationships/image" Target="../media/image117.png"/><Relationship Id="rId10" Type="http://schemas.openxmlformats.org/officeDocument/2006/relationships/image" Target="../media/image110.png"/><Relationship Id="rId4" Type="http://schemas.openxmlformats.org/officeDocument/2006/relationships/image" Target="../media/image102.png"/><Relationship Id="rId9" Type="http://schemas.openxmlformats.org/officeDocument/2006/relationships/image" Target="../media/image109.png"/><Relationship Id="rId14" Type="http://schemas.openxmlformats.org/officeDocument/2006/relationships/image" Target="../media/image116.png"/></Relationships>
</file>

<file path=ppt/slides/_rels/slide16.xml.rels><?xml version="1.0" encoding="UTF-8" standalone="yes"?>
<Relationships xmlns="http://schemas.openxmlformats.org/package/2006/relationships"><Relationship Id="rId3" Type="http://schemas.openxmlformats.org/officeDocument/2006/relationships/image" Target="../media/image119.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120.png"/></Relationships>
</file>

<file path=ppt/slides/_rels/slide17.xml.rels><?xml version="1.0" encoding="UTF-8" standalone="yes"?>
<Relationships xmlns="http://schemas.openxmlformats.org/package/2006/relationships"><Relationship Id="rId3" Type="http://schemas.openxmlformats.org/officeDocument/2006/relationships/image" Target="../media/image12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120.png"/><Relationship Id="rId2" Type="http://schemas.openxmlformats.org/officeDocument/2006/relationships/image" Target="../media/image1112.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8" Type="http://schemas.openxmlformats.org/officeDocument/2006/relationships/tags" Target="../tags/tag42.xml"/><Relationship Id="rId13" Type="http://schemas.openxmlformats.org/officeDocument/2006/relationships/tags" Target="../tags/tag47.xml"/><Relationship Id="rId3" Type="http://schemas.openxmlformats.org/officeDocument/2006/relationships/tags" Target="../tags/tag37.xml"/><Relationship Id="rId7" Type="http://schemas.openxmlformats.org/officeDocument/2006/relationships/tags" Target="../tags/tag41.xml"/><Relationship Id="rId12" Type="http://schemas.openxmlformats.org/officeDocument/2006/relationships/tags" Target="../tags/tag46.xml"/><Relationship Id="rId2" Type="http://schemas.openxmlformats.org/officeDocument/2006/relationships/tags" Target="../tags/tag36.xml"/><Relationship Id="rId1" Type="http://schemas.openxmlformats.org/officeDocument/2006/relationships/tags" Target="../tags/tag35.xml"/><Relationship Id="rId6" Type="http://schemas.openxmlformats.org/officeDocument/2006/relationships/tags" Target="../tags/tag40.xml"/><Relationship Id="rId11" Type="http://schemas.openxmlformats.org/officeDocument/2006/relationships/tags" Target="../tags/tag45.xml"/><Relationship Id="rId5" Type="http://schemas.openxmlformats.org/officeDocument/2006/relationships/tags" Target="../tags/tag39.xml"/><Relationship Id="rId15" Type="http://schemas.openxmlformats.org/officeDocument/2006/relationships/image" Target="../media/image8.tmp"/><Relationship Id="rId10" Type="http://schemas.openxmlformats.org/officeDocument/2006/relationships/tags" Target="../tags/tag44.xml"/><Relationship Id="rId4" Type="http://schemas.openxmlformats.org/officeDocument/2006/relationships/tags" Target="../tags/tag38.xml"/><Relationship Id="rId9" Type="http://schemas.openxmlformats.org/officeDocument/2006/relationships/tags" Target="../tags/tag43.xml"/><Relationship Id="rId14"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111.png"/><Relationship Id="rId2" Type="http://schemas.openxmlformats.org/officeDocument/2006/relationships/image" Target="../media/image107.png"/><Relationship Id="rId1" Type="http://schemas.openxmlformats.org/officeDocument/2006/relationships/slideLayout" Target="../slideLayouts/slideLayout7.xml"/><Relationship Id="rId4" Type="http://schemas.openxmlformats.org/officeDocument/2006/relationships/image" Target="../media/image1211.png"/></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310.png"/><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23.xml.rels><?xml version="1.0" encoding="UTF-8" standalone="yes"?>
<Relationships xmlns="http://schemas.openxmlformats.org/package/2006/relationships"><Relationship Id="rId3" Type="http://schemas.openxmlformats.org/officeDocument/2006/relationships/image" Target="../media/image1510.png"/><Relationship Id="rId2" Type="http://schemas.openxmlformats.org/officeDocument/2006/relationships/image" Target="../media/image13.png"/><Relationship Id="rId1" Type="http://schemas.openxmlformats.org/officeDocument/2006/relationships/slideLayout" Target="../slideLayouts/slideLayout7.xml"/><Relationship Id="rId4" Type="http://schemas.openxmlformats.org/officeDocument/2006/relationships/image" Target="../media/image1610.png"/></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3.png"/><Relationship Id="rId1" Type="http://schemas.openxmlformats.org/officeDocument/2006/relationships/slideLayout" Target="../slideLayouts/slideLayout7.xml"/><Relationship Id="rId6" Type="http://schemas.openxmlformats.org/officeDocument/2006/relationships/image" Target="../media/image1510.png"/><Relationship Id="rId5" Type="http://schemas.openxmlformats.org/officeDocument/2006/relationships/image" Target="../media/image19.png"/><Relationship Id="rId4" Type="http://schemas.openxmlformats.org/officeDocument/2006/relationships/image" Target="../media/image18.png"/></Relationships>
</file>

<file path=ppt/slides/_rels/slide2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8" Type="http://schemas.openxmlformats.org/officeDocument/2006/relationships/image" Target="../media/image26.png"/><Relationship Id="rId13" Type="http://schemas.openxmlformats.org/officeDocument/2006/relationships/image" Target="../media/image31.png"/><Relationship Id="rId3" Type="http://schemas.openxmlformats.org/officeDocument/2006/relationships/image" Target="../media/image93.png"/><Relationship Id="rId7" Type="http://schemas.openxmlformats.org/officeDocument/2006/relationships/image" Target="../media/image25.png"/><Relationship Id="rId12" Type="http://schemas.openxmlformats.org/officeDocument/2006/relationships/image" Target="../media/image29.png"/><Relationship Id="rId17" Type="http://schemas.openxmlformats.org/officeDocument/2006/relationships/image" Target="../media/image34.png"/><Relationship Id="rId2" Type="http://schemas.openxmlformats.org/officeDocument/2006/relationships/image" Target="../media/image811.png"/><Relationship Id="rId16" Type="http://schemas.openxmlformats.org/officeDocument/2006/relationships/image" Target="../media/image33.png"/><Relationship Id="rId1" Type="http://schemas.openxmlformats.org/officeDocument/2006/relationships/slideLayout" Target="../slideLayouts/slideLayout7.xml"/><Relationship Id="rId6" Type="http://schemas.openxmlformats.org/officeDocument/2006/relationships/image" Target="../media/image21.png"/><Relationship Id="rId11" Type="http://schemas.openxmlformats.org/officeDocument/2006/relationships/image" Target="../media/image15.png"/><Relationship Id="rId5" Type="http://schemas.openxmlformats.org/officeDocument/2006/relationships/image" Target="../media/image23.png"/><Relationship Id="rId15" Type="http://schemas.openxmlformats.org/officeDocument/2006/relationships/image" Target="../media/image30.png"/><Relationship Id="rId10" Type="http://schemas.openxmlformats.org/officeDocument/2006/relationships/image" Target="../media/image28.png"/><Relationship Id="rId4" Type="http://schemas.openxmlformats.org/officeDocument/2006/relationships/image" Target="../media/image220.png"/><Relationship Id="rId9" Type="http://schemas.openxmlformats.org/officeDocument/2006/relationships/image" Target="../media/image24.png"/><Relationship Id="rId14" Type="http://schemas.openxmlformats.org/officeDocument/2006/relationships/image" Target="../media/image32.png"/></Relationships>
</file>

<file path=ppt/slides/_rels/slide2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7.xml"/><Relationship Id="rId4" Type="http://schemas.openxmlformats.org/officeDocument/2006/relationships/image" Target="../media/image37.png"/></Relationships>
</file>

<file path=ppt/slides/_rels/slide29.xml.rels><?xml version="1.0" encoding="UTF-8" standalone="yes"?>
<Relationships xmlns="http://schemas.openxmlformats.org/package/2006/relationships"><Relationship Id="rId8" Type="http://schemas.openxmlformats.org/officeDocument/2006/relationships/image" Target="../media/image410.png"/><Relationship Id="rId13" Type="http://schemas.openxmlformats.org/officeDocument/2006/relationships/image" Target="../media/image46.png"/><Relationship Id="rId18" Type="http://schemas.openxmlformats.org/officeDocument/2006/relationships/image" Target="../media/image51.png"/><Relationship Id="rId3" Type="http://schemas.openxmlformats.org/officeDocument/2006/relationships/image" Target="../media/image39.png"/><Relationship Id="rId21" Type="http://schemas.openxmlformats.org/officeDocument/2006/relationships/image" Target="../media/image54.png"/><Relationship Id="rId7" Type="http://schemas.openxmlformats.org/officeDocument/2006/relationships/image" Target="../media/image41.png"/><Relationship Id="rId12" Type="http://schemas.openxmlformats.org/officeDocument/2006/relationships/image" Target="../media/image45.png"/><Relationship Id="rId17" Type="http://schemas.openxmlformats.org/officeDocument/2006/relationships/image" Target="../media/image50.png"/><Relationship Id="rId2" Type="http://schemas.openxmlformats.org/officeDocument/2006/relationships/image" Target="../media/image38.png"/><Relationship Id="rId16" Type="http://schemas.openxmlformats.org/officeDocument/2006/relationships/image" Target="../media/image49.png"/><Relationship Id="rId20" Type="http://schemas.openxmlformats.org/officeDocument/2006/relationships/image" Target="../media/image53.png"/><Relationship Id="rId1" Type="http://schemas.openxmlformats.org/officeDocument/2006/relationships/slideLayout" Target="../slideLayouts/slideLayout7.xml"/><Relationship Id="rId6" Type="http://schemas.openxmlformats.org/officeDocument/2006/relationships/image" Target="../media/image40.png"/><Relationship Id="rId11" Type="http://schemas.openxmlformats.org/officeDocument/2006/relationships/image" Target="../media/image44.png"/><Relationship Id="rId15" Type="http://schemas.openxmlformats.org/officeDocument/2006/relationships/image" Target="../media/image48.png"/><Relationship Id="rId23" Type="http://schemas.openxmlformats.org/officeDocument/2006/relationships/image" Target="../media/image56.png"/><Relationship Id="rId10" Type="http://schemas.openxmlformats.org/officeDocument/2006/relationships/image" Target="../media/image43.png"/><Relationship Id="rId19" Type="http://schemas.openxmlformats.org/officeDocument/2006/relationships/image" Target="../media/image52.png"/><Relationship Id="rId9" Type="http://schemas.openxmlformats.org/officeDocument/2006/relationships/image" Target="../media/image42.png"/><Relationship Id="rId14" Type="http://schemas.openxmlformats.org/officeDocument/2006/relationships/image" Target="../media/image47.png"/><Relationship Id="rId22" Type="http://schemas.openxmlformats.org/officeDocument/2006/relationships/image" Target="../media/image55.png"/></Relationships>
</file>

<file path=ppt/slides/_rels/slide30.xml.rels><?xml version="1.0" encoding="UTF-8" standalone="yes"?>
<Relationships xmlns="http://schemas.openxmlformats.org/package/2006/relationships"><Relationship Id="rId8" Type="http://schemas.openxmlformats.org/officeDocument/2006/relationships/image" Target="../media/image18.wmf"/><Relationship Id="rId13" Type="http://schemas.openxmlformats.org/officeDocument/2006/relationships/oleObject" Target="../embeddings/oleObject40.bin"/><Relationship Id="rId18" Type="http://schemas.openxmlformats.org/officeDocument/2006/relationships/image" Target="../media/image20.wmf"/><Relationship Id="rId26" Type="http://schemas.openxmlformats.org/officeDocument/2006/relationships/image" Target="../media/image67.png"/><Relationship Id="rId3" Type="http://schemas.openxmlformats.org/officeDocument/2006/relationships/oleObject" Target="../embeddings/oleObject1.bin"/><Relationship Id="rId21" Type="http://schemas.openxmlformats.org/officeDocument/2006/relationships/oleObject" Target="../embeddings/oleObject7.bin"/><Relationship Id="rId7" Type="http://schemas.openxmlformats.org/officeDocument/2006/relationships/oleObject" Target="../embeddings/oleObject3.bin"/><Relationship Id="rId12" Type="http://schemas.openxmlformats.org/officeDocument/2006/relationships/image" Target="../media/image19.wmf"/><Relationship Id="rId17" Type="http://schemas.openxmlformats.org/officeDocument/2006/relationships/oleObject" Target="../embeddings/oleObject50.bin"/><Relationship Id="rId25" Type="http://schemas.openxmlformats.org/officeDocument/2006/relationships/image" Target="../media/image66.png"/><Relationship Id="rId2" Type="http://schemas.openxmlformats.org/officeDocument/2006/relationships/slideLayout" Target="../slideLayouts/slideLayout7.xml"/><Relationship Id="rId20" Type="http://schemas.openxmlformats.org/officeDocument/2006/relationships/oleObject" Target="../embeddings/oleObject6.bin"/><Relationship Id="rId1" Type="http://schemas.openxmlformats.org/officeDocument/2006/relationships/vmlDrawing" Target="../drawings/vmlDrawing1.vml"/><Relationship Id="rId6" Type="http://schemas.openxmlformats.org/officeDocument/2006/relationships/image" Target="../media/image17.wmf"/><Relationship Id="rId11" Type="http://schemas.openxmlformats.org/officeDocument/2006/relationships/oleObject" Target="../embeddings/oleObject4.bin"/><Relationship Id="rId24" Type="http://schemas.openxmlformats.org/officeDocument/2006/relationships/image" Target="../media/image65.png"/><Relationship Id="rId5" Type="http://schemas.openxmlformats.org/officeDocument/2006/relationships/oleObject" Target="../embeddings/oleObject2.bin"/><Relationship Id="rId15" Type="http://schemas.openxmlformats.org/officeDocument/2006/relationships/oleObject" Target="../embeddings/oleObject5.bin"/><Relationship Id="rId23" Type="http://schemas.openxmlformats.org/officeDocument/2006/relationships/image" Target="../media/image64.png"/><Relationship Id="rId10" Type="http://schemas.openxmlformats.org/officeDocument/2006/relationships/image" Target="../media/image18.wmf"/><Relationship Id="rId19" Type="http://schemas.openxmlformats.org/officeDocument/2006/relationships/image" Target="../media/image62.png"/><Relationship Id="rId4" Type="http://schemas.openxmlformats.org/officeDocument/2006/relationships/image" Target="../media/image16.wmf"/><Relationship Id="rId9" Type="http://schemas.openxmlformats.org/officeDocument/2006/relationships/oleObject" Target="../embeddings/oleObject30.bin"/><Relationship Id="rId14" Type="http://schemas.openxmlformats.org/officeDocument/2006/relationships/image" Target="../media/image19.wmf"/><Relationship Id="rId22" Type="http://schemas.openxmlformats.org/officeDocument/2006/relationships/image" Target="../media/image63.png"/><Relationship Id="rId27" Type="http://schemas.openxmlformats.org/officeDocument/2006/relationships/image" Target="../media/image680.png"/></Relationships>
</file>

<file path=ppt/slides/_rels/slide31.xml.rels><?xml version="1.0" encoding="UTF-8" standalone="yes"?>
<Relationships xmlns="http://schemas.openxmlformats.org/package/2006/relationships"><Relationship Id="rId8" Type="http://schemas.openxmlformats.org/officeDocument/2006/relationships/image" Target="../media/image740.png"/><Relationship Id="rId3" Type="http://schemas.openxmlformats.org/officeDocument/2006/relationships/image" Target="../media/image700.png"/><Relationship Id="rId7" Type="http://schemas.openxmlformats.org/officeDocument/2006/relationships/image" Target="../media/image730.png"/><Relationship Id="rId1" Type="http://schemas.openxmlformats.org/officeDocument/2006/relationships/slideLayout" Target="../slideLayouts/slideLayout2.xml"/><Relationship Id="rId6" Type="http://schemas.openxmlformats.org/officeDocument/2006/relationships/image" Target="../media/image720.png"/><Relationship Id="rId5" Type="http://schemas.openxmlformats.org/officeDocument/2006/relationships/image" Target="../media/image710.png"/><Relationship Id="rId4" Type="http://schemas.openxmlformats.org/officeDocument/2006/relationships/image" Target="../media/image690.png"/><Relationship Id="rId9" Type="http://schemas.openxmlformats.org/officeDocument/2006/relationships/image" Target="../media/image750.png"/></Relationships>
</file>

<file path=ppt/slides/_rels/slide32.xml.rels><?xml version="1.0" encoding="UTF-8" standalone="yes"?>
<Relationships xmlns="http://schemas.openxmlformats.org/package/2006/relationships"><Relationship Id="rId8" Type="http://schemas.openxmlformats.org/officeDocument/2006/relationships/image" Target="../media/image780.png"/><Relationship Id="rId3" Type="http://schemas.openxmlformats.org/officeDocument/2006/relationships/image" Target="../media/image700.png"/><Relationship Id="rId7" Type="http://schemas.openxmlformats.org/officeDocument/2006/relationships/image" Target="../media/image57.png"/><Relationship Id="rId1" Type="http://schemas.openxmlformats.org/officeDocument/2006/relationships/slideLayout" Target="../slideLayouts/slideLayout2.xml"/><Relationship Id="rId6" Type="http://schemas.openxmlformats.org/officeDocument/2006/relationships/image" Target="../media/image760.png"/><Relationship Id="rId5" Type="http://schemas.openxmlformats.org/officeDocument/2006/relationships/image" Target="../media/image710.png"/><Relationship Id="rId4" Type="http://schemas.openxmlformats.org/officeDocument/2006/relationships/image" Target="../media/image690.png"/></Relationships>
</file>

<file path=ppt/slides/_rels/slide33.xml.rels><?xml version="1.0" encoding="UTF-8" standalone="yes"?>
<Relationships xmlns="http://schemas.openxmlformats.org/package/2006/relationships"><Relationship Id="rId8" Type="http://schemas.openxmlformats.org/officeDocument/2006/relationships/image" Target="../media/image83.png"/><Relationship Id="rId13" Type="http://schemas.openxmlformats.org/officeDocument/2006/relationships/image" Target="../media/image881.png"/><Relationship Id="rId3" Type="http://schemas.openxmlformats.org/officeDocument/2006/relationships/image" Target="../media/image700.png"/><Relationship Id="rId7" Type="http://schemas.openxmlformats.org/officeDocument/2006/relationships/image" Target="../media/image82.png"/><Relationship Id="rId12" Type="http://schemas.openxmlformats.org/officeDocument/2006/relationships/image" Target="../media/image870.png"/><Relationship Id="rId1" Type="http://schemas.openxmlformats.org/officeDocument/2006/relationships/slideLayout" Target="../slideLayouts/slideLayout2.xml"/><Relationship Id="rId6" Type="http://schemas.openxmlformats.org/officeDocument/2006/relationships/image" Target="../media/image81.png"/><Relationship Id="rId11" Type="http://schemas.openxmlformats.org/officeDocument/2006/relationships/image" Target="../media/image860.png"/><Relationship Id="rId5" Type="http://schemas.openxmlformats.org/officeDocument/2006/relationships/image" Target="../media/image800.png"/><Relationship Id="rId15" Type="http://schemas.openxmlformats.org/officeDocument/2006/relationships/image" Target="../media/image90.png"/><Relationship Id="rId10" Type="http://schemas.openxmlformats.org/officeDocument/2006/relationships/image" Target="../media/image850.png"/><Relationship Id="rId4" Type="http://schemas.openxmlformats.org/officeDocument/2006/relationships/image" Target="../media/image790.png"/><Relationship Id="rId9" Type="http://schemas.openxmlformats.org/officeDocument/2006/relationships/image" Target="../media/image841.png"/><Relationship Id="rId14" Type="http://schemas.openxmlformats.org/officeDocument/2006/relationships/image" Target="../media/image890.png"/></Relationships>
</file>

<file path=ppt/slides/_rels/slide34.xml.rels><?xml version="1.0" encoding="UTF-8" standalone="yes"?>
<Relationships xmlns="http://schemas.openxmlformats.org/package/2006/relationships"><Relationship Id="rId8" Type="http://schemas.openxmlformats.org/officeDocument/2006/relationships/image" Target="../media/image112.png"/><Relationship Id="rId13" Type="http://schemas.openxmlformats.org/officeDocument/2006/relationships/image" Target="../media/image122.png"/><Relationship Id="rId3" Type="http://schemas.openxmlformats.org/officeDocument/2006/relationships/image" Target="../media/image97.png"/><Relationship Id="rId7" Type="http://schemas.openxmlformats.org/officeDocument/2006/relationships/image" Target="../media/image700.png"/><Relationship Id="rId12" Type="http://schemas.openxmlformats.org/officeDocument/2006/relationships/image" Target="../media/image1212.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770.png"/><Relationship Id="rId11" Type="http://schemas.openxmlformats.org/officeDocument/2006/relationships/image" Target="../media/image1201.png"/><Relationship Id="rId5" Type="http://schemas.openxmlformats.org/officeDocument/2006/relationships/image" Target="../media/image61.png"/><Relationship Id="rId10" Type="http://schemas.openxmlformats.org/officeDocument/2006/relationships/image" Target="../media/image1191.png"/><Relationship Id="rId4" Type="http://schemas.openxmlformats.org/officeDocument/2006/relationships/image" Target="../media/image1030.png"/><Relationship Id="rId9" Type="http://schemas.openxmlformats.org/officeDocument/2006/relationships/image" Target="../media/image114.png"/></Relationships>
</file>

<file path=ppt/slides/_rels/slide35.xml.rels><?xml version="1.0" encoding="UTF-8" standalone="yes"?>
<Relationships xmlns="http://schemas.openxmlformats.org/package/2006/relationships"><Relationship Id="rId8" Type="http://schemas.openxmlformats.org/officeDocument/2006/relationships/image" Target="../media/image129.png"/><Relationship Id="rId3" Type="http://schemas.openxmlformats.org/officeDocument/2006/relationships/image" Target="../media/image27.png"/><Relationship Id="rId7" Type="http://schemas.openxmlformats.org/officeDocument/2006/relationships/image" Target="../media/image128.png"/><Relationship Id="rId2" Type="http://schemas.openxmlformats.org/officeDocument/2006/relationships/image" Target="../media/image123.png"/><Relationship Id="rId1" Type="http://schemas.openxmlformats.org/officeDocument/2006/relationships/slideLayout" Target="../slideLayouts/slideLayout4.xml"/><Relationship Id="rId6" Type="http://schemas.openxmlformats.org/officeDocument/2006/relationships/image" Target="../media/image127.png"/><Relationship Id="rId5" Type="http://schemas.openxmlformats.org/officeDocument/2006/relationships/image" Target="../media/image126.png"/><Relationship Id="rId4" Type="http://schemas.openxmlformats.org/officeDocument/2006/relationships/image" Target="../media/image125.png"/></Relationships>
</file>

<file path=ppt/slides/_rels/slide36.xml.rels><?xml version="1.0" encoding="UTF-8" standalone="yes"?>
<Relationships xmlns="http://schemas.openxmlformats.org/package/2006/relationships"><Relationship Id="rId8" Type="http://schemas.openxmlformats.org/officeDocument/2006/relationships/tags" Target="../tags/tag55.xml"/><Relationship Id="rId13" Type="http://schemas.openxmlformats.org/officeDocument/2006/relationships/tags" Target="../tags/tag60.xml"/><Relationship Id="rId18" Type="http://schemas.openxmlformats.org/officeDocument/2006/relationships/slideLayout" Target="../slideLayouts/slideLayout7.xml"/><Relationship Id="rId26" Type="http://schemas.openxmlformats.org/officeDocument/2006/relationships/image" Target="../media/image1140.png"/><Relationship Id="rId3" Type="http://schemas.openxmlformats.org/officeDocument/2006/relationships/tags" Target="../tags/tag50.xml"/><Relationship Id="rId21" Type="http://schemas.openxmlformats.org/officeDocument/2006/relationships/tags" Target="../tags/tag410.xml"/><Relationship Id="rId7" Type="http://schemas.openxmlformats.org/officeDocument/2006/relationships/tags" Target="../tags/tag54.xml"/><Relationship Id="rId12" Type="http://schemas.openxmlformats.org/officeDocument/2006/relationships/tags" Target="../tags/tag59.xml"/><Relationship Id="rId17" Type="http://schemas.openxmlformats.org/officeDocument/2006/relationships/tags" Target="../tags/tag64.xml"/><Relationship Id="rId25" Type="http://schemas.openxmlformats.org/officeDocument/2006/relationships/tags" Target="../tags/tag670.xml"/><Relationship Id="rId2" Type="http://schemas.openxmlformats.org/officeDocument/2006/relationships/tags" Target="../tags/tag49.xml"/><Relationship Id="rId16" Type="http://schemas.openxmlformats.org/officeDocument/2006/relationships/tags" Target="../tags/tag63.xml"/><Relationship Id="rId20" Type="http://schemas.openxmlformats.org/officeDocument/2006/relationships/image" Target="../media/image1110.png"/><Relationship Id="rId1" Type="http://schemas.openxmlformats.org/officeDocument/2006/relationships/tags" Target="../tags/tag48.xml"/><Relationship Id="rId6" Type="http://schemas.openxmlformats.org/officeDocument/2006/relationships/tags" Target="../tags/tag53.xml"/><Relationship Id="rId11" Type="http://schemas.openxmlformats.org/officeDocument/2006/relationships/tags" Target="../tags/tag58.xml"/><Relationship Id="rId24" Type="http://schemas.openxmlformats.org/officeDocument/2006/relationships/image" Target="../media/image1130.png"/><Relationship Id="rId5" Type="http://schemas.openxmlformats.org/officeDocument/2006/relationships/tags" Target="../tags/tag52.xml"/><Relationship Id="rId15" Type="http://schemas.openxmlformats.org/officeDocument/2006/relationships/tags" Target="../tags/tag62.xml"/><Relationship Id="rId23" Type="http://schemas.openxmlformats.org/officeDocument/2006/relationships/tags" Target="../tags/tag510.xml"/><Relationship Id="rId28" Type="http://schemas.openxmlformats.org/officeDocument/2006/relationships/image" Target="../media/image8.tmp"/><Relationship Id="rId10" Type="http://schemas.openxmlformats.org/officeDocument/2006/relationships/tags" Target="../tags/tag57.xml"/><Relationship Id="rId19" Type="http://schemas.openxmlformats.org/officeDocument/2006/relationships/tags" Target="../tags/tag310.xml"/><Relationship Id="rId4" Type="http://schemas.openxmlformats.org/officeDocument/2006/relationships/tags" Target="../tags/tag51.xml"/><Relationship Id="rId9" Type="http://schemas.openxmlformats.org/officeDocument/2006/relationships/tags" Target="../tags/tag56.xml"/><Relationship Id="rId14" Type="http://schemas.openxmlformats.org/officeDocument/2006/relationships/tags" Target="../tags/tag61.xml"/><Relationship Id="rId22" Type="http://schemas.openxmlformats.org/officeDocument/2006/relationships/image" Target="../media/image1121.png"/><Relationship Id="rId27" Type="http://schemas.openxmlformats.org/officeDocument/2006/relationships/image" Target="../media/image28.emf"/></Relationships>
</file>

<file path=ppt/slides/_rels/slide37.xml.rels><?xml version="1.0" encoding="UTF-8" standalone="yes"?>
<Relationships xmlns="http://schemas.openxmlformats.org/package/2006/relationships"><Relationship Id="rId3" Type="http://schemas.openxmlformats.org/officeDocument/2006/relationships/image" Target="../media/image1170.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200.png"/><Relationship Id="rId5" Type="http://schemas.openxmlformats.org/officeDocument/2006/relationships/image" Target="../media/image1190.png"/><Relationship Id="rId4" Type="http://schemas.openxmlformats.org/officeDocument/2006/relationships/image" Target="../media/image1180.pn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59.png"/></Relationships>
</file>

<file path=ppt/slides/_rels/slide40.xml.rels><?xml version="1.0" encoding="UTF-8" standalone="yes"?>
<Relationships xmlns="http://schemas.openxmlformats.org/package/2006/relationships"><Relationship Id="rId8" Type="http://schemas.openxmlformats.org/officeDocument/2006/relationships/image" Target="../media/image246.png"/><Relationship Id="rId3" Type="http://schemas.openxmlformats.org/officeDocument/2006/relationships/image" Target="../media/image133.png"/><Relationship Id="rId7" Type="http://schemas.openxmlformats.org/officeDocument/2006/relationships/image" Target="../media/image130.png"/><Relationship Id="rId2" Type="http://schemas.openxmlformats.org/officeDocument/2006/relationships/image" Target="../media/image13.png"/><Relationship Id="rId1" Type="http://schemas.openxmlformats.org/officeDocument/2006/relationships/slideLayout" Target="../slideLayouts/slideLayout7.xml"/><Relationship Id="rId6" Type="http://schemas.openxmlformats.org/officeDocument/2006/relationships/image" Target="../media/image1290.png"/><Relationship Id="rId5" Type="http://schemas.openxmlformats.org/officeDocument/2006/relationships/image" Target="../media/image135.png"/><Relationship Id="rId4" Type="http://schemas.openxmlformats.org/officeDocument/2006/relationships/image" Target="../media/image134.png"/><Relationship Id="rId9" Type="http://schemas.openxmlformats.org/officeDocument/2006/relationships/image" Target="../media/image136.png"/></Relationships>
</file>

<file path=ppt/slides/_rels/slide41.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60.jpeg"/><Relationship Id="rId1" Type="http://schemas.openxmlformats.org/officeDocument/2006/relationships/slideLayout" Target="../slideLayouts/slideLayout7.xml"/><Relationship Id="rId5" Type="http://schemas.openxmlformats.org/officeDocument/2006/relationships/image" Target="../media/image73.jpeg"/><Relationship Id="rId4" Type="http://schemas.openxmlformats.org/officeDocument/2006/relationships/image" Target="../media/image72.jpeg"/></Relationships>
</file>

<file path=ppt/slides/_rels/slide42.xml.rels><?xml version="1.0" encoding="UTF-8" standalone="yes"?>
<Relationships xmlns="http://schemas.openxmlformats.org/package/2006/relationships"><Relationship Id="rId3" Type="http://schemas.openxmlformats.org/officeDocument/2006/relationships/image" Target="../media/image142.png"/><Relationship Id="rId2" Type="http://schemas.openxmlformats.org/officeDocument/2006/relationships/image" Target="../media/image141.png"/><Relationship Id="rId1" Type="http://schemas.openxmlformats.org/officeDocument/2006/relationships/slideLayout" Target="../slideLayouts/slideLayout7.xml"/><Relationship Id="rId6" Type="http://schemas.openxmlformats.org/officeDocument/2006/relationships/image" Target="../media/image145.png"/><Relationship Id="rId5" Type="http://schemas.openxmlformats.org/officeDocument/2006/relationships/image" Target="../media/image144.png"/><Relationship Id="rId4" Type="http://schemas.openxmlformats.org/officeDocument/2006/relationships/image" Target="../media/image143.png"/></Relationships>
</file>

<file path=ppt/slides/_rels/slide43.xml.rels><?xml version="1.0" encoding="UTF-8" standalone="yes"?>
<Relationships xmlns="http://schemas.openxmlformats.org/package/2006/relationships"><Relationship Id="rId8" Type="http://schemas.openxmlformats.org/officeDocument/2006/relationships/tags" Target="../tags/tag72.xml"/><Relationship Id="rId13" Type="http://schemas.openxmlformats.org/officeDocument/2006/relationships/tags" Target="../tags/tag77.xml"/><Relationship Id="rId18" Type="http://schemas.openxmlformats.org/officeDocument/2006/relationships/tags" Target="../tags/tag82.xml"/><Relationship Id="rId3" Type="http://schemas.openxmlformats.org/officeDocument/2006/relationships/tags" Target="../tags/tag67.xml"/><Relationship Id="rId21" Type="http://schemas.openxmlformats.org/officeDocument/2006/relationships/image" Target="../media/image8.tmp"/><Relationship Id="rId7" Type="http://schemas.openxmlformats.org/officeDocument/2006/relationships/tags" Target="../tags/tag71.xml"/><Relationship Id="rId12" Type="http://schemas.openxmlformats.org/officeDocument/2006/relationships/tags" Target="../tags/tag76.xml"/><Relationship Id="rId17" Type="http://schemas.openxmlformats.org/officeDocument/2006/relationships/tags" Target="../tags/tag81.xml"/><Relationship Id="rId2" Type="http://schemas.openxmlformats.org/officeDocument/2006/relationships/tags" Target="../tags/tag66.xml"/><Relationship Id="rId16" Type="http://schemas.openxmlformats.org/officeDocument/2006/relationships/tags" Target="../tags/tag80.xml"/><Relationship Id="rId20" Type="http://schemas.openxmlformats.org/officeDocument/2006/relationships/slideLayout" Target="../slideLayouts/slideLayout7.xml"/><Relationship Id="rId1" Type="http://schemas.openxmlformats.org/officeDocument/2006/relationships/tags" Target="../tags/tag65.xml"/><Relationship Id="rId6" Type="http://schemas.openxmlformats.org/officeDocument/2006/relationships/tags" Target="../tags/tag70.xml"/><Relationship Id="rId11" Type="http://schemas.openxmlformats.org/officeDocument/2006/relationships/tags" Target="../tags/tag75.xml"/><Relationship Id="rId5" Type="http://schemas.openxmlformats.org/officeDocument/2006/relationships/tags" Target="../tags/tag69.xml"/><Relationship Id="rId15" Type="http://schemas.openxmlformats.org/officeDocument/2006/relationships/tags" Target="../tags/tag79.xml"/><Relationship Id="rId10" Type="http://schemas.openxmlformats.org/officeDocument/2006/relationships/tags" Target="../tags/tag74.xml"/><Relationship Id="rId19" Type="http://schemas.openxmlformats.org/officeDocument/2006/relationships/tags" Target="../tags/tag83.xml"/><Relationship Id="rId4" Type="http://schemas.openxmlformats.org/officeDocument/2006/relationships/tags" Target="../tags/tag68.xml"/><Relationship Id="rId9" Type="http://schemas.openxmlformats.org/officeDocument/2006/relationships/tags" Target="../tags/tag73.xml"/><Relationship Id="rId14" Type="http://schemas.openxmlformats.org/officeDocument/2006/relationships/tags" Target="../tags/tag7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6" name="Text Box 13">
            <a:extLst>
              <a:ext uri="{FF2B5EF4-FFF2-40B4-BE49-F238E27FC236}">
                <a16:creationId xmlns:a16="http://schemas.microsoft.com/office/drawing/2014/main" id="{B1D77FAA-C6EC-4AC5-A3F5-4CC64C94B2C7}"/>
              </a:ext>
            </a:extLst>
          </p:cNvPr>
          <p:cNvSpPr txBox="1">
            <a:spLocks noChangeArrowheads="1"/>
          </p:cNvSpPr>
          <p:nvPr/>
        </p:nvSpPr>
        <p:spPr bwMode="auto">
          <a:xfrm>
            <a:off x="2170115" y="263316"/>
            <a:ext cx="7652444"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type="none" w="sm" len="sm"/>
                <a:tailEnd type="none" w="sm" len="sm"/>
              </a14:hiddenLine>
            </a:ext>
          </a:extLst>
        </p:spPr>
        <p:txBody>
          <a:bodyPr wrap="square">
            <a:spAutoFit/>
          </a:bodyPr>
          <a:lstStyle>
            <a:lvl1pPr defTabSz="762000">
              <a:defRPr kumimoji="1" sz="2400">
                <a:solidFill>
                  <a:srgbClr val="FF3300"/>
                </a:solidFill>
                <a:latin typeface="Times New Roman" panose="02020603050405020304" pitchFamily="18" charset="0"/>
                <a:ea typeface="宋体" panose="02010600030101010101" pitchFamily="2" charset="-122"/>
              </a:defRPr>
            </a:lvl1pPr>
            <a:lvl2pPr marL="742950" indent="-285750" defTabSz="762000">
              <a:defRPr kumimoji="1" sz="2400">
                <a:solidFill>
                  <a:srgbClr val="FF3300"/>
                </a:solidFill>
                <a:latin typeface="Times New Roman" panose="02020603050405020304" pitchFamily="18" charset="0"/>
                <a:ea typeface="宋体" panose="02010600030101010101" pitchFamily="2" charset="-122"/>
              </a:defRPr>
            </a:lvl2pPr>
            <a:lvl3pPr marL="1143000" indent="-228600" defTabSz="762000">
              <a:defRPr kumimoji="1" sz="2400">
                <a:solidFill>
                  <a:srgbClr val="FF3300"/>
                </a:solidFill>
                <a:latin typeface="Times New Roman" panose="02020603050405020304" pitchFamily="18" charset="0"/>
                <a:ea typeface="宋体" panose="02010600030101010101" pitchFamily="2" charset="-122"/>
              </a:defRPr>
            </a:lvl3pPr>
            <a:lvl4pPr marL="1600200" indent="-228600" defTabSz="762000">
              <a:defRPr kumimoji="1" sz="2400">
                <a:solidFill>
                  <a:srgbClr val="FF3300"/>
                </a:solidFill>
                <a:latin typeface="Times New Roman" panose="02020603050405020304" pitchFamily="18" charset="0"/>
                <a:ea typeface="宋体" panose="02010600030101010101" pitchFamily="2" charset="-122"/>
              </a:defRPr>
            </a:lvl4pPr>
            <a:lvl5pPr marL="2057400" indent="-228600" defTabSz="762000">
              <a:defRPr kumimoji="1" sz="2400">
                <a:solidFill>
                  <a:srgbClr val="FF3300"/>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9pPr>
          </a:lstStyle>
          <a:p>
            <a:pPr>
              <a:spcBef>
                <a:spcPct val="50000"/>
              </a:spcBef>
            </a:pPr>
            <a:r>
              <a:rPr lang="zh-CN" altLang="en-US" sz="3600" b="1" dirty="0">
                <a:solidFill>
                  <a:srgbClr val="0066FF"/>
                </a:solidFill>
                <a:latin typeface="Arial" panose="020B0604020202020204" pitchFamily="34" charset="0"/>
                <a:ea typeface="华文楷体" panose="02010600040101010101" pitchFamily="2" charset="-122"/>
                <a:cs typeface="Arial" panose="020B0604020202020204" pitchFamily="34" charset="0"/>
              </a:rPr>
              <a:t>第</a:t>
            </a:r>
            <a:r>
              <a:rPr lang="en-US" altLang="zh-CN" sz="3600" b="1" dirty="0">
                <a:solidFill>
                  <a:srgbClr val="0066FF"/>
                </a:solidFill>
                <a:latin typeface="Arial" panose="020B0604020202020204" pitchFamily="34" charset="0"/>
                <a:ea typeface="华文楷体" panose="02010600040101010101" pitchFamily="2" charset="-122"/>
                <a:cs typeface="Arial" panose="020B0604020202020204" pitchFamily="34" charset="0"/>
              </a:rPr>
              <a:t>12</a:t>
            </a:r>
            <a:r>
              <a:rPr lang="zh-CN" altLang="en-US" sz="3600" b="1" dirty="0">
                <a:solidFill>
                  <a:srgbClr val="0066FF"/>
                </a:solidFill>
                <a:latin typeface="Arial" panose="020B0604020202020204" pitchFamily="34" charset="0"/>
                <a:ea typeface="华文楷体" panose="02010600040101010101" pitchFamily="2" charset="-122"/>
                <a:cs typeface="Arial" panose="020B0604020202020204" pitchFamily="34" charset="0"/>
              </a:rPr>
              <a:t>章 静电场 </a:t>
            </a:r>
            <a:r>
              <a:rPr lang="zh-CN" altLang="en-US" sz="3200" b="1" dirty="0">
                <a:solidFill>
                  <a:srgbClr val="0066FF"/>
                </a:solidFill>
                <a:latin typeface="Arial" panose="020B0604020202020204" pitchFamily="34" charset="0"/>
                <a:ea typeface="华文楷体" panose="02010600040101010101" pitchFamily="2" charset="-122"/>
                <a:cs typeface="Arial" panose="020B0604020202020204" pitchFamily="34" charset="0"/>
              </a:rPr>
              <a:t>（</a:t>
            </a:r>
            <a:r>
              <a:rPr lang="en-US" altLang="zh-CN" sz="3200" b="1" dirty="0">
                <a:solidFill>
                  <a:srgbClr val="0066FF"/>
                </a:solidFill>
                <a:latin typeface="Arial" panose="020B0604020202020204" pitchFamily="34" charset="0"/>
                <a:ea typeface="华文楷体" panose="02010600040101010101" pitchFamily="2" charset="-122"/>
                <a:cs typeface="Arial" panose="020B0604020202020204" pitchFamily="34" charset="0"/>
              </a:rPr>
              <a:t> Electrostatic  field</a:t>
            </a:r>
            <a:r>
              <a:rPr lang="zh-CN" altLang="en-US" sz="3200" b="1" dirty="0">
                <a:solidFill>
                  <a:srgbClr val="0066FF"/>
                </a:solidFill>
                <a:latin typeface="Arial" panose="020B0604020202020204" pitchFamily="34" charset="0"/>
                <a:ea typeface="华文楷体" panose="02010600040101010101" pitchFamily="2" charset="-122"/>
                <a:cs typeface="Arial" panose="020B0604020202020204" pitchFamily="34" charset="0"/>
              </a:rPr>
              <a:t>）</a:t>
            </a:r>
          </a:p>
        </p:txBody>
      </p:sp>
      <p:sp>
        <p:nvSpPr>
          <p:cNvPr id="4112" name="Rectangle 16">
            <a:hlinkClick r:id="" action="ppaction://noaction"/>
            <a:extLst>
              <a:ext uri="{FF2B5EF4-FFF2-40B4-BE49-F238E27FC236}">
                <a16:creationId xmlns:a16="http://schemas.microsoft.com/office/drawing/2014/main" id="{E4498F14-2B16-44E2-8121-1F90B80155C0}"/>
              </a:ext>
            </a:extLst>
          </p:cNvPr>
          <p:cNvSpPr>
            <a:spLocks noChangeArrowheads="1"/>
          </p:cNvSpPr>
          <p:nvPr/>
        </p:nvSpPr>
        <p:spPr bwMode="auto">
          <a:xfrm>
            <a:off x="1756229" y="1467533"/>
            <a:ext cx="3962400" cy="58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defTabSz="762000">
              <a:defRPr kumimoji="1" sz="2400">
                <a:solidFill>
                  <a:srgbClr val="FF3300"/>
                </a:solidFill>
                <a:latin typeface="Times New Roman" panose="02020603050405020304" pitchFamily="18" charset="0"/>
                <a:ea typeface="宋体" panose="02010600030101010101" pitchFamily="2" charset="-122"/>
              </a:defRPr>
            </a:lvl1pPr>
            <a:lvl2pPr marL="742950" indent="-285750" defTabSz="762000">
              <a:defRPr kumimoji="1" sz="2400">
                <a:solidFill>
                  <a:srgbClr val="FF3300"/>
                </a:solidFill>
                <a:latin typeface="Times New Roman" panose="02020603050405020304" pitchFamily="18" charset="0"/>
                <a:ea typeface="宋体" panose="02010600030101010101" pitchFamily="2" charset="-122"/>
              </a:defRPr>
            </a:lvl2pPr>
            <a:lvl3pPr marL="1143000" indent="-228600" defTabSz="762000">
              <a:defRPr kumimoji="1" sz="2400">
                <a:solidFill>
                  <a:srgbClr val="FF3300"/>
                </a:solidFill>
                <a:latin typeface="Times New Roman" panose="02020603050405020304" pitchFamily="18" charset="0"/>
                <a:ea typeface="宋体" panose="02010600030101010101" pitchFamily="2" charset="-122"/>
              </a:defRPr>
            </a:lvl3pPr>
            <a:lvl4pPr marL="1600200" indent="-228600" defTabSz="762000">
              <a:defRPr kumimoji="1" sz="2400">
                <a:solidFill>
                  <a:srgbClr val="FF3300"/>
                </a:solidFill>
                <a:latin typeface="Times New Roman" panose="02020603050405020304" pitchFamily="18" charset="0"/>
                <a:ea typeface="宋体" panose="02010600030101010101" pitchFamily="2" charset="-122"/>
              </a:defRPr>
            </a:lvl4pPr>
            <a:lvl5pPr marL="2057400" indent="-228600" defTabSz="762000">
              <a:defRPr kumimoji="1" sz="2400">
                <a:solidFill>
                  <a:srgbClr val="FF3300"/>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9pPr>
          </a:lstStyle>
          <a:p>
            <a:pPr>
              <a:spcBef>
                <a:spcPct val="50000"/>
              </a:spcBef>
            </a:pPr>
            <a:r>
              <a:rPr lang="en-US" altLang="zh-CN" sz="3200" dirty="0">
                <a:solidFill>
                  <a:schemeClr val="tx1"/>
                </a:solidFill>
                <a:latin typeface="Arial" panose="020B0604020202020204" pitchFamily="34" charset="0"/>
                <a:ea typeface="华文楷体" panose="02010600040101010101" pitchFamily="2" charset="-122"/>
                <a:cs typeface="Arial" panose="020B0604020202020204" pitchFamily="34" charset="0"/>
              </a:rPr>
              <a:t>12.1  </a:t>
            </a:r>
            <a:r>
              <a:rPr lang="zh-CN" altLang="en-US" sz="3200" dirty="0">
                <a:solidFill>
                  <a:schemeClr val="tx1"/>
                </a:solidFill>
                <a:latin typeface="Arial" panose="020B0604020202020204" pitchFamily="34" charset="0"/>
                <a:ea typeface="华文楷体" panose="02010600040101010101" pitchFamily="2" charset="-122"/>
                <a:cs typeface="Arial" panose="020B0604020202020204" pitchFamily="34" charset="0"/>
              </a:rPr>
              <a:t>电荷</a:t>
            </a:r>
          </a:p>
        </p:txBody>
      </p:sp>
      <p:sp>
        <p:nvSpPr>
          <p:cNvPr id="4114" name="Text Box 18">
            <a:hlinkClick r:id="" action="ppaction://noaction"/>
            <a:extLst>
              <a:ext uri="{FF2B5EF4-FFF2-40B4-BE49-F238E27FC236}">
                <a16:creationId xmlns:a16="http://schemas.microsoft.com/office/drawing/2014/main" id="{6FD6935D-21DB-4E0A-A113-0012E404D3AE}"/>
              </a:ext>
            </a:extLst>
          </p:cNvPr>
          <p:cNvSpPr txBox="1">
            <a:spLocks noChangeArrowheads="1"/>
          </p:cNvSpPr>
          <p:nvPr/>
        </p:nvSpPr>
        <p:spPr bwMode="auto">
          <a:xfrm>
            <a:off x="1756229" y="2762933"/>
            <a:ext cx="41148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type="none" w="sm" len="sm"/>
                <a:tailEnd type="none" w="sm" len="sm"/>
              </a14:hiddenLine>
            </a:ext>
          </a:extLst>
        </p:spPr>
        <p:txBody>
          <a:bodyPr>
            <a:spAutoFit/>
          </a:bodyPr>
          <a:lstStyle>
            <a:lvl1pPr defTabSz="762000">
              <a:defRPr kumimoji="1" sz="2400">
                <a:solidFill>
                  <a:srgbClr val="FF3300"/>
                </a:solidFill>
                <a:latin typeface="Times New Roman" panose="02020603050405020304" pitchFamily="18" charset="0"/>
                <a:ea typeface="宋体" panose="02010600030101010101" pitchFamily="2" charset="-122"/>
              </a:defRPr>
            </a:lvl1pPr>
            <a:lvl2pPr marL="742950" indent="-285750" defTabSz="762000">
              <a:defRPr kumimoji="1" sz="2400">
                <a:solidFill>
                  <a:srgbClr val="FF3300"/>
                </a:solidFill>
                <a:latin typeface="Times New Roman" panose="02020603050405020304" pitchFamily="18" charset="0"/>
                <a:ea typeface="宋体" panose="02010600030101010101" pitchFamily="2" charset="-122"/>
              </a:defRPr>
            </a:lvl2pPr>
            <a:lvl3pPr marL="1143000" indent="-228600" defTabSz="762000">
              <a:defRPr kumimoji="1" sz="2400">
                <a:solidFill>
                  <a:srgbClr val="FF3300"/>
                </a:solidFill>
                <a:latin typeface="Times New Roman" panose="02020603050405020304" pitchFamily="18" charset="0"/>
                <a:ea typeface="宋体" panose="02010600030101010101" pitchFamily="2" charset="-122"/>
              </a:defRPr>
            </a:lvl3pPr>
            <a:lvl4pPr marL="1600200" indent="-228600" defTabSz="762000">
              <a:defRPr kumimoji="1" sz="2400">
                <a:solidFill>
                  <a:srgbClr val="FF3300"/>
                </a:solidFill>
                <a:latin typeface="Times New Roman" panose="02020603050405020304" pitchFamily="18" charset="0"/>
                <a:ea typeface="宋体" panose="02010600030101010101" pitchFamily="2" charset="-122"/>
              </a:defRPr>
            </a:lvl4pPr>
            <a:lvl5pPr marL="2057400" indent="-228600" defTabSz="762000">
              <a:defRPr kumimoji="1" sz="2400">
                <a:solidFill>
                  <a:srgbClr val="FF3300"/>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9pPr>
          </a:lstStyle>
          <a:p>
            <a:pPr>
              <a:spcBef>
                <a:spcPct val="50000"/>
              </a:spcBef>
            </a:pPr>
            <a:r>
              <a:rPr lang="en-US" altLang="zh-CN" sz="3200" dirty="0">
                <a:solidFill>
                  <a:schemeClr val="tx1"/>
                </a:solidFill>
                <a:latin typeface="Arial" panose="020B0604020202020204" pitchFamily="34" charset="0"/>
                <a:ea typeface="华文楷体" panose="02010600040101010101" pitchFamily="2" charset="-122"/>
                <a:cs typeface="Arial" panose="020B0604020202020204" pitchFamily="34" charset="0"/>
              </a:rPr>
              <a:t>12.3  </a:t>
            </a:r>
            <a:r>
              <a:rPr lang="zh-CN" altLang="en-US" sz="3200" dirty="0">
                <a:solidFill>
                  <a:schemeClr val="tx1"/>
                </a:solidFill>
                <a:latin typeface="Arial" panose="020B0604020202020204" pitchFamily="34" charset="0"/>
                <a:ea typeface="华文楷体" panose="02010600040101010101" pitchFamily="2" charset="-122"/>
                <a:cs typeface="Arial" panose="020B0604020202020204" pitchFamily="34" charset="0"/>
              </a:rPr>
              <a:t>电场 电场强度</a:t>
            </a:r>
          </a:p>
        </p:txBody>
      </p:sp>
      <p:sp>
        <p:nvSpPr>
          <p:cNvPr id="4115" name="Text Box 19">
            <a:hlinkClick r:id="" action="ppaction://noaction"/>
            <a:extLst>
              <a:ext uri="{FF2B5EF4-FFF2-40B4-BE49-F238E27FC236}">
                <a16:creationId xmlns:a16="http://schemas.microsoft.com/office/drawing/2014/main" id="{2E74E40B-D4E9-420C-843A-63B8B00C8FD2}"/>
              </a:ext>
            </a:extLst>
          </p:cNvPr>
          <p:cNvSpPr txBox="1">
            <a:spLocks noChangeArrowheads="1"/>
          </p:cNvSpPr>
          <p:nvPr/>
        </p:nvSpPr>
        <p:spPr bwMode="auto">
          <a:xfrm>
            <a:off x="1746705" y="3412219"/>
            <a:ext cx="531267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type="none" w="sm" len="sm"/>
                <a:tailEnd type="none" w="sm" len="sm"/>
              </a14:hiddenLine>
            </a:ext>
          </a:extLst>
        </p:spPr>
        <p:txBody>
          <a:bodyPr wrap="none">
            <a:spAutoFit/>
          </a:bodyPr>
          <a:lstStyle>
            <a:lvl1pPr defTabSz="762000">
              <a:defRPr kumimoji="1" sz="2400">
                <a:solidFill>
                  <a:srgbClr val="FF3300"/>
                </a:solidFill>
                <a:latin typeface="Times New Roman" panose="02020603050405020304" pitchFamily="18" charset="0"/>
                <a:ea typeface="宋体" panose="02010600030101010101" pitchFamily="2" charset="-122"/>
              </a:defRPr>
            </a:lvl1pPr>
            <a:lvl2pPr marL="742950" indent="-285750" defTabSz="762000">
              <a:defRPr kumimoji="1" sz="2400">
                <a:solidFill>
                  <a:srgbClr val="FF3300"/>
                </a:solidFill>
                <a:latin typeface="Times New Roman" panose="02020603050405020304" pitchFamily="18" charset="0"/>
                <a:ea typeface="宋体" panose="02010600030101010101" pitchFamily="2" charset="-122"/>
              </a:defRPr>
            </a:lvl2pPr>
            <a:lvl3pPr marL="1143000" indent="-228600" defTabSz="762000">
              <a:defRPr kumimoji="1" sz="2400">
                <a:solidFill>
                  <a:srgbClr val="FF3300"/>
                </a:solidFill>
                <a:latin typeface="Times New Roman" panose="02020603050405020304" pitchFamily="18" charset="0"/>
                <a:ea typeface="宋体" panose="02010600030101010101" pitchFamily="2" charset="-122"/>
              </a:defRPr>
            </a:lvl3pPr>
            <a:lvl4pPr marL="1600200" indent="-228600" defTabSz="762000">
              <a:defRPr kumimoji="1" sz="2400">
                <a:solidFill>
                  <a:srgbClr val="FF3300"/>
                </a:solidFill>
                <a:latin typeface="Times New Roman" panose="02020603050405020304" pitchFamily="18" charset="0"/>
                <a:ea typeface="宋体" panose="02010600030101010101" pitchFamily="2" charset="-122"/>
              </a:defRPr>
            </a:lvl4pPr>
            <a:lvl5pPr marL="2057400" indent="-228600" defTabSz="762000">
              <a:defRPr kumimoji="1" sz="2400">
                <a:solidFill>
                  <a:srgbClr val="FF3300"/>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9pPr>
          </a:lstStyle>
          <a:p>
            <a:r>
              <a:rPr lang="en-US" altLang="zh-CN" sz="3200" dirty="0">
                <a:solidFill>
                  <a:schemeClr val="tx1"/>
                </a:solidFill>
                <a:latin typeface="Arial" panose="020B0604020202020204" pitchFamily="34" charset="0"/>
                <a:ea typeface="华文楷体" panose="02010600040101010101" pitchFamily="2" charset="-122"/>
                <a:cs typeface="Arial" panose="020B0604020202020204" pitchFamily="34" charset="0"/>
              </a:rPr>
              <a:t>12.4</a:t>
            </a:r>
            <a:r>
              <a:rPr lang="zh-CN" altLang="en-US" sz="3200" dirty="0">
                <a:solidFill>
                  <a:schemeClr val="tx1"/>
                </a:solidFill>
                <a:latin typeface="Arial" panose="020B0604020202020204" pitchFamily="34" charset="0"/>
                <a:ea typeface="华文楷体" panose="02010600040101010101" pitchFamily="2" charset="-122"/>
                <a:cs typeface="Arial" panose="020B0604020202020204" pitchFamily="34" charset="0"/>
              </a:rPr>
              <a:t>  点电荷电场及叠加原理</a:t>
            </a:r>
          </a:p>
        </p:txBody>
      </p:sp>
      <p:sp>
        <p:nvSpPr>
          <p:cNvPr id="4116" name="Rectangle 20">
            <a:hlinkClick r:id="" action="ppaction://noaction"/>
            <a:extLst>
              <a:ext uri="{FF2B5EF4-FFF2-40B4-BE49-F238E27FC236}">
                <a16:creationId xmlns:a16="http://schemas.microsoft.com/office/drawing/2014/main" id="{163FEB06-B244-41DC-9745-09D2B510C55A}"/>
              </a:ext>
            </a:extLst>
          </p:cNvPr>
          <p:cNvSpPr>
            <a:spLocks noChangeArrowheads="1"/>
          </p:cNvSpPr>
          <p:nvPr/>
        </p:nvSpPr>
        <p:spPr bwMode="auto">
          <a:xfrm>
            <a:off x="1756229" y="4131358"/>
            <a:ext cx="7206342" cy="2062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defTabSz="762000">
              <a:defRPr kumimoji="1" sz="2400">
                <a:solidFill>
                  <a:srgbClr val="FF3300"/>
                </a:solidFill>
                <a:latin typeface="Times New Roman" panose="02020603050405020304" pitchFamily="18" charset="0"/>
                <a:ea typeface="宋体" panose="02010600030101010101" pitchFamily="2" charset="-122"/>
              </a:defRPr>
            </a:lvl1pPr>
            <a:lvl2pPr marL="742950" indent="-285750" defTabSz="762000">
              <a:defRPr kumimoji="1" sz="2400">
                <a:solidFill>
                  <a:srgbClr val="FF3300"/>
                </a:solidFill>
                <a:latin typeface="Times New Roman" panose="02020603050405020304" pitchFamily="18" charset="0"/>
                <a:ea typeface="宋体" panose="02010600030101010101" pitchFamily="2" charset="-122"/>
              </a:defRPr>
            </a:lvl2pPr>
            <a:lvl3pPr marL="1143000" indent="-228600" defTabSz="762000">
              <a:defRPr kumimoji="1" sz="2400">
                <a:solidFill>
                  <a:srgbClr val="FF3300"/>
                </a:solidFill>
                <a:latin typeface="Times New Roman" panose="02020603050405020304" pitchFamily="18" charset="0"/>
                <a:ea typeface="宋体" panose="02010600030101010101" pitchFamily="2" charset="-122"/>
              </a:defRPr>
            </a:lvl3pPr>
            <a:lvl4pPr marL="1600200" indent="-228600" defTabSz="762000">
              <a:defRPr kumimoji="1" sz="2400">
                <a:solidFill>
                  <a:srgbClr val="FF3300"/>
                </a:solidFill>
                <a:latin typeface="Times New Roman" panose="02020603050405020304" pitchFamily="18" charset="0"/>
                <a:ea typeface="宋体" panose="02010600030101010101" pitchFamily="2" charset="-122"/>
              </a:defRPr>
            </a:lvl4pPr>
            <a:lvl5pPr marL="2057400" indent="-228600" defTabSz="762000">
              <a:defRPr kumimoji="1" sz="2400">
                <a:solidFill>
                  <a:srgbClr val="FF3300"/>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9pPr>
          </a:lstStyle>
          <a:p>
            <a:pPr>
              <a:spcBef>
                <a:spcPct val="50000"/>
              </a:spcBef>
            </a:pPr>
            <a:r>
              <a:rPr lang="en-US" altLang="zh-CN" sz="3200" dirty="0">
                <a:solidFill>
                  <a:schemeClr val="tx1"/>
                </a:solidFill>
                <a:latin typeface="Arial" panose="020B0604020202020204" pitchFamily="34" charset="0"/>
                <a:ea typeface="华文楷体" panose="02010600040101010101" pitchFamily="2" charset="-122"/>
                <a:cs typeface="Arial" panose="020B0604020202020204" pitchFamily="34" charset="0"/>
              </a:rPr>
              <a:t>12.5  </a:t>
            </a:r>
            <a:r>
              <a:rPr lang="zh-CN" altLang="en-US" sz="3200" dirty="0">
                <a:solidFill>
                  <a:schemeClr val="tx1"/>
                </a:solidFill>
                <a:latin typeface="Arial" panose="020B0604020202020204" pitchFamily="34" charset="0"/>
                <a:ea typeface="华文楷体" panose="02010600040101010101" pitchFamily="2" charset="-122"/>
                <a:cs typeface="Arial" panose="020B0604020202020204" pitchFamily="34" charset="0"/>
              </a:rPr>
              <a:t>电场线和电通量</a:t>
            </a:r>
            <a:endParaRPr lang="en-US" altLang="zh-CN" sz="3200" dirty="0">
              <a:solidFill>
                <a:schemeClr val="tx1"/>
              </a:solidFill>
              <a:latin typeface="Arial" panose="020B0604020202020204" pitchFamily="34" charset="0"/>
              <a:ea typeface="华文楷体" panose="02010600040101010101" pitchFamily="2" charset="-122"/>
              <a:cs typeface="Arial" panose="020B0604020202020204" pitchFamily="34" charset="0"/>
            </a:endParaRPr>
          </a:p>
          <a:p>
            <a:pPr>
              <a:spcBef>
                <a:spcPct val="50000"/>
              </a:spcBef>
            </a:pPr>
            <a:r>
              <a:rPr lang="en-US" altLang="zh-CN" sz="3200" dirty="0">
                <a:solidFill>
                  <a:schemeClr val="tx1"/>
                </a:solidFill>
                <a:latin typeface="Arial" panose="020B0604020202020204" pitchFamily="34" charset="0"/>
                <a:ea typeface="华文楷体" panose="02010600040101010101" pitchFamily="2" charset="-122"/>
                <a:cs typeface="Arial" panose="020B0604020202020204" pitchFamily="34" charset="0"/>
              </a:rPr>
              <a:t>12.6  </a:t>
            </a:r>
            <a:r>
              <a:rPr lang="zh-CN" altLang="en-US" sz="3200" dirty="0">
                <a:solidFill>
                  <a:schemeClr val="tx1"/>
                </a:solidFill>
                <a:latin typeface="Arial" panose="020B0604020202020204" pitchFamily="34" charset="0"/>
                <a:ea typeface="华文楷体" panose="02010600040101010101" pitchFamily="2" charset="-122"/>
                <a:cs typeface="Arial" panose="020B0604020202020204" pitchFamily="34" charset="0"/>
              </a:rPr>
              <a:t>高斯定律</a:t>
            </a:r>
            <a:endParaRPr lang="en-US" altLang="zh-CN" sz="3200" dirty="0">
              <a:solidFill>
                <a:schemeClr val="tx1"/>
              </a:solidFill>
              <a:latin typeface="Arial" panose="020B0604020202020204" pitchFamily="34" charset="0"/>
              <a:ea typeface="华文楷体" panose="02010600040101010101" pitchFamily="2" charset="-122"/>
              <a:cs typeface="Arial" panose="020B0604020202020204" pitchFamily="34" charset="0"/>
            </a:endParaRPr>
          </a:p>
          <a:p>
            <a:pPr>
              <a:spcBef>
                <a:spcPct val="50000"/>
              </a:spcBef>
            </a:pPr>
            <a:r>
              <a:rPr lang="en-US" altLang="zh-CN" sz="3200" dirty="0">
                <a:solidFill>
                  <a:srgbClr val="0066FF"/>
                </a:solidFill>
                <a:latin typeface="Arial" panose="020B0604020202020204" pitchFamily="34" charset="0"/>
                <a:ea typeface="华文楷体" panose="02010600040101010101" pitchFamily="2" charset="-122"/>
                <a:cs typeface="Arial" panose="020B0604020202020204" pitchFamily="34" charset="0"/>
              </a:rPr>
              <a:t>12.7  </a:t>
            </a:r>
            <a:r>
              <a:rPr lang="zh-CN" altLang="en-US" sz="3200" dirty="0">
                <a:solidFill>
                  <a:srgbClr val="0066FF"/>
                </a:solidFill>
                <a:latin typeface="Arial" panose="020B0604020202020204" pitchFamily="34" charset="0"/>
                <a:ea typeface="华文楷体" panose="02010600040101010101" pitchFamily="2" charset="-122"/>
                <a:cs typeface="Arial" panose="020B0604020202020204" pitchFamily="34" charset="0"/>
              </a:rPr>
              <a:t>利用高斯定律求静电场的分布</a:t>
            </a:r>
          </a:p>
        </p:txBody>
      </p:sp>
      <p:sp>
        <p:nvSpPr>
          <p:cNvPr id="9" name="Rectangle 16">
            <a:hlinkClick r:id="" action="ppaction://noaction"/>
            <a:extLst>
              <a:ext uri="{FF2B5EF4-FFF2-40B4-BE49-F238E27FC236}">
                <a16:creationId xmlns:a16="http://schemas.microsoft.com/office/drawing/2014/main" id="{33F5298E-54F0-4E10-A769-B55A508ED7D8}"/>
              </a:ext>
            </a:extLst>
          </p:cNvPr>
          <p:cNvSpPr>
            <a:spLocks noChangeArrowheads="1"/>
          </p:cNvSpPr>
          <p:nvPr/>
        </p:nvSpPr>
        <p:spPr bwMode="auto">
          <a:xfrm>
            <a:off x="1756230" y="2115233"/>
            <a:ext cx="3097213" cy="58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defTabSz="762000">
              <a:defRPr kumimoji="1" sz="2400">
                <a:solidFill>
                  <a:srgbClr val="FF3300"/>
                </a:solidFill>
                <a:latin typeface="Times New Roman" panose="02020603050405020304" pitchFamily="18" charset="0"/>
                <a:ea typeface="宋体" panose="02010600030101010101" pitchFamily="2" charset="-122"/>
              </a:defRPr>
            </a:lvl1pPr>
            <a:lvl2pPr marL="742950" indent="-285750" defTabSz="762000">
              <a:defRPr kumimoji="1" sz="2400">
                <a:solidFill>
                  <a:srgbClr val="FF3300"/>
                </a:solidFill>
                <a:latin typeface="Times New Roman" panose="02020603050405020304" pitchFamily="18" charset="0"/>
                <a:ea typeface="宋体" panose="02010600030101010101" pitchFamily="2" charset="-122"/>
              </a:defRPr>
            </a:lvl2pPr>
            <a:lvl3pPr marL="1143000" indent="-228600" defTabSz="762000">
              <a:defRPr kumimoji="1" sz="2400">
                <a:solidFill>
                  <a:srgbClr val="FF3300"/>
                </a:solidFill>
                <a:latin typeface="Times New Roman" panose="02020603050405020304" pitchFamily="18" charset="0"/>
                <a:ea typeface="宋体" panose="02010600030101010101" pitchFamily="2" charset="-122"/>
              </a:defRPr>
            </a:lvl3pPr>
            <a:lvl4pPr marL="1600200" indent="-228600" defTabSz="762000">
              <a:defRPr kumimoji="1" sz="2400">
                <a:solidFill>
                  <a:srgbClr val="FF3300"/>
                </a:solidFill>
                <a:latin typeface="Times New Roman" panose="02020603050405020304" pitchFamily="18" charset="0"/>
                <a:ea typeface="宋体" panose="02010600030101010101" pitchFamily="2" charset="-122"/>
              </a:defRPr>
            </a:lvl4pPr>
            <a:lvl5pPr marL="2057400" indent="-228600" defTabSz="762000">
              <a:defRPr kumimoji="1" sz="2400">
                <a:solidFill>
                  <a:srgbClr val="FF3300"/>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9pPr>
          </a:lstStyle>
          <a:p>
            <a:pPr>
              <a:spcBef>
                <a:spcPct val="50000"/>
              </a:spcBef>
            </a:pPr>
            <a:r>
              <a:rPr lang="en-US" altLang="zh-CN" sz="3200" dirty="0">
                <a:solidFill>
                  <a:schemeClr val="tx1"/>
                </a:solidFill>
                <a:latin typeface="Arial" panose="020B0604020202020204" pitchFamily="34" charset="0"/>
                <a:ea typeface="华文楷体" panose="02010600040101010101" pitchFamily="2" charset="-122"/>
                <a:cs typeface="Arial" panose="020B0604020202020204" pitchFamily="34" charset="0"/>
              </a:rPr>
              <a:t>12.2  </a:t>
            </a:r>
            <a:r>
              <a:rPr lang="zh-CN" altLang="en-US" sz="3200" dirty="0">
                <a:solidFill>
                  <a:schemeClr val="tx1"/>
                </a:solidFill>
                <a:latin typeface="Arial" panose="020B0604020202020204" pitchFamily="34" charset="0"/>
                <a:ea typeface="华文楷体" panose="02010600040101010101" pitchFamily="2" charset="-122"/>
                <a:cs typeface="Arial" panose="020B0604020202020204" pitchFamily="34" charset="0"/>
              </a:rPr>
              <a:t>库仑定律</a:t>
            </a:r>
          </a:p>
        </p:txBody>
      </p:sp>
      <p:sp>
        <p:nvSpPr>
          <p:cNvPr id="11" name="矩形 10">
            <a:extLst>
              <a:ext uri="{FF2B5EF4-FFF2-40B4-BE49-F238E27FC236}">
                <a16:creationId xmlns:a16="http://schemas.microsoft.com/office/drawing/2014/main" id="{BBDB04A1-0ED6-47DB-AB21-B6B2EFE1D30C}"/>
              </a:ext>
            </a:extLst>
          </p:cNvPr>
          <p:cNvSpPr/>
          <p:nvPr/>
        </p:nvSpPr>
        <p:spPr>
          <a:xfrm>
            <a:off x="58049" y="974966"/>
            <a:ext cx="12075902" cy="60442"/>
          </a:xfrm>
          <a:prstGeom prst="rect">
            <a:avLst/>
          </a:prstGeom>
          <a:gradFill flip="none" rotWithShape="1">
            <a:gsLst>
              <a:gs pos="0">
                <a:schemeClr val="bg1">
                  <a:lumMod val="65000"/>
                </a:schemeClr>
              </a:gs>
              <a:gs pos="0">
                <a:srgbClr val="98D109"/>
              </a:gs>
              <a:gs pos="52000">
                <a:srgbClr val="498D3B"/>
              </a:gs>
              <a:gs pos="97000">
                <a:srgbClr val="005825"/>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189">
              <a:defRPr/>
            </a:pPr>
            <a:endParaRPr lang="zh-CN" altLang="en-US">
              <a:solidFill>
                <a:prstClr val="white"/>
              </a:solidFill>
              <a:latin typeface="Arial" panose="020B0604020202020204" pitchFamily="34" charset="0"/>
              <a:ea typeface="华文楷体" panose="02010600040101010101" pitchFamily="2" charset="-122"/>
              <a:cs typeface="Arial" panose="020B0604020202020204" pitchFamily="34" charset="0"/>
            </a:endParaRPr>
          </a:p>
        </p:txBody>
      </p:sp>
      <p:pic>
        <p:nvPicPr>
          <p:cNvPr id="2" name="Picture 2">
            <a:extLst>
              <a:ext uri="{FF2B5EF4-FFF2-40B4-BE49-F238E27FC236}">
                <a16:creationId xmlns:a16="http://schemas.microsoft.com/office/drawing/2014/main" id="{CAA48BD2-257E-17F5-2DD6-9A2FC459B53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58119" y="1928495"/>
            <a:ext cx="4808365" cy="29674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52418295"/>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 name="内容占位符 3"/>
              <p:cNvSpPr>
                <a:spLocks noGrp="1"/>
              </p:cNvSpPr>
              <p:nvPr>
                <p:ph idx="1"/>
              </p:nvPr>
            </p:nvSpPr>
            <p:spPr>
              <a:xfrm>
                <a:off x="-929877" y="4594803"/>
                <a:ext cx="7543801" cy="1673276"/>
              </a:xfrm>
            </p:spPr>
            <p:txBody>
              <a:bodyPr/>
              <a:lstStyle/>
              <a:p>
                <a:pPr marL="0" indent="0">
                  <a:lnSpc>
                    <a:spcPct val="100000"/>
                  </a:lnSpc>
                  <a:buNone/>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ea typeface="Cambria Math" panose="02040503050406030204" pitchFamily="18" charset="0"/>
                        </a:rPr>
                        <m:t>𝒅</m:t>
                      </m:r>
                      <m:sSub>
                        <m:sSubPr>
                          <m:ctrlPr>
                            <a:rPr lang="en-US" altLang="zh-CN" i="1">
                              <a:latin typeface="Cambria Math" panose="02040503050406030204" pitchFamily="18" charset="0"/>
                              <a:ea typeface="Cambria Math" panose="02040503050406030204" pitchFamily="18" charset="0"/>
                            </a:rPr>
                          </m:ctrlPr>
                        </m:sSubPr>
                        <m:e>
                          <m:r>
                            <a:rPr lang="zh-CN" altLang="en-US" i="1">
                              <a:latin typeface="Cambria Math" panose="02040503050406030204" pitchFamily="18" charset="0"/>
                              <a:ea typeface="Cambria Math" panose="02040503050406030204" pitchFamily="18" charset="0"/>
                            </a:rPr>
                            <m:t>𝜱</m:t>
                          </m:r>
                        </m:e>
                        <m:sub>
                          <m:r>
                            <a:rPr lang="en-US" altLang="zh-CN" i="1">
                              <a:latin typeface="Cambria Math" panose="02040503050406030204" pitchFamily="18" charset="0"/>
                              <a:ea typeface="Cambria Math" panose="02040503050406030204" pitchFamily="18" charset="0"/>
                            </a:rPr>
                            <m:t>𝒆</m:t>
                          </m:r>
                        </m:sub>
                      </m:sSub>
                      <m:r>
                        <a:rPr lang="en-US" altLang="zh-CN" i="1">
                          <a:latin typeface="Cambria Math" panose="02040503050406030204" pitchFamily="18" charset="0"/>
                          <a:ea typeface="Cambria Math" panose="02040503050406030204" pitchFamily="18" charset="0"/>
                        </a:rPr>
                        <m:t>=</m:t>
                      </m:r>
                      <m:acc>
                        <m:accPr>
                          <m:chr m:val="⃗"/>
                          <m:ctrlPr>
                            <a:rPr lang="en-US" altLang="zh-CN" i="1">
                              <a:latin typeface="Cambria Math" panose="02040503050406030204" pitchFamily="18" charset="0"/>
                              <a:ea typeface="Cambria Math" panose="02040503050406030204" pitchFamily="18" charset="0"/>
                            </a:rPr>
                          </m:ctrlPr>
                        </m:accPr>
                        <m:e>
                          <m:r>
                            <a:rPr lang="en-US" altLang="zh-CN" i="1">
                              <a:latin typeface="Cambria Math" panose="02040503050406030204" pitchFamily="18" charset="0"/>
                              <a:ea typeface="Cambria Math" panose="02040503050406030204" pitchFamily="18" charset="0"/>
                            </a:rPr>
                            <m:t>𝑬</m:t>
                          </m:r>
                        </m:e>
                      </m:acc>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𝒅</m:t>
                      </m:r>
                      <m:acc>
                        <m:accPr>
                          <m:chr m:val="⃗"/>
                          <m:ctrlPr>
                            <a:rPr lang="en-US" altLang="zh-CN" i="1">
                              <a:latin typeface="Cambria Math" panose="02040503050406030204" pitchFamily="18" charset="0"/>
                              <a:ea typeface="Cambria Math" panose="02040503050406030204" pitchFamily="18" charset="0"/>
                            </a:rPr>
                          </m:ctrlPr>
                        </m:accPr>
                        <m:e>
                          <m:r>
                            <a:rPr lang="en-US" altLang="zh-CN" i="1">
                              <a:latin typeface="Cambria Math" panose="02040503050406030204" pitchFamily="18" charset="0"/>
                              <a:ea typeface="Cambria Math" panose="02040503050406030204" pitchFamily="18" charset="0"/>
                            </a:rPr>
                            <m:t>𝑺</m:t>
                          </m:r>
                        </m:e>
                      </m:acc>
                    </m:oMath>
                  </m:oMathPara>
                </a14:m>
                <a:endParaRPr lang="en-US" altLang="zh-CN" dirty="0">
                  <a:latin typeface="华文楷体" panose="02010600040101010101" pitchFamily="2" charset="-122"/>
                  <a:ea typeface="华文楷体" panose="02010600040101010101" pitchFamily="2" charset="-122"/>
                </a:endParaRPr>
              </a:p>
              <a:p>
                <a:pPr marL="0" indent="0">
                  <a:lnSpc>
                    <a:spcPct val="100000"/>
                  </a:lnSpc>
                  <a:buNone/>
                </a:pPr>
                <a14:m>
                  <m:oMathPara xmlns:m="http://schemas.openxmlformats.org/officeDocument/2006/math">
                    <m:oMathParaPr>
                      <m:jc m:val="centerGroup"/>
                    </m:oMathParaPr>
                    <m:oMath xmlns:m="http://schemas.openxmlformats.org/officeDocument/2006/math">
                      <m:r>
                        <a:rPr lang="en-US" altLang="zh-CN" i="1" smtClean="0">
                          <a:latin typeface="Cambria Math" panose="02040503050406030204" pitchFamily="18" charset="0"/>
                          <a:ea typeface="Cambria Math" panose="02040503050406030204" pitchFamily="18" charset="0"/>
                        </a:rPr>
                        <m:t>→</m:t>
                      </m:r>
                      <m:sSub>
                        <m:sSubPr>
                          <m:ctrlPr>
                            <a:rPr lang="en-US" altLang="zh-CN" i="1" smtClean="0">
                              <a:solidFill>
                                <a:srgbClr val="FF0000"/>
                              </a:solidFill>
                              <a:latin typeface="Cambria Math" panose="02040503050406030204" pitchFamily="18" charset="0"/>
                              <a:ea typeface="Cambria Math" panose="02040503050406030204" pitchFamily="18" charset="0"/>
                            </a:rPr>
                          </m:ctrlPr>
                        </m:sSubPr>
                        <m:e>
                          <m:r>
                            <a:rPr lang="zh-CN" altLang="en-US" i="1">
                              <a:solidFill>
                                <a:srgbClr val="FF0000"/>
                              </a:solidFill>
                              <a:latin typeface="Cambria Math" panose="02040503050406030204" pitchFamily="18" charset="0"/>
                              <a:ea typeface="Cambria Math" panose="02040503050406030204" pitchFamily="18" charset="0"/>
                            </a:rPr>
                            <m:t>𝜱</m:t>
                          </m:r>
                        </m:e>
                        <m:sub>
                          <m:r>
                            <a:rPr lang="en-US" altLang="zh-CN" i="1">
                              <a:solidFill>
                                <a:srgbClr val="FF0000"/>
                              </a:solidFill>
                              <a:latin typeface="Cambria Math" panose="02040503050406030204" pitchFamily="18" charset="0"/>
                              <a:ea typeface="Cambria Math" panose="02040503050406030204" pitchFamily="18" charset="0"/>
                            </a:rPr>
                            <m:t>𝒆</m:t>
                          </m:r>
                        </m:sub>
                      </m:sSub>
                      <m:r>
                        <a:rPr lang="en-US" altLang="zh-CN" i="1">
                          <a:solidFill>
                            <a:srgbClr val="FF0000"/>
                          </a:solidFill>
                          <a:latin typeface="Cambria Math" panose="02040503050406030204" pitchFamily="18" charset="0"/>
                          <a:ea typeface="Cambria Math" panose="02040503050406030204" pitchFamily="18" charset="0"/>
                        </a:rPr>
                        <m:t>=</m:t>
                      </m:r>
                      <m:nary>
                        <m:naryPr>
                          <m:chr m:val="∬"/>
                          <m:ctrlPr>
                            <a:rPr lang="en-US" altLang="zh-CN" i="1">
                              <a:solidFill>
                                <a:srgbClr val="FF0000"/>
                              </a:solidFill>
                              <a:latin typeface="Cambria Math" panose="02040503050406030204" pitchFamily="18" charset="0"/>
                              <a:ea typeface="Cambria Math" panose="02040503050406030204" pitchFamily="18" charset="0"/>
                            </a:rPr>
                          </m:ctrlPr>
                        </m:naryPr>
                        <m:sub>
                          <m:r>
                            <m:rPr>
                              <m:brk m:alnAt="23"/>
                            </m:rPr>
                            <a:rPr lang="en-US" altLang="zh-CN" i="1">
                              <a:solidFill>
                                <a:srgbClr val="FF0000"/>
                              </a:solidFill>
                              <a:latin typeface="Cambria Math" panose="02040503050406030204" pitchFamily="18" charset="0"/>
                              <a:ea typeface="Cambria Math" panose="02040503050406030204" pitchFamily="18" charset="0"/>
                            </a:rPr>
                            <m:t>𝑺</m:t>
                          </m:r>
                        </m:sub>
                        <m:sup/>
                        <m:e>
                          <m:acc>
                            <m:accPr>
                              <m:chr m:val="⃗"/>
                              <m:ctrlPr>
                                <a:rPr lang="en-US" altLang="zh-CN" i="1">
                                  <a:solidFill>
                                    <a:srgbClr val="FF0000"/>
                                  </a:solidFill>
                                  <a:latin typeface="Cambria Math" panose="02040503050406030204" pitchFamily="18" charset="0"/>
                                  <a:ea typeface="Cambria Math" panose="02040503050406030204" pitchFamily="18" charset="0"/>
                                </a:rPr>
                              </m:ctrlPr>
                            </m:accPr>
                            <m:e>
                              <m:r>
                                <a:rPr lang="en-US" altLang="zh-CN" i="1">
                                  <a:solidFill>
                                    <a:srgbClr val="FF0000"/>
                                  </a:solidFill>
                                  <a:latin typeface="Cambria Math" panose="02040503050406030204" pitchFamily="18" charset="0"/>
                                  <a:ea typeface="Cambria Math" panose="02040503050406030204" pitchFamily="18" charset="0"/>
                                </a:rPr>
                                <m:t>𝑬</m:t>
                              </m:r>
                            </m:e>
                          </m:acc>
                          <m:r>
                            <a:rPr lang="en-US" altLang="zh-CN" i="1">
                              <a:solidFill>
                                <a:srgbClr val="FF0000"/>
                              </a:solidFill>
                              <a:latin typeface="Cambria Math" panose="02040503050406030204" pitchFamily="18" charset="0"/>
                              <a:ea typeface="Cambria Math" panose="02040503050406030204" pitchFamily="18" charset="0"/>
                            </a:rPr>
                            <m:t>∙</m:t>
                          </m:r>
                          <m:r>
                            <a:rPr lang="en-US" altLang="zh-CN" i="1">
                              <a:solidFill>
                                <a:srgbClr val="FF0000"/>
                              </a:solidFill>
                              <a:latin typeface="Cambria Math" panose="02040503050406030204" pitchFamily="18" charset="0"/>
                              <a:ea typeface="Cambria Math" panose="02040503050406030204" pitchFamily="18" charset="0"/>
                            </a:rPr>
                            <m:t>𝒅</m:t>
                          </m:r>
                          <m:acc>
                            <m:accPr>
                              <m:chr m:val="⃗"/>
                              <m:ctrlPr>
                                <a:rPr lang="en-US" altLang="zh-CN" i="1">
                                  <a:solidFill>
                                    <a:srgbClr val="FF0000"/>
                                  </a:solidFill>
                                  <a:latin typeface="Cambria Math" panose="02040503050406030204" pitchFamily="18" charset="0"/>
                                  <a:ea typeface="Cambria Math" panose="02040503050406030204" pitchFamily="18" charset="0"/>
                                </a:rPr>
                              </m:ctrlPr>
                            </m:accPr>
                            <m:e>
                              <m:r>
                                <a:rPr lang="en-US" altLang="zh-CN" i="1">
                                  <a:solidFill>
                                    <a:srgbClr val="FF0000"/>
                                  </a:solidFill>
                                  <a:latin typeface="Cambria Math" panose="02040503050406030204" pitchFamily="18" charset="0"/>
                                  <a:ea typeface="Cambria Math" panose="02040503050406030204" pitchFamily="18" charset="0"/>
                                </a:rPr>
                                <m:t>𝑺</m:t>
                              </m:r>
                            </m:e>
                          </m:acc>
                        </m:e>
                      </m:nary>
                    </m:oMath>
                  </m:oMathPara>
                </a14:m>
                <a:endParaRPr lang="zh-CN" altLang="en-US" dirty="0">
                  <a:solidFill>
                    <a:srgbClr val="FF0000"/>
                  </a:solidFill>
                  <a:latin typeface="华文楷体" panose="02010600040101010101" pitchFamily="2" charset="-122"/>
                  <a:ea typeface="华文楷体" panose="02010600040101010101" pitchFamily="2" charset="-122"/>
                </a:endParaRPr>
              </a:p>
            </p:txBody>
          </p:sp>
        </mc:Choice>
        <mc:Fallback>
          <p:sp>
            <p:nvSpPr>
              <p:cNvPr id="4" name="内容占位符 3"/>
              <p:cNvSpPr>
                <a:spLocks noGrp="1" noRot="1" noChangeAspect="1" noMove="1" noResize="1" noEditPoints="1" noAdjustHandles="1" noChangeArrowheads="1" noChangeShapeType="1" noTextEdit="1"/>
              </p:cNvSpPr>
              <p:nvPr>
                <p:ph idx="1"/>
              </p:nvPr>
            </p:nvSpPr>
            <p:spPr>
              <a:xfrm>
                <a:off x="-929877" y="4594803"/>
                <a:ext cx="7543801" cy="1673276"/>
              </a:xfrm>
              <a:blipFill>
                <a:blip r:embed="rId2"/>
                <a:stretch>
                  <a:fillRect/>
                </a:stretch>
              </a:blipFill>
            </p:spPr>
            <p:txBody>
              <a:bodyPr/>
              <a:lstStyle/>
              <a:p>
                <a:r>
                  <a:rPr lang="en-US">
                    <a:noFill/>
                  </a:rPr>
                  <a:t> </a:t>
                </a:r>
              </a:p>
            </p:txBody>
          </p:sp>
        </mc:Fallback>
      </mc:AlternateContent>
      <p:pic>
        <p:nvPicPr>
          <p:cNvPr id="5" name="图片 4"/>
          <p:cNvPicPr>
            <a:picLocks noChangeAspect="1"/>
          </p:cNvPicPr>
          <p:nvPr/>
        </p:nvPicPr>
        <p:blipFill>
          <a:blip r:embed="rId3"/>
          <a:stretch>
            <a:fillRect/>
          </a:stretch>
        </p:blipFill>
        <p:spPr>
          <a:xfrm>
            <a:off x="1072875" y="1553844"/>
            <a:ext cx="4365114" cy="2554445"/>
          </a:xfrm>
          <a:prstGeom prst="rect">
            <a:avLst/>
          </a:prstGeom>
          <a:ln>
            <a:noFill/>
          </a:ln>
          <a:effectLst>
            <a:outerShdw blurRad="190500" algn="tl" rotWithShape="0">
              <a:srgbClr val="000000">
                <a:alpha val="70000"/>
              </a:srgbClr>
            </a:outerShdw>
          </a:effectLst>
        </p:spPr>
      </p:pic>
      <p:sp>
        <p:nvSpPr>
          <p:cNvPr id="8" name="标题 4">
            <a:extLst>
              <a:ext uri="{FF2B5EF4-FFF2-40B4-BE49-F238E27FC236}">
                <a16:creationId xmlns:a16="http://schemas.microsoft.com/office/drawing/2014/main" id="{61F83BA0-5CDC-4D3C-94DE-FAF0D415533D}"/>
              </a:ext>
            </a:extLst>
          </p:cNvPr>
          <p:cNvSpPr txBox="1">
            <a:spLocks/>
          </p:cNvSpPr>
          <p:nvPr/>
        </p:nvSpPr>
        <p:spPr>
          <a:xfrm>
            <a:off x="559386" y="589921"/>
            <a:ext cx="7543800" cy="111717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571500" indent="-571500">
              <a:buFont typeface="Wingdings" panose="05000000000000000000" pitchFamily="2" charset="2"/>
              <a:buChar char="p"/>
            </a:pPr>
            <a:r>
              <a:rPr lang="zh-CN" altLang="en-US" sz="3200" dirty="0">
                <a:solidFill>
                  <a:srgbClr val="0066FF"/>
                </a:solidFill>
                <a:latin typeface="华文楷体" panose="02010600040101010101" pitchFamily="2" charset="-122"/>
                <a:ea typeface="华文楷体" panose="02010600040101010101" pitchFamily="2" charset="-122"/>
                <a:cs typeface="Times New Roman" panose="02020603050405020304" pitchFamily="18" charset="0"/>
              </a:rPr>
              <a:t>电通量：</a:t>
            </a:r>
            <a:r>
              <a:rPr lang="zh-CN" altLang="en-US" sz="3200" dirty="0">
                <a:latin typeface="华文楷体" panose="02010600040101010101" pitchFamily="2" charset="-122"/>
                <a:ea typeface="华文楷体" panose="02010600040101010101" pitchFamily="2" charset="-122"/>
              </a:rPr>
              <a:t>通过某一曲面的电场线条数</a:t>
            </a:r>
          </a:p>
        </p:txBody>
      </p:sp>
      <p:pic>
        <p:nvPicPr>
          <p:cNvPr id="6" name="Picture 2" descr="f24_06">
            <a:extLst>
              <a:ext uri="{FF2B5EF4-FFF2-40B4-BE49-F238E27FC236}">
                <a16:creationId xmlns:a16="http://schemas.microsoft.com/office/drawing/2014/main" id="{06AF7CBF-D564-4DC0-B724-BFA120461B9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892716" y="1953313"/>
            <a:ext cx="2722788" cy="45753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文本框 6">
            <a:extLst>
              <a:ext uri="{FF2B5EF4-FFF2-40B4-BE49-F238E27FC236}">
                <a16:creationId xmlns:a16="http://schemas.microsoft.com/office/drawing/2014/main" id="{F253AE16-FF8E-4B6F-BD5A-534759C9E27F}"/>
              </a:ext>
            </a:extLst>
          </p:cNvPr>
          <p:cNvSpPr txBox="1"/>
          <p:nvPr/>
        </p:nvSpPr>
        <p:spPr>
          <a:xfrm>
            <a:off x="7114471" y="1460870"/>
            <a:ext cx="4847754" cy="492443"/>
          </a:xfrm>
          <a:prstGeom prst="rect">
            <a:avLst/>
          </a:prstGeom>
          <a:noFill/>
        </p:spPr>
        <p:txBody>
          <a:bodyPr wrap="square" rtlCol="0">
            <a:spAutoFit/>
          </a:bodyPr>
          <a:lstStyle/>
          <a:p>
            <a:r>
              <a:rPr lang="zh-CN" altLang="en-US" sz="2600" dirty="0">
                <a:solidFill>
                  <a:srgbClr val="FF0000"/>
                </a:solidFill>
                <a:latin typeface="华文楷体" panose="02010600040101010101" pitchFamily="2" charset="-122"/>
                <a:ea typeface="华文楷体" panose="02010600040101010101" pitchFamily="2" charset="-122"/>
              </a:rPr>
              <a:t>闭合曲面，电通量与电荷相关</a:t>
            </a:r>
            <a:endParaRPr lang="en-US" sz="2600" dirty="0">
              <a:solidFill>
                <a:srgbClr val="FF0000"/>
              </a:solidFill>
              <a:latin typeface="华文楷体" panose="02010600040101010101" pitchFamily="2" charset="-122"/>
              <a:ea typeface="华文楷体" panose="0201060004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0787" name="Rectangle 3"/>
          <p:cNvSpPr/>
          <p:nvPr/>
        </p:nvSpPr>
        <p:spPr>
          <a:xfrm>
            <a:off x="1828800" y="2667145"/>
            <a:ext cx="7315200" cy="579438"/>
          </a:xfrm>
          <a:prstGeom prst="rect">
            <a:avLst/>
          </a:prstGeom>
          <a:noFill/>
          <a:ln w="9525">
            <a:noFill/>
          </a:ln>
        </p:spPr>
        <p:txBody>
          <a:bodyPr>
            <a:spAutoFit/>
          </a:bodyPr>
          <a:lstStyle/>
          <a:p>
            <a:pPr>
              <a:spcBef>
                <a:spcPct val="50000"/>
              </a:spcBef>
            </a:pPr>
            <a:r>
              <a:rPr lang="en-US" altLang="zh-CN" sz="3200" dirty="0">
                <a:latin typeface="宋体" panose="02010600030101010101" pitchFamily="2" charset="-122"/>
              </a:rPr>
              <a:t>- </a:t>
            </a:r>
            <a:r>
              <a:rPr lang="zh-CN" altLang="en-US" sz="3200" dirty="0">
                <a:latin typeface="宋体" panose="02010600030101010101" pitchFamily="2" charset="-122"/>
              </a:rPr>
              <a:t>高斯面：闭合曲面</a:t>
            </a:r>
            <a:endParaRPr lang="en-US" altLang="zh-CN" sz="3200" dirty="0">
              <a:latin typeface="宋体" panose="02010600030101010101" pitchFamily="2" charset="-122"/>
            </a:endParaRPr>
          </a:p>
        </p:txBody>
      </p:sp>
      <p:sp>
        <p:nvSpPr>
          <p:cNvPr id="630788" name="Text Box 4"/>
          <p:cNvSpPr txBox="1"/>
          <p:nvPr/>
        </p:nvSpPr>
        <p:spPr>
          <a:xfrm>
            <a:off x="1765824" y="4343767"/>
            <a:ext cx="9391650" cy="640240"/>
          </a:xfrm>
          <a:prstGeom prst="rect">
            <a:avLst/>
          </a:prstGeom>
          <a:noFill/>
          <a:ln w="9525">
            <a:noFill/>
          </a:ln>
        </p:spPr>
        <p:txBody>
          <a:bodyPr wrap="square">
            <a:spAutoFit/>
          </a:bodyPr>
          <a:lstStyle/>
          <a:p>
            <a:pPr>
              <a:lnSpc>
                <a:spcPct val="120000"/>
              </a:lnSpc>
            </a:pPr>
            <a:r>
              <a:rPr lang="en-US" altLang="zh-CN" sz="3200" dirty="0">
                <a:latin typeface="宋体" panose="02010600030101010101" pitchFamily="2" charset="-122"/>
              </a:rPr>
              <a:t>- </a:t>
            </a:r>
            <a:r>
              <a:rPr lang="zh-CN" altLang="en-US" sz="3200" dirty="0">
                <a:latin typeface="宋体" panose="02010600030101010101" pitchFamily="2" charset="-122"/>
              </a:rPr>
              <a:t>电场强度为</a:t>
            </a:r>
            <a:r>
              <a:rPr lang="zh-CN" altLang="en-US" sz="3200" dirty="0">
                <a:solidFill>
                  <a:srgbClr val="FF0000"/>
                </a:solidFill>
                <a:latin typeface="宋体" panose="02010600030101010101" pitchFamily="2" charset="-122"/>
              </a:rPr>
              <a:t>所有</a:t>
            </a:r>
            <a:r>
              <a:rPr lang="zh-CN" altLang="en-US" sz="3200" dirty="0">
                <a:latin typeface="宋体" panose="02010600030101010101" pitchFamily="2" charset="-122"/>
              </a:rPr>
              <a:t>电荷在高斯面上的总电场强度</a:t>
            </a:r>
            <a:endParaRPr lang="en-US" altLang="zh-CN" sz="3200" dirty="0">
              <a:latin typeface="宋体" panose="02010600030101010101" pitchFamily="2" charset="-122"/>
            </a:endParaRPr>
          </a:p>
        </p:txBody>
      </p:sp>
      <p:sp>
        <p:nvSpPr>
          <p:cNvPr id="630789" name="Rectangle 5"/>
          <p:cNvSpPr/>
          <p:nvPr/>
        </p:nvSpPr>
        <p:spPr>
          <a:xfrm>
            <a:off x="1765824" y="3520665"/>
            <a:ext cx="7924800" cy="640240"/>
          </a:xfrm>
          <a:prstGeom prst="rect">
            <a:avLst/>
          </a:prstGeom>
          <a:noFill/>
          <a:ln w="9525">
            <a:noFill/>
          </a:ln>
        </p:spPr>
        <p:txBody>
          <a:bodyPr>
            <a:spAutoFit/>
          </a:bodyPr>
          <a:lstStyle/>
          <a:p>
            <a:pPr>
              <a:lnSpc>
                <a:spcPct val="120000"/>
              </a:lnSpc>
            </a:pPr>
            <a:r>
              <a:rPr lang="en-US" altLang="zh-CN" sz="3200" dirty="0">
                <a:latin typeface="宋体" panose="02010600030101010101" pitchFamily="2" charset="-122"/>
              </a:rPr>
              <a:t>- </a:t>
            </a:r>
            <a:r>
              <a:rPr lang="zh-CN" altLang="en-US" sz="3200" dirty="0">
                <a:latin typeface="宋体" panose="02010600030101010101" pitchFamily="2" charset="-122"/>
              </a:rPr>
              <a:t>电场强度通量：穿出为正，穿进为负</a:t>
            </a:r>
            <a:endParaRPr lang="en-US" altLang="zh-CN" sz="3200" dirty="0">
              <a:latin typeface="宋体" panose="02010600030101010101" pitchFamily="2" charset="-122"/>
            </a:endParaRPr>
          </a:p>
        </p:txBody>
      </p:sp>
      <p:sp>
        <p:nvSpPr>
          <p:cNvPr id="630790" name="Rectangle 6"/>
          <p:cNvSpPr/>
          <p:nvPr/>
        </p:nvSpPr>
        <p:spPr>
          <a:xfrm>
            <a:off x="1776215" y="5137040"/>
            <a:ext cx="8077200" cy="640240"/>
          </a:xfrm>
          <a:prstGeom prst="rect">
            <a:avLst/>
          </a:prstGeom>
          <a:noFill/>
          <a:ln w="9525">
            <a:noFill/>
          </a:ln>
        </p:spPr>
        <p:txBody>
          <a:bodyPr>
            <a:spAutoFit/>
          </a:bodyPr>
          <a:lstStyle/>
          <a:p>
            <a:pPr>
              <a:lnSpc>
                <a:spcPct val="120000"/>
              </a:lnSpc>
            </a:pPr>
            <a:r>
              <a:rPr lang="en-US" altLang="zh-CN" sz="3200" dirty="0">
                <a:latin typeface="宋体" panose="02010600030101010101" pitchFamily="2" charset="-122"/>
              </a:rPr>
              <a:t>- </a:t>
            </a:r>
            <a:r>
              <a:rPr lang="zh-CN" altLang="en-US" sz="3200" dirty="0">
                <a:latin typeface="宋体" panose="02010600030101010101" pitchFamily="2" charset="-122"/>
              </a:rPr>
              <a:t>仅高斯面</a:t>
            </a:r>
            <a:r>
              <a:rPr lang="zh-CN" altLang="en-US" sz="3200" dirty="0">
                <a:solidFill>
                  <a:srgbClr val="FF0000"/>
                </a:solidFill>
                <a:latin typeface="宋体" panose="02010600030101010101" pitchFamily="2" charset="-122"/>
              </a:rPr>
              <a:t>内</a:t>
            </a:r>
            <a:r>
              <a:rPr lang="zh-CN" altLang="en-US" sz="3200" dirty="0">
                <a:latin typeface="宋体" panose="02010600030101010101" pitchFamily="2" charset="-122"/>
              </a:rPr>
              <a:t>电荷对电场强度</a:t>
            </a:r>
            <a:r>
              <a:rPr lang="zh-CN" altLang="en-US" sz="3200" dirty="0">
                <a:solidFill>
                  <a:srgbClr val="FF0000"/>
                </a:solidFill>
                <a:latin typeface="宋体" panose="02010600030101010101" pitchFamily="2" charset="-122"/>
              </a:rPr>
              <a:t>通量</a:t>
            </a:r>
            <a:r>
              <a:rPr lang="zh-CN" altLang="en-US" sz="3200" dirty="0">
                <a:latin typeface="宋体" panose="02010600030101010101" pitchFamily="2" charset="-122"/>
              </a:rPr>
              <a:t>有贡献</a:t>
            </a:r>
            <a:endParaRPr lang="en-US" altLang="zh-CN" sz="3200" dirty="0">
              <a:latin typeface="宋体" panose="02010600030101010101" pitchFamily="2" charset="-122"/>
            </a:endParaRPr>
          </a:p>
        </p:txBody>
      </p:sp>
      <mc:AlternateContent xmlns:mc="http://schemas.openxmlformats.org/markup-compatibility/2006">
        <mc:Choice xmlns:a14="http://schemas.microsoft.com/office/drawing/2010/main" Requires="a14">
          <p:sp>
            <p:nvSpPr>
              <p:cNvPr id="2" name="标题 1">
                <a:extLst>
                  <a:ext uri="{FF2B5EF4-FFF2-40B4-BE49-F238E27FC236}">
                    <a16:creationId xmlns:a16="http://schemas.microsoft.com/office/drawing/2014/main" id="{6DBA315C-2FA8-0DC9-3795-77955845C8C4}"/>
                  </a:ext>
                </a:extLst>
              </p:cNvPr>
              <p:cNvSpPr txBox="1">
                <a:spLocks/>
              </p:cNvSpPr>
              <p:nvPr/>
            </p:nvSpPr>
            <p:spPr>
              <a:xfrm>
                <a:off x="3077348" y="965011"/>
                <a:ext cx="5301753" cy="1325563"/>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14:m>
                  <m:oMathPara xmlns:m="http://schemas.openxmlformats.org/officeDocument/2006/math">
                    <m:oMathParaPr>
                      <m:jc m:val="centerGroup"/>
                    </m:oMathParaPr>
                    <m:oMath xmlns:m="http://schemas.openxmlformats.org/officeDocument/2006/math">
                      <m:sSub>
                        <m:sSubPr>
                          <m:ctrlPr>
                            <a:rPr lang="en-US" altLang="zh-CN" sz="3200" i="1" smtClean="0">
                              <a:solidFill>
                                <a:srgbClr val="FF0000"/>
                              </a:solidFill>
                              <a:latin typeface="Cambria Math" panose="02040503050406030204" pitchFamily="18" charset="0"/>
                            </a:rPr>
                          </m:ctrlPr>
                        </m:sSubPr>
                        <m:e>
                          <m:r>
                            <a:rPr lang="zh-CN" altLang="en-US" sz="3200" i="1">
                              <a:solidFill>
                                <a:srgbClr val="FF0000"/>
                              </a:solidFill>
                              <a:latin typeface="Cambria Math" panose="02040503050406030204" pitchFamily="18" charset="0"/>
                            </a:rPr>
                            <m:t>𝚽</m:t>
                          </m:r>
                        </m:e>
                        <m:sub>
                          <m:r>
                            <a:rPr lang="en-US" altLang="zh-CN" sz="3200" i="1">
                              <a:solidFill>
                                <a:srgbClr val="FF0000"/>
                              </a:solidFill>
                              <a:latin typeface="Cambria Math" panose="02040503050406030204" pitchFamily="18" charset="0"/>
                            </a:rPr>
                            <m:t>𝒆</m:t>
                          </m:r>
                        </m:sub>
                      </m:sSub>
                      <m:r>
                        <a:rPr lang="en-US" altLang="zh-CN" sz="3200" i="1">
                          <a:solidFill>
                            <a:srgbClr val="FF0000"/>
                          </a:solidFill>
                          <a:latin typeface="Cambria Math" panose="02040503050406030204" pitchFamily="18" charset="0"/>
                        </a:rPr>
                        <m:t>=</m:t>
                      </m:r>
                      <m:nary>
                        <m:naryPr>
                          <m:chr m:val="∯"/>
                          <m:ctrlPr>
                            <a:rPr lang="en-US" altLang="zh-CN" sz="3200" i="1">
                              <a:solidFill>
                                <a:srgbClr val="FF0000"/>
                              </a:solidFill>
                              <a:latin typeface="Cambria Math" panose="02040503050406030204" pitchFamily="18" charset="0"/>
                            </a:rPr>
                          </m:ctrlPr>
                        </m:naryPr>
                        <m:sub>
                          <m:r>
                            <m:rPr>
                              <m:brk m:alnAt="23"/>
                            </m:rPr>
                            <a:rPr lang="en-US" altLang="zh-CN" sz="3200" i="1">
                              <a:solidFill>
                                <a:srgbClr val="FF0000"/>
                              </a:solidFill>
                              <a:latin typeface="Cambria Math" panose="02040503050406030204" pitchFamily="18" charset="0"/>
                            </a:rPr>
                            <m:t>𝑺</m:t>
                          </m:r>
                        </m:sub>
                        <m:sup/>
                        <m:e>
                          <m:acc>
                            <m:accPr>
                              <m:chr m:val="⃗"/>
                              <m:ctrlPr>
                                <a:rPr lang="en-US" altLang="zh-CN" sz="3200" i="1">
                                  <a:solidFill>
                                    <a:srgbClr val="FF0000"/>
                                  </a:solidFill>
                                  <a:latin typeface="Cambria Math" panose="02040503050406030204" pitchFamily="18" charset="0"/>
                                </a:rPr>
                              </m:ctrlPr>
                            </m:accPr>
                            <m:e>
                              <m:r>
                                <a:rPr lang="en-US" altLang="zh-CN" sz="3200" i="1">
                                  <a:solidFill>
                                    <a:srgbClr val="FF0000"/>
                                  </a:solidFill>
                                  <a:latin typeface="Cambria Math" panose="02040503050406030204" pitchFamily="18" charset="0"/>
                                </a:rPr>
                                <m:t>𝑬</m:t>
                              </m:r>
                            </m:e>
                          </m:acc>
                          <m:r>
                            <a:rPr lang="en-US" altLang="zh-CN" sz="3200" i="1">
                              <a:solidFill>
                                <a:srgbClr val="FF0000"/>
                              </a:solidFill>
                              <a:latin typeface="Cambria Math" panose="02040503050406030204" pitchFamily="18" charset="0"/>
                              <a:ea typeface="Cambria Math" panose="02040503050406030204" pitchFamily="18" charset="0"/>
                            </a:rPr>
                            <m:t>∙</m:t>
                          </m:r>
                          <m:r>
                            <a:rPr lang="en-US" altLang="zh-CN" sz="3200" i="1">
                              <a:solidFill>
                                <a:srgbClr val="FF0000"/>
                              </a:solidFill>
                              <a:latin typeface="Cambria Math" panose="02040503050406030204" pitchFamily="18" charset="0"/>
                              <a:ea typeface="Cambria Math" panose="02040503050406030204" pitchFamily="18" charset="0"/>
                            </a:rPr>
                            <m:t>𝒅</m:t>
                          </m:r>
                          <m:acc>
                            <m:accPr>
                              <m:chr m:val="⃗"/>
                              <m:ctrlPr>
                                <a:rPr lang="en-US" altLang="zh-CN" sz="3200" i="1">
                                  <a:solidFill>
                                    <a:srgbClr val="FF0000"/>
                                  </a:solidFill>
                                  <a:latin typeface="Cambria Math" panose="02040503050406030204" pitchFamily="18" charset="0"/>
                                </a:rPr>
                              </m:ctrlPr>
                            </m:accPr>
                            <m:e>
                              <m:r>
                                <a:rPr lang="en-US" altLang="zh-CN" sz="3200" i="1">
                                  <a:solidFill>
                                    <a:srgbClr val="FF0000"/>
                                  </a:solidFill>
                                  <a:latin typeface="Cambria Math" panose="02040503050406030204" pitchFamily="18" charset="0"/>
                                </a:rPr>
                                <m:t>𝑺</m:t>
                              </m:r>
                            </m:e>
                          </m:acc>
                          <m:r>
                            <a:rPr lang="en-US" altLang="zh-CN" sz="3200" i="1">
                              <a:solidFill>
                                <a:srgbClr val="FF0000"/>
                              </a:solidFill>
                              <a:latin typeface="Cambria Math" panose="02040503050406030204" pitchFamily="18" charset="0"/>
                            </a:rPr>
                            <m:t>=</m:t>
                          </m:r>
                          <m:f>
                            <m:fPr>
                              <m:ctrlPr>
                                <a:rPr lang="en-US" altLang="zh-CN" sz="3200" i="1">
                                  <a:solidFill>
                                    <a:srgbClr val="FF0000"/>
                                  </a:solidFill>
                                  <a:latin typeface="Cambria Math" panose="02040503050406030204" pitchFamily="18" charset="0"/>
                                </a:rPr>
                              </m:ctrlPr>
                            </m:fPr>
                            <m:num>
                              <m:r>
                                <a:rPr lang="en-US" altLang="zh-CN" sz="3200" i="1">
                                  <a:solidFill>
                                    <a:srgbClr val="FF0000"/>
                                  </a:solidFill>
                                  <a:latin typeface="Cambria Math" panose="02040503050406030204" pitchFamily="18" charset="0"/>
                                </a:rPr>
                                <m:t>𝟏</m:t>
                              </m:r>
                            </m:num>
                            <m:den>
                              <m:sSub>
                                <m:sSubPr>
                                  <m:ctrlPr>
                                    <a:rPr lang="en-US" altLang="zh-CN" sz="3200" i="1">
                                      <a:solidFill>
                                        <a:srgbClr val="FF0000"/>
                                      </a:solidFill>
                                      <a:latin typeface="Cambria Math" panose="02040503050406030204" pitchFamily="18" charset="0"/>
                                    </a:rPr>
                                  </m:ctrlPr>
                                </m:sSubPr>
                                <m:e>
                                  <m:r>
                                    <a:rPr lang="zh-CN" altLang="en-US" sz="3200" i="1">
                                      <a:solidFill>
                                        <a:srgbClr val="FF0000"/>
                                      </a:solidFill>
                                      <a:latin typeface="Cambria Math" panose="02040503050406030204" pitchFamily="18" charset="0"/>
                                    </a:rPr>
                                    <m:t>𝜺</m:t>
                                  </m:r>
                                </m:e>
                                <m:sub>
                                  <m:r>
                                    <a:rPr lang="en-US" altLang="zh-CN" sz="3200" i="1">
                                      <a:solidFill>
                                        <a:srgbClr val="FF0000"/>
                                      </a:solidFill>
                                      <a:latin typeface="Cambria Math" panose="02040503050406030204" pitchFamily="18" charset="0"/>
                                    </a:rPr>
                                    <m:t>𝟎</m:t>
                                  </m:r>
                                </m:sub>
                              </m:sSub>
                            </m:den>
                          </m:f>
                          <m:nary>
                            <m:naryPr>
                              <m:chr m:val="∑"/>
                              <m:supHide m:val="on"/>
                              <m:ctrlPr>
                                <a:rPr lang="en-US" altLang="zh-CN" sz="3200" i="1">
                                  <a:solidFill>
                                    <a:srgbClr val="FF0000"/>
                                  </a:solidFill>
                                  <a:latin typeface="Cambria Math" panose="02040503050406030204" pitchFamily="18" charset="0"/>
                                </a:rPr>
                              </m:ctrlPr>
                            </m:naryPr>
                            <m:sub>
                              <m:r>
                                <m:rPr>
                                  <m:brk m:alnAt="7"/>
                                </m:rPr>
                                <a:rPr lang="en-US" altLang="zh-CN" sz="3200" i="1">
                                  <a:solidFill>
                                    <a:srgbClr val="FF0000"/>
                                  </a:solidFill>
                                  <a:latin typeface="Cambria Math" panose="02040503050406030204" pitchFamily="18" charset="0"/>
                                </a:rPr>
                                <m:t>𝑺</m:t>
                              </m:r>
                              <m:r>
                                <m:rPr>
                                  <m:brk m:alnAt="7"/>
                                </m:rPr>
                                <a:rPr lang="zh-CN" altLang="en-US" sz="3200" i="1">
                                  <a:solidFill>
                                    <a:srgbClr val="FF0000"/>
                                  </a:solidFill>
                                  <a:latin typeface="Cambria Math" panose="02040503050406030204" pitchFamily="18" charset="0"/>
                                </a:rPr>
                                <m:t>内</m:t>
                              </m:r>
                            </m:sub>
                            <m:sup/>
                            <m:e>
                              <m:sSub>
                                <m:sSubPr>
                                  <m:ctrlPr>
                                    <a:rPr lang="en-US" altLang="zh-CN" sz="3200" i="1">
                                      <a:solidFill>
                                        <a:srgbClr val="FF0000"/>
                                      </a:solidFill>
                                      <a:latin typeface="Cambria Math" panose="02040503050406030204" pitchFamily="18" charset="0"/>
                                    </a:rPr>
                                  </m:ctrlPr>
                                </m:sSubPr>
                                <m:e>
                                  <m:r>
                                    <a:rPr lang="en-US" altLang="zh-CN" sz="3200" i="1">
                                      <a:solidFill>
                                        <a:srgbClr val="FF0000"/>
                                      </a:solidFill>
                                      <a:latin typeface="Cambria Math" panose="02040503050406030204" pitchFamily="18" charset="0"/>
                                    </a:rPr>
                                    <m:t>𝒒</m:t>
                                  </m:r>
                                </m:e>
                                <m:sub>
                                  <m:r>
                                    <a:rPr lang="en-US" altLang="zh-CN" sz="3200" i="1">
                                      <a:solidFill>
                                        <a:srgbClr val="FF0000"/>
                                      </a:solidFill>
                                      <a:latin typeface="Cambria Math" panose="02040503050406030204" pitchFamily="18" charset="0"/>
                                    </a:rPr>
                                    <m:t>𝒊</m:t>
                                  </m:r>
                                </m:sub>
                              </m:sSub>
                            </m:e>
                          </m:nary>
                        </m:e>
                      </m:nary>
                    </m:oMath>
                  </m:oMathPara>
                </a14:m>
                <a:endParaRPr lang="zh-CN" altLang="en-US" sz="3200" dirty="0">
                  <a:solidFill>
                    <a:srgbClr val="FF0000"/>
                  </a:solidFill>
                </a:endParaRPr>
              </a:p>
            </p:txBody>
          </p:sp>
        </mc:Choice>
        <mc:Fallback>
          <p:sp>
            <p:nvSpPr>
              <p:cNvPr id="2" name="标题 1">
                <a:extLst>
                  <a:ext uri="{FF2B5EF4-FFF2-40B4-BE49-F238E27FC236}">
                    <a16:creationId xmlns:a16="http://schemas.microsoft.com/office/drawing/2014/main" id="{6DBA315C-2FA8-0DC9-3795-77955845C8C4}"/>
                  </a:ext>
                </a:extLst>
              </p:cNvPr>
              <p:cNvSpPr txBox="1">
                <a:spLocks noRot="1" noChangeAspect="1" noMove="1" noResize="1" noEditPoints="1" noAdjustHandles="1" noChangeArrowheads="1" noChangeShapeType="1" noTextEdit="1"/>
              </p:cNvSpPr>
              <p:nvPr/>
            </p:nvSpPr>
            <p:spPr>
              <a:xfrm>
                <a:off x="3077348" y="965011"/>
                <a:ext cx="5301753" cy="1325563"/>
              </a:xfrm>
              <a:prstGeom prst="rect">
                <a:avLst/>
              </a:prstGeom>
              <a:blipFill>
                <a:blip r:embed="rId2"/>
                <a:stretch>
                  <a:fillRect b="-917"/>
                </a:stretch>
              </a:blipFill>
            </p:spPr>
            <p:txBody>
              <a:bodyPr/>
              <a:lstStyle/>
              <a:p>
                <a:r>
                  <a:rPr lang="en-US">
                    <a:noFill/>
                  </a:rPr>
                  <a:t> </a:t>
                </a:r>
              </a:p>
            </p:txBody>
          </p:sp>
        </mc:Fallback>
      </mc:AlternateContent>
      <p:sp>
        <p:nvSpPr>
          <p:cNvPr id="3" name="标题 4">
            <a:extLst>
              <a:ext uri="{FF2B5EF4-FFF2-40B4-BE49-F238E27FC236}">
                <a16:creationId xmlns:a16="http://schemas.microsoft.com/office/drawing/2014/main" id="{E5560077-60C8-D134-D0C7-965E54323D25}"/>
              </a:ext>
            </a:extLst>
          </p:cNvPr>
          <p:cNvSpPr txBox="1">
            <a:spLocks/>
          </p:cNvSpPr>
          <p:nvPr/>
        </p:nvSpPr>
        <p:spPr>
          <a:xfrm>
            <a:off x="564101" y="184272"/>
            <a:ext cx="5045544" cy="97263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57200" indent="-457200">
              <a:buFont typeface="Wingdings" panose="05000000000000000000" pitchFamily="2" charset="2"/>
              <a:buChar char="q"/>
            </a:pPr>
            <a:r>
              <a:rPr lang="zh-CN" altLang="en-US" sz="3200" b="1" dirty="0">
                <a:solidFill>
                  <a:srgbClr val="0066FF"/>
                </a:solidFill>
                <a:latin typeface="华文楷体" panose="02010600040101010101" pitchFamily="2" charset="-122"/>
                <a:ea typeface="华文楷体" panose="02010600040101010101" pitchFamily="2" charset="-122"/>
              </a:rPr>
              <a:t>高斯定律</a:t>
            </a:r>
            <a:endParaRPr lang="zh-CN" altLang="en-US" b="1" dirty="0">
              <a:solidFill>
                <a:srgbClr val="0066FF"/>
              </a:solidFill>
              <a:latin typeface="华文楷体" panose="02010600040101010101" pitchFamily="2" charset="-122"/>
              <a:ea typeface="华文楷体" panose="02010600040101010101" pitchFamily="2" charset="-122"/>
            </a:endParaRPr>
          </a:p>
        </p:txBody>
      </p:sp>
      <p:sp>
        <p:nvSpPr>
          <p:cNvPr id="4" name="Rectangle 3">
            <a:extLst>
              <a:ext uri="{FF2B5EF4-FFF2-40B4-BE49-F238E27FC236}">
                <a16:creationId xmlns:a16="http://schemas.microsoft.com/office/drawing/2014/main" id="{DD946914-CF01-10A7-D4C6-746EB2CF860F}"/>
              </a:ext>
            </a:extLst>
          </p:cNvPr>
          <p:cNvSpPr>
            <a:spLocks noChangeArrowheads="1"/>
          </p:cNvSpPr>
          <p:nvPr/>
        </p:nvSpPr>
        <p:spPr bwMode="auto">
          <a:xfrm>
            <a:off x="4337050" y="6016981"/>
            <a:ext cx="3416300" cy="5854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defTabSz="762000">
              <a:defRPr kumimoji="1" sz="2400">
                <a:solidFill>
                  <a:srgbClr val="FF3300"/>
                </a:solidFill>
                <a:latin typeface="Times New Roman" panose="02020603050405020304" pitchFamily="18" charset="0"/>
                <a:ea typeface="宋体" panose="02010600030101010101" pitchFamily="2" charset="-122"/>
              </a:defRPr>
            </a:lvl1pPr>
            <a:lvl2pPr marL="742950" indent="-285750" defTabSz="762000">
              <a:defRPr kumimoji="1" sz="2400">
                <a:solidFill>
                  <a:srgbClr val="FF3300"/>
                </a:solidFill>
                <a:latin typeface="Times New Roman" panose="02020603050405020304" pitchFamily="18" charset="0"/>
                <a:ea typeface="宋体" panose="02010600030101010101" pitchFamily="2" charset="-122"/>
              </a:defRPr>
            </a:lvl2pPr>
            <a:lvl3pPr marL="1143000" indent="-228600" defTabSz="762000">
              <a:defRPr kumimoji="1" sz="2400">
                <a:solidFill>
                  <a:srgbClr val="FF3300"/>
                </a:solidFill>
                <a:latin typeface="Times New Roman" panose="02020603050405020304" pitchFamily="18" charset="0"/>
                <a:ea typeface="宋体" panose="02010600030101010101" pitchFamily="2" charset="-122"/>
              </a:defRPr>
            </a:lvl3pPr>
            <a:lvl4pPr marL="1600200" indent="-228600" defTabSz="762000">
              <a:defRPr kumimoji="1" sz="2400">
                <a:solidFill>
                  <a:srgbClr val="FF3300"/>
                </a:solidFill>
                <a:latin typeface="Times New Roman" panose="02020603050405020304" pitchFamily="18" charset="0"/>
                <a:ea typeface="宋体" panose="02010600030101010101" pitchFamily="2" charset="-122"/>
              </a:defRPr>
            </a:lvl4pPr>
            <a:lvl5pPr marL="2057400" indent="-228600" defTabSz="762000">
              <a:defRPr kumimoji="1" sz="2400">
                <a:solidFill>
                  <a:srgbClr val="FF3300"/>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9pPr>
          </a:lstStyle>
          <a:p>
            <a:pPr>
              <a:spcBef>
                <a:spcPct val="50000"/>
              </a:spcBef>
            </a:pPr>
            <a:r>
              <a:rPr lang="zh-CN" altLang="en-US" sz="3200" dirty="0">
                <a:solidFill>
                  <a:srgbClr val="FF0000"/>
                </a:solidFill>
                <a:latin typeface="华文楷体" panose="02010600040101010101" pitchFamily="2" charset="-122"/>
                <a:ea typeface="华文楷体" panose="02010600040101010101" pitchFamily="2" charset="-122"/>
              </a:rPr>
              <a:t>静电场是有源场</a:t>
            </a:r>
          </a:p>
        </p:txBody>
      </p:sp>
    </p:spTree>
    <p:extLst>
      <p:ext uri="{BB962C8B-B14F-4D97-AF65-F5344CB8AC3E}">
        <p14:creationId xmlns:p14="http://schemas.microsoft.com/office/powerpoint/2010/main" val="25341020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3078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3078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3078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3079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1"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0787" grpId="0"/>
      <p:bldP spid="630788" grpId="0"/>
      <p:bldP spid="630789" grpId="0"/>
      <p:bldP spid="630790" grpId="0"/>
      <p:bldP spid="4" grpId="0" build="p" autoUpdateAnimBg="0"/>
      <p:bldP spid="4" grpId="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A1DA2F2B-A8C3-4296-A996-81A63ED3D6D2}"/>
              </a:ext>
            </a:extLst>
          </p:cNvPr>
          <p:cNvSpPr>
            <a:spLocks noGrp="1"/>
          </p:cNvSpPr>
          <p:nvPr>
            <p:ph type="title"/>
          </p:nvPr>
        </p:nvSpPr>
        <p:spPr>
          <a:xfrm>
            <a:off x="554384" y="134018"/>
            <a:ext cx="9339370" cy="1452268"/>
          </a:xfrm>
        </p:spPr>
        <p:txBody>
          <a:bodyPr>
            <a:normAutofit/>
          </a:bodyPr>
          <a:lstStyle/>
          <a:p>
            <a:pPr marL="571500" indent="-571500">
              <a:buFont typeface="Wingdings" panose="05000000000000000000" pitchFamily="2" charset="2"/>
              <a:buChar char="q"/>
            </a:pPr>
            <a:r>
              <a:rPr lang="zh-CN" altLang="en-US" sz="3600" b="1" dirty="0">
                <a:solidFill>
                  <a:srgbClr val="0066FF"/>
                </a:solidFill>
                <a:latin typeface="华文楷体" panose="02010600040101010101" pitchFamily="2" charset="-122"/>
                <a:ea typeface="华文楷体" panose="02010600040101010101" pitchFamily="2" charset="-122"/>
              </a:rPr>
              <a:t>利用高斯定律求静电场的分布</a:t>
            </a:r>
          </a:p>
        </p:txBody>
      </p:sp>
      <p:graphicFrame>
        <p:nvGraphicFramePr>
          <p:cNvPr id="2" name="表格 1"/>
          <p:cNvGraphicFramePr>
            <a:graphicFrameLocks noGrp="1"/>
          </p:cNvGraphicFramePr>
          <p:nvPr>
            <p:extLst>
              <p:ext uri="{D42A27DB-BD31-4B8C-83A1-F6EECF244321}">
                <p14:modId xmlns:p14="http://schemas.microsoft.com/office/powerpoint/2010/main" val="1604408635"/>
              </p:ext>
            </p:extLst>
          </p:nvPr>
        </p:nvGraphicFramePr>
        <p:xfrm>
          <a:off x="2122657" y="2951621"/>
          <a:ext cx="7560840" cy="3443021"/>
        </p:xfrm>
        <a:graphic>
          <a:graphicData uri="http://schemas.openxmlformats.org/drawingml/2006/table">
            <a:tbl>
              <a:tblPr firstRow="1" bandRow="1">
                <a:tableStyleId>{5C22544A-7EE6-4342-B048-85BDC9FD1C3A}</a:tableStyleId>
              </a:tblPr>
              <a:tblGrid>
                <a:gridCol w="2520280">
                  <a:extLst>
                    <a:ext uri="{9D8B030D-6E8A-4147-A177-3AD203B41FA5}">
                      <a16:colId xmlns:a16="http://schemas.microsoft.com/office/drawing/2014/main" val="508996438"/>
                    </a:ext>
                  </a:extLst>
                </a:gridCol>
                <a:gridCol w="2520280">
                  <a:extLst>
                    <a:ext uri="{9D8B030D-6E8A-4147-A177-3AD203B41FA5}">
                      <a16:colId xmlns:a16="http://schemas.microsoft.com/office/drawing/2014/main" val="1439510101"/>
                    </a:ext>
                  </a:extLst>
                </a:gridCol>
                <a:gridCol w="2520280">
                  <a:extLst>
                    <a:ext uri="{9D8B030D-6E8A-4147-A177-3AD203B41FA5}">
                      <a16:colId xmlns:a16="http://schemas.microsoft.com/office/drawing/2014/main" val="3575640936"/>
                    </a:ext>
                  </a:extLst>
                </a:gridCol>
              </a:tblGrid>
              <a:tr h="655836">
                <a:tc gridSpan="3">
                  <a:txBody>
                    <a:bodyPr/>
                    <a:lstStyle/>
                    <a:p>
                      <a:pPr algn="ctr"/>
                      <a:r>
                        <a:rPr kumimoji="0" lang="zh-CN" altLang="en-US" sz="2800" b="1" i="0" u="none" strike="noStrike" kern="1200" cap="none" spc="0" normalizeH="0" baseline="0" noProof="0" dirty="0">
                          <a:ln>
                            <a:noFill/>
                          </a:ln>
                          <a:solidFill>
                            <a:srgbClr val="000000"/>
                          </a:solidFill>
                          <a:effectLst/>
                          <a:uLnTx/>
                          <a:uFillTx/>
                          <a:latin typeface="+mn-ea"/>
                          <a:ea typeface="+mn-ea"/>
                          <a:cs typeface="Times New Roman" panose="02020603050405020304" pitchFamily="18" charset="0"/>
                        </a:rPr>
                        <a:t>电荷的对称分布</a:t>
                      </a:r>
                      <a:endParaRPr lang="zh-CN" altLang="en-US" sz="2800" b="1" dirty="0">
                        <a:latin typeface="+mn-ea"/>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zh-CN" altLang="en-US" dirty="0"/>
                    </a:p>
                  </a:txBody>
                  <a:tcPr/>
                </a:tc>
                <a:tc hMerge="1">
                  <a:txBody>
                    <a:bodyPr/>
                    <a:lstStyle/>
                    <a:p>
                      <a:endParaRPr lang="zh-CN" altLang="en-US" dirty="0"/>
                    </a:p>
                  </a:txBody>
                  <a:tcPr/>
                </a:tc>
                <a:extLst>
                  <a:ext uri="{0D108BD9-81ED-4DB2-BD59-A6C34878D82A}">
                    <a16:rowId xmlns:a16="http://schemas.microsoft.com/office/drawing/2014/main" val="3116503345"/>
                  </a:ext>
                </a:extLst>
              </a:tr>
              <a:tr h="562145">
                <a:tc>
                  <a:txBody>
                    <a:bodyPr/>
                    <a:lstStyle/>
                    <a:p>
                      <a:pPr algn="ctr"/>
                      <a:r>
                        <a:rPr kumimoji="0" lang="zh-CN" altLang="en-US" sz="2800" b="1" i="0" u="none" strike="noStrike" kern="1200" cap="none" spc="0" normalizeH="0" baseline="0" noProof="0" dirty="0">
                          <a:ln>
                            <a:noFill/>
                          </a:ln>
                          <a:solidFill>
                            <a:srgbClr val="000000"/>
                          </a:solidFill>
                          <a:effectLst/>
                          <a:uLnTx/>
                          <a:uFillTx/>
                          <a:latin typeface="+mn-ea"/>
                          <a:ea typeface="+mn-ea"/>
                          <a:cs typeface="Times New Roman" panose="02020603050405020304" pitchFamily="18" charset="0"/>
                        </a:rPr>
                        <a:t> 球对称 </a:t>
                      </a:r>
                      <a:endParaRPr lang="zh-CN" altLang="en-US" sz="2800" b="1" dirty="0">
                        <a:latin typeface="+mn-ea"/>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sz="2800" b="1" dirty="0">
                          <a:latin typeface="+mn-ea"/>
                          <a:ea typeface="+mn-ea"/>
                          <a:cs typeface="Times New Roman" panose="02020603050405020304" pitchFamily="18" charset="0"/>
                        </a:rPr>
                        <a:t>柱对称</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sz="2800" b="1" dirty="0">
                          <a:latin typeface="+mn-ea"/>
                          <a:ea typeface="+mn-ea"/>
                          <a:cs typeface="Times New Roman" panose="02020603050405020304" pitchFamily="18" charset="0"/>
                        </a:rPr>
                        <a:t>面对称</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98344672"/>
                  </a:ext>
                </a:extLst>
              </a:tr>
              <a:tr h="2157396">
                <a:tc>
                  <a:txBody>
                    <a:bodyPr/>
                    <a:lstStyle/>
                    <a:p>
                      <a:pPr algn="ctr">
                        <a:spcBef>
                          <a:spcPct val="50000"/>
                        </a:spcBef>
                      </a:pPr>
                      <a:r>
                        <a:rPr lang="zh-CN" altLang="en-US" sz="2800" b="1" dirty="0">
                          <a:solidFill>
                            <a:srgbClr val="FF0000"/>
                          </a:solidFill>
                          <a:latin typeface="+mn-ea"/>
                          <a:ea typeface="+mn-ea"/>
                          <a:cs typeface="Times New Roman" panose="02020603050405020304" pitchFamily="18" charset="0"/>
                        </a:rPr>
                        <a:t>点电荷</a:t>
                      </a:r>
                      <a:endParaRPr lang="en-US" altLang="zh-CN" sz="2800" b="1" dirty="0">
                        <a:solidFill>
                          <a:srgbClr val="FF0000"/>
                        </a:solidFill>
                        <a:latin typeface="+mn-ea"/>
                        <a:ea typeface="+mn-ea"/>
                        <a:cs typeface="Times New Roman" panose="02020603050405020304" pitchFamily="18" charset="0"/>
                      </a:endParaRPr>
                    </a:p>
                    <a:p>
                      <a:pPr algn="ctr">
                        <a:spcBef>
                          <a:spcPct val="50000"/>
                        </a:spcBef>
                      </a:pPr>
                      <a:r>
                        <a:rPr lang="zh-CN" altLang="en-US" sz="2800" b="1" dirty="0">
                          <a:solidFill>
                            <a:srgbClr val="FF0000"/>
                          </a:solidFill>
                          <a:latin typeface="+mn-ea"/>
                          <a:ea typeface="+mn-ea"/>
                          <a:cs typeface="Times New Roman" panose="02020603050405020304" pitchFamily="18" charset="0"/>
                        </a:rPr>
                        <a:t>球体</a:t>
                      </a:r>
                    </a:p>
                    <a:p>
                      <a:pPr algn="ctr">
                        <a:spcBef>
                          <a:spcPct val="50000"/>
                        </a:spcBef>
                      </a:pPr>
                      <a:r>
                        <a:rPr lang="zh-CN" altLang="en-US" sz="2800" b="1" dirty="0">
                          <a:solidFill>
                            <a:srgbClr val="FF0000"/>
                          </a:solidFill>
                          <a:latin typeface="+mn-ea"/>
                          <a:ea typeface="+mn-ea"/>
                          <a:cs typeface="Times New Roman" panose="02020603050405020304" pitchFamily="18" charset="0"/>
                        </a:rPr>
                        <a:t>球面</a:t>
                      </a:r>
                      <a:endParaRPr lang="en-US" altLang="zh-CN" sz="2800" b="1" dirty="0">
                        <a:solidFill>
                          <a:srgbClr val="FF0000"/>
                        </a:solidFill>
                        <a:latin typeface="+mn-ea"/>
                        <a:ea typeface="+mn-ea"/>
                        <a:cs typeface="Times New Roman" panose="02020603050405020304" pitchFamily="18" charset="0"/>
                      </a:endParaRPr>
                    </a:p>
                    <a:p>
                      <a:pPr algn="ctr"/>
                      <a:endParaRPr lang="zh-CN" altLang="en-US" sz="2800" b="1" dirty="0">
                        <a:latin typeface="+mn-ea"/>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Bef>
                          <a:spcPct val="50000"/>
                        </a:spcBef>
                      </a:pPr>
                      <a:r>
                        <a:rPr lang="zh-CN" altLang="en-US" sz="2800" b="1" dirty="0">
                          <a:latin typeface="+mn-ea"/>
                          <a:ea typeface="+mn-ea"/>
                          <a:cs typeface="Times New Roman" panose="02020603050405020304" pitchFamily="18" charset="0"/>
                        </a:rPr>
                        <a:t>无限长：</a:t>
                      </a:r>
                    </a:p>
                    <a:p>
                      <a:pPr algn="ctr">
                        <a:spcBef>
                          <a:spcPct val="50000"/>
                        </a:spcBef>
                      </a:pPr>
                      <a:r>
                        <a:rPr lang="zh-CN" altLang="en-US" sz="2800" b="1" dirty="0">
                          <a:solidFill>
                            <a:srgbClr val="FF0000"/>
                          </a:solidFill>
                          <a:latin typeface="+mn-ea"/>
                          <a:ea typeface="+mn-ea"/>
                          <a:cs typeface="Times New Roman" panose="02020603050405020304" pitchFamily="18" charset="0"/>
                        </a:rPr>
                        <a:t>柱体</a:t>
                      </a:r>
                    </a:p>
                    <a:p>
                      <a:pPr algn="ctr">
                        <a:spcBef>
                          <a:spcPct val="50000"/>
                        </a:spcBef>
                      </a:pPr>
                      <a:r>
                        <a:rPr lang="zh-CN" altLang="en-US" sz="2800" b="1" dirty="0">
                          <a:solidFill>
                            <a:srgbClr val="FF0000"/>
                          </a:solidFill>
                          <a:latin typeface="+mn-ea"/>
                          <a:ea typeface="+mn-ea"/>
                          <a:cs typeface="Times New Roman" panose="02020603050405020304" pitchFamily="18" charset="0"/>
                        </a:rPr>
                        <a:t>柱面</a:t>
                      </a:r>
                    </a:p>
                    <a:p>
                      <a:pPr algn="ctr"/>
                      <a:endParaRPr lang="zh-CN" altLang="en-US" sz="2800" b="1" dirty="0">
                        <a:latin typeface="+mn-ea"/>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Bef>
                          <a:spcPct val="50000"/>
                        </a:spcBef>
                      </a:pPr>
                      <a:r>
                        <a:rPr lang="zh-CN" altLang="en-US" sz="2800" b="1" dirty="0">
                          <a:latin typeface="+mn-ea"/>
                          <a:ea typeface="+mn-ea"/>
                          <a:cs typeface="Times New Roman" panose="02020603050405020304" pitchFamily="18" charset="0"/>
                        </a:rPr>
                        <a:t>无限大：</a:t>
                      </a:r>
                    </a:p>
                    <a:p>
                      <a:pPr algn="ctr">
                        <a:spcBef>
                          <a:spcPct val="50000"/>
                        </a:spcBef>
                      </a:pPr>
                      <a:r>
                        <a:rPr lang="zh-CN" altLang="en-US" sz="2800" b="1" dirty="0">
                          <a:solidFill>
                            <a:srgbClr val="FF0000"/>
                          </a:solidFill>
                          <a:latin typeface="+mn-ea"/>
                          <a:ea typeface="+mn-ea"/>
                          <a:cs typeface="Times New Roman" panose="02020603050405020304" pitchFamily="18" charset="0"/>
                        </a:rPr>
                        <a:t>平板</a:t>
                      </a:r>
                    </a:p>
                    <a:p>
                      <a:pPr algn="ctr">
                        <a:spcBef>
                          <a:spcPct val="50000"/>
                        </a:spcBef>
                      </a:pPr>
                      <a:r>
                        <a:rPr lang="zh-CN" altLang="en-US" sz="2800" b="1" dirty="0">
                          <a:solidFill>
                            <a:srgbClr val="FF0000"/>
                          </a:solidFill>
                          <a:latin typeface="+mn-ea"/>
                          <a:ea typeface="+mn-ea"/>
                          <a:cs typeface="Times New Roman" panose="02020603050405020304" pitchFamily="18" charset="0"/>
                        </a:rPr>
                        <a:t>平面</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70722863"/>
                  </a:ext>
                </a:extLst>
              </a:tr>
            </a:tbl>
          </a:graphicData>
        </a:graphic>
      </p:graphicFrame>
      <mc:AlternateContent xmlns:mc="http://schemas.openxmlformats.org/markup-compatibility/2006">
        <mc:Choice xmlns:a14="http://schemas.microsoft.com/office/drawing/2010/main" Requires="a14">
          <p:sp>
            <p:nvSpPr>
              <p:cNvPr id="3" name="标题 1">
                <a:extLst>
                  <a:ext uri="{FF2B5EF4-FFF2-40B4-BE49-F238E27FC236}">
                    <a16:creationId xmlns:a16="http://schemas.microsoft.com/office/drawing/2014/main" id="{F5A2D16C-24A0-DDF3-37A6-48A6AD89978A}"/>
                  </a:ext>
                </a:extLst>
              </p:cNvPr>
              <p:cNvSpPr txBox="1">
                <a:spLocks/>
              </p:cNvSpPr>
              <p:nvPr/>
            </p:nvSpPr>
            <p:spPr>
              <a:xfrm>
                <a:off x="3048773" y="1374586"/>
                <a:ext cx="5301753" cy="1325563"/>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14:m>
                  <m:oMathPara xmlns:m="http://schemas.openxmlformats.org/officeDocument/2006/math">
                    <m:oMathParaPr>
                      <m:jc m:val="centerGroup"/>
                    </m:oMathParaPr>
                    <m:oMath xmlns:m="http://schemas.openxmlformats.org/officeDocument/2006/math">
                      <m:sSub>
                        <m:sSubPr>
                          <m:ctrlPr>
                            <a:rPr lang="en-US" altLang="zh-CN" sz="3200" i="1" smtClean="0">
                              <a:solidFill>
                                <a:srgbClr val="FF0000"/>
                              </a:solidFill>
                              <a:latin typeface="Cambria Math" panose="02040503050406030204" pitchFamily="18" charset="0"/>
                            </a:rPr>
                          </m:ctrlPr>
                        </m:sSubPr>
                        <m:e>
                          <m:r>
                            <a:rPr lang="zh-CN" altLang="en-US" sz="3200" i="1">
                              <a:solidFill>
                                <a:srgbClr val="FF0000"/>
                              </a:solidFill>
                              <a:latin typeface="Cambria Math" panose="02040503050406030204" pitchFamily="18" charset="0"/>
                            </a:rPr>
                            <m:t>𝚽</m:t>
                          </m:r>
                        </m:e>
                        <m:sub>
                          <m:r>
                            <a:rPr lang="en-US" altLang="zh-CN" sz="3200" i="1">
                              <a:solidFill>
                                <a:srgbClr val="FF0000"/>
                              </a:solidFill>
                              <a:latin typeface="Cambria Math" panose="02040503050406030204" pitchFamily="18" charset="0"/>
                            </a:rPr>
                            <m:t>𝒆</m:t>
                          </m:r>
                        </m:sub>
                      </m:sSub>
                      <m:r>
                        <a:rPr lang="en-US" altLang="zh-CN" sz="3200" i="1">
                          <a:solidFill>
                            <a:srgbClr val="FF0000"/>
                          </a:solidFill>
                          <a:latin typeface="Cambria Math" panose="02040503050406030204" pitchFamily="18" charset="0"/>
                        </a:rPr>
                        <m:t>=</m:t>
                      </m:r>
                      <m:nary>
                        <m:naryPr>
                          <m:chr m:val="∯"/>
                          <m:ctrlPr>
                            <a:rPr lang="en-US" altLang="zh-CN" sz="3200" i="1">
                              <a:solidFill>
                                <a:srgbClr val="FF0000"/>
                              </a:solidFill>
                              <a:latin typeface="Cambria Math" panose="02040503050406030204" pitchFamily="18" charset="0"/>
                            </a:rPr>
                          </m:ctrlPr>
                        </m:naryPr>
                        <m:sub>
                          <m:r>
                            <m:rPr>
                              <m:brk m:alnAt="23"/>
                            </m:rPr>
                            <a:rPr lang="en-US" altLang="zh-CN" sz="3200" i="1">
                              <a:solidFill>
                                <a:srgbClr val="FF0000"/>
                              </a:solidFill>
                              <a:latin typeface="Cambria Math" panose="02040503050406030204" pitchFamily="18" charset="0"/>
                            </a:rPr>
                            <m:t>𝑺</m:t>
                          </m:r>
                        </m:sub>
                        <m:sup/>
                        <m:e>
                          <m:acc>
                            <m:accPr>
                              <m:chr m:val="⃗"/>
                              <m:ctrlPr>
                                <a:rPr lang="en-US" altLang="zh-CN" sz="3200" i="1">
                                  <a:solidFill>
                                    <a:srgbClr val="FF0000"/>
                                  </a:solidFill>
                                  <a:latin typeface="Cambria Math" panose="02040503050406030204" pitchFamily="18" charset="0"/>
                                </a:rPr>
                              </m:ctrlPr>
                            </m:accPr>
                            <m:e>
                              <m:r>
                                <a:rPr lang="en-US" altLang="zh-CN" sz="3200" i="1">
                                  <a:solidFill>
                                    <a:srgbClr val="FF0000"/>
                                  </a:solidFill>
                                  <a:latin typeface="Cambria Math" panose="02040503050406030204" pitchFamily="18" charset="0"/>
                                </a:rPr>
                                <m:t>𝑬</m:t>
                              </m:r>
                            </m:e>
                          </m:acc>
                          <m:r>
                            <a:rPr lang="en-US" altLang="zh-CN" sz="3200" i="1">
                              <a:solidFill>
                                <a:srgbClr val="FF0000"/>
                              </a:solidFill>
                              <a:latin typeface="Cambria Math" panose="02040503050406030204" pitchFamily="18" charset="0"/>
                              <a:ea typeface="Cambria Math" panose="02040503050406030204" pitchFamily="18" charset="0"/>
                            </a:rPr>
                            <m:t>∙</m:t>
                          </m:r>
                          <m:r>
                            <a:rPr lang="en-US" altLang="zh-CN" sz="3200" i="1">
                              <a:solidFill>
                                <a:srgbClr val="FF0000"/>
                              </a:solidFill>
                              <a:latin typeface="Cambria Math" panose="02040503050406030204" pitchFamily="18" charset="0"/>
                              <a:ea typeface="Cambria Math" panose="02040503050406030204" pitchFamily="18" charset="0"/>
                            </a:rPr>
                            <m:t>𝒅</m:t>
                          </m:r>
                          <m:acc>
                            <m:accPr>
                              <m:chr m:val="⃗"/>
                              <m:ctrlPr>
                                <a:rPr lang="en-US" altLang="zh-CN" sz="3200" i="1">
                                  <a:solidFill>
                                    <a:srgbClr val="FF0000"/>
                                  </a:solidFill>
                                  <a:latin typeface="Cambria Math" panose="02040503050406030204" pitchFamily="18" charset="0"/>
                                </a:rPr>
                              </m:ctrlPr>
                            </m:accPr>
                            <m:e>
                              <m:r>
                                <a:rPr lang="en-US" altLang="zh-CN" sz="3200" i="1">
                                  <a:solidFill>
                                    <a:srgbClr val="FF0000"/>
                                  </a:solidFill>
                                  <a:latin typeface="Cambria Math" panose="02040503050406030204" pitchFamily="18" charset="0"/>
                                </a:rPr>
                                <m:t>𝑺</m:t>
                              </m:r>
                            </m:e>
                          </m:acc>
                          <m:r>
                            <a:rPr lang="en-US" altLang="zh-CN" sz="3200" i="1">
                              <a:solidFill>
                                <a:srgbClr val="FF0000"/>
                              </a:solidFill>
                              <a:latin typeface="Cambria Math" panose="02040503050406030204" pitchFamily="18" charset="0"/>
                            </a:rPr>
                            <m:t>=</m:t>
                          </m:r>
                          <m:f>
                            <m:fPr>
                              <m:ctrlPr>
                                <a:rPr lang="en-US" altLang="zh-CN" sz="3200" i="1">
                                  <a:solidFill>
                                    <a:srgbClr val="FF0000"/>
                                  </a:solidFill>
                                  <a:latin typeface="Cambria Math" panose="02040503050406030204" pitchFamily="18" charset="0"/>
                                </a:rPr>
                              </m:ctrlPr>
                            </m:fPr>
                            <m:num>
                              <m:r>
                                <a:rPr lang="en-US" altLang="zh-CN" sz="3200" i="1">
                                  <a:solidFill>
                                    <a:srgbClr val="FF0000"/>
                                  </a:solidFill>
                                  <a:latin typeface="Cambria Math" panose="02040503050406030204" pitchFamily="18" charset="0"/>
                                </a:rPr>
                                <m:t>𝟏</m:t>
                              </m:r>
                            </m:num>
                            <m:den>
                              <m:sSub>
                                <m:sSubPr>
                                  <m:ctrlPr>
                                    <a:rPr lang="en-US" altLang="zh-CN" sz="3200" i="1">
                                      <a:solidFill>
                                        <a:srgbClr val="FF0000"/>
                                      </a:solidFill>
                                      <a:latin typeface="Cambria Math" panose="02040503050406030204" pitchFamily="18" charset="0"/>
                                    </a:rPr>
                                  </m:ctrlPr>
                                </m:sSubPr>
                                <m:e>
                                  <m:r>
                                    <a:rPr lang="zh-CN" altLang="en-US" sz="3200" i="1">
                                      <a:solidFill>
                                        <a:srgbClr val="FF0000"/>
                                      </a:solidFill>
                                      <a:latin typeface="Cambria Math" panose="02040503050406030204" pitchFamily="18" charset="0"/>
                                    </a:rPr>
                                    <m:t>𝜺</m:t>
                                  </m:r>
                                </m:e>
                                <m:sub>
                                  <m:r>
                                    <a:rPr lang="en-US" altLang="zh-CN" sz="3200" i="1">
                                      <a:solidFill>
                                        <a:srgbClr val="FF0000"/>
                                      </a:solidFill>
                                      <a:latin typeface="Cambria Math" panose="02040503050406030204" pitchFamily="18" charset="0"/>
                                    </a:rPr>
                                    <m:t>𝟎</m:t>
                                  </m:r>
                                </m:sub>
                              </m:sSub>
                            </m:den>
                          </m:f>
                          <m:nary>
                            <m:naryPr>
                              <m:chr m:val="∑"/>
                              <m:supHide m:val="on"/>
                              <m:ctrlPr>
                                <a:rPr lang="en-US" altLang="zh-CN" sz="3200" i="1">
                                  <a:solidFill>
                                    <a:srgbClr val="FF0000"/>
                                  </a:solidFill>
                                  <a:latin typeface="Cambria Math" panose="02040503050406030204" pitchFamily="18" charset="0"/>
                                </a:rPr>
                              </m:ctrlPr>
                            </m:naryPr>
                            <m:sub>
                              <m:r>
                                <m:rPr>
                                  <m:brk m:alnAt="7"/>
                                </m:rPr>
                                <a:rPr lang="en-US" altLang="zh-CN" sz="3200" i="1">
                                  <a:solidFill>
                                    <a:srgbClr val="FF0000"/>
                                  </a:solidFill>
                                  <a:latin typeface="Cambria Math" panose="02040503050406030204" pitchFamily="18" charset="0"/>
                                </a:rPr>
                                <m:t>𝑺</m:t>
                              </m:r>
                              <m:r>
                                <m:rPr>
                                  <m:brk m:alnAt="7"/>
                                </m:rPr>
                                <a:rPr lang="zh-CN" altLang="en-US" sz="3200" i="1">
                                  <a:solidFill>
                                    <a:srgbClr val="FF0000"/>
                                  </a:solidFill>
                                  <a:latin typeface="Cambria Math" panose="02040503050406030204" pitchFamily="18" charset="0"/>
                                </a:rPr>
                                <m:t>内</m:t>
                              </m:r>
                            </m:sub>
                            <m:sup/>
                            <m:e>
                              <m:sSub>
                                <m:sSubPr>
                                  <m:ctrlPr>
                                    <a:rPr lang="en-US" altLang="zh-CN" sz="3200" i="1">
                                      <a:solidFill>
                                        <a:srgbClr val="FF0000"/>
                                      </a:solidFill>
                                      <a:latin typeface="Cambria Math" panose="02040503050406030204" pitchFamily="18" charset="0"/>
                                    </a:rPr>
                                  </m:ctrlPr>
                                </m:sSubPr>
                                <m:e>
                                  <m:r>
                                    <a:rPr lang="en-US" altLang="zh-CN" sz="3200" i="1">
                                      <a:solidFill>
                                        <a:srgbClr val="FF0000"/>
                                      </a:solidFill>
                                      <a:latin typeface="Cambria Math" panose="02040503050406030204" pitchFamily="18" charset="0"/>
                                    </a:rPr>
                                    <m:t>𝒒</m:t>
                                  </m:r>
                                </m:e>
                                <m:sub>
                                  <m:r>
                                    <a:rPr lang="en-US" altLang="zh-CN" sz="3200" i="1">
                                      <a:solidFill>
                                        <a:srgbClr val="FF0000"/>
                                      </a:solidFill>
                                      <a:latin typeface="Cambria Math" panose="02040503050406030204" pitchFamily="18" charset="0"/>
                                    </a:rPr>
                                    <m:t>𝒊</m:t>
                                  </m:r>
                                </m:sub>
                              </m:sSub>
                            </m:e>
                          </m:nary>
                        </m:e>
                      </m:nary>
                    </m:oMath>
                  </m:oMathPara>
                </a14:m>
                <a:endParaRPr lang="zh-CN" altLang="en-US" sz="3200" dirty="0">
                  <a:solidFill>
                    <a:srgbClr val="FF0000"/>
                  </a:solidFill>
                </a:endParaRPr>
              </a:p>
            </p:txBody>
          </p:sp>
        </mc:Choice>
        <mc:Fallback>
          <p:sp>
            <p:nvSpPr>
              <p:cNvPr id="3" name="标题 1">
                <a:extLst>
                  <a:ext uri="{FF2B5EF4-FFF2-40B4-BE49-F238E27FC236}">
                    <a16:creationId xmlns:a16="http://schemas.microsoft.com/office/drawing/2014/main" id="{F5A2D16C-24A0-DDF3-37A6-48A6AD89978A}"/>
                  </a:ext>
                </a:extLst>
              </p:cNvPr>
              <p:cNvSpPr txBox="1">
                <a:spLocks noRot="1" noChangeAspect="1" noMove="1" noResize="1" noEditPoints="1" noAdjustHandles="1" noChangeArrowheads="1" noChangeShapeType="1" noTextEdit="1"/>
              </p:cNvSpPr>
              <p:nvPr/>
            </p:nvSpPr>
            <p:spPr>
              <a:xfrm>
                <a:off x="3048773" y="1374586"/>
                <a:ext cx="5301753" cy="1325563"/>
              </a:xfrm>
              <a:prstGeom prst="rect">
                <a:avLst/>
              </a:prstGeom>
              <a:blipFill>
                <a:blip r:embed="rId2"/>
                <a:stretch>
                  <a:fillRect b="-1376"/>
                </a:stretch>
              </a:blipFill>
            </p:spPr>
            <p:txBody>
              <a:bodyPr/>
              <a:lstStyle/>
              <a:p>
                <a:r>
                  <a:rPr 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225921-78FE-4DE7-90B9-C888CEF5384E}"/>
              </a:ext>
            </a:extLst>
          </p:cNvPr>
          <p:cNvSpPr txBox="1"/>
          <p:nvPr>
            <p:custDataLst>
              <p:tags r:id="rId2"/>
            </p:custDataLst>
          </p:nvPr>
        </p:nvSpPr>
        <p:spPr>
          <a:xfrm>
            <a:off x="1219200" y="635000"/>
            <a:ext cx="9753600" cy="2143125"/>
          </a:xfrm>
          <a:prstGeom prst="rect">
            <a:avLst/>
          </a:prstGeom>
          <a:noFill/>
        </p:spPr>
        <p:txBody>
          <a:bodyPr vert="horz" wrap="square" rtlCol="0" anchor="ctr" anchorCtr="0">
            <a:noAutofit/>
          </a:bodyPr>
          <a:lstStyle/>
          <a:p>
            <a:r>
              <a:rPr lang="zh-CN" altLang="en-US" sz="2800" dirty="0">
                <a:latin typeface="宋体" panose="02010600030101010101" pitchFamily="2" charset="-122"/>
                <a:ea typeface="宋体" panose="02010600030101010101" pitchFamily="2" charset="-122"/>
                <a:cs typeface="Times New Roman" panose="02020603050405020304" pitchFamily="18" charset="0"/>
              </a:rPr>
              <a:t>均匀带电球体，带电密度为</a:t>
            </a:r>
            <a:r>
              <a:rPr lang="zh-CN" altLang="en-US" sz="2800"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zh-CN" altLang="en-US" sz="2800" dirty="0">
                <a:latin typeface="宋体" panose="02010600030101010101" pitchFamily="2" charset="-122"/>
                <a:ea typeface="宋体" panose="02010600030101010101" pitchFamily="2" charset="-122"/>
                <a:cs typeface="Times New Roman" panose="02020603050405020304" pitchFamily="18" charset="0"/>
              </a:rPr>
              <a:t>，半径为</a:t>
            </a:r>
            <a:r>
              <a:rPr lang="en-US" altLang="zh-CN" sz="2800"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R</a:t>
            </a:r>
            <a:r>
              <a:rPr lang="en-US" altLang="zh-CN" sz="2800" baseline="-30000"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1</a:t>
            </a:r>
            <a:r>
              <a:rPr lang="zh-CN" altLang="en-US" sz="2800" dirty="0">
                <a:latin typeface="宋体" panose="02010600030101010101" pitchFamily="2" charset="-122"/>
                <a:ea typeface="宋体" panose="02010600030101010101" pitchFamily="2" charset="-122"/>
                <a:cs typeface="Times New Roman" panose="02020603050405020304" pitchFamily="18" charset="0"/>
                <a:sym typeface="Symbol" panose="05050102010706020507" pitchFamily="18" charset="2"/>
              </a:rPr>
              <a:t>。在距离带电球体圆心</a:t>
            </a:r>
            <a:r>
              <a:rPr lang="en-US" altLang="zh-CN" sz="2800"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L</a:t>
            </a:r>
            <a:r>
              <a:rPr lang="zh-CN" altLang="en-US" sz="2800" dirty="0">
                <a:latin typeface="宋体" panose="02010600030101010101" pitchFamily="2" charset="-122"/>
                <a:ea typeface="宋体" panose="02010600030101010101" pitchFamily="2" charset="-122"/>
                <a:cs typeface="Times New Roman" panose="02020603050405020304" pitchFamily="18" charset="0"/>
                <a:sym typeface="Symbol" panose="05050102010706020507" pitchFamily="18" charset="2"/>
              </a:rPr>
              <a:t>处挖一个半径为</a:t>
            </a:r>
            <a:r>
              <a:rPr lang="en-US" altLang="zh-CN" sz="2800"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R</a:t>
            </a:r>
            <a:r>
              <a:rPr lang="en-US" altLang="zh-CN" sz="2800" baseline="-30000"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2</a:t>
            </a:r>
            <a:r>
              <a:rPr lang="zh-CN" altLang="en-US" sz="2800" dirty="0">
                <a:latin typeface="宋体" panose="02010600030101010101" pitchFamily="2" charset="-122"/>
                <a:ea typeface="宋体" panose="02010600030101010101" pitchFamily="2" charset="-122"/>
                <a:cs typeface="Times New Roman" panose="02020603050405020304" pitchFamily="18" charset="0"/>
                <a:sym typeface="Symbol" panose="05050102010706020507" pitchFamily="18" charset="2"/>
              </a:rPr>
              <a:t>的空腔，这个过程不改变其余部分带电，则空腔中的电场强度为：</a:t>
            </a:r>
            <a:endParaRPr 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5" name="文本框 4">
            <a:extLst>
              <a:ext uri="{FF2B5EF4-FFF2-40B4-BE49-F238E27FC236}">
                <a16:creationId xmlns:a16="http://schemas.microsoft.com/office/drawing/2014/main" id="{881602CE-C759-40C2-974D-DDDA125FC34D}"/>
              </a:ext>
            </a:extLst>
          </p:cNvPr>
          <p:cNvSpPr txBox="1"/>
          <p:nvPr>
            <p:custDataLst>
              <p:tags r:id="rId3"/>
            </p:custDataLst>
          </p:nvPr>
        </p:nvSpPr>
        <p:spPr>
          <a:xfrm>
            <a:off x="2438400" y="2786063"/>
            <a:ext cx="8534400" cy="642938"/>
          </a:xfrm>
          <a:prstGeom prst="rect">
            <a:avLst/>
          </a:prstGeom>
          <a:noFill/>
        </p:spPr>
        <p:txBody>
          <a:bodyPr vert="horz" rtlCol="0" anchor="ctr" anchorCtr="0">
            <a:noAutofit/>
          </a:bodyPr>
          <a:lstStyle/>
          <a:p>
            <a:r>
              <a:rPr lang="en-US" altLang="zh-CN" sz="2800"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0</a:t>
            </a:r>
            <a:endParaRPr 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8DBE039B-CDC3-4006-8FB0-40F878DAC398}"/>
                  </a:ext>
                </a:extLst>
              </p:cNvPr>
              <p:cNvSpPr txBox="1"/>
              <p:nvPr>
                <p:custDataLst>
                  <p:tags r:id="rId4"/>
                </p:custDataLst>
              </p:nvPr>
            </p:nvSpPr>
            <p:spPr>
              <a:xfrm>
                <a:off x="2438400" y="3643313"/>
                <a:ext cx="805444" cy="642938"/>
              </a:xfrm>
              <a:prstGeom prst="rect">
                <a:avLst/>
              </a:prstGeom>
              <a:noFill/>
            </p:spPr>
            <p:txBody>
              <a:bodyPr vert="horz" rtlCol="0" anchor="ctr" anchorCtr="0">
                <a:noAutofit/>
              </a:bodyPr>
              <a:lstStyle/>
              <a:p>
                <a:pPr/>
                <a14:m>
                  <m:oMathPara xmlns:m="http://schemas.openxmlformats.org/officeDocument/2006/math">
                    <m:oMathParaPr>
                      <m:jc m:val="centerGroup"/>
                    </m:oMathParaPr>
                    <m:oMath xmlns:m="http://schemas.openxmlformats.org/officeDocument/2006/math">
                      <m:f>
                        <m:fPr>
                          <m:ctrlPr>
                            <a:rPr lang="en-US" i="1">
                              <a:latin typeface="Cambria Math" panose="02040503050406030204" pitchFamily="18" charset="0"/>
                            </a:rPr>
                          </m:ctrlPr>
                        </m:fPr>
                        <m:num>
                          <m:r>
                            <a:rPr lang="en-US" i="1">
                              <a:latin typeface="Cambria Math" panose="02040503050406030204" pitchFamily="18" charset="0"/>
                            </a:rPr>
                            <m:t>𝜌</m:t>
                          </m:r>
                          <m:r>
                            <a:rPr lang="en-US" i="1">
                              <a:latin typeface="Cambria Math" panose="02040503050406030204" pitchFamily="18" charset="0"/>
                            </a:rPr>
                            <m:t>𝐿</m:t>
                          </m:r>
                        </m:num>
                        <m:den>
                          <m:r>
                            <a:rPr lang="en-US" i="1">
                              <a:latin typeface="Cambria Math" panose="02040503050406030204" pitchFamily="18" charset="0"/>
                            </a:rPr>
                            <m:t>3</m:t>
                          </m:r>
                          <m:sSub>
                            <m:sSubPr>
                              <m:ctrlPr>
                                <a:rPr lang="en-US" i="1">
                                  <a:latin typeface="Cambria Math" panose="02040503050406030204" pitchFamily="18" charset="0"/>
                                </a:rPr>
                              </m:ctrlPr>
                            </m:sSubPr>
                            <m:e>
                              <m:r>
                                <a:rPr lang="en-US" i="1">
                                  <a:latin typeface="Cambria Math" panose="02040503050406030204" pitchFamily="18" charset="0"/>
                                </a:rPr>
                                <m:t>𝜀</m:t>
                              </m:r>
                            </m:e>
                            <m:sub>
                              <m:r>
                                <a:rPr lang="en-US" i="1">
                                  <a:latin typeface="Cambria Math" panose="02040503050406030204" pitchFamily="18" charset="0"/>
                                </a:rPr>
                                <m:t>0</m:t>
                              </m:r>
                            </m:sub>
                          </m:sSub>
                        </m:den>
                      </m:f>
                    </m:oMath>
                  </m:oMathPara>
                </a14:m>
                <a:endParaRPr 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mc:Choice>
        <mc:Fallback xmlns="">
          <p:sp>
            <p:nvSpPr>
              <p:cNvPr id="6" name="文本框 5">
                <a:extLst>
                  <a:ext uri="{FF2B5EF4-FFF2-40B4-BE49-F238E27FC236}">
                    <a16:creationId xmlns:a16="http://schemas.microsoft.com/office/drawing/2014/main" id="{8DBE039B-CDC3-4006-8FB0-40F878DAC398}"/>
                  </a:ext>
                </a:extLst>
              </p:cNvPr>
              <p:cNvSpPr txBox="1">
                <a:spLocks noRot="1" noChangeAspect="1" noMove="1" noResize="1" noEditPoints="1" noAdjustHandles="1" noChangeArrowheads="1" noChangeShapeType="1" noTextEdit="1"/>
              </p:cNvSpPr>
              <p:nvPr>
                <p:custDataLst>
                  <p:tags r:id="rId19"/>
                </p:custDataLst>
              </p:nvPr>
            </p:nvSpPr>
            <p:spPr>
              <a:xfrm>
                <a:off x="2438400" y="3643313"/>
                <a:ext cx="805444" cy="642938"/>
              </a:xfrm>
              <a:prstGeom prst="rect">
                <a:avLst/>
              </a:prstGeom>
              <a:blipFill>
                <a:blip r:embed="rId2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3AC10D1F-D140-4AD0-A711-7801CF1D9422}"/>
                  </a:ext>
                </a:extLst>
              </p:cNvPr>
              <p:cNvSpPr txBox="1"/>
              <p:nvPr>
                <p:custDataLst>
                  <p:tags r:id="rId5"/>
                </p:custDataLst>
              </p:nvPr>
            </p:nvSpPr>
            <p:spPr>
              <a:xfrm>
                <a:off x="2500463" y="4497557"/>
                <a:ext cx="714418" cy="642938"/>
              </a:xfrm>
              <a:prstGeom prst="rect">
                <a:avLst/>
              </a:prstGeom>
              <a:noFill/>
            </p:spPr>
            <p:txBody>
              <a:bodyPr vert="horz" rtlCol="0" anchor="ctr" anchorCtr="0">
                <a:noAutofit/>
              </a:bodyPr>
              <a:lstStyle/>
              <a:p>
                <a:pPr/>
                <a14:m>
                  <m:oMathPara xmlns:m="http://schemas.openxmlformats.org/officeDocument/2006/math">
                    <m:oMathParaPr>
                      <m:jc m:val="centerGroup"/>
                    </m:oMathParaPr>
                    <m:oMath xmlns:m="http://schemas.openxmlformats.org/officeDocument/2006/math">
                      <m:f>
                        <m:fPr>
                          <m:ctrlPr>
                            <a:rPr lang="en-US" i="1">
                              <a:latin typeface="Cambria Math" panose="02040503050406030204" pitchFamily="18" charset="0"/>
                            </a:rPr>
                          </m:ctrlPr>
                        </m:fPr>
                        <m:num>
                          <m:r>
                            <a:rPr lang="en-US" i="1">
                              <a:latin typeface="Cambria Math" panose="02040503050406030204" pitchFamily="18" charset="0"/>
                            </a:rPr>
                            <m:t>𝜌</m:t>
                          </m:r>
                          <m:sSubSup>
                            <m:sSubSupPr>
                              <m:ctrlPr>
                                <a:rPr lang="en-US" i="1">
                                  <a:latin typeface="Cambria Math" panose="02040503050406030204" pitchFamily="18" charset="0"/>
                                </a:rPr>
                              </m:ctrlPr>
                            </m:sSubSupPr>
                            <m:e>
                              <m:r>
                                <a:rPr lang="en-US" i="1">
                                  <a:latin typeface="Cambria Math" panose="02040503050406030204" pitchFamily="18" charset="0"/>
                                </a:rPr>
                                <m:t>𝑅</m:t>
                              </m:r>
                            </m:e>
                            <m:sub>
                              <m:r>
                                <a:rPr lang="en-US" i="1">
                                  <a:latin typeface="Cambria Math" panose="02040503050406030204" pitchFamily="18" charset="0"/>
                                </a:rPr>
                                <m:t>1</m:t>
                              </m:r>
                            </m:sub>
                            <m:sup>
                              <m:r>
                                <a:rPr lang="en-US" i="1">
                                  <a:latin typeface="Cambria Math" panose="02040503050406030204" pitchFamily="18" charset="0"/>
                                </a:rPr>
                                <m:t>3</m:t>
                              </m:r>
                            </m:sup>
                          </m:sSubSup>
                        </m:num>
                        <m:den>
                          <m:r>
                            <a:rPr lang="en-US" i="1">
                              <a:latin typeface="Cambria Math" panose="02040503050406030204" pitchFamily="18" charset="0"/>
                            </a:rPr>
                            <m:t>3</m:t>
                          </m:r>
                          <m:sSub>
                            <m:sSubPr>
                              <m:ctrlPr>
                                <a:rPr lang="en-US" i="1">
                                  <a:latin typeface="Cambria Math" panose="02040503050406030204" pitchFamily="18" charset="0"/>
                                </a:rPr>
                              </m:ctrlPr>
                            </m:sSubPr>
                            <m:e>
                              <m:r>
                                <a:rPr lang="en-US" i="1">
                                  <a:latin typeface="Cambria Math" panose="02040503050406030204" pitchFamily="18" charset="0"/>
                                </a:rPr>
                                <m:t>𝜀</m:t>
                              </m:r>
                            </m:e>
                            <m:sub>
                              <m:r>
                                <a:rPr lang="en-US" i="1">
                                  <a:latin typeface="Cambria Math" panose="02040503050406030204" pitchFamily="18" charset="0"/>
                                </a:rPr>
                                <m:t>0</m:t>
                              </m:r>
                            </m:sub>
                          </m:sSub>
                          <m:sSup>
                            <m:sSupPr>
                              <m:ctrlPr>
                                <a:rPr lang="en-US" i="1">
                                  <a:latin typeface="Cambria Math" panose="02040503050406030204" pitchFamily="18" charset="0"/>
                                </a:rPr>
                              </m:ctrlPr>
                            </m:sSupPr>
                            <m:e>
                              <m:r>
                                <a:rPr lang="en-US" i="1">
                                  <a:latin typeface="Cambria Math" panose="02040503050406030204" pitchFamily="18" charset="0"/>
                                </a:rPr>
                                <m:t>𝐿</m:t>
                              </m:r>
                            </m:e>
                            <m:sup>
                              <m:r>
                                <a:rPr lang="en-US" i="1">
                                  <a:latin typeface="Cambria Math" panose="02040503050406030204" pitchFamily="18" charset="0"/>
                                </a:rPr>
                                <m:t>2</m:t>
                              </m:r>
                            </m:sup>
                          </m:sSup>
                        </m:den>
                      </m:f>
                    </m:oMath>
                  </m:oMathPara>
                </a14:m>
                <a:endParaRPr 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mc:Choice>
        <mc:Fallback xmlns="">
          <p:sp>
            <p:nvSpPr>
              <p:cNvPr id="7" name="文本框 6">
                <a:extLst>
                  <a:ext uri="{FF2B5EF4-FFF2-40B4-BE49-F238E27FC236}">
                    <a16:creationId xmlns:a16="http://schemas.microsoft.com/office/drawing/2014/main" id="{3AC10D1F-D140-4AD0-A711-7801CF1D9422}"/>
                  </a:ext>
                </a:extLst>
              </p:cNvPr>
              <p:cNvSpPr txBox="1">
                <a:spLocks noRot="1" noChangeAspect="1" noMove="1" noResize="1" noEditPoints="1" noAdjustHandles="1" noChangeArrowheads="1" noChangeShapeType="1" noTextEdit="1"/>
              </p:cNvSpPr>
              <p:nvPr>
                <p:custDataLst>
                  <p:tags r:id="rId21"/>
                </p:custDataLst>
              </p:nvPr>
            </p:nvSpPr>
            <p:spPr>
              <a:xfrm>
                <a:off x="2500463" y="4497557"/>
                <a:ext cx="714418" cy="642938"/>
              </a:xfrm>
              <a:prstGeom prst="rect">
                <a:avLst/>
              </a:prstGeom>
              <a:blipFill>
                <a:blip r:embed="rId2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AB69CA62-52AD-4379-9836-55C2B3B3B2DA}"/>
                  </a:ext>
                </a:extLst>
              </p:cNvPr>
              <p:cNvSpPr txBox="1"/>
              <p:nvPr>
                <p:custDataLst>
                  <p:tags r:id="rId6"/>
                </p:custDataLst>
              </p:nvPr>
            </p:nvSpPr>
            <p:spPr>
              <a:xfrm>
                <a:off x="2438400" y="5357813"/>
                <a:ext cx="867508" cy="642938"/>
              </a:xfrm>
              <a:prstGeom prst="rect">
                <a:avLst/>
              </a:prstGeom>
              <a:noFill/>
            </p:spPr>
            <p:txBody>
              <a:bodyPr vert="horz" rtlCol="0" anchor="ctr" anchorCtr="0">
                <a:noAutofit/>
              </a:bodyPr>
              <a:lstStyle/>
              <a:p>
                <a:pP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rPr>
                          </m:ctrlPr>
                        </m:fPr>
                        <m:num>
                          <m:r>
                            <a:rPr lang="en-US" i="1">
                              <a:latin typeface="Cambria Math" panose="02040503050406030204" pitchFamily="18" charset="0"/>
                            </a:rPr>
                            <m:t>𝜌</m:t>
                          </m:r>
                          <m:sSubSup>
                            <m:sSubSupPr>
                              <m:ctrlPr>
                                <a:rPr lang="en-US" i="1">
                                  <a:latin typeface="Cambria Math" panose="02040503050406030204" pitchFamily="18" charset="0"/>
                                </a:rPr>
                              </m:ctrlPr>
                            </m:sSubSupPr>
                            <m:e>
                              <m:r>
                                <a:rPr lang="en-US" i="1">
                                  <a:latin typeface="Cambria Math" panose="02040503050406030204" pitchFamily="18" charset="0"/>
                                </a:rPr>
                                <m:t>𝑅</m:t>
                              </m:r>
                            </m:e>
                            <m:sub>
                              <m:r>
                                <a:rPr lang="en-US" b="0" i="1" smtClean="0">
                                  <a:latin typeface="Cambria Math" panose="02040503050406030204" pitchFamily="18" charset="0"/>
                                </a:rPr>
                                <m:t>2</m:t>
                              </m:r>
                            </m:sub>
                            <m:sup>
                              <m:r>
                                <a:rPr lang="en-US" i="1">
                                  <a:latin typeface="Cambria Math" panose="02040503050406030204" pitchFamily="18" charset="0"/>
                                </a:rPr>
                                <m:t>3</m:t>
                              </m:r>
                            </m:sup>
                          </m:sSubSup>
                        </m:num>
                        <m:den>
                          <m:r>
                            <a:rPr lang="en-US" i="1">
                              <a:latin typeface="Cambria Math" panose="02040503050406030204" pitchFamily="18" charset="0"/>
                            </a:rPr>
                            <m:t>3</m:t>
                          </m:r>
                          <m:sSub>
                            <m:sSubPr>
                              <m:ctrlPr>
                                <a:rPr lang="en-US" i="1">
                                  <a:latin typeface="Cambria Math" panose="02040503050406030204" pitchFamily="18" charset="0"/>
                                </a:rPr>
                              </m:ctrlPr>
                            </m:sSubPr>
                            <m:e>
                              <m:r>
                                <a:rPr lang="en-US" i="1">
                                  <a:latin typeface="Cambria Math" panose="02040503050406030204" pitchFamily="18" charset="0"/>
                                </a:rPr>
                                <m:t>𝜀</m:t>
                              </m:r>
                            </m:e>
                            <m:sub>
                              <m:r>
                                <a:rPr lang="en-US" i="1">
                                  <a:latin typeface="Cambria Math" panose="02040503050406030204" pitchFamily="18" charset="0"/>
                                </a:rPr>
                                <m:t>0</m:t>
                              </m:r>
                            </m:sub>
                          </m:sSub>
                          <m:sSup>
                            <m:sSupPr>
                              <m:ctrlPr>
                                <a:rPr lang="en-US" i="1">
                                  <a:latin typeface="Cambria Math" panose="02040503050406030204" pitchFamily="18" charset="0"/>
                                </a:rPr>
                              </m:ctrlPr>
                            </m:sSupPr>
                            <m:e>
                              <m:r>
                                <a:rPr lang="en-US" i="1">
                                  <a:latin typeface="Cambria Math" panose="02040503050406030204" pitchFamily="18" charset="0"/>
                                </a:rPr>
                                <m:t>𝐿</m:t>
                              </m:r>
                            </m:e>
                            <m:sup>
                              <m:r>
                                <a:rPr lang="en-US" i="1">
                                  <a:latin typeface="Cambria Math" panose="02040503050406030204" pitchFamily="18" charset="0"/>
                                </a:rPr>
                                <m:t>2</m:t>
                              </m:r>
                            </m:sup>
                          </m:sSup>
                        </m:den>
                      </m:f>
                    </m:oMath>
                  </m:oMathPara>
                </a14:m>
                <a:endParaRPr 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mc:Choice>
        <mc:Fallback xmlns="">
          <p:sp>
            <p:nvSpPr>
              <p:cNvPr id="8" name="文本框 7">
                <a:extLst>
                  <a:ext uri="{FF2B5EF4-FFF2-40B4-BE49-F238E27FC236}">
                    <a16:creationId xmlns:a16="http://schemas.microsoft.com/office/drawing/2014/main" id="{AB69CA62-52AD-4379-9836-55C2B3B3B2DA}"/>
                  </a:ext>
                </a:extLst>
              </p:cNvPr>
              <p:cNvSpPr txBox="1">
                <a:spLocks noRot="1" noChangeAspect="1" noMove="1" noResize="1" noEditPoints="1" noAdjustHandles="1" noChangeArrowheads="1" noChangeShapeType="1" noTextEdit="1"/>
              </p:cNvSpPr>
              <p:nvPr>
                <p:custDataLst>
                  <p:tags r:id="rId23"/>
                </p:custDataLst>
              </p:nvPr>
            </p:nvSpPr>
            <p:spPr>
              <a:xfrm>
                <a:off x="2438400" y="5357813"/>
                <a:ext cx="867508" cy="642938"/>
              </a:xfrm>
              <a:prstGeom prst="rect">
                <a:avLst/>
              </a:prstGeom>
              <a:blipFill>
                <a:blip r:embed="rId24"/>
                <a:stretch>
                  <a:fillRect/>
                </a:stretch>
              </a:blipFill>
            </p:spPr>
            <p:txBody>
              <a:bodyPr/>
              <a:lstStyle/>
              <a:p>
                <a:r>
                  <a:rPr lang="en-US">
                    <a:noFill/>
                  </a:rPr>
                  <a:t> </a:t>
                </a:r>
              </a:p>
            </p:txBody>
          </p:sp>
        </mc:Fallback>
      </mc:AlternateContent>
      <p:sp>
        <p:nvSpPr>
          <p:cNvPr id="9" name="椭圆 8">
            <a:extLst>
              <a:ext uri="{FF2B5EF4-FFF2-40B4-BE49-F238E27FC236}">
                <a16:creationId xmlns:a16="http://schemas.microsoft.com/office/drawing/2014/main" id="{CD01121F-C38F-4688-AA66-D4BC319BC24C}"/>
              </a:ext>
            </a:extLst>
          </p:cNvPr>
          <p:cNvSpPr>
            <a:spLocks noChangeAspect="1"/>
          </p:cNvSpPr>
          <p:nvPr>
            <p:custDataLst>
              <p:tags r:id="rId7"/>
            </p:custDataLst>
          </p:nvPr>
        </p:nvSpPr>
        <p:spPr>
          <a:xfrm>
            <a:off x="1571625" y="285035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p>
        </p:txBody>
      </p:sp>
      <p:sp>
        <p:nvSpPr>
          <p:cNvPr id="10" name="椭圆 9">
            <a:extLst>
              <a:ext uri="{FF2B5EF4-FFF2-40B4-BE49-F238E27FC236}">
                <a16:creationId xmlns:a16="http://schemas.microsoft.com/office/drawing/2014/main" id="{3DCBBDE4-9FB2-48F0-A2D0-A88A8F0931BE}"/>
              </a:ext>
            </a:extLst>
          </p:cNvPr>
          <p:cNvSpPr>
            <a:spLocks noChangeAspect="1"/>
          </p:cNvSpPr>
          <p:nvPr>
            <p:custDataLst>
              <p:tags r:id="rId8"/>
            </p:custDataLst>
          </p:nvPr>
        </p:nvSpPr>
        <p:spPr>
          <a:xfrm>
            <a:off x="1571625" y="3707606"/>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p>
        </p:txBody>
      </p:sp>
      <p:sp>
        <p:nvSpPr>
          <p:cNvPr id="11" name="椭圆 10">
            <a:extLst>
              <a:ext uri="{FF2B5EF4-FFF2-40B4-BE49-F238E27FC236}">
                <a16:creationId xmlns:a16="http://schemas.microsoft.com/office/drawing/2014/main" id="{EFD48182-34E1-4F35-97AD-596893952D6F}"/>
              </a:ext>
            </a:extLst>
          </p:cNvPr>
          <p:cNvSpPr>
            <a:spLocks noChangeAspect="1"/>
          </p:cNvSpPr>
          <p:nvPr>
            <p:custDataLst>
              <p:tags r:id="rId9"/>
            </p:custDataLst>
          </p:nvPr>
        </p:nvSpPr>
        <p:spPr>
          <a:xfrm>
            <a:off x="1571625" y="456485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p>
        </p:txBody>
      </p:sp>
      <p:sp>
        <p:nvSpPr>
          <p:cNvPr id="12" name="椭圆 11">
            <a:extLst>
              <a:ext uri="{FF2B5EF4-FFF2-40B4-BE49-F238E27FC236}">
                <a16:creationId xmlns:a16="http://schemas.microsoft.com/office/drawing/2014/main" id="{86240227-D67C-493D-BEF6-FD70CBB0E1AE}"/>
              </a:ext>
            </a:extLst>
          </p:cNvPr>
          <p:cNvSpPr>
            <a:spLocks noChangeAspect="1"/>
          </p:cNvSpPr>
          <p:nvPr>
            <p:custDataLst>
              <p:tags r:id="rId10"/>
            </p:custDataLst>
          </p:nvPr>
        </p:nvSpPr>
        <p:spPr>
          <a:xfrm>
            <a:off x="1571625" y="542210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p>
        </p:txBody>
      </p:sp>
      <p:sp>
        <p:nvSpPr>
          <p:cNvPr id="13" name="矩形: 圆角 12">
            <a:extLst>
              <a:ext uri="{FF2B5EF4-FFF2-40B4-BE49-F238E27FC236}">
                <a16:creationId xmlns:a16="http://schemas.microsoft.com/office/drawing/2014/main" id="{9E6973F3-D976-4E9E-9ADC-42740A648FF5}"/>
              </a:ext>
            </a:extLst>
          </p:cNvPr>
          <p:cNvSpPr/>
          <p:nvPr>
            <p:custDataLst>
              <p:tags r:id="rId11"/>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endParaRPr 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pic>
        <p:nvPicPr>
          <p:cNvPr id="20" name="Picture 1" descr="A picture containing diagram&#10;&#10;Description automatically generated">
            <a:extLst>
              <a:ext uri="{FF2B5EF4-FFF2-40B4-BE49-F238E27FC236}">
                <a16:creationId xmlns:a16="http://schemas.microsoft.com/office/drawing/2014/main" id="{60CBEEF2-7A47-432E-A7B0-01BF185DB382}"/>
              </a:ext>
            </a:extLst>
          </p:cNvPr>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7779608" y="2224734"/>
            <a:ext cx="2898477" cy="2628620"/>
          </a:xfrm>
          <a:prstGeom prst="rect">
            <a:avLst/>
          </a:prstGeom>
          <a:noFill/>
          <a:extLst>
            <a:ext uri="{909E8E84-426E-40DD-AFC4-6F175D3DCCD1}">
              <a14:hiddenFill xmlns:a14="http://schemas.microsoft.com/office/drawing/2010/main">
                <a:solidFill>
                  <a:srgbClr val="FFFFFF"/>
                </a:solidFill>
              </a14:hiddenFill>
            </a:ext>
          </a:extLst>
        </p:spPr>
      </p:pic>
      <p:grpSp>
        <p:nvGrpSpPr>
          <p:cNvPr id="18" name="组合 17">
            <a:extLst>
              <a:ext uri="{FF2B5EF4-FFF2-40B4-BE49-F238E27FC236}">
                <a16:creationId xmlns:a16="http://schemas.microsoft.com/office/drawing/2014/main" id="{1A01151A-CAFF-4F72-B6FD-0988BD06B7C9}"/>
              </a:ext>
            </a:extLst>
          </p:cNvPr>
          <p:cNvGrpSpPr/>
          <p:nvPr>
            <p:custDataLst>
              <p:tags r:id="rId12"/>
            </p:custDataLst>
          </p:nvPr>
        </p:nvGrpSpPr>
        <p:grpSpPr>
          <a:xfrm>
            <a:off x="0" y="0"/>
            <a:ext cx="12192000" cy="635000"/>
            <a:chOff x="0" y="0"/>
            <a:chExt cx="12192000" cy="635000"/>
          </a:xfrm>
        </p:grpSpPr>
        <p:sp>
          <p:nvSpPr>
            <p:cNvPr id="14" name="TitleBackground">
              <a:extLst>
                <a:ext uri="{FF2B5EF4-FFF2-40B4-BE49-F238E27FC236}">
                  <a16:creationId xmlns:a16="http://schemas.microsoft.com/office/drawing/2014/main" id="{5A406601-95FF-494A-93E3-C9101120BB3B}"/>
                </a:ext>
              </a:extLst>
            </p:cNvPr>
            <p:cNvSpPr/>
            <p:nvPr>
              <p:custDataLst>
                <p:tags r:id="rId14"/>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ColorBlock">
              <a:extLst>
                <a:ext uri="{FF2B5EF4-FFF2-40B4-BE49-F238E27FC236}">
                  <a16:creationId xmlns:a16="http://schemas.microsoft.com/office/drawing/2014/main" id="{F9A25153-6D7D-4D00-9632-A6B55E8B1AE0}"/>
                </a:ext>
              </a:extLst>
            </p:cNvPr>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ypeText">
              <a:extLst>
                <a:ext uri="{FF2B5EF4-FFF2-40B4-BE49-F238E27FC236}">
                  <a16:creationId xmlns:a16="http://schemas.microsoft.com/office/drawing/2014/main" id="{AE79FDE9-57A0-4215-B594-EA0583ED339D}"/>
                </a:ext>
              </a:extLst>
            </p:cNvPr>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endParaRPr 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7" name="TipText">
              <a:extLst>
                <a:ext uri="{FF2B5EF4-FFF2-40B4-BE49-F238E27FC236}">
                  <a16:creationId xmlns:a16="http://schemas.microsoft.com/office/drawing/2014/main" id="{1F1EE7C2-F6CA-417C-8663-110E0D7F26A4}"/>
                </a:ext>
              </a:extLst>
            </p:cNvPr>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endParaRPr 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pic>
        <p:nvPicPr>
          <p:cNvPr id="3" name="图片 2">
            <a:extLst>
              <a:ext uri="{FF2B5EF4-FFF2-40B4-BE49-F238E27FC236}">
                <a16:creationId xmlns:a16="http://schemas.microsoft.com/office/drawing/2014/main" id="{FCB831C0-F959-4813-A06F-8307375B6F5A}"/>
              </a:ext>
            </a:extLst>
          </p:cNvPr>
          <p:cNvPicPr>
            <a:picLocks/>
          </p:cNvPicPr>
          <p:nvPr>
            <p:custDataLst>
              <p:tags r:id="rId13"/>
            </p:custDataLst>
          </p:nvPr>
        </p:nvPicPr>
        <p:blipFill>
          <a:blip r:embed="rId26">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13454229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2">
            <a:extLst>
              <a:ext uri="{FF2B5EF4-FFF2-40B4-BE49-F238E27FC236}">
                <a16:creationId xmlns:a16="http://schemas.microsoft.com/office/drawing/2014/main" id="{2343F6C6-B0D8-4CEF-B18D-CC1F3A162431}"/>
              </a:ext>
            </a:extLst>
          </p:cNvPr>
          <p:cNvGrpSpPr>
            <a:grpSpLocks/>
          </p:cNvGrpSpPr>
          <p:nvPr/>
        </p:nvGrpSpPr>
        <p:grpSpPr bwMode="auto">
          <a:xfrm>
            <a:off x="959963" y="615586"/>
            <a:ext cx="4852988" cy="531813"/>
            <a:chOff x="486" y="859"/>
            <a:chExt cx="3057" cy="335"/>
          </a:xfrm>
        </p:grpSpPr>
        <p:sp>
          <p:nvSpPr>
            <p:cNvPr id="3" name="Rectangle 13">
              <a:extLst>
                <a:ext uri="{FF2B5EF4-FFF2-40B4-BE49-F238E27FC236}">
                  <a16:creationId xmlns:a16="http://schemas.microsoft.com/office/drawing/2014/main" id="{B35B4619-8A45-4C2D-AE7B-6065FCD939CD}"/>
                </a:ext>
              </a:extLst>
            </p:cNvPr>
            <p:cNvSpPr>
              <a:spLocks noChangeArrowheads="1"/>
            </p:cNvSpPr>
            <p:nvPr/>
          </p:nvSpPr>
          <p:spPr bwMode="auto">
            <a:xfrm>
              <a:off x="486" y="864"/>
              <a:ext cx="3057"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defTabSz="76200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defTabSz="7620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defTabSz="7620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2800" dirty="0">
                  <a:latin typeface="+mn-lt"/>
                  <a:ea typeface="华文楷体" panose="02010600040101010101" pitchFamily="2" charset="-122"/>
                </a:rPr>
                <a:t>在空腔处填补        的电荷分布</a:t>
              </a:r>
            </a:p>
          </p:txBody>
        </p:sp>
        <mc:AlternateContent xmlns:mc="http://schemas.openxmlformats.org/markup-compatibility/2006">
          <mc:Choice xmlns:a14="http://schemas.microsoft.com/office/drawing/2010/main" Requires="a14">
            <p:sp>
              <p:nvSpPr>
                <p:cNvPr id="4" name="Object 14">
                  <a:extLst>
                    <a:ext uri="{FF2B5EF4-FFF2-40B4-BE49-F238E27FC236}">
                      <a16:creationId xmlns:a16="http://schemas.microsoft.com/office/drawing/2014/main" id="{7B845C45-4884-4CED-986C-4020D76E1852}"/>
                    </a:ext>
                  </a:extLst>
                </p:cNvPr>
                <p:cNvSpPr txBox="1"/>
                <p:nvPr/>
              </p:nvSpPr>
              <p:spPr bwMode="auto">
                <a:xfrm>
                  <a:off x="1868" y="859"/>
                  <a:ext cx="563" cy="296"/>
                </a:xfrm>
                <a:prstGeom prst="rect">
                  <a:avLst/>
                </a:prstGeom>
                <a:noFill/>
                <a:ln>
                  <a:noFill/>
                </a:ln>
                <a:effectLst/>
              </p:spPr>
              <p:txBody>
                <a:bodyPr>
                  <a:noAutofit/>
                </a:bodyPr>
                <a:lstStyle/>
                <a:p>
                  <a:pP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m:t>
                        </m:r>
                        <m:r>
                          <a:rPr lang="en-US" sz="2800" b="0" i="1" smtClean="0">
                            <a:solidFill>
                              <a:schemeClr val="tx1"/>
                            </a:solidFill>
                            <a:latin typeface="Cambria Math" panose="02040503050406030204" pitchFamily="18" charset="0"/>
                          </a:rPr>
                          <m:t>𝜌</m:t>
                        </m:r>
                      </m:oMath>
                    </m:oMathPara>
                  </a14:m>
                  <a:endParaRPr lang="en-US" sz="2800" dirty="0">
                    <a:solidFill>
                      <a:schemeClr val="tx1"/>
                    </a:solidFill>
                  </a:endParaRPr>
                </a:p>
              </p:txBody>
            </p:sp>
          </mc:Choice>
          <mc:Fallback>
            <p:sp>
              <p:nvSpPr>
                <p:cNvPr id="4" name="Object 14">
                  <a:extLst>
                    <a:ext uri="{FF2B5EF4-FFF2-40B4-BE49-F238E27FC236}">
                      <a16:creationId xmlns:a16="http://schemas.microsoft.com/office/drawing/2014/main" id="{7B845C45-4884-4CED-986C-4020D76E1852}"/>
                    </a:ext>
                  </a:extLst>
                </p:cNvPr>
                <p:cNvSpPr txBox="1">
                  <a:spLocks noRot="1" noChangeAspect="1" noMove="1" noResize="1" noEditPoints="1" noAdjustHandles="1" noChangeArrowheads="1" noChangeShapeType="1" noTextEdit="1"/>
                </p:cNvSpPr>
                <p:nvPr/>
              </p:nvSpPr>
              <p:spPr bwMode="auto">
                <a:xfrm>
                  <a:off x="1868" y="859"/>
                  <a:ext cx="563" cy="296"/>
                </a:xfrm>
                <a:prstGeom prst="rect">
                  <a:avLst/>
                </a:prstGeom>
                <a:blipFill>
                  <a:blip r:embed="rId2"/>
                  <a:stretch>
                    <a:fillRect/>
                  </a:stretch>
                </a:blipFill>
                <a:ln>
                  <a:noFill/>
                </a:ln>
                <a:effectLst/>
              </p:spPr>
              <p:txBody>
                <a:bodyPr/>
                <a:lstStyle/>
                <a:p>
                  <a:r>
                    <a:rPr lang="en-US">
                      <a:noFill/>
                    </a:rPr>
                    <a:t> </a:t>
                  </a:r>
                </a:p>
              </p:txBody>
            </p:sp>
          </mc:Fallback>
        </mc:AlternateContent>
      </p:grpSp>
      <p:sp>
        <p:nvSpPr>
          <p:cNvPr id="5" name="AutoShape 15">
            <a:extLst>
              <a:ext uri="{FF2B5EF4-FFF2-40B4-BE49-F238E27FC236}">
                <a16:creationId xmlns:a16="http://schemas.microsoft.com/office/drawing/2014/main" id="{2020574A-C607-4CF1-8F31-BAF64758CDEC}"/>
              </a:ext>
            </a:extLst>
          </p:cNvPr>
          <p:cNvSpPr>
            <a:spLocks noChangeArrowheads="1"/>
          </p:cNvSpPr>
          <p:nvPr/>
        </p:nvSpPr>
        <p:spPr bwMode="auto">
          <a:xfrm>
            <a:off x="3153888" y="1541098"/>
            <a:ext cx="647700" cy="288925"/>
          </a:xfrm>
          <a:prstGeom prst="rightArrow">
            <a:avLst>
              <a:gd name="adj1" fmla="val 50000"/>
              <a:gd name="adj2" fmla="val 56044"/>
            </a:avLst>
          </a:prstGeom>
          <a:solidFill>
            <a:srgbClr val="0066FF"/>
          </a:solidFill>
          <a:ln w="12699">
            <a:noFill/>
            <a:miter lim="800000"/>
            <a:headEnd type="none" w="sm" len="sm"/>
            <a:tailEnd type="none" w="sm" len="sm"/>
          </a:ln>
          <a:effec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buFontTx/>
              <a:buNone/>
            </a:pPr>
            <a:endParaRPr lang="zh-CN" altLang="en-US" sz="2800">
              <a:latin typeface="+mn-lt"/>
              <a:ea typeface="华文楷体" panose="02010600040101010101" pitchFamily="2" charset="-122"/>
            </a:endParaRPr>
          </a:p>
        </p:txBody>
      </p:sp>
      <p:grpSp>
        <p:nvGrpSpPr>
          <p:cNvPr id="6" name="Group 16">
            <a:extLst>
              <a:ext uri="{FF2B5EF4-FFF2-40B4-BE49-F238E27FC236}">
                <a16:creationId xmlns:a16="http://schemas.microsoft.com/office/drawing/2014/main" id="{EAC222C1-6D95-4998-BC70-48ECF1961889}"/>
              </a:ext>
            </a:extLst>
          </p:cNvPr>
          <p:cNvGrpSpPr>
            <a:grpSpLocks/>
          </p:cNvGrpSpPr>
          <p:nvPr/>
        </p:nvGrpSpPr>
        <p:grpSpPr bwMode="auto">
          <a:xfrm>
            <a:off x="3925942" y="1394651"/>
            <a:ext cx="3919538" cy="560388"/>
            <a:chOff x="1296" y="1248"/>
            <a:chExt cx="2469" cy="353"/>
          </a:xfrm>
        </p:grpSpPr>
        <mc:AlternateContent xmlns:mc="http://schemas.openxmlformats.org/markup-compatibility/2006" xmlns:a14="http://schemas.microsoft.com/office/drawing/2010/main">
          <mc:Choice Requires="a14">
            <p:sp>
              <p:nvSpPr>
                <p:cNvPr id="7" name="Object 17">
                  <a:extLst>
                    <a:ext uri="{FF2B5EF4-FFF2-40B4-BE49-F238E27FC236}">
                      <a16:creationId xmlns:a16="http://schemas.microsoft.com/office/drawing/2014/main" id="{8F9AF631-2D3A-4644-A55A-8BB5C1440351}"/>
                    </a:ext>
                  </a:extLst>
                </p:cNvPr>
                <p:cNvSpPr txBox="1"/>
                <p:nvPr/>
              </p:nvSpPr>
              <p:spPr bwMode="auto">
                <a:xfrm>
                  <a:off x="1296" y="1248"/>
                  <a:ext cx="425" cy="282"/>
                </a:xfrm>
                <a:prstGeom prst="rect">
                  <a:avLst/>
                </a:prstGeom>
                <a:noFill/>
                <a:ln>
                  <a:noFill/>
                </a:ln>
                <a:effectLst/>
              </p:spPr>
              <p:txBody>
                <a:bodyPr>
                  <a:noAutofit/>
                </a:bodyPr>
                <a:lstStyle/>
                <a:p>
                  <a:pP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m:t>
                        </m:r>
                        <m:r>
                          <a:rPr lang="en-US" sz="2800" b="0" i="1" smtClean="0">
                            <a:solidFill>
                              <a:schemeClr val="tx1"/>
                            </a:solidFill>
                            <a:latin typeface="Cambria Math" panose="02040503050406030204" pitchFamily="18" charset="0"/>
                          </a:rPr>
                          <m:t>𝜌</m:t>
                        </m:r>
                      </m:oMath>
                    </m:oMathPara>
                  </a14:m>
                  <a:endParaRPr lang="en-US" sz="2800" dirty="0">
                    <a:solidFill>
                      <a:schemeClr val="tx1"/>
                    </a:solidFill>
                  </a:endParaRPr>
                </a:p>
              </p:txBody>
            </p:sp>
          </mc:Choice>
          <mc:Fallback xmlns="">
            <p:sp>
              <p:nvSpPr>
                <p:cNvPr id="7" name="Object 17">
                  <a:extLst>
                    <a:ext uri="{FF2B5EF4-FFF2-40B4-BE49-F238E27FC236}">
                      <a16:creationId xmlns:a16="http://schemas.microsoft.com/office/drawing/2014/main" id="{8F9AF631-2D3A-4644-A55A-8BB5C1440351}"/>
                    </a:ext>
                  </a:extLst>
                </p:cNvPr>
                <p:cNvSpPr txBox="1">
                  <a:spLocks noRot="1" noChangeAspect="1" noMove="1" noResize="1" noEditPoints="1" noAdjustHandles="1" noChangeArrowheads="1" noChangeShapeType="1" noTextEdit="1"/>
                </p:cNvSpPr>
                <p:nvPr/>
              </p:nvSpPr>
              <p:spPr bwMode="auto">
                <a:xfrm>
                  <a:off x="1296" y="1248"/>
                  <a:ext cx="425" cy="282"/>
                </a:xfrm>
                <a:prstGeom prst="rect">
                  <a:avLst/>
                </a:prstGeom>
                <a:blipFill>
                  <a:blip r:embed="rId3"/>
                  <a:stretch>
                    <a:fillRect b="-4110"/>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Object 18">
                  <a:extLst>
                    <a:ext uri="{FF2B5EF4-FFF2-40B4-BE49-F238E27FC236}">
                      <a16:creationId xmlns:a16="http://schemas.microsoft.com/office/drawing/2014/main" id="{57AC9750-5650-4269-A953-2580C35D692E}"/>
                    </a:ext>
                  </a:extLst>
                </p:cNvPr>
                <p:cNvSpPr txBox="1"/>
                <p:nvPr/>
              </p:nvSpPr>
              <p:spPr bwMode="auto">
                <a:xfrm>
                  <a:off x="2640" y="1248"/>
                  <a:ext cx="425" cy="262"/>
                </a:xfrm>
                <a:prstGeom prst="rect">
                  <a:avLst/>
                </a:prstGeom>
                <a:noFill/>
                <a:ln>
                  <a:noFill/>
                </a:ln>
                <a:effectLst/>
              </p:spPr>
              <p:txBody>
                <a:bodyPr>
                  <a:noAutofit/>
                </a:bodyPr>
                <a:lstStyle/>
                <a:p>
                  <a:pP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m:t>
                        </m:r>
                        <m:r>
                          <a:rPr lang="en-US" sz="2800" b="0" i="1" smtClean="0">
                            <a:solidFill>
                              <a:schemeClr val="tx1"/>
                            </a:solidFill>
                            <a:latin typeface="Cambria Math" panose="02040503050406030204" pitchFamily="18" charset="0"/>
                          </a:rPr>
                          <m:t>𝜌</m:t>
                        </m:r>
                      </m:oMath>
                    </m:oMathPara>
                  </a14:m>
                  <a:endParaRPr lang="en-US" sz="2800" dirty="0">
                    <a:solidFill>
                      <a:schemeClr val="tx1"/>
                    </a:solidFill>
                  </a:endParaRPr>
                </a:p>
              </p:txBody>
            </p:sp>
          </mc:Choice>
          <mc:Fallback xmlns="">
            <p:sp>
              <p:nvSpPr>
                <p:cNvPr id="8" name="Object 18">
                  <a:extLst>
                    <a:ext uri="{FF2B5EF4-FFF2-40B4-BE49-F238E27FC236}">
                      <a16:creationId xmlns:a16="http://schemas.microsoft.com/office/drawing/2014/main" id="{57AC9750-5650-4269-A953-2580C35D692E}"/>
                    </a:ext>
                  </a:extLst>
                </p:cNvPr>
                <p:cNvSpPr txBox="1">
                  <a:spLocks noRot="1" noChangeAspect="1" noMove="1" noResize="1" noEditPoints="1" noAdjustHandles="1" noChangeArrowheads="1" noChangeShapeType="1" noTextEdit="1"/>
                </p:cNvSpPr>
                <p:nvPr/>
              </p:nvSpPr>
              <p:spPr bwMode="auto">
                <a:xfrm>
                  <a:off x="2640" y="1248"/>
                  <a:ext cx="425" cy="262"/>
                </a:xfrm>
                <a:prstGeom prst="rect">
                  <a:avLst/>
                </a:prstGeom>
                <a:blipFill>
                  <a:blip r:embed="rId4"/>
                  <a:stretch>
                    <a:fillRect b="-11765"/>
                  </a:stretch>
                </a:blipFill>
                <a:ln>
                  <a:noFill/>
                </a:ln>
                <a:effectLst/>
              </p:spPr>
              <p:txBody>
                <a:bodyPr/>
                <a:lstStyle/>
                <a:p>
                  <a:r>
                    <a:rPr lang="en-US">
                      <a:noFill/>
                    </a:rPr>
                    <a:t> </a:t>
                  </a:r>
                </a:p>
              </p:txBody>
            </p:sp>
          </mc:Fallback>
        </mc:AlternateContent>
        <p:sp>
          <p:nvSpPr>
            <p:cNvPr id="9" name="Text Box 19">
              <a:extLst>
                <a:ext uri="{FF2B5EF4-FFF2-40B4-BE49-F238E27FC236}">
                  <a16:creationId xmlns:a16="http://schemas.microsoft.com/office/drawing/2014/main" id="{0A4AB436-1782-4182-97D2-FD5C2B50A032}"/>
                </a:ext>
              </a:extLst>
            </p:cNvPr>
            <p:cNvSpPr txBox="1">
              <a:spLocks noChangeArrowheads="1"/>
            </p:cNvSpPr>
            <p:nvPr/>
          </p:nvSpPr>
          <p:spPr bwMode="auto">
            <a:xfrm>
              <a:off x="1670" y="1271"/>
              <a:ext cx="2095"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defTabSz="76200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defTabSz="7620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defTabSz="7620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2800" dirty="0">
                  <a:latin typeface="+mn-lt"/>
                  <a:ea typeface="华文楷体" panose="02010600040101010101" pitchFamily="2" charset="-122"/>
                </a:rPr>
                <a:t>的大球和       的小球</a:t>
              </a:r>
            </a:p>
          </p:txBody>
        </p:sp>
      </p:grpSp>
      <mc:AlternateContent xmlns:mc="http://schemas.openxmlformats.org/markup-compatibility/2006" xmlns:a14="http://schemas.microsoft.com/office/drawing/2010/main">
        <mc:Choice Requires="a14">
          <p:sp>
            <p:nvSpPr>
              <p:cNvPr id="10" name="Object 28">
                <a:extLst>
                  <a:ext uri="{FF2B5EF4-FFF2-40B4-BE49-F238E27FC236}">
                    <a16:creationId xmlns:a16="http://schemas.microsoft.com/office/drawing/2014/main" id="{227C2429-6822-446A-9E09-66D0FAD3215F}"/>
                  </a:ext>
                </a:extLst>
              </p:cNvPr>
              <p:cNvSpPr txBox="1"/>
              <p:nvPr/>
            </p:nvSpPr>
            <p:spPr bwMode="auto">
              <a:xfrm>
                <a:off x="2301665" y="2835671"/>
                <a:ext cx="2159000" cy="601663"/>
              </a:xfrm>
              <a:prstGeom prst="rect">
                <a:avLst/>
              </a:prstGeom>
              <a:noFill/>
              <a:ln>
                <a:noFill/>
              </a:ln>
              <a:effectLst/>
            </p:spPr>
            <p:txBody>
              <a:bodyPr>
                <a:normAutofit/>
              </a:bodyPr>
              <a:lstStyle/>
              <a:p>
                <a:pPr/>
                <a14:m>
                  <m:oMathPara xmlns:m="http://schemas.openxmlformats.org/officeDocument/2006/math">
                    <m:oMathParaPr>
                      <m:jc m:val="centerGroup"/>
                    </m:oMathParaPr>
                    <m:oMath xmlns:m="http://schemas.openxmlformats.org/officeDocument/2006/math">
                      <m:acc>
                        <m:accPr>
                          <m:chr m:val="⃗"/>
                          <m:ctrlPr>
                            <a:rPr lang="en-US" sz="2800" i="1">
                              <a:solidFill>
                                <a:srgbClr val="000000"/>
                              </a:solidFill>
                              <a:latin typeface="Cambria Math" panose="02040503050406030204" pitchFamily="18" charset="0"/>
                            </a:rPr>
                          </m:ctrlPr>
                        </m:accPr>
                        <m:e>
                          <m:r>
                            <a:rPr lang="en-US" sz="2800" b="0" i="1">
                              <a:solidFill>
                                <a:srgbClr val="000000"/>
                              </a:solidFill>
                              <a:latin typeface="Cambria Math" panose="02040503050406030204" pitchFamily="18" charset="0"/>
                            </a:rPr>
                            <m:t>𝐸</m:t>
                          </m:r>
                        </m:e>
                      </m:acc>
                      <m:r>
                        <a:rPr lang="en-US" sz="2800" b="0" i="1">
                          <a:solidFill>
                            <a:srgbClr val="000000"/>
                          </a:solidFill>
                          <a:latin typeface="Cambria Math" panose="02040503050406030204" pitchFamily="18" charset="0"/>
                        </a:rPr>
                        <m:t>=</m:t>
                      </m:r>
                      <m:sSub>
                        <m:sSubPr>
                          <m:ctrlPr>
                            <a:rPr lang="en-US" sz="2800" i="1">
                              <a:solidFill>
                                <a:srgbClr val="000000"/>
                              </a:solidFill>
                              <a:latin typeface="Cambria Math" panose="02040503050406030204" pitchFamily="18" charset="0"/>
                            </a:rPr>
                          </m:ctrlPr>
                        </m:sSubPr>
                        <m:e>
                          <m:acc>
                            <m:accPr>
                              <m:chr m:val="⃗"/>
                              <m:ctrlPr>
                                <a:rPr lang="en-US" sz="2800" i="1">
                                  <a:solidFill>
                                    <a:srgbClr val="000000"/>
                                  </a:solidFill>
                                  <a:latin typeface="Cambria Math" panose="02040503050406030204" pitchFamily="18" charset="0"/>
                                </a:rPr>
                              </m:ctrlPr>
                            </m:accPr>
                            <m:e>
                              <m:r>
                                <a:rPr lang="en-US" sz="2800" b="0" i="1">
                                  <a:solidFill>
                                    <a:srgbClr val="000000"/>
                                  </a:solidFill>
                                  <a:latin typeface="Cambria Math" panose="02040503050406030204" pitchFamily="18" charset="0"/>
                                </a:rPr>
                                <m:t>𝐸</m:t>
                              </m:r>
                            </m:e>
                          </m:acc>
                        </m:e>
                        <m:sub>
                          <m:r>
                            <a:rPr lang="en-US" sz="2800" b="0" i="1">
                              <a:solidFill>
                                <a:srgbClr val="000000"/>
                              </a:solidFill>
                              <a:latin typeface="Cambria Math" panose="02040503050406030204" pitchFamily="18" charset="0"/>
                            </a:rPr>
                            <m:t>+</m:t>
                          </m:r>
                        </m:sub>
                      </m:sSub>
                      <m:r>
                        <a:rPr lang="en-US" sz="2800" b="0" i="1">
                          <a:solidFill>
                            <a:srgbClr val="000000"/>
                          </a:solidFill>
                          <a:latin typeface="Cambria Math" panose="02040503050406030204" pitchFamily="18" charset="0"/>
                        </a:rPr>
                        <m:t>+</m:t>
                      </m:r>
                      <m:sSub>
                        <m:sSubPr>
                          <m:ctrlPr>
                            <a:rPr lang="en-US" sz="2800" i="1">
                              <a:solidFill>
                                <a:srgbClr val="000000"/>
                              </a:solidFill>
                              <a:latin typeface="Cambria Math" panose="02040503050406030204" pitchFamily="18" charset="0"/>
                            </a:rPr>
                          </m:ctrlPr>
                        </m:sSubPr>
                        <m:e>
                          <m:acc>
                            <m:accPr>
                              <m:chr m:val="⃗"/>
                              <m:ctrlPr>
                                <a:rPr lang="en-US" sz="2800" i="1">
                                  <a:solidFill>
                                    <a:srgbClr val="000000"/>
                                  </a:solidFill>
                                  <a:latin typeface="Cambria Math" panose="02040503050406030204" pitchFamily="18" charset="0"/>
                                </a:rPr>
                              </m:ctrlPr>
                            </m:accPr>
                            <m:e>
                              <m:r>
                                <a:rPr lang="en-US" sz="2800" b="0" i="1">
                                  <a:solidFill>
                                    <a:srgbClr val="000000"/>
                                  </a:solidFill>
                                  <a:latin typeface="Cambria Math" panose="02040503050406030204" pitchFamily="18" charset="0"/>
                                </a:rPr>
                                <m:t>𝐸</m:t>
                              </m:r>
                            </m:e>
                          </m:acc>
                        </m:e>
                        <m:sub>
                          <m:r>
                            <a:rPr lang="en-US" sz="2800" b="0" i="1">
                              <a:solidFill>
                                <a:srgbClr val="000000"/>
                              </a:solidFill>
                              <a:latin typeface="Cambria Math" panose="02040503050406030204" pitchFamily="18" charset="0"/>
                            </a:rPr>
                            <m:t>−</m:t>
                          </m:r>
                        </m:sub>
                      </m:sSub>
                    </m:oMath>
                  </m:oMathPara>
                </a14:m>
                <a:endParaRPr lang="en-US" sz="2800" dirty="0"/>
              </a:p>
            </p:txBody>
          </p:sp>
        </mc:Choice>
        <mc:Fallback xmlns="">
          <p:sp>
            <p:nvSpPr>
              <p:cNvPr id="10" name="Object 28">
                <a:extLst>
                  <a:ext uri="{FF2B5EF4-FFF2-40B4-BE49-F238E27FC236}">
                    <a16:creationId xmlns:a16="http://schemas.microsoft.com/office/drawing/2014/main" id="{227C2429-6822-446A-9E09-66D0FAD3215F}"/>
                  </a:ext>
                </a:extLst>
              </p:cNvPr>
              <p:cNvSpPr txBox="1">
                <a:spLocks noRot="1" noChangeAspect="1" noMove="1" noResize="1" noEditPoints="1" noAdjustHandles="1" noChangeArrowheads="1" noChangeShapeType="1" noTextEdit="1"/>
              </p:cNvSpPr>
              <p:nvPr/>
            </p:nvSpPr>
            <p:spPr bwMode="auto">
              <a:xfrm>
                <a:off x="2301665" y="2835671"/>
                <a:ext cx="2159000" cy="601663"/>
              </a:xfrm>
              <a:prstGeom prst="rect">
                <a:avLst/>
              </a:prstGeom>
              <a:blipFill>
                <a:blip r:embed="rId5"/>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Object 29">
                <a:extLst>
                  <a:ext uri="{FF2B5EF4-FFF2-40B4-BE49-F238E27FC236}">
                    <a16:creationId xmlns:a16="http://schemas.microsoft.com/office/drawing/2014/main" id="{DFCD72E9-2602-44E7-8EDF-43B3C54AB411}"/>
                  </a:ext>
                </a:extLst>
              </p:cNvPr>
              <p:cNvSpPr txBox="1"/>
              <p:nvPr/>
            </p:nvSpPr>
            <p:spPr bwMode="auto">
              <a:xfrm>
                <a:off x="2540054" y="3479868"/>
                <a:ext cx="1471613" cy="1030288"/>
              </a:xfrm>
              <a:prstGeom prst="rect">
                <a:avLst/>
              </a:prstGeom>
              <a:noFill/>
              <a:ln>
                <a:noFill/>
              </a:ln>
              <a:effectLst/>
            </p:spPr>
            <p:txBody>
              <a:bodyPr>
                <a:normAutofit fontScale="92500"/>
              </a:bodyPr>
              <a:lstStyle/>
              <a:p>
                <a:pP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m:t>
                      </m:r>
                      <m:f>
                        <m:fPr>
                          <m:ctrlPr>
                            <a:rPr lang="en-US" sz="2800" i="1">
                              <a:solidFill>
                                <a:schemeClr val="tx1"/>
                              </a:solidFill>
                              <a:latin typeface="Cambria Math" panose="02040503050406030204" pitchFamily="18" charset="0"/>
                            </a:rPr>
                          </m:ctrlPr>
                        </m:fPr>
                        <m:num>
                          <m:r>
                            <a:rPr lang="en-US" sz="2800" b="0" i="1">
                              <a:solidFill>
                                <a:schemeClr val="tx1"/>
                              </a:solidFill>
                              <a:latin typeface="Cambria Math" panose="02040503050406030204" pitchFamily="18" charset="0"/>
                            </a:rPr>
                            <m:t>(+</m:t>
                          </m:r>
                          <m:r>
                            <a:rPr lang="en-US" sz="2800" b="0" i="1">
                              <a:solidFill>
                                <a:schemeClr val="tx1"/>
                              </a:solidFill>
                              <a:latin typeface="Cambria Math" panose="02040503050406030204" pitchFamily="18" charset="0"/>
                            </a:rPr>
                            <m:t>𝜌</m:t>
                          </m:r>
                          <m:r>
                            <a:rPr lang="en-US" sz="2800" b="0" i="1">
                              <a:solidFill>
                                <a:schemeClr val="tx1"/>
                              </a:solidFill>
                              <a:latin typeface="Cambria Math" panose="02040503050406030204" pitchFamily="18" charset="0"/>
                            </a:rPr>
                            <m:t>)</m:t>
                          </m:r>
                        </m:num>
                        <m:den>
                          <m:r>
                            <a:rPr lang="en-US" sz="2800" b="0" i="1">
                              <a:solidFill>
                                <a:schemeClr val="tx1"/>
                              </a:solidFill>
                              <a:latin typeface="Cambria Math" panose="02040503050406030204" pitchFamily="18" charset="0"/>
                            </a:rPr>
                            <m:t>3</m:t>
                          </m:r>
                          <m:sSub>
                            <m:sSubPr>
                              <m:ctrlPr>
                                <a:rPr lang="en-US" sz="2800" i="1">
                                  <a:solidFill>
                                    <a:schemeClr val="tx1"/>
                                  </a:solidFill>
                                  <a:latin typeface="Cambria Math" panose="02040503050406030204" pitchFamily="18" charset="0"/>
                                </a:rPr>
                              </m:ctrlPr>
                            </m:sSubPr>
                            <m:e>
                              <m:r>
                                <a:rPr lang="en-US" sz="2800" b="0" i="1">
                                  <a:solidFill>
                                    <a:schemeClr val="tx1"/>
                                  </a:solidFill>
                                  <a:latin typeface="Cambria Math" panose="02040503050406030204" pitchFamily="18" charset="0"/>
                                </a:rPr>
                                <m:t>𝜀</m:t>
                              </m:r>
                            </m:e>
                            <m:sub>
                              <m:r>
                                <a:rPr lang="en-US" sz="2800" b="0" i="1">
                                  <a:solidFill>
                                    <a:schemeClr val="tx1"/>
                                  </a:solidFill>
                                  <a:latin typeface="Cambria Math" panose="02040503050406030204" pitchFamily="18" charset="0"/>
                                </a:rPr>
                                <m:t>0</m:t>
                              </m:r>
                            </m:sub>
                          </m:sSub>
                        </m:den>
                      </m:f>
                      <m:sSub>
                        <m:sSubPr>
                          <m:ctrlPr>
                            <a:rPr lang="en-US" sz="2800" i="1">
                              <a:solidFill>
                                <a:schemeClr val="tx1"/>
                              </a:solidFill>
                              <a:latin typeface="Cambria Math" panose="02040503050406030204" pitchFamily="18" charset="0"/>
                            </a:rPr>
                          </m:ctrlPr>
                        </m:sSubPr>
                        <m:e>
                          <m:acc>
                            <m:accPr>
                              <m:chr m:val="⃗"/>
                              <m:ctrlPr>
                                <a:rPr lang="en-US" sz="2800" i="1">
                                  <a:solidFill>
                                    <a:schemeClr val="tx1"/>
                                  </a:solidFill>
                                  <a:latin typeface="Cambria Math" panose="02040503050406030204" pitchFamily="18" charset="0"/>
                                </a:rPr>
                              </m:ctrlPr>
                            </m:accPr>
                            <m:e>
                              <m:r>
                                <a:rPr lang="en-US" sz="2800" b="0" i="1">
                                  <a:solidFill>
                                    <a:schemeClr val="tx1"/>
                                  </a:solidFill>
                                  <a:latin typeface="Cambria Math" panose="02040503050406030204" pitchFamily="18" charset="0"/>
                                </a:rPr>
                                <m:t>𝑟</m:t>
                              </m:r>
                            </m:e>
                          </m:acc>
                        </m:e>
                        <m:sub>
                          <m:r>
                            <a:rPr lang="en-US" sz="2800" b="0" i="1">
                              <a:solidFill>
                                <a:schemeClr val="tx1"/>
                              </a:solidFill>
                              <a:latin typeface="Cambria Math" panose="02040503050406030204" pitchFamily="18" charset="0"/>
                            </a:rPr>
                            <m:t>1</m:t>
                          </m:r>
                        </m:sub>
                      </m:sSub>
                    </m:oMath>
                  </m:oMathPara>
                </a14:m>
                <a:endParaRPr lang="en-US" sz="2800" dirty="0">
                  <a:solidFill>
                    <a:schemeClr val="tx1"/>
                  </a:solidFill>
                </a:endParaRPr>
              </a:p>
            </p:txBody>
          </p:sp>
        </mc:Choice>
        <mc:Fallback xmlns="">
          <p:sp>
            <p:nvSpPr>
              <p:cNvPr id="11" name="Object 29">
                <a:extLst>
                  <a:ext uri="{FF2B5EF4-FFF2-40B4-BE49-F238E27FC236}">
                    <a16:creationId xmlns:a16="http://schemas.microsoft.com/office/drawing/2014/main" id="{DFCD72E9-2602-44E7-8EDF-43B3C54AB411}"/>
                  </a:ext>
                </a:extLst>
              </p:cNvPr>
              <p:cNvSpPr txBox="1">
                <a:spLocks noRot="1" noChangeAspect="1" noMove="1" noResize="1" noEditPoints="1" noAdjustHandles="1" noChangeArrowheads="1" noChangeShapeType="1" noTextEdit="1"/>
              </p:cNvSpPr>
              <p:nvPr/>
            </p:nvSpPr>
            <p:spPr bwMode="auto">
              <a:xfrm>
                <a:off x="2540054" y="3479868"/>
                <a:ext cx="1471613" cy="1030288"/>
              </a:xfrm>
              <a:prstGeom prst="rect">
                <a:avLst/>
              </a:prstGeom>
              <a:blipFill>
                <a:blip r:embed="rId6"/>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Object 30">
                <a:extLst>
                  <a:ext uri="{FF2B5EF4-FFF2-40B4-BE49-F238E27FC236}">
                    <a16:creationId xmlns:a16="http://schemas.microsoft.com/office/drawing/2014/main" id="{CBCC05CD-6042-4D5E-B4FE-F51B237C40F3}"/>
                  </a:ext>
                </a:extLst>
              </p:cNvPr>
              <p:cNvSpPr txBox="1"/>
              <p:nvPr/>
            </p:nvSpPr>
            <p:spPr bwMode="auto">
              <a:xfrm>
                <a:off x="4113267" y="3436079"/>
                <a:ext cx="1468437" cy="1027112"/>
              </a:xfrm>
              <a:prstGeom prst="rect">
                <a:avLst/>
              </a:prstGeom>
              <a:noFill/>
              <a:ln>
                <a:noFill/>
              </a:ln>
              <a:effectLst/>
            </p:spPr>
            <p:txBody>
              <a:bodyPr>
                <a:normAutofit fontScale="92500"/>
              </a:bodyPr>
              <a:lstStyle/>
              <a:p>
                <a:pP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m:t>
                      </m:r>
                      <m:f>
                        <m:fPr>
                          <m:ctrlPr>
                            <a:rPr lang="en-US" sz="2800" i="1">
                              <a:solidFill>
                                <a:schemeClr val="tx1"/>
                              </a:solidFill>
                              <a:latin typeface="Cambria Math" panose="02040503050406030204" pitchFamily="18" charset="0"/>
                            </a:rPr>
                          </m:ctrlPr>
                        </m:fPr>
                        <m:num>
                          <m:r>
                            <a:rPr lang="en-US" sz="2800" b="0" i="1">
                              <a:solidFill>
                                <a:schemeClr val="tx1"/>
                              </a:solidFill>
                              <a:latin typeface="Cambria Math" panose="02040503050406030204" pitchFamily="18" charset="0"/>
                            </a:rPr>
                            <m:t>(−</m:t>
                          </m:r>
                          <m:r>
                            <a:rPr lang="en-US" sz="2800" b="0" i="1">
                              <a:solidFill>
                                <a:schemeClr val="tx1"/>
                              </a:solidFill>
                              <a:latin typeface="Cambria Math" panose="02040503050406030204" pitchFamily="18" charset="0"/>
                            </a:rPr>
                            <m:t>𝜌</m:t>
                          </m:r>
                          <m:r>
                            <a:rPr lang="en-US" sz="2800" b="0" i="1">
                              <a:solidFill>
                                <a:schemeClr val="tx1"/>
                              </a:solidFill>
                              <a:latin typeface="Cambria Math" panose="02040503050406030204" pitchFamily="18" charset="0"/>
                            </a:rPr>
                            <m:t>)</m:t>
                          </m:r>
                        </m:num>
                        <m:den>
                          <m:r>
                            <a:rPr lang="en-US" sz="2800" b="0" i="1">
                              <a:solidFill>
                                <a:schemeClr val="tx1"/>
                              </a:solidFill>
                              <a:latin typeface="Cambria Math" panose="02040503050406030204" pitchFamily="18" charset="0"/>
                            </a:rPr>
                            <m:t>3</m:t>
                          </m:r>
                          <m:sSub>
                            <m:sSubPr>
                              <m:ctrlPr>
                                <a:rPr lang="en-US" sz="2800" i="1">
                                  <a:solidFill>
                                    <a:schemeClr val="tx1"/>
                                  </a:solidFill>
                                  <a:latin typeface="Cambria Math" panose="02040503050406030204" pitchFamily="18" charset="0"/>
                                </a:rPr>
                              </m:ctrlPr>
                            </m:sSubPr>
                            <m:e>
                              <m:r>
                                <a:rPr lang="en-US" sz="2800" b="0" i="1">
                                  <a:solidFill>
                                    <a:schemeClr val="tx1"/>
                                  </a:solidFill>
                                  <a:latin typeface="Cambria Math" panose="02040503050406030204" pitchFamily="18" charset="0"/>
                                </a:rPr>
                                <m:t>𝜀</m:t>
                              </m:r>
                            </m:e>
                            <m:sub>
                              <m:r>
                                <a:rPr lang="en-US" sz="2800" b="0" i="1">
                                  <a:solidFill>
                                    <a:schemeClr val="tx1"/>
                                  </a:solidFill>
                                  <a:latin typeface="Cambria Math" panose="02040503050406030204" pitchFamily="18" charset="0"/>
                                </a:rPr>
                                <m:t>0</m:t>
                              </m:r>
                            </m:sub>
                          </m:sSub>
                        </m:den>
                      </m:f>
                      <m:sSub>
                        <m:sSubPr>
                          <m:ctrlPr>
                            <a:rPr lang="en-US" sz="2800" i="1">
                              <a:solidFill>
                                <a:schemeClr val="tx1"/>
                              </a:solidFill>
                              <a:latin typeface="Cambria Math" panose="02040503050406030204" pitchFamily="18" charset="0"/>
                            </a:rPr>
                          </m:ctrlPr>
                        </m:sSubPr>
                        <m:e>
                          <m:acc>
                            <m:accPr>
                              <m:chr m:val="⃗"/>
                              <m:ctrlPr>
                                <a:rPr lang="en-US" sz="2800" i="1">
                                  <a:solidFill>
                                    <a:schemeClr val="tx1"/>
                                  </a:solidFill>
                                  <a:latin typeface="Cambria Math" panose="02040503050406030204" pitchFamily="18" charset="0"/>
                                </a:rPr>
                              </m:ctrlPr>
                            </m:accPr>
                            <m:e>
                              <m:r>
                                <a:rPr lang="en-US" sz="2800" b="0" i="1">
                                  <a:solidFill>
                                    <a:schemeClr val="tx1"/>
                                  </a:solidFill>
                                  <a:latin typeface="Cambria Math" panose="02040503050406030204" pitchFamily="18" charset="0"/>
                                </a:rPr>
                                <m:t>𝑟</m:t>
                              </m:r>
                            </m:e>
                          </m:acc>
                        </m:e>
                        <m:sub>
                          <m:r>
                            <a:rPr lang="en-US" sz="2800" b="0" i="1">
                              <a:solidFill>
                                <a:schemeClr val="tx1"/>
                              </a:solidFill>
                              <a:latin typeface="Cambria Math" panose="02040503050406030204" pitchFamily="18" charset="0"/>
                            </a:rPr>
                            <m:t>2</m:t>
                          </m:r>
                        </m:sub>
                      </m:sSub>
                    </m:oMath>
                  </m:oMathPara>
                </a14:m>
                <a:endParaRPr lang="en-US" sz="2800" dirty="0">
                  <a:solidFill>
                    <a:schemeClr val="tx1"/>
                  </a:solidFill>
                </a:endParaRPr>
              </a:p>
            </p:txBody>
          </p:sp>
        </mc:Choice>
        <mc:Fallback xmlns="">
          <p:sp>
            <p:nvSpPr>
              <p:cNvPr id="12" name="Object 30">
                <a:extLst>
                  <a:ext uri="{FF2B5EF4-FFF2-40B4-BE49-F238E27FC236}">
                    <a16:creationId xmlns:a16="http://schemas.microsoft.com/office/drawing/2014/main" id="{CBCC05CD-6042-4D5E-B4FE-F51B237C40F3}"/>
                  </a:ext>
                </a:extLst>
              </p:cNvPr>
              <p:cNvSpPr txBox="1">
                <a:spLocks noRot="1" noChangeAspect="1" noMove="1" noResize="1" noEditPoints="1" noAdjustHandles="1" noChangeArrowheads="1" noChangeShapeType="1" noTextEdit="1"/>
              </p:cNvSpPr>
              <p:nvPr/>
            </p:nvSpPr>
            <p:spPr bwMode="auto">
              <a:xfrm>
                <a:off x="4113267" y="3436079"/>
                <a:ext cx="1468437" cy="1027112"/>
              </a:xfrm>
              <a:prstGeom prst="rect">
                <a:avLst/>
              </a:prstGeom>
              <a:blipFill>
                <a:blip r:embed="rId7"/>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Object 31">
                <a:extLst>
                  <a:ext uri="{FF2B5EF4-FFF2-40B4-BE49-F238E27FC236}">
                    <a16:creationId xmlns:a16="http://schemas.microsoft.com/office/drawing/2014/main" id="{3DD5A32B-EB27-41D0-A9C6-54DBD5CF6D5F}"/>
                  </a:ext>
                </a:extLst>
              </p:cNvPr>
              <p:cNvSpPr txBox="1"/>
              <p:nvPr/>
            </p:nvSpPr>
            <p:spPr bwMode="auto">
              <a:xfrm>
                <a:off x="2605142" y="4633981"/>
                <a:ext cx="2227262" cy="1065212"/>
              </a:xfrm>
              <a:prstGeom prst="rect">
                <a:avLst/>
              </a:prstGeom>
              <a:noFill/>
              <a:ln>
                <a:noFill/>
              </a:ln>
              <a:effectLst/>
            </p:spPr>
            <p:txBody>
              <a:bodyPr>
                <a:normAutofit fontScale="85000" lnSpcReduction="10000"/>
              </a:bodyPr>
              <a:lstStyle/>
              <a:p>
                <a:pPr/>
                <a14:m>
                  <m:oMathPara xmlns:m="http://schemas.openxmlformats.org/officeDocument/2006/math">
                    <m:oMathParaPr>
                      <m:jc m:val="centerGroup"/>
                    </m:oMathParaPr>
                    <m:oMath xmlns:m="http://schemas.openxmlformats.org/officeDocument/2006/math">
                      <m:r>
                        <a:rPr lang="en-US" sz="2800" b="0" i="1">
                          <a:solidFill>
                            <a:srgbClr val="000000"/>
                          </a:solidFill>
                          <a:latin typeface="Cambria Math" panose="02040503050406030204" pitchFamily="18" charset="0"/>
                        </a:rPr>
                        <m:t>=</m:t>
                      </m:r>
                      <m:f>
                        <m:fPr>
                          <m:ctrlPr>
                            <a:rPr lang="en-US" sz="2800" i="1">
                              <a:solidFill>
                                <a:srgbClr val="000000"/>
                              </a:solidFill>
                              <a:latin typeface="Cambria Math" panose="02040503050406030204" pitchFamily="18" charset="0"/>
                            </a:rPr>
                          </m:ctrlPr>
                        </m:fPr>
                        <m:num>
                          <m:r>
                            <a:rPr lang="en-US" sz="2800" b="0" i="1">
                              <a:solidFill>
                                <a:srgbClr val="000000"/>
                              </a:solidFill>
                              <a:latin typeface="Cambria Math" panose="02040503050406030204" pitchFamily="18" charset="0"/>
                            </a:rPr>
                            <m:t>𝜌</m:t>
                          </m:r>
                        </m:num>
                        <m:den>
                          <m:r>
                            <a:rPr lang="en-US" sz="2800" b="0" i="1">
                              <a:solidFill>
                                <a:srgbClr val="000000"/>
                              </a:solidFill>
                              <a:latin typeface="Cambria Math" panose="02040503050406030204" pitchFamily="18" charset="0"/>
                            </a:rPr>
                            <m:t>3</m:t>
                          </m:r>
                          <m:sSub>
                            <m:sSubPr>
                              <m:ctrlPr>
                                <a:rPr lang="en-US" sz="2800" i="1">
                                  <a:solidFill>
                                    <a:srgbClr val="000000"/>
                                  </a:solidFill>
                                  <a:latin typeface="Cambria Math" panose="02040503050406030204" pitchFamily="18" charset="0"/>
                                </a:rPr>
                              </m:ctrlPr>
                            </m:sSubPr>
                            <m:e>
                              <m:r>
                                <a:rPr lang="en-US" sz="2800" b="0" i="1">
                                  <a:solidFill>
                                    <a:srgbClr val="000000"/>
                                  </a:solidFill>
                                  <a:latin typeface="Cambria Math" panose="02040503050406030204" pitchFamily="18" charset="0"/>
                                </a:rPr>
                                <m:t>𝜀</m:t>
                              </m:r>
                            </m:e>
                            <m:sub>
                              <m:r>
                                <a:rPr lang="en-US" sz="2800" b="0" i="1">
                                  <a:solidFill>
                                    <a:srgbClr val="000000"/>
                                  </a:solidFill>
                                  <a:latin typeface="Cambria Math" panose="02040503050406030204" pitchFamily="18" charset="0"/>
                                </a:rPr>
                                <m:t>0</m:t>
                              </m:r>
                            </m:sub>
                          </m:sSub>
                        </m:den>
                      </m:f>
                      <m:r>
                        <a:rPr lang="en-US" sz="2800" b="0" i="1">
                          <a:solidFill>
                            <a:srgbClr val="000000"/>
                          </a:solidFill>
                          <a:latin typeface="Cambria Math" panose="02040503050406030204" pitchFamily="18" charset="0"/>
                        </a:rPr>
                        <m:t>(</m:t>
                      </m:r>
                      <m:sSub>
                        <m:sSubPr>
                          <m:ctrlPr>
                            <a:rPr lang="en-US" sz="2800" i="1">
                              <a:solidFill>
                                <a:srgbClr val="000000"/>
                              </a:solidFill>
                              <a:latin typeface="Cambria Math" panose="02040503050406030204" pitchFamily="18" charset="0"/>
                            </a:rPr>
                          </m:ctrlPr>
                        </m:sSubPr>
                        <m:e>
                          <m:acc>
                            <m:accPr>
                              <m:chr m:val="⃗"/>
                              <m:ctrlPr>
                                <a:rPr lang="en-US" sz="2800" i="1">
                                  <a:solidFill>
                                    <a:srgbClr val="000000"/>
                                  </a:solidFill>
                                  <a:latin typeface="Cambria Math" panose="02040503050406030204" pitchFamily="18" charset="0"/>
                                </a:rPr>
                              </m:ctrlPr>
                            </m:accPr>
                            <m:e>
                              <m:r>
                                <a:rPr lang="en-US" sz="2800" b="0" i="1">
                                  <a:solidFill>
                                    <a:srgbClr val="000000"/>
                                  </a:solidFill>
                                  <a:latin typeface="Cambria Math" panose="02040503050406030204" pitchFamily="18" charset="0"/>
                                </a:rPr>
                                <m:t>𝑟</m:t>
                              </m:r>
                            </m:e>
                          </m:acc>
                        </m:e>
                        <m:sub>
                          <m:r>
                            <a:rPr lang="en-US" sz="2800" b="0" i="1">
                              <a:solidFill>
                                <a:srgbClr val="000000"/>
                              </a:solidFill>
                              <a:latin typeface="Cambria Math" panose="02040503050406030204" pitchFamily="18" charset="0"/>
                            </a:rPr>
                            <m:t>1</m:t>
                          </m:r>
                        </m:sub>
                      </m:sSub>
                      <m:r>
                        <a:rPr lang="en-US" sz="2800" b="0" i="1">
                          <a:solidFill>
                            <a:srgbClr val="000000"/>
                          </a:solidFill>
                          <a:latin typeface="Cambria Math" panose="02040503050406030204" pitchFamily="18" charset="0"/>
                        </a:rPr>
                        <m:t>−</m:t>
                      </m:r>
                      <m:sSub>
                        <m:sSubPr>
                          <m:ctrlPr>
                            <a:rPr lang="en-US" sz="2800" i="1">
                              <a:solidFill>
                                <a:srgbClr val="000000"/>
                              </a:solidFill>
                              <a:latin typeface="Cambria Math" panose="02040503050406030204" pitchFamily="18" charset="0"/>
                            </a:rPr>
                          </m:ctrlPr>
                        </m:sSubPr>
                        <m:e>
                          <m:acc>
                            <m:accPr>
                              <m:chr m:val="⃗"/>
                              <m:ctrlPr>
                                <a:rPr lang="en-US" sz="2800" i="1">
                                  <a:solidFill>
                                    <a:srgbClr val="000000"/>
                                  </a:solidFill>
                                  <a:latin typeface="Cambria Math" panose="02040503050406030204" pitchFamily="18" charset="0"/>
                                </a:rPr>
                              </m:ctrlPr>
                            </m:accPr>
                            <m:e>
                              <m:r>
                                <a:rPr lang="en-US" sz="2800" b="0" i="1">
                                  <a:solidFill>
                                    <a:srgbClr val="000000"/>
                                  </a:solidFill>
                                  <a:latin typeface="Cambria Math" panose="02040503050406030204" pitchFamily="18" charset="0"/>
                                </a:rPr>
                                <m:t>𝑟</m:t>
                              </m:r>
                            </m:e>
                          </m:acc>
                        </m:e>
                        <m:sub>
                          <m:r>
                            <a:rPr lang="en-US" sz="2800" b="0" i="1">
                              <a:solidFill>
                                <a:srgbClr val="000000"/>
                              </a:solidFill>
                              <a:latin typeface="Cambria Math" panose="02040503050406030204" pitchFamily="18" charset="0"/>
                            </a:rPr>
                            <m:t>2</m:t>
                          </m:r>
                        </m:sub>
                      </m:sSub>
                      <m:r>
                        <a:rPr lang="en-US" sz="2800" b="0" i="1">
                          <a:solidFill>
                            <a:srgbClr val="000000"/>
                          </a:solidFill>
                          <a:latin typeface="Cambria Math" panose="02040503050406030204" pitchFamily="18" charset="0"/>
                        </a:rPr>
                        <m:t>)</m:t>
                      </m:r>
                    </m:oMath>
                  </m:oMathPara>
                </a14:m>
                <a:endParaRPr lang="en-US" sz="2800" dirty="0"/>
              </a:p>
            </p:txBody>
          </p:sp>
        </mc:Choice>
        <mc:Fallback xmlns="">
          <p:sp>
            <p:nvSpPr>
              <p:cNvPr id="13" name="Object 31">
                <a:extLst>
                  <a:ext uri="{FF2B5EF4-FFF2-40B4-BE49-F238E27FC236}">
                    <a16:creationId xmlns:a16="http://schemas.microsoft.com/office/drawing/2014/main" id="{3DD5A32B-EB27-41D0-A9C6-54DBD5CF6D5F}"/>
                  </a:ext>
                </a:extLst>
              </p:cNvPr>
              <p:cNvSpPr txBox="1">
                <a:spLocks noRot="1" noChangeAspect="1" noMove="1" noResize="1" noEditPoints="1" noAdjustHandles="1" noChangeArrowheads="1" noChangeShapeType="1" noTextEdit="1"/>
              </p:cNvSpPr>
              <p:nvPr/>
            </p:nvSpPr>
            <p:spPr bwMode="auto">
              <a:xfrm>
                <a:off x="2605142" y="4633981"/>
                <a:ext cx="2227262" cy="1065212"/>
              </a:xfrm>
              <a:prstGeom prst="rect">
                <a:avLst/>
              </a:prstGeom>
              <a:blipFill>
                <a:blip r:embed="rId8"/>
                <a:stretch>
                  <a:fillRect/>
                </a:stretch>
              </a:blipFill>
              <a:ln>
                <a:noFill/>
              </a:ln>
              <a:effectLst/>
            </p:spPr>
            <p:txBody>
              <a:bodyPr/>
              <a:lstStyle/>
              <a:p>
                <a:r>
                  <a:rPr lang="en-US">
                    <a:noFill/>
                  </a:rPr>
                  <a:t> </a:t>
                </a:r>
              </a:p>
            </p:txBody>
          </p:sp>
        </mc:Fallback>
      </mc:AlternateContent>
      <p:sp>
        <p:nvSpPr>
          <p:cNvPr id="14" name="Text Box 32">
            <a:extLst>
              <a:ext uri="{FF2B5EF4-FFF2-40B4-BE49-F238E27FC236}">
                <a16:creationId xmlns:a16="http://schemas.microsoft.com/office/drawing/2014/main" id="{508BA97F-94A4-408D-93D8-6279C86D0E32}"/>
              </a:ext>
            </a:extLst>
          </p:cNvPr>
          <p:cNvSpPr txBox="1">
            <a:spLocks noChangeArrowheads="1"/>
          </p:cNvSpPr>
          <p:nvPr/>
        </p:nvSpPr>
        <p:spPr bwMode="auto">
          <a:xfrm>
            <a:off x="4689529" y="6063391"/>
            <a:ext cx="2016125"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7620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defTabSz="76200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defTabSz="7620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defTabSz="7620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2800" dirty="0">
                <a:solidFill>
                  <a:srgbClr val="000000"/>
                </a:solidFill>
                <a:latin typeface="+mn-lt"/>
                <a:ea typeface="华文楷体" panose="02010600040101010101" pitchFamily="2" charset="-122"/>
              </a:rPr>
              <a:t>均匀电场！</a:t>
            </a:r>
          </a:p>
        </p:txBody>
      </p:sp>
      <mc:AlternateContent xmlns:mc="http://schemas.openxmlformats.org/markup-compatibility/2006" xmlns:a14="http://schemas.microsoft.com/office/drawing/2010/main">
        <mc:Choice Requires="a14">
          <p:sp>
            <p:nvSpPr>
              <p:cNvPr id="15" name="Object 33">
                <a:extLst>
                  <a:ext uri="{FF2B5EF4-FFF2-40B4-BE49-F238E27FC236}">
                    <a16:creationId xmlns:a16="http://schemas.microsoft.com/office/drawing/2014/main" id="{30A92251-E9BC-4415-B549-047683DC6644}"/>
                  </a:ext>
                </a:extLst>
              </p:cNvPr>
              <p:cNvSpPr txBox="1"/>
              <p:nvPr/>
            </p:nvSpPr>
            <p:spPr bwMode="auto">
              <a:xfrm>
                <a:off x="2628954" y="5802381"/>
                <a:ext cx="1296988" cy="1104900"/>
              </a:xfrm>
              <a:prstGeom prst="rect">
                <a:avLst/>
              </a:prstGeom>
              <a:noFill/>
              <a:ln>
                <a:noFill/>
              </a:ln>
              <a:effectLst/>
            </p:spPr>
            <p:txBody>
              <a:bodyPr>
                <a:noAutofit/>
              </a:bodyPr>
              <a:lstStyle/>
              <a:p>
                <a:pPr/>
                <a14:m>
                  <m:oMathPara xmlns:m="http://schemas.openxmlformats.org/officeDocument/2006/math">
                    <m:oMathParaPr>
                      <m:jc m:val="centerGroup"/>
                    </m:oMathParaPr>
                    <m:oMath xmlns:m="http://schemas.openxmlformats.org/officeDocument/2006/math">
                      <m:r>
                        <a:rPr lang="en-US" sz="2800" b="0" i="1" smtClean="0">
                          <a:solidFill>
                            <a:srgbClr val="000000"/>
                          </a:solidFill>
                          <a:latin typeface="Cambria Math" panose="02040503050406030204" pitchFamily="18" charset="0"/>
                        </a:rPr>
                        <m:t>=</m:t>
                      </m:r>
                      <m:f>
                        <m:fPr>
                          <m:ctrlPr>
                            <a:rPr lang="en-US" sz="2800" i="1">
                              <a:solidFill>
                                <a:srgbClr val="000000"/>
                              </a:solidFill>
                              <a:latin typeface="Cambria Math" panose="02040503050406030204" pitchFamily="18" charset="0"/>
                            </a:rPr>
                          </m:ctrlPr>
                        </m:fPr>
                        <m:num>
                          <m:r>
                            <a:rPr lang="en-US" sz="2800" b="0" i="1">
                              <a:solidFill>
                                <a:srgbClr val="000000"/>
                              </a:solidFill>
                              <a:latin typeface="Cambria Math" panose="02040503050406030204" pitchFamily="18" charset="0"/>
                            </a:rPr>
                            <m:t>𝜌</m:t>
                          </m:r>
                        </m:num>
                        <m:den>
                          <m:r>
                            <a:rPr lang="en-US" sz="2800" b="0" i="1">
                              <a:solidFill>
                                <a:srgbClr val="000000"/>
                              </a:solidFill>
                              <a:latin typeface="Cambria Math" panose="02040503050406030204" pitchFamily="18" charset="0"/>
                            </a:rPr>
                            <m:t>3</m:t>
                          </m:r>
                          <m:sSub>
                            <m:sSubPr>
                              <m:ctrlPr>
                                <a:rPr lang="en-US" sz="2800" i="1">
                                  <a:solidFill>
                                    <a:srgbClr val="000000"/>
                                  </a:solidFill>
                                  <a:latin typeface="Cambria Math" panose="02040503050406030204" pitchFamily="18" charset="0"/>
                                </a:rPr>
                              </m:ctrlPr>
                            </m:sSubPr>
                            <m:e>
                              <m:r>
                                <a:rPr lang="en-US" sz="2800" b="0" i="1">
                                  <a:solidFill>
                                    <a:srgbClr val="000000"/>
                                  </a:solidFill>
                                  <a:latin typeface="Cambria Math" panose="02040503050406030204" pitchFamily="18" charset="0"/>
                                </a:rPr>
                                <m:t>𝜀</m:t>
                              </m:r>
                            </m:e>
                            <m:sub>
                              <m:r>
                                <a:rPr lang="en-US" sz="2800" b="0" i="1">
                                  <a:solidFill>
                                    <a:srgbClr val="000000"/>
                                  </a:solidFill>
                                  <a:latin typeface="Cambria Math" panose="02040503050406030204" pitchFamily="18" charset="0"/>
                                </a:rPr>
                                <m:t>0</m:t>
                              </m:r>
                            </m:sub>
                          </m:sSub>
                        </m:den>
                      </m:f>
                      <m:groupChr>
                        <m:groupChrPr>
                          <m:chr m:val="→"/>
                          <m:pos m:val="top"/>
                          <m:vertJc m:val="bot"/>
                          <m:ctrlPr>
                            <a:rPr lang="en-US" sz="2800" i="1">
                              <a:solidFill>
                                <a:srgbClr val="000000"/>
                              </a:solidFill>
                              <a:latin typeface="Cambria Math" panose="02040503050406030204" pitchFamily="18" charset="0"/>
                            </a:rPr>
                          </m:ctrlPr>
                        </m:groupChrPr>
                        <m:e>
                          <m:r>
                            <m:rPr>
                              <m:brk/>
                            </m:rPr>
                            <a:rPr lang="en-US" sz="2800" b="0" i="1" smtClean="0">
                              <a:solidFill>
                                <a:srgbClr val="000000"/>
                              </a:solidFill>
                              <a:latin typeface="Cambria Math" panose="02040503050406030204" pitchFamily="18" charset="0"/>
                            </a:rPr>
                            <m:t>𝐿</m:t>
                          </m:r>
                        </m:e>
                      </m:groupChr>
                    </m:oMath>
                  </m:oMathPara>
                </a14:m>
                <a:endParaRPr lang="en-US" sz="2800" dirty="0"/>
              </a:p>
            </p:txBody>
          </p:sp>
        </mc:Choice>
        <mc:Fallback xmlns="">
          <p:sp>
            <p:nvSpPr>
              <p:cNvPr id="15" name="Object 33">
                <a:extLst>
                  <a:ext uri="{FF2B5EF4-FFF2-40B4-BE49-F238E27FC236}">
                    <a16:creationId xmlns:a16="http://schemas.microsoft.com/office/drawing/2014/main" id="{30A92251-E9BC-4415-B549-047683DC6644}"/>
                  </a:ext>
                </a:extLst>
              </p:cNvPr>
              <p:cNvSpPr txBox="1">
                <a:spLocks noRot="1" noChangeAspect="1" noMove="1" noResize="1" noEditPoints="1" noAdjustHandles="1" noChangeArrowheads="1" noChangeShapeType="1" noTextEdit="1"/>
              </p:cNvSpPr>
              <p:nvPr/>
            </p:nvSpPr>
            <p:spPr bwMode="auto">
              <a:xfrm>
                <a:off x="2628954" y="5802381"/>
                <a:ext cx="1296988" cy="1104900"/>
              </a:xfrm>
              <a:prstGeom prst="rect">
                <a:avLst/>
              </a:prstGeom>
              <a:blipFill>
                <a:blip r:embed="rId9"/>
                <a:stretch>
                  <a:fillRect r="-939"/>
                </a:stretch>
              </a:blipFill>
              <a:ln>
                <a:noFill/>
              </a:ln>
              <a:effectLst/>
            </p:spPr>
            <p:txBody>
              <a:bodyPr/>
              <a:lstStyle/>
              <a:p>
                <a:r>
                  <a:rPr lang="en-US">
                    <a:noFill/>
                  </a:rPr>
                  <a:t> </a:t>
                </a:r>
              </a:p>
            </p:txBody>
          </p:sp>
        </mc:Fallback>
      </mc:AlternateContent>
      <p:pic>
        <p:nvPicPr>
          <p:cNvPr id="32" name="Picture 1" descr="A picture containing diagram&#10;&#10;Description automatically generated">
            <a:extLst>
              <a:ext uri="{FF2B5EF4-FFF2-40B4-BE49-F238E27FC236}">
                <a16:creationId xmlns:a16="http://schemas.microsoft.com/office/drawing/2014/main" id="{BD5E9022-4B5E-45E5-97F0-1CA2429327E3}"/>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038447" y="2709729"/>
            <a:ext cx="3955193" cy="3586953"/>
          </a:xfrm>
          <a:prstGeom prst="rect">
            <a:avLst/>
          </a:prstGeom>
          <a:noFill/>
          <a:extLst>
            <a:ext uri="{909E8E84-426E-40DD-AFC4-6F175D3DCCD1}">
              <a14:hiddenFill xmlns:a14="http://schemas.microsoft.com/office/drawing/2010/main">
                <a:solidFill>
                  <a:srgbClr val="FFFFFF"/>
                </a:solidFill>
              </a14:hiddenFill>
            </a:ext>
          </a:extLst>
        </p:spPr>
      </p:pic>
      <p:cxnSp>
        <p:nvCxnSpPr>
          <p:cNvPr id="34" name="直接箭头连接符 33">
            <a:extLst>
              <a:ext uri="{FF2B5EF4-FFF2-40B4-BE49-F238E27FC236}">
                <a16:creationId xmlns:a16="http://schemas.microsoft.com/office/drawing/2014/main" id="{D68431FB-AC08-4896-9CBA-DACC612581C3}"/>
              </a:ext>
            </a:extLst>
          </p:cNvPr>
          <p:cNvCxnSpPr/>
          <p:nvPr/>
        </p:nvCxnSpPr>
        <p:spPr>
          <a:xfrm flipV="1">
            <a:off x="9016043" y="3937000"/>
            <a:ext cx="312107" cy="566205"/>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5" name="直接箭头连接符 34">
            <a:extLst>
              <a:ext uri="{FF2B5EF4-FFF2-40B4-BE49-F238E27FC236}">
                <a16:creationId xmlns:a16="http://schemas.microsoft.com/office/drawing/2014/main" id="{A32B2448-8D4A-4CA9-A69C-68CCE219D63E}"/>
              </a:ext>
            </a:extLst>
          </p:cNvPr>
          <p:cNvCxnSpPr>
            <a:cxnSpLocks/>
          </p:cNvCxnSpPr>
          <p:nvPr/>
        </p:nvCxnSpPr>
        <p:spPr>
          <a:xfrm>
            <a:off x="9328150" y="3937001"/>
            <a:ext cx="304800" cy="158749"/>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7" name="矩形 36">
                <a:extLst>
                  <a:ext uri="{FF2B5EF4-FFF2-40B4-BE49-F238E27FC236}">
                    <a16:creationId xmlns:a16="http://schemas.microsoft.com/office/drawing/2014/main" id="{74A85A47-AEB5-435D-8511-638736DF91DA}"/>
                  </a:ext>
                </a:extLst>
              </p:cNvPr>
              <p:cNvSpPr/>
              <p:nvPr/>
            </p:nvSpPr>
            <p:spPr>
              <a:xfrm>
                <a:off x="8711243" y="3834140"/>
                <a:ext cx="565411"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800" i="1" smtClean="0">
                              <a:solidFill>
                                <a:srgbClr val="FF0000"/>
                              </a:solidFill>
                              <a:latin typeface="Cambria Math" panose="02040503050406030204" pitchFamily="18" charset="0"/>
                            </a:rPr>
                          </m:ctrlPr>
                        </m:sSubPr>
                        <m:e>
                          <m:acc>
                            <m:accPr>
                              <m:chr m:val="⃗"/>
                              <m:ctrlPr>
                                <a:rPr lang="en-US" sz="2800" i="1">
                                  <a:solidFill>
                                    <a:srgbClr val="FF0000"/>
                                  </a:solidFill>
                                  <a:latin typeface="Cambria Math" panose="02040503050406030204" pitchFamily="18" charset="0"/>
                                </a:rPr>
                              </m:ctrlPr>
                            </m:accPr>
                            <m:e>
                              <m:r>
                                <a:rPr lang="en-US" sz="2800" i="1">
                                  <a:solidFill>
                                    <a:srgbClr val="FF0000"/>
                                  </a:solidFill>
                                  <a:latin typeface="Cambria Math" panose="02040503050406030204" pitchFamily="18" charset="0"/>
                                </a:rPr>
                                <m:t>𝑟</m:t>
                              </m:r>
                            </m:e>
                          </m:acc>
                        </m:e>
                        <m:sub>
                          <m:r>
                            <a:rPr lang="en-US" sz="2800" i="1">
                              <a:solidFill>
                                <a:srgbClr val="FF0000"/>
                              </a:solidFill>
                              <a:latin typeface="Cambria Math" panose="02040503050406030204" pitchFamily="18" charset="0"/>
                            </a:rPr>
                            <m:t>1</m:t>
                          </m:r>
                        </m:sub>
                      </m:sSub>
                    </m:oMath>
                  </m:oMathPara>
                </a14:m>
                <a:endParaRPr lang="en-US" sz="2800" dirty="0">
                  <a:solidFill>
                    <a:srgbClr val="FF0000"/>
                  </a:solidFill>
                </a:endParaRPr>
              </a:p>
            </p:txBody>
          </p:sp>
        </mc:Choice>
        <mc:Fallback xmlns="">
          <p:sp>
            <p:nvSpPr>
              <p:cNvPr id="37" name="矩形 36">
                <a:extLst>
                  <a:ext uri="{FF2B5EF4-FFF2-40B4-BE49-F238E27FC236}">
                    <a16:creationId xmlns:a16="http://schemas.microsoft.com/office/drawing/2014/main" id="{74A85A47-AEB5-435D-8511-638736DF91DA}"/>
                  </a:ext>
                </a:extLst>
              </p:cNvPr>
              <p:cNvSpPr>
                <a:spLocks noRot="1" noChangeAspect="1" noMove="1" noResize="1" noEditPoints="1" noAdjustHandles="1" noChangeArrowheads="1" noChangeShapeType="1" noTextEdit="1"/>
              </p:cNvSpPr>
              <p:nvPr/>
            </p:nvSpPr>
            <p:spPr>
              <a:xfrm>
                <a:off x="8711243" y="3834140"/>
                <a:ext cx="565411" cy="523220"/>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0" name="矩形 19">
                <a:extLst>
                  <a:ext uri="{FF2B5EF4-FFF2-40B4-BE49-F238E27FC236}">
                    <a16:creationId xmlns:a16="http://schemas.microsoft.com/office/drawing/2014/main" id="{EED17376-E616-4CD2-A7A3-34D8160584F3}"/>
                  </a:ext>
                </a:extLst>
              </p:cNvPr>
              <p:cNvSpPr/>
              <p:nvPr/>
            </p:nvSpPr>
            <p:spPr>
              <a:xfrm>
                <a:off x="6170578" y="2160504"/>
                <a:ext cx="5646739" cy="97494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sz="2800" i="1" smtClean="0">
                          <a:latin typeface="+mj-ea"/>
                          <a:ea typeface="+mj-ea"/>
                        </a:rPr>
                        <m:t>带电量</m:t>
                      </m:r>
                      <m:r>
                        <m:rPr>
                          <m:sty m:val="p"/>
                        </m:rPr>
                        <a:rPr lang="en-US" altLang="zh-CN" sz="2800" i="1">
                          <a:latin typeface="+mj-ea"/>
                          <a:ea typeface="+mj-ea"/>
                        </a:rPr>
                        <m:t>q</m:t>
                      </m:r>
                      <m:r>
                        <a:rPr lang="en-US" altLang="zh-CN" sz="2800" b="0" i="1" smtClean="0">
                          <a:solidFill>
                            <a:schemeClr val="tx1"/>
                          </a:solidFill>
                          <a:latin typeface="Cambria Math" panose="02040503050406030204" pitchFamily="18" charset="0"/>
                          <a:ea typeface="Cambria Math" panose="02040503050406030204" pitchFamily="18" charset="0"/>
                        </a:rPr>
                        <m:t>→</m:t>
                      </m:r>
                      <m:r>
                        <a:rPr lang="en-US" altLang="zh-CN" sz="2800" b="0" i="1" smtClean="0">
                          <a:solidFill>
                            <a:schemeClr val="tx1"/>
                          </a:solidFill>
                          <a:latin typeface="Cambria Math" panose="02040503050406030204" pitchFamily="18" charset="0"/>
                          <a:ea typeface="Cambria Math" panose="02040503050406030204" pitchFamily="18" charset="0"/>
                        </a:rPr>
                        <m:t>𝐸</m:t>
                      </m:r>
                      <m:r>
                        <a:rPr lang="en-US" altLang="zh-CN" sz="2800" b="0" i="1" smtClean="0">
                          <a:solidFill>
                            <a:schemeClr val="tx1"/>
                          </a:solidFill>
                          <a:latin typeface="Cambria Math" panose="02040503050406030204" pitchFamily="18" charset="0"/>
                          <a:ea typeface="Cambria Math" panose="02040503050406030204" pitchFamily="18" charset="0"/>
                        </a:rPr>
                        <m:t>=</m:t>
                      </m:r>
                      <m:f>
                        <m:fPr>
                          <m:ctrlPr>
                            <a:rPr lang="en-US" altLang="zh-CN" sz="2800" i="1">
                              <a:solidFill>
                                <a:schemeClr val="tx1"/>
                              </a:solidFill>
                              <a:latin typeface="Cambria Math" panose="02040503050406030204" pitchFamily="18" charset="0"/>
                            </a:rPr>
                          </m:ctrlPr>
                        </m:fPr>
                        <m:num>
                          <m:r>
                            <a:rPr lang="en-US" altLang="zh-CN" sz="2800" b="0" i="1">
                              <a:solidFill>
                                <a:schemeClr val="tx1"/>
                              </a:solidFill>
                              <a:latin typeface="Cambria Math" panose="02040503050406030204" pitchFamily="18" charset="0"/>
                            </a:rPr>
                            <m:t>1</m:t>
                          </m:r>
                        </m:num>
                        <m:den>
                          <m:r>
                            <a:rPr lang="en-US" altLang="zh-CN" sz="2800" b="0" i="1">
                              <a:solidFill>
                                <a:schemeClr val="tx1"/>
                              </a:solidFill>
                              <a:latin typeface="Cambria Math" panose="02040503050406030204" pitchFamily="18" charset="0"/>
                            </a:rPr>
                            <m:t>4</m:t>
                          </m:r>
                          <m:r>
                            <a:rPr lang="zh-CN" altLang="en-US" sz="2800" b="0" i="1">
                              <a:solidFill>
                                <a:schemeClr val="tx1"/>
                              </a:solidFill>
                              <a:latin typeface="Cambria Math" panose="02040503050406030204" pitchFamily="18" charset="0"/>
                            </a:rPr>
                            <m:t>𝜋</m:t>
                          </m:r>
                          <m:sSub>
                            <m:sSubPr>
                              <m:ctrlPr>
                                <a:rPr lang="en-US" altLang="zh-CN" sz="2800" i="1">
                                  <a:solidFill>
                                    <a:schemeClr val="tx1"/>
                                  </a:solidFill>
                                  <a:latin typeface="Cambria Math" panose="02040503050406030204" pitchFamily="18" charset="0"/>
                                </a:rPr>
                              </m:ctrlPr>
                            </m:sSubPr>
                            <m:e>
                              <m:r>
                                <a:rPr lang="zh-CN" altLang="en-US" sz="2800" b="0" i="1">
                                  <a:solidFill>
                                    <a:schemeClr val="tx1"/>
                                  </a:solidFill>
                                  <a:latin typeface="Cambria Math" panose="02040503050406030204" pitchFamily="18" charset="0"/>
                                </a:rPr>
                                <m:t>𝜀</m:t>
                              </m:r>
                            </m:e>
                            <m:sub>
                              <m:r>
                                <a:rPr lang="en-US" altLang="zh-CN" sz="2800" b="0" i="1">
                                  <a:solidFill>
                                    <a:schemeClr val="tx1"/>
                                  </a:solidFill>
                                  <a:latin typeface="Cambria Math" panose="02040503050406030204" pitchFamily="18" charset="0"/>
                                </a:rPr>
                                <m:t>0</m:t>
                              </m:r>
                            </m:sub>
                          </m:sSub>
                        </m:den>
                      </m:f>
                      <m:f>
                        <m:fPr>
                          <m:ctrlPr>
                            <a:rPr lang="en-US" altLang="zh-CN" sz="2800" i="1">
                              <a:solidFill>
                                <a:schemeClr val="tx1"/>
                              </a:solidFill>
                              <a:latin typeface="Cambria Math" panose="02040503050406030204" pitchFamily="18" charset="0"/>
                            </a:rPr>
                          </m:ctrlPr>
                        </m:fPr>
                        <m:num>
                          <m:sSub>
                            <m:sSubPr>
                              <m:ctrlPr>
                                <a:rPr lang="en-US" altLang="zh-CN" sz="2800" i="1">
                                  <a:solidFill>
                                    <a:schemeClr val="tx1"/>
                                  </a:solidFill>
                                  <a:latin typeface="Cambria Math" panose="02040503050406030204" pitchFamily="18" charset="0"/>
                                  <a:ea typeface="华文新魏" panose="02010800040101010101" pitchFamily="2" charset="-122"/>
                                </a:rPr>
                              </m:ctrlPr>
                            </m:sSubPr>
                            <m:e>
                              <m:r>
                                <a:rPr lang="en-US" altLang="zh-CN" sz="2800" b="0" i="1">
                                  <a:solidFill>
                                    <a:schemeClr val="tx1"/>
                                  </a:solidFill>
                                  <a:latin typeface="Cambria Math" panose="02040503050406030204" pitchFamily="18" charset="0"/>
                                  <a:ea typeface="华文新魏" panose="02010800040101010101" pitchFamily="2" charset="-122"/>
                                </a:rPr>
                                <m:t>𝑞</m:t>
                              </m:r>
                            </m:e>
                            <m:sub>
                              <m:r>
                                <a:rPr lang="en-US" altLang="zh-CN" sz="2800" b="0" i="1">
                                  <a:solidFill>
                                    <a:schemeClr val="tx1"/>
                                  </a:solidFill>
                                  <a:latin typeface="Cambria Math" panose="02040503050406030204" pitchFamily="18" charset="0"/>
                                  <a:ea typeface="华文新魏" panose="02010800040101010101" pitchFamily="2" charset="-122"/>
                                </a:rPr>
                                <m:t>𝑖𝑛</m:t>
                              </m:r>
                            </m:sub>
                          </m:sSub>
                        </m:num>
                        <m:den>
                          <m:sSup>
                            <m:sSupPr>
                              <m:ctrlPr>
                                <a:rPr lang="en-US" altLang="zh-CN" sz="2800" i="1">
                                  <a:solidFill>
                                    <a:schemeClr val="tx1"/>
                                  </a:solidFill>
                                  <a:latin typeface="Cambria Math" panose="02040503050406030204" pitchFamily="18" charset="0"/>
                                </a:rPr>
                              </m:ctrlPr>
                            </m:sSupPr>
                            <m:e>
                              <m:r>
                                <a:rPr lang="en-US" altLang="zh-CN" sz="2800" b="0" i="1">
                                  <a:solidFill>
                                    <a:schemeClr val="tx1"/>
                                  </a:solidFill>
                                  <a:latin typeface="Cambria Math" panose="02040503050406030204" pitchFamily="18" charset="0"/>
                                </a:rPr>
                                <m:t>𝑟</m:t>
                              </m:r>
                            </m:e>
                            <m:sup>
                              <m:r>
                                <a:rPr lang="en-US" altLang="zh-CN" sz="2800" b="0" i="1">
                                  <a:solidFill>
                                    <a:schemeClr val="tx1"/>
                                  </a:solidFill>
                                  <a:latin typeface="Cambria Math" panose="02040503050406030204" pitchFamily="18" charset="0"/>
                                </a:rPr>
                                <m:t>2</m:t>
                              </m:r>
                            </m:sup>
                          </m:sSup>
                        </m:den>
                      </m:f>
                      <m:r>
                        <a:rPr lang="en-US" altLang="zh-CN" sz="2800" b="0" i="1">
                          <a:solidFill>
                            <a:schemeClr val="tx1"/>
                          </a:solidFill>
                          <a:latin typeface="Cambria Math" panose="02040503050406030204" pitchFamily="18" charset="0"/>
                          <a:ea typeface="华文新魏" panose="02010800040101010101" pitchFamily="2" charset="-122"/>
                        </a:rPr>
                        <m:t>=</m:t>
                      </m:r>
                      <m:f>
                        <m:fPr>
                          <m:ctrlPr>
                            <a:rPr lang="en-US" altLang="zh-CN" sz="2800" i="1">
                              <a:solidFill>
                                <a:schemeClr val="tx1"/>
                              </a:solidFill>
                              <a:latin typeface="Cambria Math" panose="02040503050406030204" pitchFamily="18" charset="0"/>
                            </a:rPr>
                          </m:ctrlPr>
                        </m:fPr>
                        <m:num>
                          <m:r>
                            <a:rPr lang="en-US" altLang="zh-CN" sz="2800" b="0" i="1">
                              <a:solidFill>
                                <a:schemeClr val="tx1"/>
                              </a:solidFill>
                              <a:latin typeface="Cambria Math" panose="02040503050406030204" pitchFamily="18" charset="0"/>
                            </a:rPr>
                            <m:t>𝑞𝑟</m:t>
                          </m:r>
                        </m:num>
                        <m:den>
                          <m:r>
                            <a:rPr lang="en-US" altLang="zh-CN" sz="2800" b="0" i="1">
                              <a:solidFill>
                                <a:schemeClr val="tx1"/>
                              </a:solidFill>
                              <a:latin typeface="Cambria Math" panose="02040503050406030204" pitchFamily="18" charset="0"/>
                            </a:rPr>
                            <m:t>4</m:t>
                          </m:r>
                          <m:r>
                            <a:rPr lang="zh-CN" altLang="en-US" sz="2800" b="0" i="1">
                              <a:solidFill>
                                <a:schemeClr val="tx1"/>
                              </a:solidFill>
                              <a:latin typeface="Cambria Math" panose="02040503050406030204" pitchFamily="18" charset="0"/>
                            </a:rPr>
                            <m:t>𝜋</m:t>
                          </m:r>
                          <m:sSub>
                            <m:sSubPr>
                              <m:ctrlPr>
                                <a:rPr lang="en-US" altLang="zh-CN" sz="2800" i="1">
                                  <a:solidFill>
                                    <a:schemeClr val="tx1"/>
                                  </a:solidFill>
                                  <a:latin typeface="Cambria Math" panose="02040503050406030204" pitchFamily="18" charset="0"/>
                                </a:rPr>
                              </m:ctrlPr>
                            </m:sSubPr>
                            <m:e>
                              <m:r>
                                <a:rPr lang="zh-CN" altLang="en-US" sz="2800" b="0" i="1">
                                  <a:solidFill>
                                    <a:schemeClr val="tx1"/>
                                  </a:solidFill>
                                  <a:latin typeface="Cambria Math" panose="02040503050406030204" pitchFamily="18" charset="0"/>
                                </a:rPr>
                                <m:t>𝜀</m:t>
                              </m:r>
                            </m:e>
                            <m:sub>
                              <m:r>
                                <a:rPr lang="en-US" altLang="zh-CN" sz="2800" b="0" i="1">
                                  <a:solidFill>
                                    <a:schemeClr val="tx1"/>
                                  </a:solidFill>
                                  <a:latin typeface="Cambria Math" panose="02040503050406030204" pitchFamily="18" charset="0"/>
                                </a:rPr>
                                <m:t>0</m:t>
                              </m:r>
                            </m:sub>
                          </m:sSub>
                          <m:sSup>
                            <m:sSupPr>
                              <m:ctrlPr>
                                <a:rPr lang="en-US" altLang="zh-CN" sz="2800" i="1">
                                  <a:solidFill>
                                    <a:schemeClr val="tx1"/>
                                  </a:solidFill>
                                  <a:latin typeface="Cambria Math" panose="02040503050406030204" pitchFamily="18" charset="0"/>
                                  <a:ea typeface="华文新魏" panose="02010800040101010101" pitchFamily="2" charset="-122"/>
                                </a:rPr>
                              </m:ctrlPr>
                            </m:sSupPr>
                            <m:e>
                              <m:r>
                                <a:rPr lang="en-US" altLang="zh-CN" sz="2800" b="0" i="1">
                                  <a:solidFill>
                                    <a:schemeClr val="tx1"/>
                                  </a:solidFill>
                                  <a:latin typeface="Cambria Math" panose="02040503050406030204" pitchFamily="18" charset="0"/>
                                  <a:ea typeface="华文新魏" panose="02010800040101010101" pitchFamily="2" charset="-122"/>
                                </a:rPr>
                                <m:t>𝑅</m:t>
                              </m:r>
                            </m:e>
                            <m:sup>
                              <m:r>
                                <a:rPr lang="en-US" altLang="zh-CN" sz="2800" b="0" i="1">
                                  <a:solidFill>
                                    <a:schemeClr val="tx1"/>
                                  </a:solidFill>
                                  <a:latin typeface="Cambria Math" panose="02040503050406030204" pitchFamily="18" charset="0"/>
                                  <a:ea typeface="华文新魏" panose="02010800040101010101" pitchFamily="2" charset="-122"/>
                                </a:rPr>
                                <m:t>3</m:t>
                              </m:r>
                            </m:sup>
                          </m:sSup>
                        </m:den>
                      </m:f>
                    </m:oMath>
                  </m:oMathPara>
                </a14:m>
                <a:endParaRPr lang="en-US" sz="2800" dirty="0">
                  <a:solidFill>
                    <a:schemeClr val="tx1"/>
                  </a:solidFill>
                </a:endParaRPr>
              </a:p>
            </p:txBody>
          </p:sp>
        </mc:Choice>
        <mc:Fallback>
          <p:sp>
            <p:nvSpPr>
              <p:cNvPr id="20" name="矩形 19">
                <a:extLst>
                  <a:ext uri="{FF2B5EF4-FFF2-40B4-BE49-F238E27FC236}">
                    <a16:creationId xmlns:a16="http://schemas.microsoft.com/office/drawing/2014/main" id="{EED17376-E616-4CD2-A7A3-34D8160584F3}"/>
                  </a:ext>
                </a:extLst>
              </p:cNvPr>
              <p:cNvSpPr>
                <a:spLocks noRot="1" noChangeAspect="1" noMove="1" noResize="1" noEditPoints="1" noAdjustHandles="1" noChangeArrowheads="1" noChangeShapeType="1" noTextEdit="1"/>
              </p:cNvSpPr>
              <p:nvPr/>
            </p:nvSpPr>
            <p:spPr>
              <a:xfrm>
                <a:off x="6170578" y="2160504"/>
                <a:ext cx="5646739" cy="974947"/>
              </a:xfrm>
              <a:prstGeom prst="rect">
                <a:avLst/>
              </a:prstGeom>
              <a:blipFill>
                <a:blip r:embed="rId1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7858851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4"/>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0"/>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0"/>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1"/>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2"/>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3"/>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5"/>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0" grpId="0"/>
      <p:bldP spid="11" grpId="0"/>
      <p:bldP spid="12" grpId="0"/>
      <p:bldP spid="13" grpId="0"/>
      <p:bldP spid="14" grpId="0"/>
      <p:bldP spid="15" grpId="0"/>
      <p:bldP spid="37" grpId="0"/>
      <p:bldP spid="20"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 name="文本框 3">
                <a:extLst>
                  <a:ext uri="{FF2B5EF4-FFF2-40B4-BE49-F238E27FC236}">
                    <a16:creationId xmlns:a16="http://schemas.microsoft.com/office/drawing/2014/main" id="{227DDF66-5181-4E4F-803A-7A20BC77E014}"/>
                  </a:ext>
                </a:extLst>
              </p:cNvPr>
              <p:cNvSpPr txBox="1"/>
              <p:nvPr>
                <p:custDataLst>
                  <p:tags r:id="rId2"/>
                </p:custDataLst>
              </p:nvPr>
            </p:nvSpPr>
            <p:spPr>
              <a:xfrm>
                <a:off x="1270000" y="878840"/>
                <a:ext cx="9753600" cy="2143125"/>
              </a:xfrm>
              <a:prstGeom prst="rect">
                <a:avLst/>
              </a:prstGeom>
              <a:noFill/>
            </p:spPr>
            <p:txBody>
              <a:bodyPr vert="horz" wrap="square" rtlCol="0" anchor="ctr" anchorCtr="0">
                <a:noAutofit/>
              </a:bodyPr>
              <a:lstStyle/>
              <a:p>
                <a:pPr algn="just">
                  <a:lnSpc>
                    <a:spcPct val="150000"/>
                  </a:lnSpc>
                </a:pPr>
                <a:r>
                  <a:rPr lang="zh-CN" altLang="zh-CN" sz="2800" kern="100" dirty="0">
                    <a:latin typeface="Times New Roman" panose="02020603050405020304" pitchFamily="18" charset="0"/>
                    <a:ea typeface="宋体" panose="02010600030101010101" pitchFamily="2" charset="-122"/>
                  </a:rPr>
                  <a:t>半径为</a:t>
                </a:r>
                <a:r>
                  <a:rPr lang="en-US" altLang="zh-CN" sz="2800" i="1" kern="100" dirty="0">
                    <a:latin typeface="Times New Roman" panose="02020603050405020304" pitchFamily="18" charset="0"/>
                    <a:ea typeface="宋体" panose="02010600030101010101" pitchFamily="2" charset="-122"/>
                  </a:rPr>
                  <a:t>R</a:t>
                </a:r>
                <a:r>
                  <a:rPr lang="zh-CN" altLang="zh-CN" sz="2800" kern="100" dirty="0">
                    <a:latin typeface="Times New Roman" panose="02020603050405020304" pitchFamily="18" charset="0"/>
                    <a:ea typeface="宋体" panose="02010600030101010101" pitchFamily="2" charset="-122"/>
                  </a:rPr>
                  <a:t>的无限长圆柱体，其内部电荷体密度为</a:t>
                </a:r>
                <a14:m>
                  <m:oMath xmlns:m="http://schemas.openxmlformats.org/officeDocument/2006/math">
                    <m:r>
                      <a:rPr lang="en-US" altLang="zh-CN" sz="2800" i="1" kern="100">
                        <a:latin typeface="Cambria Math" panose="02040503050406030204" pitchFamily="18" charset="0"/>
                        <a:ea typeface="宋体" panose="02010600030101010101" pitchFamily="2" charset="-122"/>
                      </a:rPr>
                      <m:t>𝜌</m:t>
                    </m:r>
                    <m:r>
                      <a:rPr lang="en-US" altLang="zh-CN" sz="2800" i="1" kern="100">
                        <a:latin typeface="Cambria Math" panose="02040503050406030204" pitchFamily="18" charset="0"/>
                        <a:ea typeface="宋体" panose="02010600030101010101" pitchFamily="2" charset="-122"/>
                      </a:rPr>
                      <m:t>=</m:t>
                    </m:r>
                    <m:r>
                      <a:rPr lang="en-US" altLang="zh-CN" sz="2800" i="1" kern="100">
                        <a:latin typeface="Cambria Math" panose="02040503050406030204" pitchFamily="18" charset="0"/>
                        <a:ea typeface="宋体" panose="02010600030101010101" pitchFamily="2" charset="-122"/>
                      </a:rPr>
                      <m:t>𝑎𝑟</m:t>
                    </m:r>
                    <m:r>
                      <a:rPr lang="en-US" altLang="zh-CN" sz="2800" i="1" kern="100">
                        <a:latin typeface="Cambria Math" panose="02040503050406030204" pitchFamily="18" charset="0"/>
                        <a:ea typeface="宋体" panose="02010600030101010101" pitchFamily="2" charset="-122"/>
                      </a:rPr>
                      <m:t>−</m:t>
                    </m:r>
                    <m:r>
                      <a:rPr lang="en-US" altLang="zh-CN" sz="2800" i="1" kern="100">
                        <a:latin typeface="Cambria Math" panose="02040503050406030204" pitchFamily="18" charset="0"/>
                        <a:ea typeface="宋体" panose="02010600030101010101" pitchFamily="2" charset="-122"/>
                      </a:rPr>
                      <m:t>𝑏</m:t>
                    </m:r>
                    <m:sSup>
                      <m:sSupPr>
                        <m:ctrlPr>
                          <a:rPr lang="zh-CN" altLang="zh-CN" sz="2800" i="1" kern="100">
                            <a:latin typeface="Cambria Math" panose="02040503050406030204" pitchFamily="18" charset="0"/>
                            <a:ea typeface="Cambria Math" panose="02040503050406030204" pitchFamily="18" charset="0"/>
                          </a:rPr>
                        </m:ctrlPr>
                      </m:sSupPr>
                      <m:e>
                        <m:r>
                          <a:rPr lang="en-US" altLang="zh-CN" sz="2800" i="1" kern="100">
                            <a:latin typeface="Cambria Math" panose="02040503050406030204" pitchFamily="18" charset="0"/>
                            <a:ea typeface="宋体" panose="02010600030101010101" pitchFamily="2" charset="-122"/>
                          </a:rPr>
                          <m:t>𝑟</m:t>
                        </m:r>
                      </m:e>
                      <m:sup>
                        <m:r>
                          <a:rPr lang="en-US" altLang="zh-CN" sz="2800" i="1" kern="100">
                            <a:latin typeface="Cambria Math" panose="02040503050406030204" pitchFamily="18" charset="0"/>
                            <a:ea typeface="宋体" panose="02010600030101010101" pitchFamily="2" charset="-122"/>
                          </a:rPr>
                          <m:t>2</m:t>
                        </m:r>
                      </m:sup>
                    </m:sSup>
                  </m:oMath>
                </a14:m>
                <a:r>
                  <a:rPr lang="zh-CN" altLang="zh-CN" sz="2800" kern="100" dirty="0">
                    <a:latin typeface="Times New Roman" panose="02020603050405020304" pitchFamily="18" charset="0"/>
                    <a:ea typeface="宋体" panose="02010600030101010101" pitchFamily="2" charset="-122"/>
                  </a:rPr>
                  <a:t>，其中</a:t>
                </a:r>
                <a:r>
                  <a:rPr lang="en-US" altLang="zh-CN" sz="2800" i="1" kern="100" dirty="0">
                    <a:latin typeface="Times New Roman" panose="02020603050405020304" pitchFamily="18" charset="0"/>
                    <a:ea typeface="宋体" panose="02010600030101010101" pitchFamily="2" charset="-122"/>
                  </a:rPr>
                  <a:t>r</a:t>
                </a:r>
                <a:r>
                  <a:rPr lang="zh-CN" altLang="zh-CN" sz="2800" kern="100" dirty="0">
                    <a:latin typeface="Times New Roman" panose="02020603050405020304" pitchFamily="18" charset="0"/>
                    <a:ea typeface="宋体" panose="02010600030101010101" pitchFamily="2" charset="-122"/>
                  </a:rPr>
                  <a:t>为某点到圆柱体中轴线的距离，</a:t>
                </a:r>
                <a:r>
                  <a:rPr lang="en-US" altLang="zh-CN" sz="2800" i="1" kern="100" dirty="0">
                    <a:latin typeface="Times New Roman" panose="02020603050405020304" pitchFamily="18" charset="0"/>
                    <a:ea typeface="宋体" panose="02010600030101010101" pitchFamily="2" charset="-122"/>
                  </a:rPr>
                  <a:t>a</a:t>
                </a:r>
                <a:r>
                  <a:rPr lang="zh-CN" altLang="zh-CN" sz="2800" kern="100" dirty="0">
                    <a:latin typeface="Times New Roman" panose="02020603050405020304" pitchFamily="18" charset="0"/>
                    <a:ea typeface="宋体" panose="02010600030101010101" pitchFamily="2" charset="-122"/>
                  </a:rPr>
                  <a:t>和</a:t>
                </a:r>
                <a:r>
                  <a:rPr lang="en-US" altLang="zh-CN" sz="2800" i="1" kern="100" dirty="0">
                    <a:latin typeface="Times New Roman" panose="02020603050405020304" pitchFamily="18" charset="0"/>
                    <a:ea typeface="宋体" panose="02010600030101010101" pitchFamily="2" charset="-122"/>
                  </a:rPr>
                  <a:t>b</a:t>
                </a:r>
                <a:r>
                  <a:rPr lang="zh-CN" altLang="zh-CN" sz="2800" kern="100" dirty="0">
                    <a:latin typeface="Times New Roman" panose="02020603050405020304" pitchFamily="18" charset="0"/>
                    <a:ea typeface="宋体" panose="02010600030101010101" pitchFamily="2" charset="-122"/>
                  </a:rPr>
                  <a:t>为常量，求带电圆柱体</a:t>
                </a:r>
                <a:r>
                  <a:rPr lang="zh-CN" altLang="en-US" sz="2800" kern="100" dirty="0">
                    <a:latin typeface="Times New Roman" panose="02020603050405020304" pitchFamily="18" charset="0"/>
                    <a:ea typeface="宋体" panose="02010600030101010101" pitchFamily="2" charset="-122"/>
                  </a:rPr>
                  <a:t>外</a:t>
                </a:r>
                <a:r>
                  <a:rPr lang="zh-CN" altLang="zh-CN" sz="2800" kern="100" dirty="0">
                    <a:latin typeface="Times New Roman" panose="02020603050405020304" pitchFamily="18" charset="0"/>
                    <a:ea typeface="宋体" panose="02010600030101010101" pitchFamily="2" charset="-122"/>
                  </a:rPr>
                  <a:t>电场分布。</a:t>
                </a:r>
              </a:p>
            </p:txBody>
          </p:sp>
        </mc:Choice>
        <mc:Fallback>
          <p:sp>
            <p:nvSpPr>
              <p:cNvPr id="4" name="文本框 3">
                <a:extLst>
                  <a:ext uri="{FF2B5EF4-FFF2-40B4-BE49-F238E27FC236}">
                    <a16:creationId xmlns:a16="http://schemas.microsoft.com/office/drawing/2014/main" id="{227DDF66-5181-4E4F-803A-7A20BC77E014}"/>
                  </a:ext>
                </a:extLst>
              </p:cNvPr>
              <p:cNvSpPr txBox="1">
                <a:spLocks noRot="1" noChangeAspect="1" noMove="1" noResize="1" noEditPoints="1" noAdjustHandles="1" noChangeArrowheads="1" noChangeShapeType="1" noTextEdit="1"/>
              </p:cNvSpPr>
              <p:nvPr>
                <p:custDataLst>
                  <p:tags r:id="rId2"/>
                </p:custDataLst>
              </p:nvPr>
            </p:nvSpPr>
            <p:spPr>
              <a:xfrm>
                <a:off x="1270000" y="878840"/>
                <a:ext cx="9753600" cy="2143125"/>
              </a:xfrm>
              <a:prstGeom prst="rect">
                <a:avLst/>
              </a:prstGeom>
              <a:blipFill>
                <a:blip r:embed="rId19"/>
                <a:stretch>
                  <a:fillRect l="-1250" r="-4938" b="-227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1CED5EE9-9E57-47BD-A504-BD9CAC858394}"/>
                  </a:ext>
                </a:extLst>
              </p:cNvPr>
              <p:cNvSpPr txBox="1"/>
              <p:nvPr>
                <p:custDataLst>
                  <p:tags r:id="rId3"/>
                </p:custDataLst>
              </p:nvPr>
            </p:nvSpPr>
            <p:spPr>
              <a:xfrm>
                <a:off x="2438400" y="3386296"/>
                <a:ext cx="3073400" cy="642938"/>
              </a:xfrm>
              <a:prstGeom prst="rect">
                <a:avLst/>
              </a:prstGeom>
              <a:noFill/>
            </p:spPr>
            <p:txBody>
              <a:bodyPr vert="horz" rtlCol="0" anchor="ctr" anchorCtr="0">
                <a:noAutofit/>
              </a:bodyPr>
              <a:lstStyle/>
              <a:p>
                <a:pPr/>
                <a14:m>
                  <m:oMathPara xmlns:m="http://schemas.openxmlformats.org/officeDocument/2006/math">
                    <m:oMathParaPr>
                      <m:jc m:val="centerGroup"/>
                    </m:oMathParaPr>
                    <m:oMath xmlns:m="http://schemas.openxmlformats.org/officeDocument/2006/math">
                      <m:f>
                        <m:fPr>
                          <m:ctrlPr>
                            <a:rPr lang="zh-CN" altLang="zh-CN" sz="2600" i="1" kern="100">
                              <a:latin typeface="Cambria Math" panose="02040503050406030204" pitchFamily="18" charset="0"/>
                              <a:ea typeface="Cambria Math" panose="02040503050406030204" pitchFamily="18" charset="0"/>
                            </a:rPr>
                          </m:ctrlPr>
                        </m:fPr>
                        <m:num>
                          <m:r>
                            <a:rPr lang="en-US" altLang="zh-CN" sz="2600" i="1" kern="100">
                              <a:latin typeface="Cambria Math" panose="02040503050406030204" pitchFamily="18" charset="0"/>
                              <a:ea typeface="宋体" panose="02010600030101010101" pitchFamily="2" charset="-122"/>
                            </a:rPr>
                            <m:t>4</m:t>
                          </m:r>
                          <m:r>
                            <a:rPr lang="en-US" altLang="zh-CN" sz="2600" i="1" kern="100">
                              <a:latin typeface="Cambria Math" panose="02040503050406030204" pitchFamily="18" charset="0"/>
                              <a:ea typeface="宋体" panose="02010600030101010101" pitchFamily="2" charset="-122"/>
                            </a:rPr>
                            <m:t>𝑎</m:t>
                          </m:r>
                          <m:sSup>
                            <m:sSupPr>
                              <m:ctrlPr>
                                <a:rPr lang="zh-CN" altLang="zh-CN" sz="2600" i="1" kern="100">
                                  <a:latin typeface="Cambria Math" panose="02040503050406030204" pitchFamily="18" charset="0"/>
                                  <a:ea typeface="Cambria Math" panose="02040503050406030204" pitchFamily="18" charset="0"/>
                                </a:rPr>
                              </m:ctrlPr>
                            </m:sSupPr>
                            <m:e>
                              <m:r>
                                <a:rPr lang="en-US" altLang="zh-CN" sz="2600" i="1" kern="100">
                                  <a:latin typeface="Cambria Math" panose="02040503050406030204" pitchFamily="18" charset="0"/>
                                  <a:ea typeface="宋体" panose="02010600030101010101" pitchFamily="2" charset="-122"/>
                                </a:rPr>
                                <m:t>𝑟</m:t>
                              </m:r>
                            </m:e>
                            <m:sup>
                              <m:r>
                                <a:rPr lang="en-US" altLang="zh-CN" sz="2600" i="1" kern="100">
                                  <a:latin typeface="Cambria Math" panose="02040503050406030204" pitchFamily="18" charset="0"/>
                                  <a:ea typeface="宋体" panose="02010600030101010101" pitchFamily="2" charset="-122"/>
                                </a:rPr>
                                <m:t>2</m:t>
                              </m:r>
                            </m:sup>
                          </m:sSup>
                          <m:r>
                            <a:rPr lang="en-US" altLang="zh-CN" sz="2600" i="1" kern="100">
                              <a:latin typeface="Cambria Math" panose="02040503050406030204" pitchFamily="18" charset="0"/>
                              <a:ea typeface="宋体" panose="02010600030101010101" pitchFamily="2" charset="-122"/>
                            </a:rPr>
                            <m:t>−3</m:t>
                          </m:r>
                          <m:r>
                            <a:rPr lang="en-US" altLang="zh-CN" sz="2600" i="1" kern="100">
                              <a:latin typeface="Cambria Math" panose="02040503050406030204" pitchFamily="18" charset="0"/>
                              <a:ea typeface="宋体" panose="02010600030101010101" pitchFamily="2" charset="-122"/>
                            </a:rPr>
                            <m:t>𝑏</m:t>
                          </m:r>
                          <m:sSup>
                            <m:sSupPr>
                              <m:ctrlPr>
                                <a:rPr lang="zh-CN" altLang="zh-CN" sz="2600" i="1" kern="100">
                                  <a:latin typeface="Cambria Math" panose="02040503050406030204" pitchFamily="18" charset="0"/>
                                  <a:ea typeface="Cambria Math" panose="02040503050406030204" pitchFamily="18" charset="0"/>
                                </a:rPr>
                              </m:ctrlPr>
                            </m:sSupPr>
                            <m:e>
                              <m:r>
                                <a:rPr lang="en-US" altLang="zh-CN" sz="2600" i="1" kern="100">
                                  <a:latin typeface="Cambria Math" panose="02040503050406030204" pitchFamily="18" charset="0"/>
                                  <a:ea typeface="宋体" panose="02010600030101010101" pitchFamily="2" charset="-122"/>
                                </a:rPr>
                                <m:t>𝑟</m:t>
                              </m:r>
                            </m:e>
                            <m:sup>
                              <m:r>
                                <a:rPr lang="en-US" altLang="zh-CN" sz="2600" i="1" kern="100">
                                  <a:latin typeface="Cambria Math" panose="02040503050406030204" pitchFamily="18" charset="0"/>
                                  <a:ea typeface="宋体" panose="02010600030101010101" pitchFamily="2" charset="-122"/>
                                </a:rPr>
                                <m:t>3</m:t>
                              </m:r>
                            </m:sup>
                          </m:sSup>
                        </m:num>
                        <m:den>
                          <m:r>
                            <a:rPr lang="en-US" altLang="zh-CN" sz="2600" i="1" kern="100">
                              <a:latin typeface="Cambria Math" panose="02040503050406030204" pitchFamily="18" charset="0"/>
                              <a:ea typeface="宋体" panose="02010600030101010101" pitchFamily="2" charset="-122"/>
                            </a:rPr>
                            <m:t>12</m:t>
                          </m:r>
                          <m:sSub>
                            <m:sSubPr>
                              <m:ctrlPr>
                                <a:rPr lang="zh-CN" altLang="zh-CN" sz="2600" i="1" kern="100">
                                  <a:latin typeface="Cambria Math" panose="02040503050406030204" pitchFamily="18" charset="0"/>
                                  <a:ea typeface="Cambria Math" panose="02040503050406030204" pitchFamily="18" charset="0"/>
                                </a:rPr>
                              </m:ctrlPr>
                            </m:sSubPr>
                            <m:e>
                              <m:r>
                                <a:rPr lang="en-US" altLang="zh-CN" sz="2600" i="1" kern="100">
                                  <a:latin typeface="Cambria Math" panose="02040503050406030204" pitchFamily="18" charset="0"/>
                                  <a:ea typeface="宋体" panose="02010600030101010101" pitchFamily="2" charset="-122"/>
                                </a:rPr>
                                <m:t>𝜀</m:t>
                              </m:r>
                            </m:e>
                            <m:sub>
                              <m:r>
                                <a:rPr lang="en-US" altLang="zh-CN" sz="2600" i="1" kern="100">
                                  <a:latin typeface="Cambria Math" panose="02040503050406030204" pitchFamily="18" charset="0"/>
                                  <a:ea typeface="宋体" panose="02010600030101010101" pitchFamily="2" charset="-122"/>
                                </a:rPr>
                                <m:t>0</m:t>
                              </m:r>
                            </m:sub>
                          </m:sSub>
                        </m:den>
                      </m:f>
                    </m:oMath>
                  </m:oMathPara>
                </a14:m>
                <a:endParaRPr 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mc:Choice>
        <mc:Fallback xmlns="">
          <p:sp>
            <p:nvSpPr>
              <p:cNvPr id="5" name="文本框 4">
                <a:extLst>
                  <a:ext uri="{FF2B5EF4-FFF2-40B4-BE49-F238E27FC236}">
                    <a16:creationId xmlns:a16="http://schemas.microsoft.com/office/drawing/2014/main" id="{1CED5EE9-9E57-47BD-A504-BD9CAC858394}"/>
                  </a:ext>
                </a:extLst>
              </p:cNvPr>
              <p:cNvSpPr txBox="1">
                <a:spLocks noRot="1" noChangeAspect="1" noMove="1" noResize="1" noEditPoints="1" noAdjustHandles="1" noChangeArrowheads="1" noChangeShapeType="1" noTextEdit="1"/>
              </p:cNvSpPr>
              <p:nvPr>
                <p:custDataLst>
                  <p:tags r:id="rId21"/>
                </p:custDataLst>
              </p:nvPr>
            </p:nvSpPr>
            <p:spPr>
              <a:xfrm>
                <a:off x="2438400" y="3386296"/>
                <a:ext cx="3073400" cy="642938"/>
              </a:xfrm>
              <a:prstGeom prst="rect">
                <a:avLst/>
              </a:prstGeom>
              <a:blipFill>
                <a:blip r:embed="rId22"/>
                <a:stretch>
                  <a:fillRect t="-9434" b="-1698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77EA5836-9C85-4E6D-99B6-A3825098AFB0}"/>
                  </a:ext>
                </a:extLst>
              </p:cNvPr>
              <p:cNvSpPr txBox="1"/>
              <p:nvPr>
                <p:custDataLst>
                  <p:tags r:id="rId4"/>
                </p:custDataLst>
              </p:nvPr>
            </p:nvSpPr>
            <p:spPr>
              <a:xfrm>
                <a:off x="2374900" y="5014119"/>
                <a:ext cx="3073400" cy="642938"/>
              </a:xfrm>
              <a:prstGeom prst="rect">
                <a:avLst/>
              </a:prstGeom>
              <a:noFill/>
            </p:spPr>
            <p:txBody>
              <a:bodyPr vert="horz" rtlCol="0" anchor="ctr" anchorCtr="0">
                <a:noAutofit/>
              </a:bodyPr>
              <a:lstStyle/>
              <a:p>
                <a:pPr/>
                <a14:m>
                  <m:oMathPara xmlns:m="http://schemas.openxmlformats.org/officeDocument/2006/math">
                    <m:oMathParaPr>
                      <m:jc m:val="centerGroup"/>
                    </m:oMathParaPr>
                    <m:oMath xmlns:m="http://schemas.openxmlformats.org/officeDocument/2006/math">
                      <m:f>
                        <m:fPr>
                          <m:ctrlPr>
                            <a:rPr lang="zh-CN" altLang="zh-CN" sz="2600" i="1" kern="100">
                              <a:latin typeface="Cambria Math" panose="02040503050406030204" pitchFamily="18" charset="0"/>
                              <a:ea typeface="Cambria Math" panose="02040503050406030204" pitchFamily="18" charset="0"/>
                            </a:rPr>
                          </m:ctrlPr>
                        </m:fPr>
                        <m:num>
                          <m:r>
                            <a:rPr lang="en-US" altLang="zh-CN" sz="2600" i="1" kern="100">
                              <a:latin typeface="Cambria Math" panose="02040503050406030204" pitchFamily="18" charset="0"/>
                              <a:ea typeface="宋体" panose="02010600030101010101" pitchFamily="2" charset="-122"/>
                            </a:rPr>
                            <m:t>4</m:t>
                          </m:r>
                          <m:r>
                            <a:rPr lang="en-US" altLang="zh-CN" sz="2600" i="1" kern="100">
                              <a:latin typeface="Cambria Math" panose="02040503050406030204" pitchFamily="18" charset="0"/>
                              <a:ea typeface="宋体" panose="02010600030101010101" pitchFamily="2" charset="-122"/>
                            </a:rPr>
                            <m:t>𝑎</m:t>
                          </m:r>
                          <m:sSup>
                            <m:sSupPr>
                              <m:ctrlPr>
                                <a:rPr lang="zh-CN" altLang="zh-CN" sz="2600" i="1" kern="100">
                                  <a:latin typeface="Cambria Math" panose="02040503050406030204" pitchFamily="18" charset="0"/>
                                  <a:ea typeface="Cambria Math" panose="02040503050406030204" pitchFamily="18" charset="0"/>
                                </a:rPr>
                              </m:ctrlPr>
                            </m:sSupPr>
                            <m:e>
                              <m:r>
                                <a:rPr lang="en-US" altLang="zh-CN" sz="2600" i="1" kern="100">
                                  <a:latin typeface="Cambria Math" panose="02040503050406030204" pitchFamily="18" charset="0"/>
                                  <a:ea typeface="宋体" panose="02010600030101010101" pitchFamily="2" charset="-122"/>
                                </a:rPr>
                                <m:t>𝑅</m:t>
                              </m:r>
                            </m:e>
                            <m:sup>
                              <m:r>
                                <a:rPr lang="en-US" altLang="zh-CN" sz="2600" i="1" kern="100">
                                  <a:latin typeface="Cambria Math" panose="02040503050406030204" pitchFamily="18" charset="0"/>
                                  <a:ea typeface="宋体" panose="02010600030101010101" pitchFamily="2" charset="-122"/>
                                </a:rPr>
                                <m:t>3</m:t>
                              </m:r>
                            </m:sup>
                          </m:sSup>
                          <m:r>
                            <a:rPr lang="en-US" altLang="zh-CN" sz="2600" i="1" kern="100">
                              <a:latin typeface="Cambria Math" panose="02040503050406030204" pitchFamily="18" charset="0"/>
                              <a:ea typeface="宋体" panose="02010600030101010101" pitchFamily="2" charset="-122"/>
                            </a:rPr>
                            <m:t>−3</m:t>
                          </m:r>
                          <m:r>
                            <a:rPr lang="en-US" altLang="zh-CN" sz="2600" i="1" kern="100">
                              <a:latin typeface="Cambria Math" panose="02040503050406030204" pitchFamily="18" charset="0"/>
                              <a:ea typeface="宋体" panose="02010600030101010101" pitchFamily="2" charset="-122"/>
                            </a:rPr>
                            <m:t>𝑏</m:t>
                          </m:r>
                          <m:sSup>
                            <m:sSupPr>
                              <m:ctrlPr>
                                <a:rPr lang="zh-CN" altLang="zh-CN" sz="2600" i="1" kern="100">
                                  <a:latin typeface="Cambria Math" panose="02040503050406030204" pitchFamily="18" charset="0"/>
                                  <a:ea typeface="Cambria Math" panose="02040503050406030204" pitchFamily="18" charset="0"/>
                                </a:rPr>
                              </m:ctrlPr>
                            </m:sSupPr>
                            <m:e>
                              <m:r>
                                <a:rPr lang="en-US" altLang="zh-CN" sz="2600" i="1" kern="100">
                                  <a:latin typeface="Cambria Math" panose="02040503050406030204" pitchFamily="18" charset="0"/>
                                  <a:ea typeface="宋体" panose="02010600030101010101" pitchFamily="2" charset="-122"/>
                                </a:rPr>
                                <m:t>𝑅</m:t>
                              </m:r>
                            </m:e>
                            <m:sup>
                              <m:r>
                                <a:rPr lang="en-US" altLang="zh-CN" sz="2600" i="1" kern="100">
                                  <a:latin typeface="Cambria Math" panose="02040503050406030204" pitchFamily="18" charset="0"/>
                                  <a:ea typeface="宋体" panose="02010600030101010101" pitchFamily="2" charset="-122"/>
                                </a:rPr>
                                <m:t>4</m:t>
                              </m:r>
                            </m:sup>
                          </m:sSup>
                        </m:num>
                        <m:den>
                          <m:r>
                            <a:rPr lang="en-US" altLang="zh-CN" sz="2600" i="1" kern="100">
                              <a:latin typeface="Cambria Math" panose="02040503050406030204" pitchFamily="18" charset="0"/>
                              <a:ea typeface="宋体" panose="02010600030101010101" pitchFamily="2" charset="-122"/>
                            </a:rPr>
                            <m:t>12</m:t>
                          </m:r>
                          <m:sSub>
                            <m:sSubPr>
                              <m:ctrlPr>
                                <a:rPr lang="zh-CN" altLang="zh-CN" sz="2600" i="1" kern="100">
                                  <a:latin typeface="Cambria Math" panose="02040503050406030204" pitchFamily="18" charset="0"/>
                                  <a:ea typeface="Cambria Math" panose="02040503050406030204" pitchFamily="18" charset="0"/>
                                </a:rPr>
                              </m:ctrlPr>
                            </m:sSubPr>
                            <m:e>
                              <m:r>
                                <a:rPr lang="en-US" altLang="zh-CN" sz="2600" i="1" kern="100">
                                  <a:latin typeface="Cambria Math" panose="02040503050406030204" pitchFamily="18" charset="0"/>
                                  <a:ea typeface="宋体" panose="02010600030101010101" pitchFamily="2" charset="-122"/>
                                </a:rPr>
                                <m:t>𝜀</m:t>
                              </m:r>
                            </m:e>
                            <m:sub>
                              <m:r>
                                <a:rPr lang="en-US" altLang="zh-CN" sz="2600" i="1" kern="100">
                                  <a:latin typeface="Cambria Math" panose="02040503050406030204" pitchFamily="18" charset="0"/>
                                  <a:ea typeface="宋体" panose="02010600030101010101" pitchFamily="2" charset="-122"/>
                                </a:rPr>
                                <m:t>0</m:t>
                              </m:r>
                            </m:sub>
                          </m:sSub>
                          <m:r>
                            <a:rPr lang="en-US" altLang="zh-CN" sz="2600" i="1" kern="100">
                              <a:latin typeface="Cambria Math" panose="02040503050406030204" pitchFamily="18" charset="0"/>
                              <a:ea typeface="宋体" panose="02010600030101010101" pitchFamily="2" charset="-122"/>
                            </a:rPr>
                            <m:t>𝑟</m:t>
                          </m:r>
                        </m:den>
                      </m:f>
                    </m:oMath>
                  </m:oMathPara>
                </a14:m>
                <a:endParaRPr 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mc:Choice>
        <mc:Fallback xmlns="">
          <p:sp>
            <p:nvSpPr>
              <p:cNvPr id="6" name="文本框 5">
                <a:extLst>
                  <a:ext uri="{FF2B5EF4-FFF2-40B4-BE49-F238E27FC236}">
                    <a16:creationId xmlns:a16="http://schemas.microsoft.com/office/drawing/2014/main" id="{77EA5836-9C85-4E6D-99B6-A3825098AFB0}"/>
                  </a:ext>
                </a:extLst>
              </p:cNvPr>
              <p:cNvSpPr txBox="1">
                <a:spLocks noRot="1" noChangeAspect="1" noMove="1" noResize="1" noEditPoints="1" noAdjustHandles="1" noChangeArrowheads="1" noChangeShapeType="1" noTextEdit="1"/>
              </p:cNvSpPr>
              <p:nvPr>
                <p:custDataLst>
                  <p:tags r:id="rId23"/>
                </p:custDataLst>
              </p:nvPr>
            </p:nvSpPr>
            <p:spPr>
              <a:xfrm>
                <a:off x="2374900" y="5014119"/>
                <a:ext cx="3073400" cy="642938"/>
              </a:xfrm>
              <a:prstGeom prst="rect">
                <a:avLst/>
              </a:prstGeom>
              <a:blipFill>
                <a:blip r:embed="rId24"/>
                <a:stretch>
                  <a:fillRect t="-10476" b="-1714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7F65F78E-2DCE-4A24-BCCC-E37D68C970C8}"/>
                  </a:ext>
                </a:extLst>
              </p:cNvPr>
              <p:cNvSpPr txBox="1"/>
              <p:nvPr>
                <p:custDataLst>
                  <p:tags r:id="rId5"/>
                </p:custDataLst>
              </p:nvPr>
            </p:nvSpPr>
            <p:spPr>
              <a:xfrm>
                <a:off x="7378700" y="3386296"/>
                <a:ext cx="3073400" cy="642938"/>
              </a:xfrm>
              <a:prstGeom prst="rect">
                <a:avLst/>
              </a:prstGeom>
              <a:noFill/>
            </p:spPr>
            <p:txBody>
              <a:bodyPr vert="horz" rtlCol="0" anchor="ctr" anchorCtr="0">
                <a:noAutofit/>
              </a:bodyPr>
              <a:lstStyle/>
              <a:p>
                <a:pPr/>
                <a14:m>
                  <m:oMathPara xmlns:m="http://schemas.openxmlformats.org/officeDocument/2006/math">
                    <m:oMathParaPr>
                      <m:jc m:val="centerGroup"/>
                    </m:oMathParaPr>
                    <m:oMath xmlns:m="http://schemas.openxmlformats.org/officeDocument/2006/math">
                      <m:f>
                        <m:fPr>
                          <m:ctrlPr>
                            <a:rPr lang="zh-CN" altLang="zh-CN" sz="2600" i="1" kern="100" smtClean="0">
                              <a:latin typeface="Cambria Math" panose="02040503050406030204" pitchFamily="18" charset="0"/>
                              <a:ea typeface="Cambria Math" panose="02040503050406030204" pitchFamily="18" charset="0"/>
                            </a:rPr>
                          </m:ctrlPr>
                        </m:fPr>
                        <m:num>
                          <m:r>
                            <a:rPr lang="en-US" altLang="zh-CN" sz="2600" b="0" i="1" kern="100" smtClean="0">
                              <a:latin typeface="Cambria Math" panose="02040503050406030204" pitchFamily="18" charset="0"/>
                              <a:ea typeface="Cambria Math" panose="02040503050406030204" pitchFamily="18" charset="0"/>
                            </a:rPr>
                            <m:t>(</m:t>
                          </m:r>
                          <m:r>
                            <a:rPr lang="en-US" altLang="zh-CN" sz="2600" i="1" kern="100">
                              <a:latin typeface="Cambria Math" panose="02040503050406030204" pitchFamily="18" charset="0"/>
                              <a:ea typeface="宋体" panose="02010600030101010101" pitchFamily="2" charset="-122"/>
                            </a:rPr>
                            <m:t>𝑎𝑟</m:t>
                          </m:r>
                          <m:r>
                            <a:rPr lang="en-US" altLang="zh-CN" sz="2600" i="1" kern="100">
                              <a:latin typeface="Cambria Math" panose="02040503050406030204" pitchFamily="18" charset="0"/>
                              <a:ea typeface="宋体" panose="02010600030101010101" pitchFamily="2" charset="-122"/>
                            </a:rPr>
                            <m:t>−</m:t>
                          </m:r>
                          <m:r>
                            <a:rPr lang="en-US" altLang="zh-CN" sz="2600" i="1" kern="100">
                              <a:latin typeface="Cambria Math" panose="02040503050406030204" pitchFamily="18" charset="0"/>
                              <a:ea typeface="宋体" panose="02010600030101010101" pitchFamily="2" charset="-122"/>
                            </a:rPr>
                            <m:t>𝑏</m:t>
                          </m:r>
                          <m:sSup>
                            <m:sSupPr>
                              <m:ctrlPr>
                                <a:rPr lang="zh-CN" altLang="zh-CN" sz="2600" i="1" kern="100">
                                  <a:latin typeface="Cambria Math" panose="02040503050406030204" pitchFamily="18" charset="0"/>
                                  <a:ea typeface="Cambria Math" panose="02040503050406030204" pitchFamily="18" charset="0"/>
                                </a:rPr>
                              </m:ctrlPr>
                            </m:sSupPr>
                            <m:e>
                              <m:r>
                                <a:rPr lang="en-US" altLang="zh-CN" sz="2600" i="1" kern="100">
                                  <a:latin typeface="Cambria Math" panose="02040503050406030204" pitchFamily="18" charset="0"/>
                                  <a:ea typeface="宋体" panose="02010600030101010101" pitchFamily="2" charset="-122"/>
                                </a:rPr>
                                <m:t>𝑟</m:t>
                              </m:r>
                            </m:e>
                            <m:sup>
                              <m:r>
                                <a:rPr lang="en-US" altLang="zh-CN" sz="2600" i="1" kern="100">
                                  <a:latin typeface="Cambria Math" panose="02040503050406030204" pitchFamily="18" charset="0"/>
                                  <a:ea typeface="宋体" panose="02010600030101010101" pitchFamily="2" charset="-122"/>
                                </a:rPr>
                                <m:t>2</m:t>
                              </m:r>
                            </m:sup>
                          </m:sSup>
                          <m:r>
                            <a:rPr lang="en-US" altLang="zh-CN" sz="2600" b="0" i="1" kern="100" smtClean="0">
                              <a:latin typeface="Cambria Math" panose="02040503050406030204" pitchFamily="18" charset="0"/>
                              <a:ea typeface="宋体" panose="02010600030101010101" pitchFamily="2" charset="-122"/>
                            </a:rPr>
                            <m:t>)</m:t>
                          </m:r>
                          <m:sSup>
                            <m:sSupPr>
                              <m:ctrlPr>
                                <a:rPr lang="zh-CN" altLang="zh-CN" sz="2600" i="1" kern="100">
                                  <a:latin typeface="Cambria Math" panose="02040503050406030204" pitchFamily="18" charset="0"/>
                                  <a:ea typeface="Cambria Math" panose="02040503050406030204" pitchFamily="18" charset="0"/>
                                </a:rPr>
                              </m:ctrlPr>
                            </m:sSupPr>
                            <m:e>
                              <m:r>
                                <a:rPr lang="en-US" altLang="zh-CN" sz="2600" i="1" kern="100">
                                  <a:latin typeface="Cambria Math" panose="02040503050406030204" pitchFamily="18" charset="0"/>
                                  <a:ea typeface="宋体" panose="02010600030101010101" pitchFamily="2" charset="-122"/>
                                </a:rPr>
                                <m:t>𝑅</m:t>
                              </m:r>
                            </m:e>
                            <m:sup>
                              <m:r>
                                <a:rPr lang="en-US" altLang="zh-CN" sz="2600" b="0" i="1" kern="100" smtClean="0">
                                  <a:latin typeface="Cambria Math" panose="02040503050406030204" pitchFamily="18" charset="0"/>
                                  <a:ea typeface="宋体" panose="02010600030101010101" pitchFamily="2" charset="-122"/>
                                </a:rPr>
                                <m:t>2</m:t>
                              </m:r>
                            </m:sup>
                          </m:sSup>
                        </m:num>
                        <m:den>
                          <m:r>
                            <a:rPr lang="en-US" altLang="zh-CN" sz="2600" i="1" kern="100">
                              <a:latin typeface="Cambria Math" panose="02040503050406030204" pitchFamily="18" charset="0"/>
                              <a:ea typeface="宋体" panose="02010600030101010101" pitchFamily="2" charset="-122"/>
                            </a:rPr>
                            <m:t>2</m:t>
                          </m:r>
                          <m:sSub>
                            <m:sSubPr>
                              <m:ctrlPr>
                                <a:rPr lang="zh-CN" altLang="zh-CN" sz="2600" i="1" kern="100">
                                  <a:latin typeface="Cambria Math" panose="02040503050406030204" pitchFamily="18" charset="0"/>
                                  <a:ea typeface="Cambria Math" panose="02040503050406030204" pitchFamily="18" charset="0"/>
                                </a:rPr>
                              </m:ctrlPr>
                            </m:sSubPr>
                            <m:e>
                              <m:r>
                                <a:rPr lang="en-US" altLang="zh-CN" sz="2600" i="1" kern="100">
                                  <a:latin typeface="Cambria Math" panose="02040503050406030204" pitchFamily="18" charset="0"/>
                                  <a:ea typeface="宋体" panose="02010600030101010101" pitchFamily="2" charset="-122"/>
                                </a:rPr>
                                <m:t>𝜀</m:t>
                              </m:r>
                            </m:e>
                            <m:sub>
                              <m:r>
                                <a:rPr lang="en-US" altLang="zh-CN" sz="2600" i="1" kern="100">
                                  <a:latin typeface="Cambria Math" panose="02040503050406030204" pitchFamily="18" charset="0"/>
                                  <a:ea typeface="宋体" panose="02010600030101010101" pitchFamily="2" charset="-122"/>
                                </a:rPr>
                                <m:t>0</m:t>
                              </m:r>
                            </m:sub>
                          </m:sSub>
                          <m:r>
                            <a:rPr lang="en-US" altLang="zh-CN" sz="2600" i="1" kern="100">
                              <a:latin typeface="Cambria Math" panose="02040503050406030204" pitchFamily="18" charset="0"/>
                              <a:ea typeface="宋体" panose="02010600030101010101" pitchFamily="2" charset="-122"/>
                            </a:rPr>
                            <m:t>𝑟</m:t>
                          </m:r>
                        </m:den>
                      </m:f>
                    </m:oMath>
                  </m:oMathPara>
                </a14:m>
                <a:endParaRPr 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mc:Choice>
        <mc:Fallback xmlns="">
          <p:sp>
            <p:nvSpPr>
              <p:cNvPr id="7" name="文本框 6">
                <a:extLst>
                  <a:ext uri="{FF2B5EF4-FFF2-40B4-BE49-F238E27FC236}">
                    <a16:creationId xmlns:a16="http://schemas.microsoft.com/office/drawing/2014/main" id="{7F65F78E-2DCE-4A24-BCCC-E37D68C970C8}"/>
                  </a:ext>
                </a:extLst>
              </p:cNvPr>
              <p:cNvSpPr txBox="1">
                <a:spLocks noRot="1" noChangeAspect="1" noMove="1" noResize="1" noEditPoints="1" noAdjustHandles="1" noChangeArrowheads="1" noChangeShapeType="1" noTextEdit="1"/>
              </p:cNvSpPr>
              <p:nvPr>
                <p:custDataLst>
                  <p:tags r:id="rId25"/>
                </p:custDataLst>
              </p:nvPr>
            </p:nvSpPr>
            <p:spPr>
              <a:xfrm>
                <a:off x="7378700" y="3386296"/>
                <a:ext cx="3073400" cy="642938"/>
              </a:xfrm>
              <a:prstGeom prst="rect">
                <a:avLst/>
              </a:prstGeom>
              <a:blipFill>
                <a:blip r:embed="rId26"/>
                <a:stretch>
                  <a:fillRect t="-9434" b="-1698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4453BA24-CD3D-4991-A0BA-DCC683A8E6C3}"/>
                  </a:ext>
                </a:extLst>
              </p:cNvPr>
              <p:cNvSpPr txBox="1"/>
              <p:nvPr>
                <p:custDataLst>
                  <p:tags r:id="rId6"/>
                </p:custDataLst>
              </p:nvPr>
            </p:nvSpPr>
            <p:spPr>
              <a:xfrm>
                <a:off x="7385050" y="4885689"/>
                <a:ext cx="3073400" cy="642938"/>
              </a:xfrm>
              <a:prstGeom prst="rect">
                <a:avLst/>
              </a:prstGeom>
              <a:noFill/>
            </p:spPr>
            <p:txBody>
              <a:bodyPr vert="horz" rtlCol="0" anchor="ctr" anchorCtr="0">
                <a:noAutofit/>
              </a:bodyPr>
              <a:lstStyle/>
              <a:p>
                <a:pPr/>
                <a14:m>
                  <m:oMathPara xmlns:m="http://schemas.openxmlformats.org/officeDocument/2006/math">
                    <m:oMathParaPr>
                      <m:jc m:val="centerGroup"/>
                    </m:oMathParaPr>
                    <m:oMath xmlns:m="http://schemas.openxmlformats.org/officeDocument/2006/math">
                      <m:f>
                        <m:fPr>
                          <m:ctrlPr>
                            <a:rPr lang="zh-CN" altLang="zh-CN" sz="2600" i="1" kern="100" smtClean="0">
                              <a:latin typeface="Cambria Math" panose="02040503050406030204" pitchFamily="18" charset="0"/>
                              <a:ea typeface="Cambria Math" panose="02040503050406030204" pitchFamily="18" charset="0"/>
                            </a:rPr>
                          </m:ctrlPr>
                        </m:fPr>
                        <m:num>
                          <m:r>
                            <a:rPr lang="en-US" altLang="zh-CN" sz="2600" i="1" kern="100">
                              <a:latin typeface="Cambria Math" panose="02040503050406030204" pitchFamily="18" charset="0"/>
                              <a:ea typeface="Cambria Math" panose="02040503050406030204" pitchFamily="18" charset="0"/>
                            </a:rPr>
                            <m:t>(</m:t>
                          </m:r>
                          <m:r>
                            <a:rPr lang="en-US" altLang="zh-CN" sz="2600" i="1" kern="100">
                              <a:latin typeface="Cambria Math" panose="02040503050406030204" pitchFamily="18" charset="0"/>
                              <a:ea typeface="宋体" panose="02010600030101010101" pitchFamily="2" charset="-122"/>
                            </a:rPr>
                            <m:t>𝑎𝑟</m:t>
                          </m:r>
                          <m:r>
                            <a:rPr lang="en-US" altLang="zh-CN" sz="2600" i="1" kern="100">
                              <a:latin typeface="Cambria Math" panose="02040503050406030204" pitchFamily="18" charset="0"/>
                              <a:ea typeface="宋体" panose="02010600030101010101" pitchFamily="2" charset="-122"/>
                            </a:rPr>
                            <m:t>−</m:t>
                          </m:r>
                          <m:r>
                            <a:rPr lang="en-US" altLang="zh-CN" sz="2600" i="1" kern="100">
                              <a:latin typeface="Cambria Math" panose="02040503050406030204" pitchFamily="18" charset="0"/>
                              <a:ea typeface="宋体" panose="02010600030101010101" pitchFamily="2" charset="-122"/>
                            </a:rPr>
                            <m:t>𝑏</m:t>
                          </m:r>
                          <m:sSup>
                            <m:sSupPr>
                              <m:ctrlPr>
                                <a:rPr lang="zh-CN" altLang="zh-CN" sz="2600" i="1" kern="100">
                                  <a:latin typeface="Cambria Math" panose="02040503050406030204" pitchFamily="18" charset="0"/>
                                  <a:ea typeface="Cambria Math" panose="02040503050406030204" pitchFamily="18" charset="0"/>
                                </a:rPr>
                              </m:ctrlPr>
                            </m:sSupPr>
                            <m:e>
                              <m:r>
                                <a:rPr lang="en-US" altLang="zh-CN" sz="2600" i="1" kern="100">
                                  <a:latin typeface="Cambria Math" panose="02040503050406030204" pitchFamily="18" charset="0"/>
                                  <a:ea typeface="宋体" panose="02010600030101010101" pitchFamily="2" charset="-122"/>
                                </a:rPr>
                                <m:t>𝑟</m:t>
                              </m:r>
                            </m:e>
                            <m:sup>
                              <m:r>
                                <a:rPr lang="en-US" altLang="zh-CN" sz="2600" i="1" kern="100">
                                  <a:latin typeface="Cambria Math" panose="02040503050406030204" pitchFamily="18" charset="0"/>
                                  <a:ea typeface="宋体" panose="02010600030101010101" pitchFamily="2" charset="-122"/>
                                </a:rPr>
                                <m:t>2</m:t>
                              </m:r>
                            </m:sup>
                          </m:sSup>
                          <m:r>
                            <a:rPr lang="en-US" altLang="zh-CN" sz="2600" i="1" kern="100">
                              <a:latin typeface="Cambria Math" panose="02040503050406030204" pitchFamily="18" charset="0"/>
                              <a:ea typeface="宋体" panose="02010600030101010101" pitchFamily="2" charset="-122"/>
                            </a:rPr>
                            <m:t>)</m:t>
                          </m:r>
                          <m:sSup>
                            <m:sSupPr>
                              <m:ctrlPr>
                                <a:rPr lang="zh-CN" altLang="zh-CN" sz="2600" i="1" kern="100">
                                  <a:latin typeface="Cambria Math" panose="02040503050406030204" pitchFamily="18" charset="0"/>
                                  <a:ea typeface="Cambria Math" panose="02040503050406030204" pitchFamily="18" charset="0"/>
                                </a:rPr>
                              </m:ctrlPr>
                            </m:sSupPr>
                            <m:e>
                              <m:r>
                                <a:rPr lang="en-US" altLang="zh-CN" sz="2600" b="0" i="1" kern="100" smtClean="0">
                                  <a:latin typeface="Cambria Math" panose="02040503050406030204" pitchFamily="18" charset="0"/>
                                  <a:ea typeface="宋体" panose="02010600030101010101" pitchFamily="2" charset="-122"/>
                                </a:rPr>
                                <m:t>𝑟</m:t>
                              </m:r>
                            </m:e>
                            <m:sup>
                              <m:r>
                                <a:rPr lang="en-US" altLang="zh-CN" sz="2600" i="1" kern="100">
                                  <a:latin typeface="Cambria Math" panose="02040503050406030204" pitchFamily="18" charset="0"/>
                                  <a:ea typeface="宋体" panose="02010600030101010101" pitchFamily="2" charset="-122"/>
                                </a:rPr>
                                <m:t>2</m:t>
                              </m:r>
                            </m:sup>
                          </m:sSup>
                        </m:num>
                        <m:den>
                          <m:r>
                            <a:rPr lang="en-US" altLang="zh-CN" sz="2600" i="1" kern="100">
                              <a:latin typeface="Cambria Math" panose="02040503050406030204" pitchFamily="18" charset="0"/>
                              <a:ea typeface="宋体" panose="02010600030101010101" pitchFamily="2" charset="-122"/>
                            </a:rPr>
                            <m:t>2</m:t>
                          </m:r>
                          <m:sSub>
                            <m:sSubPr>
                              <m:ctrlPr>
                                <a:rPr lang="zh-CN" altLang="zh-CN" sz="2600" i="1" kern="100">
                                  <a:latin typeface="Cambria Math" panose="02040503050406030204" pitchFamily="18" charset="0"/>
                                  <a:ea typeface="Cambria Math" panose="02040503050406030204" pitchFamily="18" charset="0"/>
                                </a:rPr>
                              </m:ctrlPr>
                            </m:sSubPr>
                            <m:e>
                              <m:r>
                                <a:rPr lang="en-US" altLang="zh-CN" sz="2600" i="1" kern="100">
                                  <a:latin typeface="Cambria Math" panose="02040503050406030204" pitchFamily="18" charset="0"/>
                                  <a:ea typeface="宋体" panose="02010600030101010101" pitchFamily="2" charset="-122"/>
                                </a:rPr>
                                <m:t>𝜀</m:t>
                              </m:r>
                            </m:e>
                            <m:sub>
                              <m:r>
                                <a:rPr lang="en-US" altLang="zh-CN" sz="2600" i="1" kern="100">
                                  <a:latin typeface="Cambria Math" panose="02040503050406030204" pitchFamily="18" charset="0"/>
                                  <a:ea typeface="宋体" panose="02010600030101010101" pitchFamily="2" charset="-122"/>
                                </a:rPr>
                                <m:t>0</m:t>
                              </m:r>
                            </m:sub>
                          </m:sSub>
                          <m:r>
                            <a:rPr lang="en-US" altLang="zh-CN" sz="2600" i="1" kern="100">
                              <a:latin typeface="Cambria Math" panose="02040503050406030204" pitchFamily="18" charset="0"/>
                              <a:ea typeface="宋体" panose="02010600030101010101" pitchFamily="2" charset="-122"/>
                            </a:rPr>
                            <m:t>𝑟</m:t>
                          </m:r>
                        </m:den>
                      </m:f>
                    </m:oMath>
                  </m:oMathPara>
                </a14:m>
                <a:endParaRPr 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mc:Choice>
        <mc:Fallback xmlns="">
          <p:sp>
            <p:nvSpPr>
              <p:cNvPr id="8" name="文本框 7">
                <a:extLst>
                  <a:ext uri="{FF2B5EF4-FFF2-40B4-BE49-F238E27FC236}">
                    <a16:creationId xmlns:a16="http://schemas.microsoft.com/office/drawing/2014/main" id="{4453BA24-CD3D-4991-A0BA-DCC683A8E6C3}"/>
                  </a:ext>
                </a:extLst>
              </p:cNvPr>
              <p:cNvSpPr txBox="1">
                <a:spLocks noRot="1" noChangeAspect="1" noMove="1" noResize="1" noEditPoints="1" noAdjustHandles="1" noChangeArrowheads="1" noChangeShapeType="1" noTextEdit="1"/>
              </p:cNvSpPr>
              <p:nvPr>
                <p:custDataLst>
                  <p:tags r:id="rId27"/>
                </p:custDataLst>
              </p:nvPr>
            </p:nvSpPr>
            <p:spPr>
              <a:xfrm>
                <a:off x="7385050" y="4885689"/>
                <a:ext cx="3073400" cy="642938"/>
              </a:xfrm>
              <a:prstGeom prst="rect">
                <a:avLst/>
              </a:prstGeom>
              <a:blipFill>
                <a:blip r:embed="rId28"/>
                <a:stretch>
                  <a:fillRect t="-9434" b="-16981"/>
                </a:stretch>
              </a:blipFill>
            </p:spPr>
            <p:txBody>
              <a:bodyPr/>
              <a:lstStyle/>
              <a:p>
                <a:r>
                  <a:rPr lang="en-US">
                    <a:noFill/>
                  </a:rPr>
                  <a:t> </a:t>
                </a:r>
              </a:p>
            </p:txBody>
          </p:sp>
        </mc:Fallback>
      </mc:AlternateContent>
      <p:sp>
        <p:nvSpPr>
          <p:cNvPr id="9" name="椭圆 8">
            <a:extLst>
              <a:ext uri="{FF2B5EF4-FFF2-40B4-BE49-F238E27FC236}">
                <a16:creationId xmlns:a16="http://schemas.microsoft.com/office/drawing/2014/main" id="{B1593479-215D-458A-953C-C063CAA3C35B}"/>
              </a:ext>
            </a:extLst>
          </p:cNvPr>
          <p:cNvSpPr>
            <a:spLocks noChangeAspect="1"/>
          </p:cNvSpPr>
          <p:nvPr>
            <p:custDataLst>
              <p:tags r:id="rId7"/>
            </p:custDataLst>
          </p:nvPr>
        </p:nvSpPr>
        <p:spPr>
          <a:xfrm>
            <a:off x="1571625" y="3450589"/>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p>
        </p:txBody>
      </p:sp>
      <p:sp>
        <p:nvSpPr>
          <p:cNvPr id="10" name="椭圆 9">
            <a:extLst>
              <a:ext uri="{FF2B5EF4-FFF2-40B4-BE49-F238E27FC236}">
                <a16:creationId xmlns:a16="http://schemas.microsoft.com/office/drawing/2014/main" id="{401F60B8-7C20-4F86-89D9-15BC6AE465B5}"/>
              </a:ext>
            </a:extLst>
          </p:cNvPr>
          <p:cNvSpPr>
            <a:spLocks noChangeAspect="1"/>
          </p:cNvSpPr>
          <p:nvPr>
            <p:custDataLst>
              <p:tags r:id="rId8"/>
            </p:custDataLst>
          </p:nvPr>
        </p:nvSpPr>
        <p:spPr>
          <a:xfrm>
            <a:off x="1571625" y="4885689"/>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p>
        </p:txBody>
      </p:sp>
      <p:sp>
        <p:nvSpPr>
          <p:cNvPr id="11" name="椭圆 10">
            <a:extLst>
              <a:ext uri="{FF2B5EF4-FFF2-40B4-BE49-F238E27FC236}">
                <a16:creationId xmlns:a16="http://schemas.microsoft.com/office/drawing/2014/main" id="{87DEF121-BF7B-4B39-B817-19847DAB264B}"/>
              </a:ext>
            </a:extLst>
          </p:cNvPr>
          <p:cNvSpPr>
            <a:spLocks noChangeAspect="1"/>
          </p:cNvSpPr>
          <p:nvPr>
            <p:custDataLst>
              <p:tags r:id="rId9"/>
            </p:custDataLst>
          </p:nvPr>
        </p:nvSpPr>
        <p:spPr>
          <a:xfrm>
            <a:off x="6511925" y="3450589"/>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p>
        </p:txBody>
      </p:sp>
      <p:sp>
        <p:nvSpPr>
          <p:cNvPr id="12" name="椭圆 11">
            <a:extLst>
              <a:ext uri="{FF2B5EF4-FFF2-40B4-BE49-F238E27FC236}">
                <a16:creationId xmlns:a16="http://schemas.microsoft.com/office/drawing/2014/main" id="{B26BEC9F-E97B-4CD6-924A-6329E8F38EF5}"/>
              </a:ext>
            </a:extLst>
          </p:cNvPr>
          <p:cNvSpPr>
            <a:spLocks noChangeAspect="1"/>
          </p:cNvSpPr>
          <p:nvPr>
            <p:custDataLst>
              <p:tags r:id="rId10"/>
            </p:custDataLst>
          </p:nvPr>
        </p:nvSpPr>
        <p:spPr>
          <a:xfrm>
            <a:off x="6518275" y="4949982"/>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sz="1600" dirty="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p>
        </p:txBody>
      </p:sp>
      <p:sp>
        <p:nvSpPr>
          <p:cNvPr id="13" name="矩形: 圆角 12">
            <a:extLst>
              <a:ext uri="{FF2B5EF4-FFF2-40B4-BE49-F238E27FC236}">
                <a16:creationId xmlns:a16="http://schemas.microsoft.com/office/drawing/2014/main" id="{29859428-617A-41C1-B137-11CE74AF3CC4}"/>
              </a:ext>
            </a:extLst>
          </p:cNvPr>
          <p:cNvSpPr/>
          <p:nvPr>
            <p:custDataLst>
              <p:tags r:id="rId11"/>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endParaRPr 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nvGrpSpPr>
          <p:cNvPr id="23" name="组合 22">
            <a:extLst>
              <a:ext uri="{FF2B5EF4-FFF2-40B4-BE49-F238E27FC236}">
                <a16:creationId xmlns:a16="http://schemas.microsoft.com/office/drawing/2014/main" id="{5174291F-174B-4664-BF33-FDAB48B23BF0}"/>
              </a:ext>
            </a:extLst>
          </p:cNvPr>
          <p:cNvGrpSpPr/>
          <p:nvPr/>
        </p:nvGrpSpPr>
        <p:grpSpPr>
          <a:xfrm>
            <a:off x="10795000" y="2865120"/>
            <a:ext cx="1005840" cy="1636554"/>
            <a:chOff x="10795000" y="2865120"/>
            <a:chExt cx="1005840" cy="1636554"/>
          </a:xfrm>
        </p:grpSpPr>
        <p:sp>
          <p:nvSpPr>
            <p:cNvPr id="2" name="椭圆 1">
              <a:extLst>
                <a:ext uri="{FF2B5EF4-FFF2-40B4-BE49-F238E27FC236}">
                  <a16:creationId xmlns:a16="http://schemas.microsoft.com/office/drawing/2014/main" id="{C018C375-C982-437C-86D8-DB3F79671171}"/>
                </a:ext>
              </a:extLst>
            </p:cNvPr>
            <p:cNvSpPr/>
            <p:nvPr/>
          </p:nvSpPr>
          <p:spPr>
            <a:xfrm>
              <a:off x="10795000" y="2865120"/>
              <a:ext cx="1005840" cy="233680"/>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椭圆 18">
              <a:extLst>
                <a:ext uri="{FF2B5EF4-FFF2-40B4-BE49-F238E27FC236}">
                  <a16:creationId xmlns:a16="http://schemas.microsoft.com/office/drawing/2014/main" id="{18868C9A-88DE-4F3F-82C7-8FF248EE2CC9}"/>
                </a:ext>
              </a:extLst>
            </p:cNvPr>
            <p:cNvSpPr/>
            <p:nvPr/>
          </p:nvSpPr>
          <p:spPr>
            <a:xfrm>
              <a:off x="10795000" y="4267994"/>
              <a:ext cx="1005840" cy="233680"/>
            </a:xfrm>
            <a:prstGeom prst="ellipse">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1" name="直接连接符 20">
              <a:extLst>
                <a:ext uri="{FF2B5EF4-FFF2-40B4-BE49-F238E27FC236}">
                  <a16:creationId xmlns:a16="http://schemas.microsoft.com/office/drawing/2014/main" id="{02D8C55B-1487-439E-86D6-6D8547B9FA48}"/>
                </a:ext>
              </a:extLst>
            </p:cNvPr>
            <p:cNvCxnSpPr>
              <a:endCxn id="19" idx="2"/>
            </p:cNvCxnSpPr>
            <p:nvPr/>
          </p:nvCxnSpPr>
          <p:spPr>
            <a:xfrm>
              <a:off x="10795000" y="2981960"/>
              <a:ext cx="0" cy="1402874"/>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2" name="直接连接符 21">
              <a:extLst>
                <a:ext uri="{FF2B5EF4-FFF2-40B4-BE49-F238E27FC236}">
                  <a16:creationId xmlns:a16="http://schemas.microsoft.com/office/drawing/2014/main" id="{1F58CFC8-3F5F-4AA3-8C80-A79C2960ECFB}"/>
                </a:ext>
              </a:extLst>
            </p:cNvPr>
            <p:cNvCxnSpPr/>
            <p:nvPr/>
          </p:nvCxnSpPr>
          <p:spPr>
            <a:xfrm>
              <a:off x="11800840" y="3006327"/>
              <a:ext cx="0" cy="1402874"/>
            </a:xfrm>
            <a:prstGeom prst="line">
              <a:avLst/>
            </a:prstGeom>
            <a:ln w="19050"/>
          </p:spPr>
          <p:style>
            <a:lnRef idx="1">
              <a:schemeClr val="accent1"/>
            </a:lnRef>
            <a:fillRef idx="0">
              <a:schemeClr val="accent1"/>
            </a:fillRef>
            <a:effectRef idx="0">
              <a:schemeClr val="accent1"/>
            </a:effectRef>
            <a:fontRef idx="minor">
              <a:schemeClr val="tx1"/>
            </a:fontRef>
          </p:style>
        </p:cxnSp>
      </p:grpSp>
      <p:cxnSp>
        <p:nvCxnSpPr>
          <p:cNvPr id="25" name="直接连接符 24">
            <a:extLst>
              <a:ext uri="{FF2B5EF4-FFF2-40B4-BE49-F238E27FC236}">
                <a16:creationId xmlns:a16="http://schemas.microsoft.com/office/drawing/2014/main" id="{2A86AD8E-E392-47BB-9D9F-A77371600D1A}"/>
              </a:ext>
            </a:extLst>
          </p:cNvPr>
          <p:cNvCxnSpPr>
            <a:endCxn id="19" idx="6"/>
          </p:cNvCxnSpPr>
          <p:nvPr/>
        </p:nvCxnSpPr>
        <p:spPr>
          <a:xfrm>
            <a:off x="11292840" y="4384834"/>
            <a:ext cx="508000"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26" name="矩形 25">
            <a:extLst>
              <a:ext uri="{FF2B5EF4-FFF2-40B4-BE49-F238E27FC236}">
                <a16:creationId xmlns:a16="http://schemas.microsoft.com/office/drawing/2014/main" id="{84540726-EB28-4E45-855D-04F81E55E35B}"/>
              </a:ext>
            </a:extLst>
          </p:cNvPr>
          <p:cNvSpPr/>
          <p:nvPr/>
        </p:nvSpPr>
        <p:spPr>
          <a:xfrm>
            <a:off x="11426545" y="4132342"/>
            <a:ext cx="325730" cy="369332"/>
          </a:xfrm>
          <a:prstGeom prst="rect">
            <a:avLst/>
          </a:prstGeom>
          <a:ln w="19050">
            <a:noFill/>
          </a:ln>
        </p:spPr>
        <p:txBody>
          <a:bodyPr wrap="none">
            <a:spAutoFit/>
          </a:bodyPr>
          <a:lstStyle/>
          <a:p>
            <a:r>
              <a:rPr lang="en-US" altLang="zh-CN" i="1" kern="100" dirty="0">
                <a:latin typeface="Times New Roman" panose="02020603050405020304" pitchFamily="18" charset="0"/>
                <a:ea typeface="宋体" panose="02010600030101010101" pitchFamily="2" charset="-122"/>
              </a:rPr>
              <a:t>R</a:t>
            </a:r>
            <a:endParaRPr lang="en-US" dirty="0"/>
          </a:p>
        </p:txBody>
      </p:sp>
      <p:grpSp>
        <p:nvGrpSpPr>
          <p:cNvPr id="18" name="组合 17">
            <a:extLst>
              <a:ext uri="{FF2B5EF4-FFF2-40B4-BE49-F238E27FC236}">
                <a16:creationId xmlns:a16="http://schemas.microsoft.com/office/drawing/2014/main" id="{73843AE1-0FA6-4B84-9CFA-99089B923E82}"/>
              </a:ext>
            </a:extLst>
          </p:cNvPr>
          <p:cNvGrpSpPr/>
          <p:nvPr>
            <p:custDataLst>
              <p:tags r:id="rId12"/>
            </p:custDataLst>
          </p:nvPr>
        </p:nvGrpSpPr>
        <p:grpSpPr>
          <a:xfrm>
            <a:off x="0" y="0"/>
            <a:ext cx="12192000" cy="635000"/>
            <a:chOff x="0" y="0"/>
            <a:chExt cx="12192000" cy="635000"/>
          </a:xfrm>
        </p:grpSpPr>
        <p:sp>
          <p:nvSpPr>
            <p:cNvPr id="14" name="TitleBackground">
              <a:extLst>
                <a:ext uri="{FF2B5EF4-FFF2-40B4-BE49-F238E27FC236}">
                  <a16:creationId xmlns:a16="http://schemas.microsoft.com/office/drawing/2014/main" id="{CE7F0EE0-A91B-4402-9DD4-43AA504624F1}"/>
                </a:ext>
              </a:extLst>
            </p:cNvPr>
            <p:cNvSpPr/>
            <p:nvPr>
              <p:custDataLst>
                <p:tags r:id="rId14"/>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ColorBlock">
              <a:extLst>
                <a:ext uri="{FF2B5EF4-FFF2-40B4-BE49-F238E27FC236}">
                  <a16:creationId xmlns:a16="http://schemas.microsoft.com/office/drawing/2014/main" id="{70BDC5F4-80CA-43FD-8A9E-5B666ECC092F}"/>
                </a:ext>
              </a:extLst>
            </p:cNvPr>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ypeText">
              <a:extLst>
                <a:ext uri="{FF2B5EF4-FFF2-40B4-BE49-F238E27FC236}">
                  <a16:creationId xmlns:a16="http://schemas.microsoft.com/office/drawing/2014/main" id="{1E33D1E7-96C4-423E-97ED-85570401B24C}"/>
                </a:ext>
              </a:extLst>
            </p:cNvPr>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endParaRPr 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7" name="TipText">
              <a:extLst>
                <a:ext uri="{FF2B5EF4-FFF2-40B4-BE49-F238E27FC236}">
                  <a16:creationId xmlns:a16="http://schemas.microsoft.com/office/drawing/2014/main" id="{64DD846A-E5F3-4F76-A069-C0E940350078}"/>
                </a:ext>
              </a:extLst>
            </p:cNvPr>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endParaRPr 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pic>
        <p:nvPicPr>
          <p:cNvPr id="3" name="图片 2">
            <a:extLst>
              <a:ext uri="{FF2B5EF4-FFF2-40B4-BE49-F238E27FC236}">
                <a16:creationId xmlns:a16="http://schemas.microsoft.com/office/drawing/2014/main" id="{3058682A-F802-4F29-8CD2-8F9C0202957E}"/>
              </a:ext>
            </a:extLst>
          </p:cNvPr>
          <p:cNvPicPr>
            <a:picLocks/>
          </p:cNvPicPr>
          <p:nvPr>
            <p:custDataLst>
              <p:tags r:id="rId13"/>
            </p:custDataLst>
          </p:nvPr>
        </p:nvPicPr>
        <p:blipFill>
          <a:blip r:embed="rId29">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1554744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3FCD90DE-0E1B-6983-DD27-3A7FFE2B31DB}"/>
                  </a:ext>
                </a:extLst>
              </p:cNvPr>
              <p:cNvSpPr txBox="1"/>
              <p:nvPr/>
            </p:nvSpPr>
            <p:spPr>
              <a:xfrm>
                <a:off x="874702" y="-263387"/>
                <a:ext cx="10137796" cy="6074805"/>
              </a:xfrm>
              <a:prstGeom prst="rect">
                <a:avLst/>
              </a:prstGeom>
              <a:noFill/>
            </p:spPr>
            <p:txBody>
              <a:bodyPr wrap="square">
                <a:spAutoFit/>
              </a:bodyPr>
              <a:lstStyle/>
              <a:p>
                <a:pPr algn="just"/>
                <a:r>
                  <a:rPr lang="en-US" altLang="zh-CN" sz="2800" kern="100" dirty="0">
                    <a:effectLst/>
                  </a:rPr>
                  <a:t> </a:t>
                </a:r>
                <a:endParaRPr lang="zh-CN" altLang="zh-CN" sz="2800" kern="100" dirty="0">
                  <a:effectLst/>
                </a:endParaRPr>
              </a:p>
              <a:p>
                <a:pPr algn="just"/>
                <a:r>
                  <a:rPr lang="zh-CN" altLang="zh-CN" sz="2800" kern="100" dirty="0">
                    <a:effectLst/>
                  </a:rPr>
                  <a:t>利用高斯定理，做长为</a:t>
                </a:r>
                <a:r>
                  <a:rPr lang="en-US" altLang="zh-CN" sz="2800" i="1" kern="100" dirty="0">
                    <a:effectLst/>
                  </a:rPr>
                  <a:t>l</a:t>
                </a:r>
                <a:r>
                  <a:rPr lang="zh-CN" altLang="zh-CN" sz="2800" kern="100" dirty="0">
                    <a:effectLst/>
                  </a:rPr>
                  <a:t>，半径为</a:t>
                </a:r>
                <a:r>
                  <a:rPr lang="en-US" altLang="zh-CN" sz="2800" i="1" kern="100" dirty="0">
                    <a:effectLst/>
                  </a:rPr>
                  <a:t>r</a:t>
                </a:r>
                <a:r>
                  <a:rPr lang="zh-CN" altLang="zh-CN" sz="2800" kern="100" dirty="0">
                    <a:effectLst/>
                  </a:rPr>
                  <a:t>，与带电圆柱体同轴的柱形高斯面</a:t>
                </a:r>
                <a:r>
                  <a:rPr lang="en-US" altLang="zh-CN" sz="2800" i="1" kern="100" dirty="0">
                    <a:effectLst/>
                  </a:rPr>
                  <a:t>S</a:t>
                </a:r>
                <a:r>
                  <a:rPr lang="zh-CN" altLang="zh-CN" sz="2800" kern="100" dirty="0">
                    <a:effectLst/>
                  </a:rPr>
                  <a:t>，则</a:t>
                </a:r>
              </a:p>
              <a:p>
                <a:pPr algn="just"/>
                <a14:m>
                  <m:oMathPara xmlns:m="http://schemas.openxmlformats.org/officeDocument/2006/math">
                    <m:oMathParaPr>
                      <m:jc m:val="centerGroup"/>
                    </m:oMathParaPr>
                    <m:oMath xmlns:m="http://schemas.openxmlformats.org/officeDocument/2006/math">
                      <m:r>
                        <a:rPr lang="en-US" altLang="zh-CN" sz="2800" i="1" kern="100">
                          <a:effectLst/>
                          <a:latin typeface="Cambria Math" panose="02040503050406030204" pitchFamily="18" charset="0"/>
                        </a:rPr>
                        <m:t>2</m:t>
                      </m:r>
                      <m:r>
                        <a:rPr lang="en-US" altLang="zh-CN" sz="2800" i="1" kern="100">
                          <a:effectLst/>
                          <a:latin typeface="Cambria Math" panose="02040503050406030204" pitchFamily="18" charset="0"/>
                        </a:rPr>
                        <m:t>𝜋</m:t>
                      </m:r>
                      <m:r>
                        <a:rPr lang="en-US" altLang="zh-CN" sz="2800" i="1" kern="100">
                          <a:effectLst/>
                          <a:latin typeface="Cambria Math" panose="02040503050406030204" pitchFamily="18" charset="0"/>
                        </a:rPr>
                        <m:t>𝑟𝑙𝐸</m:t>
                      </m:r>
                      <m:r>
                        <a:rPr lang="en-US" altLang="zh-CN" sz="2800" kern="100">
                          <a:effectLst/>
                          <a:latin typeface="Cambria Math" panose="02040503050406030204" pitchFamily="18" charset="0"/>
                        </a:rPr>
                        <m:t>=</m:t>
                      </m:r>
                      <m:f>
                        <m:fPr>
                          <m:ctrlPr>
                            <a:rPr lang="zh-CN" altLang="zh-CN" sz="2800" i="1" kern="100">
                              <a:effectLst/>
                              <a:latin typeface="Cambria Math" panose="02040503050406030204" pitchFamily="18" charset="0"/>
                            </a:rPr>
                          </m:ctrlPr>
                        </m:fPr>
                        <m:num>
                          <m:nary>
                            <m:naryPr>
                              <m:chr m:val="∑"/>
                              <m:limLoc m:val="undOvr"/>
                              <m:subHide m:val="on"/>
                              <m:supHide m:val="on"/>
                              <m:ctrlPr>
                                <a:rPr lang="zh-CN" altLang="zh-CN" sz="2800" i="1" kern="100">
                                  <a:effectLst/>
                                  <a:latin typeface="Cambria Math" panose="02040503050406030204" pitchFamily="18" charset="0"/>
                                </a:rPr>
                              </m:ctrlPr>
                            </m:naryPr>
                            <m:sub/>
                            <m:sup/>
                            <m:e>
                              <m:sSub>
                                <m:sSubPr>
                                  <m:ctrlPr>
                                    <a:rPr lang="zh-CN" altLang="zh-CN" sz="2800" i="1" kern="100">
                                      <a:effectLst/>
                                      <a:latin typeface="Cambria Math" panose="02040503050406030204" pitchFamily="18" charset="0"/>
                                    </a:rPr>
                                  </m:ctrlPr>
                                </m:sSubPr>
                                <m:e>
                                  <m:r>
                                    <a:rPr lang="en-US" altLang="zh-CN" sz="2800" i="1" kern="100">
                                      <a:effectLst/>
                                      <a:latin typeface="Cambria Math" panose="02040503050406030204" pitchFamily="18" charset="0"/>
                                    </a:rPr>
                                    <m:t>𝑞</m:t>
                                  </m:r>
                                </m:e>
                                <m:sub>
                                  <m:r>
                                    <a:rPr lang="en-US" altLang="zh-CN" sz="2800" i="1" kern="100">
                                      <a:effectLst/>
                                      <a:latin typeface="Cambria Math" panose="02040503050406030204" pitchFamily="18" charset="0"/>
                                    </a:rPr>
                                    <m:t>𝑖</m:t>
                                  </m:r>
                                </m:sub>
                              </m:sSub>
                            </m:e>
                          </m:nary>
                        </m:num>
                        <m:den>
                          <m:sSub>
                            <m:sSubPr>
                              <m:ctrlPr>
                                <a:rPr lang="zh-CN" altLang="zh-CN" sz="2800" i="1" kern="100">
                                  <a:effectLst/>
                                  <a:latin typeface="Cambria Math" panose="02040503050406030204" pitchFamily="18" charset="0"/>
                                </a:rPr>
                              </m:ctrlPr>
                            </m:sSubPr>
                            <m:e>
                              <m:r>
                                <a:rPr lang="en-US" altLang="zh-CN" sz="2800" i="1" kern="100">
                                  <a:effectLst/>
                                  <a:latin typeface="Cambria Math" panose="02040503050406030204" pitchFamily="18" charset="0"/>
                                </a:rPr>
                                <m:t>𝜀</m:t>
                              </m:r>
                            </m:e>
                            <m:sub>
                              <m:r>
                                <a:rPr lang="en-US" altLang="zh-CN" sz="2800" i="1" kern="100">
                                  <a:effectLst/>
                                  <a:latin typeface="Cambria Math" panose="02040503050406030204" pitchFamily="18" charset="0"/>
                                </a:rPr>
                                <m:t>0</m:t>
                              </m:r>
                            </m:sub>
                          </m:sSub>
                        </m:den>
                      </m:f>
                    </m:oMath>
                  </m:oMathPara>
                </a14:m>
                <a:endParaRPr lang="zh-CN" altLang="zh-CN" sz="2800" kern="100" dirty="0">
                  <a:effectLst/>
                </a:endParaRPr>
              </a:p>
              <a:p>
                <a:pPr algn="just"/>
                <a:r>
                  <a:rPr lang="zh-CN" altLang="zh-CN" sz="2800" kern="100" dirty="0">
                    <a:effectLst/>
                  </a:rPr>
                  <a:t>（</a:t>
                </a:r>
                <a:r>
                  <a:rPr lang="en-US" altLang="zh-CN" sz="2800" kern="100" dirty="0">
                    <a:effectLst/>
                  </a:rPr>
                  <a:t>1</a:t>
                </a:r>
                <a:r>
                  <a:rPr lang="zh-CN" altLang="zh-CN" sz="2800" kern="100" dirty="0">
                    <a:effectLst/>
                  </a:rPr>
                  <a:t>）当</a:t>
                </a:r>
                <a14:m>
                  <m:oMath xmlns:m="http://schemas.openxmlformats.org/officeDocument/2006/math">
                    <m:r>
                      <a:rPr lang="en-US" altLang="zh-CN" sz="2800" i="1" kern="100">
                        <a:effectLst/>
                        <a:latin typeface="Cambria Math" panose="02040503050406030204" pitchFamily="18" charset="0"/>
                      </a:rPr>
                      <m:t>𝑟</m:t>
                    </m:r>
                    <m:r>
                      <a:rPr lang="en-US" altLang="zh-CN" sz="2800" i="1" kern="100">
                        <a:effectLst/>
                        <a:latin typeface="Cambria Math" panose="02040503050406030204" pitchFamily="18" charset="0"/>
                      </a:rPr>
                      <m:t>&lt;</m:t>
                    </m:r>
                    <m:r>
                      <a:rPr lang="en-US" altLang="zh-CN" sz="2800" i="1" kern="100">
                        <a:effectLst/>
                        <a:latin typeface="Cambria Math" panose="02040503050406030204" pitchFamily="18" charset="0"/>
                      </a:rPr>
                      <m:t>𝑅</m:t>
                    </m:r>
                  </m:oMath>
                </a14:m>
                <a:r>
                  <a:rPr lang="zh-CN" altLang="zh-CN" sz="2800" kern="100" dirty="0">
                    <a:effectLst/>
                  </a:rPr>
                  <a:t>时，高斯面内包围的电荷的代数和为</a:t>
                </a:r>
              </a:p>
              <a:p>
                <a:pPr algn="just"/>
                <a14:m>
                  <m:oMathPara xmlns:m="http://schemas.openxmlformats.org/officeDocument/2006/math">
                    <m:oMathParaPr>
                      <m:jc m:val="centerGroup"/>
                    </m:oMathParaPr>
                    <m:oMath xmlns:m="http://schemas.openxmlformats.org/officeDocument/2006/math">
                      <m:nary>
                        <m:naryPr>
                          <m:chr m:val="∑"/>
                          <m:limLoc m:val="undOvr"/>
                          <m:subHide m:val="on"/>
                          <m:supHide m:val="on"/>
                          <m:ctrlPr>
                            <a:rPr lang="zh-CN" altLang="zh-CN" sz="2800" i="1" kern="100">
                              <a:effectLst/>
                              <a:latin typeface="Cambria Math" panose="02040503050406030204" pitchFamily="18" charset="0"/>
                            </a:rPr>
                          </m:ctrlPr>
                        </m:naryPr>
                        <m:sub/>
                        <m:sup/>
                        <m:e>
                          <m:sSub>
                            <m:sSubPr>
                              <m:ctrlPr>
                                <a:rPr lang="zh-CN" altLang="zh-CN" sz="2800" i="1" kern="100">
                                  <a:effectLst/>
                                  <a:latin typeface="Cambria Math" panose="02040503050406030204" pitchFamily="18" charset="0"/>
                                </a:rPr>
                              </m:ctrlPr>
                            </m:sSubPr>
                            <m:e>
                              <m:r>
                                <a:rPr lang="en-US" altLang="zh-CN" sz="2800" i="1" kern="100">
                                  <a:effectLst/>
                                  <a:latin typeface="Cambria Math" panose="02040503050406030204" pitchFamily="18" charset="0"/>
                                </a:rPr>
                                <m:t>𝑞</m:t>
                              </m:r>
                            </m:e>
                            <m:sub>
                              <m:r>
                                <a:rPr lang="en-US" altLang="zh-CN" sz="2800" i="1" kern="100">
                                  <a:effectLst/>
                                  <a:latin typeface="Cambria Math" panose="02040503050406030204" pitchFamily="18" charset="0"/>
                                </a:rPr>
                                <m:t>𝑖</m:t>
                              </m:r>
                            </m:sub>
                          </m:sSub>
                        </m:e>
                      </m:nary>
                      <m:r>
                        <a:rPr lang="en-US" altLang="zh-CN" sz="2800" i="1" kern="100">
                          <a:effectLst/>
                          <a:latin typeface="Cambria Math" panose="02040503050406030204" pitchFamily="18" charset="0"/>
                        </a:rPr>
                        <m:t>=</m:t>
                      </m:r>
                      <m:nary>
                        <m:naryPr>
                          <m:limLoc m:val="subSup"/>
                          <m:ctrlPr>
                            <a:rPr lang="zh-CN" altLang="zh-CN" sz="2800" i="1" kern="100">
                              <a:effectLst/>
                              <a:latin typeface="Cambria Math" panose="02040503050406030204" pitchFamily="18" charset="0"/>
                            </a:rPr>
                          </m:ctrlPr>
                        </m:naryPr>
                        <m:sub>
                          <m:r>
                            <a:rPr lang="en-US" altLang="zh-CN" sz="2800" i="1" kern="100">
                              <a:effectLst/>
                              <a:latin typeface="Cambria Math" panose="02040503050406030204" pitchFamily="18" charset="0"/>
                            </a:rPr>
                            <m:t>𝑉</m:t>
                          </m:r>
                        </m:sub>
                        <m:sup/>
                        <m:e>
                          <m:r>
                            <a:rPr lang="en-US" altLang="zh-CN" sz="2800" i="1" kern="100">
                              <a:effectLst/>
                              <a:latin typeface="Cambria Math" panose="02040503050406030204" pitchFamily="18" charset="0"/>
                            </a:rPr>
                            <m:t>𝜌</m:t>
                          </m:r>
                          <m:r>
                            <a:rPr lang="en-US" altLang="zh-CN" sz="2800" i="1" kern="100">
                              <a:effectLst/>
                              <a:latin typeface="Cambria Math" panose="02040503050406030204" pitchFamily="18" charset="0"/>
                            </a:rPr>
                            <m:t>𝑑𝑉</m:t>
                          </m:r>
                        </m:e>
                      </m:nary>
                      <m:r>
                        <a:rPr lang="en-US" altLang="zh-CN" sz="2800" i="1" kern="100">
                          <a:effectLst/>
                          <a:latin typeface="Cambria Math" panose="02040503050406030204" pitchFamily="18" charset="0"/>
                        </a:rPr>
                        <m:t>=</m:t>
                      </m:r>
                      <m:nary>
                        <m:naryPr>
                          <m:limLoc m:val="subSup"/>
                          <m:ctrlPr>
                            <a:rPr lang="zh-CN" altLang="zh-CN" sz="2800" i="1" kern="100">
                              <a:effectLst/>
                              <a:latin typeface="Cambria Math" panose="02040503050406030204" pitchFamily="18" charset="0"/>
                            </a:rPr>
                          </m:ctrlPr>
                        </m:naryPr>
                        <m:sub>
                          <m:r>
                            <a:rPr lang="en-US" altLang="zh-CN" sz="2800" i="1" kern="100">
                              <a:effectLst/>
                              <a:latin typeface="Cambria Math" panose="02040503050406030204" pitchFamily="18" charset="0"/>
                            </a:rPr>
                            <m:t>0</m:t>
                          </m:r>
                        </m:sub>
                        <m:sup>
                          <m:r>
                            <a:rPr lang="en-US" altLang="zh-CN" sz="2800" i="1" kern="100">
                              <a:effectLst/>
                              <a:latin typeface="Cambria Math" panose="02040503050406030204" pitchFamily="18" charset="0"/>
                            </a:rPr>
                            <m:t>𝑟</m:t>
                          </m:r>
                        </m:sup>
                        <m:e>
                          <m:d>
                            <m:dPr>
                              <m:ctrlPr>
                                <a:rPr lang="zh-CN" altLang="zh-CN" sz="2800" i="1" kern="100">
                                  <a:effectLst/>
                                  <a:latin typeface="Cambria Math" panose="02040503050406030204" pitchFamily="18" charset="0"/>
                                </a:rPr>
                              </m:ctrlPr>
                            </m:dPr>
                            <m:e>
                              <m:r>
                                <a:rPr lang="en-US" altLang="zh-CN" sz="2800" i="1" kern="100">
                                  <a:effectLst/>
                                  <a:latin typeface="Cambria Math" panose="02040503050406030204" pitchFamily="18" charset="0"/>
                                </a:rPr>
                                <m:t>𝑎𝑟</m:t>
                              </m:r>
                              <m:r>
                                <a:rPr lang="en-US" altLang="zh-CN" sz="2800" i="1" kern="100">
                                  <a:effectLst/>
                                  <a:latin typeface="Cambria Math" panose="02040503050406030204" pitchFamily="18" charset="0"/>
                                </a:rPr>
                                <m:t>−</m:t>
                              </m:r>
                              <m:r>
                                <a:rPr lang="en-US" altLang="zh-CN" sz="2800" i="1" kern="100">
                                  <a:effectLst/>
                                  <a:latin typeface="Cambria Math" panose="02040503050406030204" pitchFamily="18" charset="0"/>
                                </a:rPr>
                                <m:t>𝑏</m:t>
                              </m:r>
                              <m:sSup>
                                <m:sSupPr>
                                  <m:ctrlPr>
                                    <a:rPr lang="zh-CN" altLang="zh-CN" sz="2800" i="1" kern="100">
                                      <a:effectLst/>
                                      <a:latin typeface="Cambria Math" panose="02040503050406030204" pitchFamily="18" charset="0"/>
                                    </a:rPr>
                                  </m:ctrlPr>
                                </m:sSupPr>
                                <m:e>
                                  <m:r>
                                    <a:rPr lang="en-US" altLang="zh-CN" sz="2800" i="1" kern="100">
                                      <a:effectLst/>
                                      <a:latin typeface="Cambria Math" panose="02040503050406030204" pitchFamily="18" charset="0"/>
                                    </a:rPr>
                                    <m:t>𝑟</m:t>
                                  </m:r>
                                </m:e>
                                <m:sup>
                                  <m:r>
                                    <a:rPr lang="en-US" altLang="zh-CN" sz="2800" i="1" kern="100">
                                      <a:effectLst/>
                                      <a:latin typeface="Cambria Math" panose="02040503050406030204" pitchFamily="18" charset="0"/>
                                    </a:rPr>
                                    <m:t>2</m:t>
                                  </m:r>
                                </m:sup>
                              </m:sSup>
                            </m:e>
                          </m:d>
                          <m:r>
                            <a:rPr lang="en-US" altLang="zh-CN" sz="2800" i="1" kern="100">
                              <a:effectLst/>
                              <a:latin typeface="Cambria Math" panose="02040503050406030204" pitchFamily="18" charset="0"/>
                            </a:rPr>
                            <m:t>2</m:t>
                          </m:r>
                          <m:r>
                            <a:rPr lang="en-US" altLang="zh-CN" sz="2800" i="1" kern="100">
                              <a:effectLst/>
                              <a:latin typeface="Cambria Math" panose="02040503050406030204" pitchFamily="18" charset="0"/>
                            </a:rPr>
                            <m:t>𝜋</m:t>
                          </m:r>
                          <m:r>
                            <a:rPr lang="en-US" altLang="zh-CN" sz="2800" i="1" kern="100">
                              <a:effectLst/>
                              <a:latin typeface="Cambria Math" panose="02040503050406030204" pitchFamily="18" charset="0"/>
                            </a:rPr>
                            <m:t>𝑟𝑙𝑑𝑟</m:t>
                          </m:r>
                        </m:e>
                      </m:nary>
                      <m:r>
                        <a:rPr lang="en-US" altLang="zh-CN" sz="2800" i="1" kern="100">
                          <a:effectLst/>
                          <a:latin typeface="Cambria Math" panose="02040503050406030204" pitchFamily="18" charset="0"/>
                        </a:rPr>
                        <m:t>=</m:t>
                      </m:r>
                      <m:r>
                        <a:rPr lang="en-US" altLang="zh-CN" sz="2800" i="1" kern="100">
                          <a:effectLst/>
                          <a:latin typeface="Cambria Math" panose="02040503050406030204" pitchFamily="18" charset="0"/>
                        </a:rPr>
                        <m:t>2</m:t>
                      </m:r>
                      <m:r>
                        <a:rPr lang="en-US" altLang="zh-CN" sz="2800" i="1" kern="100">
                          <a:effectLst/>
                          <a:latin typeface="Cambria Math" panose="02040503050406030204" pitchFamily="18" charset="0"/>
                        </a:rPr>
                        <m:t>𝜋</m:t>
                      </m:r>
                      <m:r>
                        <a:rPr lang="en-US" altLang="zh-CN" sz="2800" i="1" kern="100">
                          <a:effectLst/>
                          <a:latin typeface="Cambria Math" panose="02040503050406030204" pitchFamily="18" charset="0"/>
                        </a:rPr>
                        <m:t>𝑙</m:t>
                      </m:r>
                      <m:d>
                        <m:dPr>
                          <m:ctrlPr>
                            <a:rPr lang="zh-CN" altLang="zh-CN" sz="2800" i="1" kern="100">
                              <a:effectLst/>
                              <a:latin typeface="Cambria Math" panose="02040503050406030204" pitchFamily="18" charset="0"/>
                            </a:rPr>
                          </m:ctrlPr>
                        </m:dPr>
                        <m:e>
                          <m:f>
                            <m:fPr>
                              <m:ctrlPr>
                                <a:rPr lang="zh-CN" altLang="zh-CN" sz="2800" i="1" kern="100">
                                  <a:effectLst/>
                                  <a:latin typeface="Cambria Math" panose="02040503050406030204" pitchFamily="18" charset="0"/>
                                </a:rPr>
                              </m:ctrlPr>
                            </m:fPr>
                            <m:num>
                              <m:r>
                                <a:rPr lang="en-US" altLang="zh-CN" sz="2800" i="1" kern="100">
                                  <a:effectLst/>
                                  <a:latin typeface="Cambria Math" panose="02040503050406030204" pitchFamily="18" charset="0"/>
                                </a:rPr>
                                <m:t>𝑎</m:t>
                              </m:r>
                            </m:num>
                            <m:den>
                              <m:r>
                                <a:rPr lang="en-US" altLang="zh-CN" sz="2800" i="1" kern="100">
                                  <a:effectLst/>
                                  <a:latin typeface="Cambria Math" panose="02040503050406030204" pitchFamily="18" charset="0"/>
                                </a:rPr>
                                <m:t>3</m:t>
                              </m:r>
                            </m:den>
                          </m:f>
                          <m:sSup>
                            <m:sSupPr>
                              <m:ctrlPr>
                                <a:rPr lang="zh-CN" altLang="zh-CN" sz="2800" i="1" kern="100">
                                  <a:effectLst/>
                                  <a:latin typeface="Cambria Math" panose="02040503050406030204" pitchFamily="18" charset="0"/>
                                </a:rPr>
                              </m:ctrlPr>
                            </m:sSupPr>
                            <m:e>
                              <m:r>
                                <a:rPr lang="en-US" altLang="zh-CN" sz="2800" i="1" kern="100">
                                  <a:effectLst/>
                                  <a:latin typeface="Cambria Math" panose="02040503050406030204" pitchFamily="18" charset="0"/>
                                </a:rPr>
                                <m:t>𝑟</m:t>
                              </m:r>
                            </m:e>
                            <m:sup>
                              <m:r>
                                <a:rPr lang="en-US" altLang="zh-CN" sz="2800" i="1" kern="100">
                                  <a:effectLst/>
                                  <a:latin typeface="Cambria Math" panose="02040503050406030204" pitchFamily="18" charset="0"/>
                                </a:rPr>
                                <m:t>3</m:t>
                              </m:r>
                            </m:sup>
                          </m:sSup>
                          <m:r>
                            <a:rPr lang="en-US" altLang="zh-CN" sz="2800" i="1" kern="100">
                              <a:effectLst/>
                              <a:latin typeface="Cambria Math" panose="02040503050406030204" pitchFamily="18" charset="0"/>
                            </a:rPr>
                            <m:t>−</m:t>
                          </m:r>
                          <m:f>
                            <m:fPr>
                              <m:ctrlPr>
                                <a:rPr lang="zh-CN" altLang="zh-CN" sz="2800" i="1" kern="100">
                                  <a:effectLst/>
                                  <a:latin typeface="Cambria Math" panose="02040503050406030204" pitchFamily="18" charset="0"/>
                                </a:rPr>
                              </m:ctrlPr>
                            </m:fPr>
                            <m:num>
                              <m:r>
                                <a:rPr lang="en-US" altLang="zh-CN" sz="2800" i="1" kern="100">
                                  <a:effectLst/>
                                  <a:latin typeface="Cambria Math" panose="02040503050406030204" pitchFamily="18" charset="0"/>
                                </a:rPr>
                                <m:t>𝑏</m:t>
                              </m:r>
                            </m:num>
                            <m:den>
                              <m:r>
                                <a:rPr lang="en-US" altLang="zh-CN" sz="2800" i="1" kern="100">
                                  <a:effectLst/>
                                  <a:latin typeface="Cambria Math" panose="02040503050406030204" pitchFamily="18" charset="0"/>
                                </a:rPr>
                                <m:t>4</m:t>
                              </m:r>
                            </m:den>
                          </m:f>
                          <m:sSup>
                            <m:sSupPr>
                              <m:ctrlPr>
                                <a:rPr lang="zh-CN" altLang="zh-CN" sz="2800" i="1" kern="100">
                                  <a:effectLst/>
                                  <a:latin typeface="Cambria Math" panose="02040503050406030204" pitchFamily="18" charset="0"/>
                                </a:rPr>
                              </m:ctrlPr>
                            </m:sSupPr>
                            <m:e>
                              <m:r>
                                <a:rPr lang="en-US" altLang="zh-CN" sz="2800" i="1" kern="100">
                                  <a:effectLst/>
                                  <a:latin typeface="Cambria Math" panose="02040503050406030204" pitchFamily="18" charset="0"/>
                                </a:rPr>
                                <m:t>𝑟</m:t>
                              </m:r>
                            </m:e>
                            <m:sup>
                              <m:r>
                                <a:rPr lang="en-US" altLang="zh-CN" sz="2800" i="1" kern="100">
                                  <a:effectLst/>
                                  <a:latin typeface="Cambria Math" panose="02040503050406030204" pitchFamily="18" charset="0"/>
                                </a:rPr>
                                <m:t>4</m:t>
                              </m:r>
                            </m:sup>
                          </m:sSup>
                        </m:e>
                      </m:d>
                    </m:oMath>
                  </m:oMathPara>
                </a14:m>
                <a:endParaRPr lang="zh-CN" altLang="zh-CN" sz="2800" kern="100" dirty="0">
                  <a:effectLst/>
                </a:endParaRPr>
              </a:p>
              <a:p>
                <a:pPr algn="just"/>
                <a:r>
                  <a:rPr lang="en-US" altLang="zh-CN" sz="2800" kern="100" dirty="0">
                    <a:effectLst/>
                  </a:rPr>
                  <a:t>     </a:t>
                </a:r>
                <a:endParaRPr lang="zh-CN" altLang="zh-CN" sz="2800" kern="100" dirty="0"/>
              </a:p>
              <a:p>
                <a:pPr algn="just"/>
                <a14:m>
                  <m:oMathPara xmlns:m="http://schemas.openxmlformats.org/officeDocument/2006/math">
                    <m:oMathParaPr>
                      <m:jc m:val="centerGroup"/>
                    </m:oMathParaPr>
                    <m:oMath xmlns:m="http://schemas.openxmlformats.org/officeDocument/2006/math">
                      <m:r>
                        <a:rPr lang="en-US" altLang="zh-CN" sz="2800" i="1" kern="100">
                          <a:latin typeface="Cambria Math" panose="02040503050406030204" pitchFamily="18" charset="0"/>
                        </a:rPr>
                        <m:t>𝐸</m:t>
                      </m:r>
                      <m:r>
                        <a:rPr lang="en-US" altLang="zh-CN" sz="2800" i="1" kern="100">
                          <a:latin typeface="Cambria Math" panose="02040503050406030204" pitchFamily="18" charset="0"/>
                        </a:rPr>
                        <m:t>=</m:t>
                      </m:r>
                      <m:f>
                        <m:fPr>
                          <m:ctrlPr>
                            <a:rPr lang="zh-CN" altLang="zh-CN" sz="2800" i="1" kern="100">
                              <a:latin typeface="Cambria Math" panose="02040503050406030204" pitchFamily="18" charset="0"/>
                            </a:rPr>
                          </m:ctrlPr>
                        </m:fPr>
                        <m:num>
                          <m:r>
                            <a:rPr lang="en-US" altLang="zh-CN" sz="2800" i="1" kern="100">
                              <a:latin typeface="Cambria Math" panose="02040503050406030204" pitchFamily="18" charset="0"/>
                            </a:rPr>
                            <m:t>4</m:t>
                          </m:r>
                          <m:r>
                            <a:rPr lang="en-US" altLang="zh-CN" sz="2800" i="1" kern="100">
                              <a:latin typeface="Cambria Math" panose="02040503050406030204" pitchFamily="18" charset="0"/>
                            </a:rPr>
                            <m:t>𝑎</m:t>
                          </m:r>
                          <m:sSup>
                            <m:sSupPr>
                              <m:ctrlPr>
                                <a:rPr lang="zh-CN" altLang="zh-CN" sz="2800" i="1" kern="100">
                                  <a:latin typeface="Cambria Math" panose="02040503050406030204" pitchFamily="18" charset="0"/>
                                </a:rPr>
                              </m:ctrlPr>
                            </m:sSupPr>
                            <m:e>
                              <m:r>
                                <a:rPr lang="en-US" altLang="zh-CN" sz="2800" i="1" kern="100">
                                  <a:latin typeface="Cambria Math" panose="02040503050406030204" pitchFamily="18" charset="0"/>
                                </a:rPr>
                                <m:t>𝑟</m:t>
                              </m:r>
                            </m:e>
                            <m:sup>
                              <m:r>
                                <a:rPr lang="en-US" altLang="zh-CN" sz="2800" i="1" kern="100">
                                  <a:latin typeface="Cambria Math" panose="02040503050406030204" pitchFamily="18" charset="0"/>
                                </a:rPr>
                                <m:t>2</m:t>
                              </m:r>
                            </m:sup>
                          </m:sSup>
                          <m:r>
                            <a:rPr lang="en-US" altLang="zh-CN" sz="2800" i="1" kern="100">
                              <a:latin typeface="Cambria Math" panose="02040503050406030204" pitchFamily="18" charset="0"/>
                            </a:rPr>
                            <m:t>−</m:t>
                          </m:r>
                          <m:r>
                            <a:rPr lang="en-US" altLang="zh-CN" sz="2800" i="1" kern="100">
                              <a:latin typeface="Cambria Math" panose="02040503050406030204" pitchFamily="18" charset="0"/>
                            </a:rPr>
                            <m:t>3</m:t>
                          </m:r>
                          <m:r>
                            <a:rPr lang="en-US" altLang="zh-CN" sz="2800" i="1" kern="100">
                              <a:latin typeface="Cambria Math" panose="02040503050406030204" pitchFamily="18" charset="0"/>
                            </a:rPr>
                            <m:t>𝑏</m:t>
                          </m:r>
                          <m:sSup>
                            <m:sSupPr>
                              <m:ctrlPr>
                                <a:rPr lang="zh-CN" altLang="zh-CN" sz="2800" i="1" kern="100">
                                  <a:latin typeface="Cambria Math" panose="02040503050406030204" pitchFamily="18" charset="0"/>
                                </a:rPr>
                              </m:ctrlPr>
                            </m:sSupPr>
                            <m:e>
                              <m:r>
                                <a:rPr lang="en-US" altLang="zh-CN" sz="2800" i="1" kern="100">
                                  <a:latin typeface="Cambria Math" panose="02040503050406030204" pitchFamily="18" charset="0"/>
                                </a:rPr>
                                <m:t>𝑟</m:t>
                              </m:r>
                            </m:e>
                            <m:sup>
                              <m:r>
                                <a:rPr lang="en-US" altLang="zh-CN" sz="2800" i="1" kern="100">
                                  <a:latin typeface="Cambria Math" panose="02040503050406030204" pitchFamily="18" charset="0"/>
                                </a:rPr>
                                <m:t>3</m:t>
                              </m:r>
                            </m:sup>
                          </m:sSup>
                        </m:num>
                        <m:den>
                          <m:r>
                            <a:rPr lang="en-US" altLang="zh-CN" sz="2800" i="1" kern="100">
                              <a:latin typeface="Cambria Math" panose="02040503050406030204" pitchFamily="18" charset="0"/>
                            </a:rPr>
                            <m:t>12</m:t>
                          </m:r>
                          <m:sSub>
                            <m:sSubPr>
                              <m:ctrlPr>
                                <a:rPr lang="zh-CN" altLang="zh-CN" sz="2800" i="1" kern="100">
                                  <a:latin typeface="Cambria Math" panose="02040503050406030204" pitchFamily="18" charset="0"/>
                                </a:rPr>
                              </m:ctrlPr>
                            </m:sSubPr>
                            <m:e>
                              <m:r>
                                <a:rPr lang="en-US" altLang="zh-CN" sz="2800" i="1" kern="100">
                                  <a:latin typeface="Cambria Math" panose="02040503050406030204" pitchFamily="18" charset="0"/>
                                </a:rPr>
                                <m:t>𝜀</m:t>
                              </m:r>
                            </m:e>
                            <m:sub>
                              <m:r>
                                <a:rPr lang="en-US" altLang="zh-CN" sz="2800" i="1" kern="100">
                                  <a:latin typeface="Cambria Math" panose="02040503050406030204" pitchFamily="18" charset="0"/>
                                </a:rPr>
                                <m:t>0</m:t>
                              </m:r>
                            </m:sub>
                          </m:sSub>
                        </m:den>
                      </m:f>
                    </m:oMath>
                  </m:oMathPara>
                </a14:m>
                <a:endParaRPr lang="zh-CN" altLang="zh-CN" sz="2800" kern="100" dirty="0">
                  <a:effectLst/>
                </a:endParaRPr>
              </a:p>
              <a:p>
                <a:pPr algn="just"/>
                <a:r>
                  <a:rPr lang="zh-CN" altLang="zh-CN" sz="2800" kern="100" dirty="0">
                    <a:effectLst/>
                  </a:rPr>
                  <a:t>方向沿圆柱径向。</a:t>
                </a:r>
              </a:p>
              <a:p>
                <a:pPr algn="just"/>
                <a:endParaRPr lang="zh-CN" altLang="zh-CN" sz="2800" kern="100" dirty="0">
                  <a:effectLst/>
                </a:endParaRPr>
              </a:p>
            </p:txBody>
          </p:sp>
        </mc:Choice>
        <mc:Fallback xmlns="">
          <p:sp>
            <p:nvSpPr>
              <p:cNvPr id="3" name="文本框 2">
                <a:extLst>
                  <a:ext uri="{FF2B5EF4-FFF2-40B4-BE49-F238E27FC236}">
                    <a16:creationId xmlns:a16="http://schemas.microsoft.com/office/drawing/2014/main" id="{3FCD90DE-0E1B-6983-DD27-3A7FFE2B31DB}"/>
                  </a:ext>
                </a:extLst>
              </p:cNvPr>
              <p:cNvSpPr txBox="1">
                <a:spLocks noRot="1" noChangeAspect="1" noMove="1" noResize="1" noEditPoints="1" noAdjustHandles="1" noChangeArrowheads="1" noChangeShapeType="1" noTextEdit="1"/>
              </p:cNvSpPr>
              <p:nvPr/>
            </p:nvSpPr>
            <p:spPr>
              <a:xfrm>
                <a:off x="874702" y="-263387"/>
                <a:ext cx="10137796" cy="6074805"/>
              </a:xfrm>
              <a:prstGeom prst="rect">
                <a:avLst/>
              </a:prstGeom>
              <a:blipFill>
                <a:blip r:embed="rId2"/>
                <a:stretch>
                  <a:fillRect l="-1202" r="-1202"/>
                </a:stretch>
              </a:blipFill>
            </p:spPr>
            <p:txBody>
              <a:bodyPr/>
              <a:lstStyle/>
              <a:p>
                <a:r>
                  <a:rPr lang="en-US">
                    <a:noFill/>
                  </a:rPr>
                  <a:t> </a:t>
                </a:r>
              </a:p>
            </p:txBody>
          </p:sp>
        </mc:Fallback>
      </mc:AlternateContent>
      <p:grpSp>
        <p:nvGrpSpPr>
          <p:cNvPr id="4" name="组合 3">
            <a:extLst>
              <a:ext uri="{FF2B5EF4-FFF2-40B4-BE49-F238E27FC236}">
                <a16:creationId xmlns:a16="http://schemas.microsoft.com/office/drawing/2014/main" id="{BB33DDFF-1059-419F-84CB-24CDC08C5169}"/>
              </a:ext>
            </a:extLst>
          </p:cNvPr>
          <p:cNvGrpSpPr/>
          <p:nvPr/>
        </p:nvGrpSpPr>
        <p:grpSpPr>
          <a:xfrm>
            <a:off x="10922000" y="1473200"/>
            <a:ext cx="1005840" cy="1636554"/>
            <a:chOff x="10795000" y="2865120"/>
            <a:chExt cx="1005840" cy="1636554"/>
          </a:xfrm>
        </p:grpSpPr>
        <p:sp>
          <p:nvSpPr>
            <p:cNvPr id="5" name="椭圆 4">
              <a:extLst>
                <a:ext uri="{FF2B5EF4-FFF2-40B4-BE49-F238E27FC236}">
                  <a16:creationId xmlns:a16="http://schemas.microsoft.com/office/drawing/2014/main" id="{912A9583-0608-4458-BA24-1DF9BDCD7A2F}"/>
                </a:ext>
              </a:extLst>
            </p:cNvPr>
            <p:cNvSpPr/>
            <p:nvPr/>
          </p:nvSpPr>
          <p:spPr>
            <a:xfrm>
              <a:off x="10795000" y="2865120"/>
              <a:ext cx="1005840" cy="233680"/>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椭圆 5">
              <a:extLst>
                <a:ext uri="{FF2B5EF4-FFF2-40B4-BE49-F238E27FC236}">
                  <a16:creationId xmlns:a16="http://schemas.microsoft.com/office/drawing/2014/main" id="{098F9CDE-8F4A-4793-B70B-826E54BFD107}"/>
                </a:ext>
              </a:extLst>
            </p:cNvPr>
            <p:cNvSpPr/>
            <p:nvPr/>
          </p:nvSpPr>
          <p:spPr>
            <a:xfrm>
              <a:off x="10795000" y="4267994"/>
              <a:ext cx="1005840" cy="233680"/>
            </a:xfrm>
            <a:prstGeom prst="ellipse">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直接连接符 6">
              <a:extLst>
                <a:ext uri="{FF2B5EF4-FFF2-40B4-BE49-F238E27FC236}">
                  <a16:creationId xmlns:a16="http://schemas.microsoft.com/office/drawing/2014/main" id="{675A2F07-A992-49F1-A1FA-2CB10EBE32D1}"/>
                </a:ext>
              </a:extLst>
            </p:cNvPr>
            <p:cNvCxnSpPr>
              <a:endCxn id="6" idx="2"/>
            </p:cNvCxnSpPr>
            <p:nvPr/>
          </p:nvCxnSpPr>
          <p:spPr>
            <a:xfrm>
              <a:off x="10795000" y="2981960"/>
              <a:ext cx="0" cy="1402874"/>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8" name="直接连接符 7">
              <a:extLst>
                <a:ext uri="{FF2B5EF4-FFF2-40B4-BE49-F238E27FC236}">
                  <a16:creationId xmlns:a16="http://schemas.microsoft.com/office/drawing/2014/main" id="{7F76215B-BCD6-4EF4-83C0-35B5139B526E}"/>
                </a:ext>
              </a:extLst>
            </p:cNvPr>
            <p:cNvCxnSpPr/>
            <p:nvPr/>
          </p:nvCxnSpPr>
          <p:spPr>
            <a:xfrm>
              <a:off x="11800840" y="3006327"/>
              <a:ext cx="0" cy="1402874"/>
            </a:xfrm>
            <a:prstGeom prst="line">
              <a:avLst/>
            </a:prstGeom>
            <a:ln w="19050"/>
          </p:spPr>
          <p:style>
            <a:lnRef idx="1">
              <a:schemeClr val="accent1"/>
            </a:lnRef>
            <a:fillRef idx="0">
              <a:schemeClr val="accent1"/>
            </a:fillRef>
            <a:effectRef idx="0">
              <a:schemeClr val="accent1"/>
            </a:effectRef>
            <a:fontRef idx="minor">
              <a:schemeClr val="tx1"/>
            </a:fontRef>
          </p:style>
        </p:cxnSp>
      </p:grpSp>
      <p:cxnSp>
        <p:nvCxnSpPr>
          <p:cNvPr id="9" name="直接连接符 8">
            <a:extLst>
              <a:ext uri="{FF2B5EF4-FFF2-40B4-BE49-F238E27FC236}">
                <a16:creationId xmlns:a16="http://schemas.microsoft.com/office/drawing/2014/main" id="{01F970C1-CC03-45DC-998B-46833B09AC4B}"/>
              </a:ext>
            </a:extLst>
          </p:cNvPr>
          <p:cNvCxnSpPr>
            <a:endCxn id="6" idx="6"/>
          </p:cNvCxnSpPr>
          <p:nvPr/>
        </p:nvCxnSpPr>
        <p:spPr>
          <a:xfrm>
            <a:off x="11419840" y="2992914"/>
            <a:ext cx="508000"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0" name="矩形 9">
            <a:extLst>
              <a:ext uri="{FF2B5EF4-FFF2-40B4-BE49-F238E27FC236}">
                <a16:creationId xmlns:a16="http://schemas.microsoft.com/office/drawing/2014/main" id="{539C0E08-CE56-4180-8867-DA721C294494}"/>
              </a:ext>
            </a:extLst>
          </p:cNvPr>
          <p:cNvSpPr/>
          <p:nvPr/>
        </p:nvSpPr>
        <p:spPr>
          <a:xfrm>
            <a:off x="11553545" y="2740422"/>
            <a:ext cx="325730" cy="369332"/>
          </a:xfrm>
          <a:prstGeom prst="rect">
            <a:avLst/>
          </a:prstGeom>
          <a:ln w="19050">
            <a:noFill/>
          </a:ln>
        </p:spPr>
        <p:txBody>
          <a:bodyPr wrap="none">
            <a:spAutoFit/>
          </a:bodyPr>
          <a:lstStyle/>
          <a:p>
            <a:r>
              <a:rPr lang="en-US" altLang="zh-CN" i="1" kern="100" dirty="0">
                <a:latin typeface="Times New Roman" panose="02020603050405020304" pitchFamily="18" charset="0"/>
                <a:ea typeface="宋体" panose="02010600030101010101" pitchFamily="2" charset="-122"/>
              </a:rPr>
              <a:t>R</a:t>
            </a:r>
            <a:endParaRPr lang="en-US" dirty="0"/>
          </a:p>
        </p:txBody>
      </p:sp>
      <p:grpSp>
        <p:nvGrpSpPr>
          <p:cNvPr id="11" name="组合 10">
            <a:extLst>
              <a:ext uri="{FF2B5EF4-FFF2-40B4-BE49-F238E27FC236}">
                <a16:creationId xmlns:a16="http://schemas.microsoft.com/office/drawing/2014/main" id="{2F7A281E-CBE2-44E0-8A9F-4982E32FB455}"/>
              </a:ext>
            </a:extLst>
          </p:cNvPr>
          <p:cNvGrpSpPr/>
          <p:nvPr/>
        </p:nvGrpSpPr>
        <p:grpSpPr>
          <a:xfrm>
            <a:off x="11206480" y="1810276"/>
            <a:ext cx="426719" cy="997972"/>
            <a:chOff x="10795000" y="2865120"/>
            <a:chExt cx="1005840" cy="1636554"/>
          </a:xfrm>
          <a:noFill/>
        </p:grpSpPr>
        <p:sp>
          <p:nvSpPr>
            <p:cNvPr id="12" name="椭圆 11">
              <a:extLst>
                <a:ext uri="{FF2B5EF4-FFF2-40B4-BE49-F238E27FC236}">
                  <a16:creationId xmlns:a16="http://schemas.microsoft.com/office/drawing/2014/main" id="{6774FB76-435A-469E-B4F8-25D863B831C2}"/>
                </a:ext>
              </a:extLst>
            </p:cNvPr>
            <p:cNvSpPr/>
            <p:nvPr/>
          </p:nvSpPr>
          <p:spPr>
            <a:xfrm>
              <a:off x="10795000" y="2865120"/>
              <a:ext cx="1005840" cy="233680"/>
            </a:xfrm>
            <a:prstGeom prst="ellipse">
              <a:avLst/>
            </a:prstGeom>
            <a:grpFill/>
            <a:ln w="19050">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椭圆 12">
              <a:extLst>
                <a:ext uri="{FF2B5EF4-FFF2-40B4-BE49-F238E27FC236}">
                  <a16:creationId xmlns:a16="http://schemas.microsoft.com/office/drawing/2014/main" id="{A73C9256-D6DE-4B2C-A3C7-8BD5F21CDAF0}"/>
                </a:ext>
              </a:extLst>
            </p:cNvPr>
            <p:cNvSpPr/>
            <p:nvPr/>
          </p:nvSpPr>
          <p:spPr>
            <a:xfrm>
              <a:off x="10795000" y="4267994"/>
              <a:ext cx="1005840" cy="233680"/>
            </a:xfrm>
            <a:prstGeom prst="ellipse">
              <a:avLst/>
            </a:prstGeom>
            <a:grpFill/>
            <a:ln w="19050">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直接连接符 13">
              <a:extLst>
                <a:ext uri="{FF2B5EF4-FFF2-40B4-BE49-F238E27FC236}">
                  <a16:creationId xmlns:a16="http://schemas.microsoft.com/office/drawing/2014/main" id="{5FF55242-8183-44A9-96AE-6134EB4ABA20}"/>
                </a:ext>
              </a:extLst>
            </p:cNvPr>
            <p:cNvCxnSpPr>
              <a:endCxn id="13" idx="2"/>
            </p:cNvCxnSpPr>
            <p:nvPr/>
          </p:nvCxnSpPr>
          <p:spPr>
            <a:xfrm>
              <a:off x="10795000" y="2981960"/>
              <a:ext cx="0" cy="1402874"/>
            </a:xfrm>
            <a:prstGeom prst="line">
              <a:avLst/>
            </a:prstGeom>
            <a:grpFill/>
            <a:ln w="19050">
              <a:prstDash val="sysDash"/>
            </a:ln>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id="{8F3DB17A-FA25-4360-B37E-45CDB27216B3}"/>
                </a:ext>
              </a:extLst>
            </p:cNvPr>
            <p:cNvCxnSpPr/>
            <p:nvPr/>
          </p:nvCxnSpPr>
          <p:spPr>
            <a:xfrm>
              <a:off x="11800840" y="3006327"/>
              <a:ext cx="0" cy="1402874"/>
            </a:xfrm>
            <a:prstGeom prst="line">
              <a:avLst/>
            </a:prstGeom>
            <a:grpFill/>
            <a:ln w="19050">
              <a:prstDash val="sysDash"/>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0560301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3FCD90DE-0E1B-6983-DD27-3A7FFE2B31DB}"/>
                  </a:ext>
                </a:extLst>
              </p:cNvPr>
              <p:cNvSpPr txBox="1"/>
              <p:nvPr/>
            </p:nvSpPr>
            <p:spPr>
              <a:xfrm>
                <a:off x="874702" y="-263387"/>
                <a:ext cx="10137796" cy="5213030"/>
              </a:xfrm>
              <a:prstGeom prst="rect">
                <a:avLst/>
              </a:prstGeom>
              <a:noFill/>
            </p:spPr>
            <p:txBody>
              <a:bodyPr wrap="square">
                <a:spAutoFit/>
              </a:bodyPr>
              <a:lstStyle/>
              <a:p>
                <a:pPr algn="just"/>
                <a:r>
                  <a:rPr lang="en-US" altLang="zh-CN" sz="2800" kern="100" dirty="0">
                    <a:effectLst/>
                  </a:rPr>
                  <a:t> </a:t>
                </a:r>
                <a:endParaRPr lang="zh-CN" altLang="zh-CN" sz="2800" kern="100" dirty="0">
                  <a:effectLst/>
                </a:endParaRPr>
              </a:p>
              <a:p>
                <a:pPr algn="just"/>
                <a:r>
                  <a:rPr lang="zh-CN" altLang="zh-CN" sz="2800" kern="100" dirty="0">
                    <a:effectLst/>
                  </a:rPr>
                  <a:t>利用高斯定理，做长为</a:t>
                </a:r>
                <a:r>
                  <a:rPr lang="en-US" altLang="zh-CN" sz="2800" i="1" kern="100" dirty="0">
                    <a:effectLst/>
                  </a:rPr>
                  <a:t>l</a:t>
                </a:r>
                <a:r>
                  <a:rPr lang="zh-CN" altLang="zh-CN" sz="2800" kern="100" dirty="0">
                    <a:effectLst/>
                  </a:rPr>
                  <a:t>，半径为</a:t>
                </a:r>
                <a:r>
                  <a:rPr lang="en-US" altLang="zh-CN" sz="2800" i="1" kern="100" dirty="0">
                    <a:effectLst/>
                  </a:rPr>
                  <a:t>r</a:t>
                </a:r>
                <a:r>
                  <a:rPr lang="zh-CN" altLang="zh-CN" sz="2800" kern="100" dirty="0">
                    <a:effectLst/>
                  </a:rPr>
                  <a:t>，与带电圆柱体同轴的柱形高斯面</a:t>
                </a:r>
                <a:r>
                  <a:rPr lang="en-US" altLang="zh-CN" sz="2800" i="1" kern="100" dirty="0">
                    <a:effectLst/>
                  </a:rPr>
                  <a:t>S</a:t>
                </a:r>
                <a:r>
                  <a:rPr lang="zh-CN" altLang="zh-CN" sz="2800" kern="100" dirty="0">
                    <a:effectLst/>
                  </a:rPr>
                  <a:t>，则</a:t>
                </a:r>
              </a:p>
              <a:p>
                <a:pPr algn="just"/>
                <a14:m>
                  <m:oMathPara xmlns:m="http://schemas.openxmlformats.org/officeDocument/2006/math">
                    <m:oMathParaPr>
                      <m:jc m:val="centerGroup"/>
                    </m:oMathParaPr>
                    <m:oMath xmlns:m="http://schemas.openxmlformats.org/officeDocument/2006/math">
                      <m:r>
                        <a:rPr lang="en-US" altLang="zh-CN" sz="2800" i="1" kern="100">
                          <a:effectLst/>
                          <a:latin typeface="Cambria Math" panose="02040503050406030204" pitchFamily="18" charset="0"/>
                        </a:rPr>
                        <m:t>2</m:t>
                      </m:r>
                      <m:r>
                        <a:rPr lang="en-US" altLang="zh-CN" sz="2800" i="1" kern="100">
                          <a:effectLst/>
                          <a:latin typeface="Cambria Math" panose="02040503050406030204" pitchFamily="18" charset="0"/>
                        </a:rPr>
                        <m:t>𝜋</m:t>
                      </m:r>
                      <m:r>
                        <a:rPr lang="en-US" altLang="zh-CN" sz="2800" i="1" kern="100">
                          <a:effectLst/>
                          <a:latin typeface="Cambria Math" panose="02040503050406030204" pitchFamily="18" charset="0"/>
                        </a:rPr>
                        <m:t>𝑟𝑙𝐸</m:t>
                      </m:r>
                      <m:r>
                        <a:rPr lang="en-US" altLang="zh-CN" sz="2800" kern="100">
                          <a:effectLst/>
                          <a:latin typeface="Cambria Math" panose="02040503050406030204" pitchFamily="18" charset="0"/>
                        </a:rPr>
                        <m:t>=</m:t>
                      </m:r>
                      <m:f>
                        <m:fPr>
                          <m:ctrlPr>
                            <a:rPr lang="zh-CN" altLang="zh-CN" sz="2800" i="1" kern="100">
                              <a:effectLst/>
                              <a:latin typeface="Cambria Math" panose="02040503050406030204" pitchFamily="18" charset="0"/>
                            </a:rPr>
                          </m:ctrlPr>
                        </m:fPr>
                        <m:num>
                          <m:nary>
                            <m:naryPr>
                              <m:chr m:val="∑"/>
                              <m:limLoc m:val="undOvr"/>
                              <m:subHide m:val="on"/>
                              <m:supHide m:val="on"/>
                              <m:ctrlPr>
                                <a:rPr lang="zh-CN" altLang="zh-CN" sz="2800" i="1" kern="100">
                                  <a:effectLst/>
                                  <a:latin typeface="Cambria Math" panose="02040503050406030204" pitchFamily="18" charset="0"/>
                                </a:rPr>
                              </m:ctrlPr>
                            </m:naryPr>
                            <m:sub/>
                            <m:sup/>
                            <m:e>
                              <m:sSub>
                                <m:sSubPr>
                                  <m:ctrlPr>
                                    <a:rPr lang="zh-CN" altLang="zh-CN" sz="2800" i="1" kern="100">
                                      <a:effectLst/>
                                      <a:latin typeface="Cambria Math" panose="02040503050406030204" pitchFamily="18" charset="0"/>
                                    </a:rPr>
                                  </m:ctrlPr>
                                </m:sSubPr>
                                <m:e>
                                  <m:r>
                                    <a:rPr lang="en-US" altLang="zh-CN" sz="2800" i="1" kern="100">
                                      <a:effectLst/>
                                      <a:latin typeface="Cambria Math" panose="02040503050406030204" pitchFamily="18" charset="0"/>
                                    </a:rPr>
                                    <m:t>𝑞</m:t>
                                  </m:r>
                                </m:e>
                                <m:sub>
                                  <m:r>
                                    <a:rPr lang="en-US" altLang="zh-CN" sz="2800" i="1" kern="100">
                                      <a:effectLst/>
                                      <a:latin typeface="Cambria Math" panose="02040503050406030204" pitchFamily="18" charset="0"/>
                                    </a:rPr>
                                    <m:t>𝑖</m:t>
                                  </m:r>
                                </m:sub>
                              </m:sSub>
                            </m:e>
                          </m:nary>
                        </m:num>
                        <m:den>
                          <m:sSub>
                            <m:sSubPr>
                              <m:ctrlPr>
                                <a:rPr lang="zh-CN" altLang="zh-CN" sz="2800" i="1" kern="100">
                                  <a:effectLst/>
                                  <a:latin typeface="Cambria Math" panose="02040503050406030204" pitchFamily="18" charset="0"/>
                                </a:rPr>
                              </m:ctrlPr>
                            </m:sSubPr>
                            <m:e>
                              <m:r>
                                <a:rPr lang="en-US" altLang="zh-CN" sz="2800" i="1" kern="100">
                                  <a:effectLst/>
                                  <a:latin typeface="Cambria Math" panose="02040503050406030204" pitchFamily="18" charset="0"/>
                                </a:rPr>
                                <m:t>𝜀</m:t>
                              </m:r>
                            </m:e>
                            <m:sub>
                              <m:r>
                                <a:rPr lang="en-US" altLang="zh-CN" sz="2800" i="1" kern="100">
                                  <a:effectLst/>
                                  <a:latin typeface="Cambria Math" panose="02040503050406030204" pitchFamily="18" charset="0"/>
                                </a:rPr>
                                <m:t>0</m:t>
                              </m:r>
                            </m:sub>
                          </m:sSub>
                        </m:den>
                      </m:f>
                    </m:oMath>
                  </m:oMathPara>
                </a14:m>
                <a:endParaRPr lang="zh-CN" altLang="zh-CN" sz="2800" kern="100" dirty="0">
                  <a:effectLst/>
                </a:endParaRPr>
              </a:p>
              <a:p>
                <a:pPr algn="just"/>
                <a:r>
                  <a:rPr lang="zh-CN" altLang="zh-CN" sz="2800" kern="100" dirty="0">
                    <a:effectLst/>
                  </a:rPr>
                  <a:t>（</a:t>
                </a:r>
                <a:r>
                  <a:rPr lang="en-US" altLang="zh-CN" sz="2800" kern="100" dirty="0">
                    <a:effectLst/>
                  </a:rPr>
                  <a:t>2</a:t>
                </a:r>
                <a:r>
                  <a:rPr lang="zh-CN" altLang="zh-CN" sz="2800" kern="100" dirty="0">
                    <a:effectLst/>
                  </a:rPr>
                  <a:t>）当</a:t>
                </a:r>
                <a14:m>
                  <m:oMath xmlns:m="http://schemas.openxmlformats.org/officeDocument/2006/math">
                    <m:r>
                      <a:rPr lang="en-US" altLang="zh-CN" sz="2800" i="1" kern="100">
                        <a:effectLst/>
                        <a:latin typeface="Cambria Math" panose="02040503050406030204" pitchFamily="18" charset="0"/>
                      </a:rPr>
                      <m:t>𝑟</m:t>
                    </m:r>
                    <m:r>
                      <a:rPr lang="en-US" altLang="zh-CN" sz="2800" i="1" kern="100">
                        <a:effectLst/>
                        <a:latin typeface="Cambria Math" panose="02040503050406030204" pitchFamily="18" charset="0"/>
                      </a:rPr>
                      <m:t>&gt;</m:t>
                    </m:r>
                    <m:r>
                      <a:rPr lang="en-US" altLang="zh-CN" sz="2800" i="1" kern="100">
                        <a:effectLst/>
                        <a:latin typeface="Cambria Math" panose="02040503050406030204" pitchFamily="18" charset="0"/>
                      </a:rPr>
                      <m:t>𝑅</m:t>
                    </m:r>
                  </m:oMath>
                </a14:m>
                <a:r>
                  <a:rPr lang="zh-CN" altLang="zh-CN" sz="2800" kern="100" dirty="0">
                    <a:effectLst/>
                  </a:rPr>
                  <a:t>时，高斯面内包围的电荷的代数和为</a:t>
                </a:r>
              </a:p>
              <a:p>
                <a:pPr algn="just"/>
                <a14:m>
                  <m:oMathPara xmlns:m="http://schemas.openxmlformats.org/officeDocument/2006/math">
                    <m:oMathParaPr>
                      <m:jc m:val="centerGroup"/>
                    </m:oMathParaPr>
                    <m:oMath xmlns:m="http://schemas.openxmlformats.org/officeDocument/2006/math">
                      <m:nary>
                        <m:naryPr>
                          <m:chr m:val="∑"/>
                          <m:limLoc m:val="undOvr"/>
                          <m:subHide m:val="on"/>
                          <m:supHide m:val="on"/>
                          <m:ctrlPr>
                            <a:rPr lang="zh-CN" altLang="zh-CN" sz="2800" i="1" kern="100">
                              <a:effectLst/>
                              <a:latin typeface="Cambria Math" panose="02040503050406030204" pitchFamily="18" charset="0"/>
                            </a:rPr>
                          </m:ctrlPr>
                        </m:naryPr>
                        <m:sub/>
                        <m:sup/>
                        <m:e>
                          <m:sSub>
                            <m:sSubPr>
                              <m:ctrlPr>
                                <a:rPr lang="zh-CN" altLang="zh-CN" sz="2800" i="1" kern="100">
                                  <a:effectLst/>
                                  <a:latin typeface="Cambria Math" panose="02040503050406030204" pitchFamily="18" charset="0"/>
                                </a:rPr>
                              </m:ctrlPr>
                            </m:sSubPr>
                            <m:e>
                              <m:r>
                                <a:rPr lang="en-US" altLang="zh-CN" sz="2800" i="1" kern="100">
                                  <a:effectLst/>
                                  <a:latin typeface="Cambria Math" panose="02040503050406030204" pitchFamily="18" charset="0"/>
                                </a:rPr>
                                <m:t>𝑞</m:t>
                              </m:r>
                            </m:e>
                            <m:sub>
                              <m:r>
                                <a:rPr lang="en-US" altLang="zh-CN" sz="2800" i="1" kern="100">
                                  <a:effectLst/>
                                  <a:latin typeface="Cambria Math" panose="02040503050406030204" pitchFamily="18" charset="0"/>
                                </a:rPr>
                                <m:t>𝑖</m:t>
                              </m:r>
                            </m:sub>
                          </m:sSub>
                        </m:e>
                      </m:nary>
                      <m:r>
                        <a:rPr lang="en-US" altLang="zh-CN" sz="2800" i="1" kern="100">
                          <a:effectLst/>
                          <a:latin typeface="Cambria Math" panose="02040503050406030204" pitchFamily="18" charset="0"/>
                        </a:rPr>
                        <m:t>=</m:t>
                      </m:r>
                      <m:nary>
                        <m:naryPr>
                          <m:limLoc m:val="subSup"/>
                          <m:ctrlPr>
                            <a:rPr lang="zh-CN" altLang="zh-CN" sz="2800" i="1" kern="100">
                              <a:effectLst/>
                              <a:latin typeface="Cambria Math" panose="02040503050406030204" pitchFamily="18" charset="0"/>
                            </a:rPr>
                          </m:ctrlPr>
                        </m:naryPr>
                        <m:sub>
                          <m:r>
                            <a:rPr lang="en-US" altLang="zh-CN" sz="2800" i="1" kern="100">
                              <a:effectLst/>
                              <a:latin typeface="Cambria Math" panose="02040503050406030204" pitchFamily="18" charset="0"/>
                            </a:rPr>
                            <m:t>𝑉</m:t>
                          </m:r>
                        </m:sub>
                        <m:sup/>
                        <m:e>
                          <m:r>
                            <a:rPr lang="en-US" altLang="zh-CN" sz="2800" i="1" kern="100">
                              <a:effectLst/>
                              <a:latin typeface="Cambria Math" panose="02040503050406030204" pitchFamily="18" charset="0"/>
                            </a:rPr>
                            <m:t>𝜌</m:t>
                          </m:r>
                          <m:r>
                            <a:rPr lang="en-US" altLang="zh-CN" sz="2800" i="1" kern="100">
                              <a:effectLst/>
                              <a:latin typeface="Cambria Math" panose="02040503050406030204" pitchFamily="18" charset="0"/>
                            </a:rPr>
                            <m:t>𝑑𝑉</m:t>
                          </m:r>
                        </m:e>
                      </m:nary>
                      <m:r>
                        <a:rPr lang="en-US" altLang="zh-CN" sz="2800" i="1" kern="100">
                          <a:effectLst/>
                          <a:latin typeface="Cambria Math" panose="02040503050406030204" pitchFamily="18" charset="0"/>
                        </a:rPr>
                        <m:t>=</m:t>
                      </m:r>
                      <m:nary>
                        <m:naryPr>
                          <m:limLoc m:val="subSup"/>
                          <m:ctrlPr>
                            <a:rPr lang="zh-CN" altLang="zh-CN" sz="2800" i="1" kern="100">
                              <a:effectLst/>
                              <a:latin typeface="Cambria Math" panose="02040503050406030204" pitchFamily="18" charset="0"/>
                            </a:rPr>
                          </m:ctrlPr>
                        </m:naryPr>
                        <m:sub>
                          <m:r>
                            <a:rPr lang="en-US" altLang="zh-CN" sz="2800" i="1" kern="100">
                              <a:effectLst/>
                              <a:latin typeface="Cambria Math" panose="02040503050406030204" pitchFamily="18" charset="0"/>
                            </a:rPr>
                            <m:t>0</m:t>
                          </m:r>
                        </m:sub>
                        <m:sup>
                          <m:r>
                            <a:rPr lang="en-US" altLang="zh-CN" sz="2800" i="1" kern="100">
                              <a:effectLst/>
                              <a:latin typeface="Cambria Math" panose="02040503050406030204" pitchFamily="18" charset="0"/>
                            </a:rPr>
                            <m:t>𝑅</m:t>
                          </m:r>
                        </m:sup>
                        <m:e>
                          <m:d>
                            <m:dPr>
                              <m:ctrlPr>
                                <a:rPr lang="zh-CN" altLang="zh-CN" sz="2800" i="1" kern="100">
                                  <a:effectLst/>
                                  <a:latin typeface="Cambria Math" panose="02040503050406030204" pitchFamily="18" charset="0"/>
                                </a:rPr>
                              </m:ctrlPr>
                            </m:dPr>
                            <m:e>
                              <m:r>
                                <a:rPr lang="en-US" altLang="zh-CN" sz="2800" i="1" kern="100">
                                  <a:effectLst/>
                                  <a:latin typeface="Cambria Math" panose="02040503050406030204" pitchFamily="18" charset="0"/>
                                </a:rPr>
                                <m:t>𝑎𝑟</m:t>
                              </m:r>
                              <m:r>
                                <a:rPr lang="en-US" altLang="zh-CN" sz="2800" i="1" kern="100">
                                  <a:effectLst/>
                                  <a:latin typeface="Cambria Math" panose="02040503050406030204" pitchFamily="18" charset="0"/>
                                </a:rPr>
                                <m:t>−</m:t>
                              </m:r>
                              <m:r>
                                <a:rPr lang="en-US" altLang="zh-CN" sz="2800" i="1" kern="100">
                                  <a:effectLst/>
                                  <a:latin typeface="Cambria Math" panose="02040503050406030204" pitchFamily="18" charset="0"/>
                                </a:rPr>
                                <m:t>𝑏</m:t>
                              </m:r>
                              <m:sSup>
                                <m:sSupPr>
                                  <m:ctrlPr>
                                    <a:rPr lang="zh-CN" altLang="zh-CN" sz="2800" i="1" kern="100">
                                      <a:effectLst/>
                                      <a:latin typeface="Cambria Math" panose="02040503050406030204" pitchFamily="18" charset="0"/>
                                    </a:rPr>
                                  </m:ctrlPr>
                                </m:sSupPr>
                                <m:e>
                                  <m:r>
                                    <a:rPr lang="en-US" altLang="zh-CN" sz="2800" i="1" kern="100">
                                      <a:effectLst/>
                                      <a:latin typeface="Cambria Math" panose="02040503050406030204" pitchFamily="18" charset="0"/>
                                    </a:rPr>
                                    <m:t>𝑟</m:t>
                                  </m:r>
                                </m:e>
                                <m:sup>
                                  <m:r>
                                    <a:rPr lang="en-US" altLang="zh-CN" sz="2800" i="1" kern="100">
                                      <a:effectLst/>
                                      <a:latin typeface="Cambria Math" panose="02040503050406030204" pitchFamily="18" charset="0"/>
                                    </a:rPr>
                                    <m:t>2</m:t>
                                  </m:r>
                                </m:sup>
                              </m:sSup>
                            </m:e>
                          </m:d>
                          <m:r>
                            <a:rPr lang="en-US" altLang="zh-CN" sz="2800" i="1" kern="100">
                              <a:effectLst/>
                              <a:latin typeface="Cambria Math" panose="02040503050406030204" pitchFamily="18" charset="0"/>
                            </a:rPr>
                            <m:t>2</m:t>
                          </m:r>
                          <m:r>
                            <a:rPr lang="en-US" altLang="zh-CN" sz="2800" i="1" kern="100">
                              <a:effectLst/>
                              <a:latin typeface="Cambria Math" panose="02040503050406030204" pitchFamily="18" charset="0"/>
                            </a:rPr>
                            <m:t>𝜋</m:t>
                          </m:r>
                          <m:r>
                            <a:rPr lang="en-US" altLang="zh-CN" sz="2800" i="1" kern="100">
                              <a:effectLst/>
                              <a:latin typeface="Cambria Math" panose="02040503050406030204" pitchFamily="18" charset="0"/>
                            </a:rPr>
                            <m:t>𝑟𝑙𝑑𝑟</m:t>
                          </m:r>
                        </m:e>
                      </m:nary>
                      <m:r>
                        <a:rPr lang="en-US" altLang="zh-CN" sz="2800" i="1" kern="100">
                          <a:effectLst/>
                          <a:latin typeface="Cambria Math" panose="02040503050406030204" pitchFamily="18" charset="0"/>
                        </a:rPr>
                        <m:t>=</m:t>
                      </m:r>
                      <m:r>
                        <a:rPr lang="en-US" altLang="zh-CN" sz="2800" i="1" kern="100">
                          <a:effectLst/>
                          <a:latin typeface="Cambria Math" panose="02040503050406030204" pitchFamily="18" charset="0"/>
                        </a:rPr>
                        <m:t>2</m:t>
                      </m:r>
                      <m:r>
                        <a:rPr lang="en-US" altLang="zh-CN" sz="2800" i="1" kern="100">
                          <a:effectLst/>
                          <a:latin typeface="Cambria Math" panose="02040503050406030204" pitchFamily="18" charset="0"/>
                        </a:rPr>
                        <m:t>𝜋</m:t>
                      </m:r>
                      <m:r>
                        <a:rPr lang="en-US" altLang="zh-CN" sz="2800" i="1" kern="100">
                          <a:effectLst/>
                          <a:latin typeface="Cambria Math" panose="02040503050406030204" pitchFamily="18" charset="0"/>
                        </a:rPr>
                        <m:t>𝑙</m:t>
                      </m:r>
                      <m:d>
                        <m:dPr>
                          <m:ctrlPr>
                            <a:rPr lang="zh-CN" altLang="zh-CN" sz="2800" i="1" kern="100">
                              <a:effectLst/>
                              <a:latin typeface="Cambria Math" panose="02040503050406030204" pitchFamily="18" charset="0"/>
                            </a:rPr>
                          </m:ctrlPr>
                        </m:dPr>
                        <m:e>
                          <m:f>
                            <m:fPr>
                              <m:ctrlPr>
                                <a:rPr lang="zh-CN" altLang="zh-CN" sz="2800" i="1" kern="100">
                                  <a:effectLst/>
                                  <a:latin typeface="Cambria Math" panose="02040503050406030204" pitchFamily="18" charset="0"/>
                                </a:rPr>
                              </m:ctrlPr>
                            </m:fPr>
                            <m:num>
                              <m:r>
                                <a:rPr lang="en-US" altLang="zh-CN" sz="2800" i="1" kern="100">
                                  <a:effectLst/>
                                  <a:latin typeface="Cambria Math" panose="02040503050406030204" pitchFamily="18" charset="0"/>
                                </a:rPr>
                                <m:t>𝑎</m:t>
                              </m:r>
                            </m:num>
                            <m:den>
                              <m:r>
                                <a:rPr lang="en-US" altLang="zh-CN" sz="2800" i="1" kern="100">
                                  <a:effectLst/>
                                  <a:latin typeface="Cambria Math" panose="02040503050406030204" pitchFamily="18" charset="0"/>
                                </a:rPr>
                                <m:t>3</m:t>
                              </m:r>
                            </m:den>
                          </m:f>
                          <m:sSup>
                            <m:sSupPr>
                              <m:ctrlPr>
                                <a:rPr lang="zh-CN" altLang="zh-CN" sz="2800" i="1" kern="100">
                                  <a:effectLst/>
                                  <a:latin typeface="Cambria Math" panose="02040503050406030204" pitchFamily="18" charset="0"/>
                                </a:rPr>
                              </m:ctrlPr>
                            </m:sSupPr>
                            <m:e>
                              <m:r>
                                <a:rPr lang="en-US" altLang="zh-CN" sz="2800" i="1" kern="100">
                                  <a:effectLst/>
                                  <a:latin typeface="Cambria Math" panose="02040503050406030204" pitchFamily="18" charset="0"/>
                                </a:rPr>
                                <m:t>𝑅</m:t>
                              </m:r>
                            </m:e>
                            <m:sup>
                              <m:r>
                                <a:rPr lang="en-US" altLang="zh-CN" sz="2800" i="1" kern="100">
                                  <a:effectLst/>
                                  <a:latin typeface="Cambria Math" panose="02040503050406030204" pitchFamily="18" charset="0"/>
                                </a:rPr>
                                <m:t>3</m:t>
                              </m:r>
                            </m:sup>
                          </m:sSup>
                          <m:r>
                            <a:rPr lang="en-US" altLang="zh-CN" sz="2800" i="1" kern="100">
                              <a:effectLst/>
                              <a:latin typeface="Cambria Math" panose="02040503050406030204" pitchFamily="18" charset="0"/>
                            </a:rPr>
                            <m:t>−</m:t>
                          </m:r>
                          <m:f>
                            <m:fPr>
                              <m:ctrlPr>
                                <a:rPr lang="zh-CN" altLang="zh-CN" sz="2800" i="1" kern="100">
                                  <a:effectLst/>
                                  <a:latin typeface="Cambria Math" panose="02040503050406030204" pitchFamily="18" charset="0"/>
                                </a:rPr>
                              </m:ctrlPr>
                            </m:fPr>
                            <m:num>
                              <m:r>
                                <a:rPr lang="en-US" altLang="zh-CN" sz="2800" i="1" kern="100">
                                  <a:effectLst/>
                                  <a:latin typeface="Cambria Math" panose="02040503050406030204" pitchFamily="18" charset="0"/>
                                </a:rPr>
                                <m:t>𝑏</m:t>
                              </m:r>
                            </m:num>
                            <m:den>
                              <m:r>
                                <a:rPr lang="en-US" altLang="zh-CN" sz="2800" i="1" kern="100">
                                  <a:effectLst/>
                                  <a:latin typeface="Cambria Math" panose="02040503050406030204" pitchFamily="18" charset="0"/>
                                </a:rPr>
                                <m:t>4</m:t>
                              </m:r>
                            </m:den>
                          </m:f>
                          <m:sSup>
                            <m:sSupPr>
                              <m:ctrlPr>
                                <a:rPr lang="zh-CN" altLang="zh-CN" sz="2800" i="1" kern="100">
                                  <a:effectLst/>
                                  <a:latin typeface="Cambria Math" panose="02040503050406030204" pitchFamily="18" charset="0"/>
                                </a:rPr>
                              </m:ctrlPr>
                            </m:sSupPr>
                            <m:e>
                              <m:r>
                                <a:rPr lang="en-US" altLang="zh-CN" sz="2800" i="1" kern="100">
                                  <a:effectLst/>
                                  <a:latin typeface="Cambria Math" panose="02040503050406030204" pitchFamily="18" charset="0"/>
                                </a:rPr>
                                <m:t>𝑅</m:t>
                              </m:r>
                            </m:e>
                            <m:sup>
                              <m:r>
                                <a:rPr lang="en-US" altLang="zh-CN" sz="2800" i="1" kern="100">
                                  <a:effectLst/>
                                  <a:latin typeface="Cambria Math" panose="02040503050406030204" pitchFamily="18" charset="0"/>
                                </a:rPr>
                                <m:t>4</m:t>
                              </m:r>
                            </m:sup>
                          </m:sSup>
                        </m:e>
                      </m:d>
                    </m:oMath>
                  </m:oMathPara>
                </a14:m>
                <a:endParaRPr lang="zh-CN" altLang="zh-CN" sz="2800" kern="100" dirty="0">
                  <a:effectLst/>
                </a:endParaRPr>
              </a:p>
              <a:p>
                <a:pPr algn="just"/>
                <a14:m>
                  <m:oMathPara xmlns:m="http://schemas.openxmlformats.org/officeDocument/2006/math">
                    <m:oMathParaPr>
                      <m:jc m:val="centerGroup"/>
                    </m:oMathParaPr>
                    <m:oMath xmlns:m="http://schemas.openxmlformats.org/officeDocument/2006/math">
                      <m:r>
                        <a:rPr lang="en-US" altLang="zh-CN" sz="2800" i="1" kern="100">
                          <a:latin typeface="Cambria Math" panose="02040503050406030204" pitchFamily="18" charset="0"/>
                        </a:rPr>
                        <m:t>𝐸</m:t>
                      </m:r>
                      <m:r>
                        <a:rPr lang="en-US" altLang="zh-CN" sz="2800" i="1" kern="100">
                          <a:latin typeface="Cambria Math" panose="02040503050406030204" pitchFamily="18" charset="0"/>
                        </a:rPr>
                        <m:t>=</m:t>
                      </m:r>
                      <m:f>
                        <m:fPr>
                          <m:ctrlPr>
                            <a:rPr lang="zh-CN" altLang="zh-CN" sz="2800" i="1" kern="100">
                              <a:latin typeface="Cambria Math" panose="02040503050406030204" pitchFamily="18" charset="0"/>
                            </a:rPr>
                          </m:ctrlPr>
                        </m:fPr>
                        <m:num>
                          <m:r>
                            <a:rPr lang="en-US" altLang="zh-CN" sz="2800" i="1" kern="100">
                              <a:latin typeface="Cambria Math" panose="02040503050406030204" pitchFamily="18" charset="0"/>
                            </a:rPr>
                            <m:t>4</m:t>
                          </m:r>
                          <m:r>
                            <a:rPr lang="en-US" altLang="zh-CN" sz="2800" i="1" kern="100">
                              <a:latin typeface="Cambria Math" panose="02040503050406030204" pitchFamily="18" charset="0"/>
                            </a:rPr>
                            <m:t>𝑎</m:t>
                          </m:r>
                          <m:sSup>
                            <m:sSupPr>
                              <m:ctrlPr>
                                <a:rPr lang="zh-CN" altLang="zh-CN" sz="2800" i="1" kern="100">
                                  <a:latin typeface="Cambria Math" panose="02040503050406030204" pitchFamily="18" charset="0"/>
                                </a:rPr>
                              </m:ctrlPr>
                            </m:sSupPr>
                            <m:e>
                              <m:r>
                                <a:rPr lang="en-US" altLang="zh-CN" sz="2800" i="1" kern="100">
                                  <a:latin typeface="Cambria Math" panose="02040503050406030204" pitchFamily="18" charset="0"/>
                                </a:rPr>
                                <m:t>𝑅</m:t>
                              </m:r>
                            </m:e>
                            <m:sup>
                              <m:r>
                                <a:rPr lang="en-US" altLang="zh-CN" sz="2800" i="1" kern="100">
                                  <a:latin typeface="Cambria Math" panose="02040503050406030204" pitchFamily="18" charset="0"/>
                                </a:rPr>
                                <m:t>3</m:t>
                              </m:r>
                            </m:sup>
                          </m:sSup>
                          <m:r>
                            <a:rPr lang="en-US" altLang="zh-CN" sz="2800" i="1" kern="100">
                              <a:latin typeface="Cambria Math" panose="02040503050406030204" pitchFamily="18" charset="0"/>
                            </a:rPr>
                            <m:t>−</m:t>
                          </m:r>
                          <m:r>
                            <a:rPr lang="en-US" altLang="zh-CN" sz="2800" i="1" kern="100">
                              <a:latin typeface="Cambria Math" panose="02040503050406030204" pitchFamily="18" charset="0"/>
                            </a:rPr>
                            <m:t>3</m:t>
                          </m:r>
                          <m:r>
                            <a:rPr lang="en-US" altLang="zh-CN" sz="2800" i="1" kern="100">
                              <a:latin typeface="Cambria Math" panose="02040503050406030204" pitchFamily="18" charset="0"/>
                            </a:rPr>
                            <m:t>𝑏</m:t>
                          </m:r>
                          <m:sSup>
                            <m:sSupPr>
                              <m:ctrlPr>
                                <a:rPr lang="zh-CN" altLang="zh-CN" sz="2800" i="1" kern="100">
                                  <a:latin typeface="Cambria Math" panose="02040503050406030204" pitchFamily="18" charset="0"/>
                                </a:rPr>
                              </m:ctrlPr>
                            </m:sSupPr>
                            <m:e>
                              <m:r>
                                <a:rPr lang="en-US" altLang="zh-CN" sz="2800" i="1" kern="100">
                                  <a:latin typeface="Cambria Math" panose="02040503050406030204" pitchFamily="18" charset="0"/>
                                </a:rPr>
                                <m:t>𝑅</m:t>
                              </m:r>
                            </m:e>
                            <m:sup>
                              <m:r>
                                <a:rPr lang="en-US" altLang="zh-CN" sz="2800" i="1" kern="100">
                                  <a:latin typeface="Cambria Math" panose="02040503050406030204" pitchFamily="18" charset="0"/>
                                </a:rPr>
                                <m:t>4</m:t>
                              </m:r>
                            </m:sup>
                          </m:sSup>
                        </m:num>
                        <m:den>
                          <m:r>
                            <a:rPr lang="en-US" altLang="zh-CN" sz="2800" i="1" kern="100">
                              <a:latin typeface="Cambria Math" panose="02040503050406030204" pitchFamily="18" charset="0"/>
                            </a:rPr>
                            <m:t>12</m:t>
                          </m:r>
                          <m:sSub>
                            <m:sSubPr>
                              <m:ctrlPr>
                                <a:rPr lang="zh-CN" altLang="zh-CN" sz="2800" i="1" kern="100">
                                  <a:latin typeface="Cambria Math" panose="02040503050406030204" pitchFamily="18" charset="0"/>
                                </a:rPr>
                              </m:ctrlPr>
                            </m:sSubPr>
                            <m:e>
                              <m:r>
                                <a:rPr lang="en-US" altLang="zh-CN" sz="2800" i="1" kern="100">
                                  <a:latin typeface="Cambria Math" panose="02040503050406030204" pitchFamily="18" charset="0"/>
                                </a:rPr>
                                <m:t>𝜀</m:t>
                              </m:r>
                            </m:e>
                            <m:sub>
                              <m:r>
                                <a:rPr lang="en-US" altLang="zh-CN" sz="2800" i="1" kern="100">
                                  <a:latin typeface="Cambria Math" panose="02040503050406030204" pitchFamily="18" charset="0"/>
                                </a:rPr>
                                <m:t>0</m:t>
                              </m:r>
                            </m:sub>
                          </m:sSub>
                          <m:r>
                            <a:rPr lang="en-US" altLang="zh-CN" sz="2800" i="1" kern="100">
                              <a:latin typeface="Cambria Math" panose="02040503050406030204" pitchFamily="18" charset="0"/>
                            </a:rPr>
                            <m:t>𝑟</m:t>
                          </m:r>
                        </m:den>
                      </m:f>
                    </m:oMath>
                  </m:oMathPara>
                </a14:m>
                <a:endParaRPr lang="zh-CN" altLang="zh-CN" sz="2800" kern="100" dirty="0">
                  <a:effectLst/>
                </a:endParaRPr>
              </a:p>
              <a:p>
                <a:pPr algn="just"/>
                <a:r>
                  <a:rPr lang="zh-CN" altLang="zh-CN" sz="2800" kern="100" dirty="0">
                    <a:effectLst/>
                  </a:rPr>
                  <a:t>方向沿圆柱径向。</a:t>
                </a:r>
              </a:p>
            </p:txBody>
          </p:sp>
        </mc:Choice>
        <mc:Fallback xmlns="">
          <p:sp>
            <p:nvSpPr>
              <p:cNvPr id="3" name="文本框 2">
                <a:extLst>
                  <a:ext uri="{FF2B5EF4-FFF2-40B4-BE49-F238E27FC236}">
                    <a16:creationId xmlns:a16="http://schemas.microsoft.com/office/drawing/2014/main" id="{3FCD90DE-0E1B-6983-DD27-3A7FFE2B31DB}"/>
                  </a:ext>
                </a:extLst>
              </p:cNvPr>
              <p:cNvSpPr txBox="1">
                <a:spLocks noRot="1" noChangeAspect="1" noMove="1" noResize="1" noEditPoints="1" noAdjustHandles="1" noChangeArrowheads="1" noChangeShapeType="1" noTextEdit="1"/>
              </p:cNvSpPr>
              <p:nvPr/>
            </p:nvSpPr>
            <p:spPr>
              <a:xfrm>
                <a:off x="874702" y="-263387"/>
                <a:ext cx="10137796" cy="5213030"/>
              </a:xfrm>
              <a:prstGeom prst="rect">
                <a:avLst/>
              </a:prstGeom>
              <a:blipFill>
                <a:blip r:embed="rId2"/>
                <a:stretch>
                  <a:fillRect l="-1202" r="-1202" b="-2339"/>
                </a:stretch>
              </a:blipFill>
            </p:spPr>
            <p:txBody>
              <a:bodyPr/>
              <a:lstStyle/>
              <a:p>
                <a:r>
                  <a:rPr lang="en-US">
                    <a:noFill/>
                  </a:rPr>
                  <a:t> </a:t>
                </a:r>
              </a:p>
            </p:txBody>
          </p:sp>
        </mc:Fallback>
      </mc:AlternateContent>
      <p:grpSp>
        <p:nvGrpSpPr>
          <p:cNvPr id="4" name="组合 3">
            <a:extLst>
              <a:ext uri="{FF2B5EF4-FFF2-40B4-BE49-F238E27FC236}">
                <a16:creationId xmlns:a16="http://schemas.microsoft.com/office/drawing/2014/main" id="{7B9AE9F5-2EA8-4181-B973-A321945A6504}"/>
              </a:ext>
            </a:extLst>
          </p:cNvPr>
          <p:cNvGrpSpPr/>
          <p:nvPr/>
        </p:nvGrpSpPr>
        <p:grpSpPr>
          <a:xfrm>
            <a:off x="10922000" y="1473200"/>
            <a:ext cx="1005840" cy="1636554"/>
            <a:chOff x="10795000" y="2865120"/>
            <a:chExt cx="1005840" cy="1636554"/>
          </a:xfrm>
        </p:grpSpPr>
        <p:sp>
          <p:nvSpPr>
            <p:cNvPr id="5" name="椭圆 4">
              <a:extLst>
                <a:ext uri="{FF2B5EF4-FFF2-40B4-BE49-F238E27FC236}">
                  <a16:creationId xmlns:a16="http://schemas.microsoft.com/office/drawing/2014/main" id="{22412CFF-8EF0-4238-8841-41EFF9C5D4A4}"/>
                </a:ext>
              </a:extLst>
            </p:cNvPr>
            <p:cNvSpPr/>
            <p:nvPr/>
          </p:nvSpPr>
          <p:spPr>
            <a:xfrm>
              <a:off x="10795000" y="2865120"/>
              <a:ext cx="1005840" cy="233680"/>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椭圆 5">
              <a:extLst>
                <a:ext uri="{FF2B5EF4-FFF2-40B4-BE49-F238E27FC236}">
                  <a16:creationId xmlns:a16="http://schemas.microsoft.com/office/drawing/2014/main" id="{BC6B9414-47FA-4339-AB41-ED5218BA89CA}"/>
                </a:ext>
              </a:extLst>
            </p:cNvPr>
            <p:cNvSpPr/>
            <p:nvPr/>
          </p:nvSpPr>
          <p:spPr>
            <a:xfrm>
              <a:off x="10795000" y="4267994"/>
              <a:ext cx="1005840" cy="233680"/>
            </a:xfrm>
            <a:prstGeom prst="ellipse">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直接连接符 6">
              <a:extLst>
                <a:ext uri="{FF2B5EF4-FFF2-40B4-BE49-F238E27FC236}">
                  <a16:creationId xmlns:a16="http://schemas.microsoft.com/office/drawing/2014/main" id="{F63DFE54-E319-4833-A98D-4E9ED5FD7E4E}"/>
                </a:ext>
              </a:extLst>
            </p:cNvPr>
            <p:cNvCxnSpPr>
              <a:endCxn id="6" idx="2"/>
            </p:cNvCxnSpPr>
            <p:nvPr/>
          </p:nvCxnSpPr>
          <p:spPr>
            <a:xfrm>
              <a:off x="10795000" y="2981960"/>
              <a:ext cx="0" cy="1402874"/>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8" name="直接连接符 7">
              <a:extLst>
                <a:ext uri="{FF2B5EF4-FFF2-40B4-BE49-F238E27FC236}">
                  <a16:creationId xmlns:a16="http://schemas.microsoft.com/office/drawing/2014/main" id="{2826A311-1DFE-43A9-A530-C8569AC18F93}"/>
                </a:ext>
              </a:extLst>
            </p:cNvPr>
            <p:cNvCxnSpPr/>
            <p:nvPr/>
          </p:nvCxnSpPr>
          <p:spPr>
            <a:xfrm>
              <a:off x="11800840" y="3006327"/>
              <a:ext cx="0" cy="1402874"/>
            </a:xfrm>
            <a:prstGeom prst="line">
              <a:avLst/>
            </a:prstGeom>
            <a:ln w="19050"/>
          </p:spPr>
          <p:style>
            <a:lnRef idx="1">
              <a:schemeClr val="accent1"/>
            </a:lnRef>
            <a:fillRef idx="0">
              <a:schemeClr val="accent1"/>
            </a:fillRef>
            <a:effectRef idx="0">
              <a:schemeClr val="accent1"/>
            </a:effectRef>
            <a:fontRef idx="minor">
              <a:schemeClr val="tx1"/>
            </a:fontRef>
          </p:style>
        </p:cxnSp>
      </p:grpSp>
      <p:cxnSp>
        <p:nvCxnSpPr>
          <p:cNvPr id="9" name="直接连接符 8">
            <a:extLst>
              <a:ext uri="{FF2B5EF4-FFF2-40B4-BE49-F238E27FC236}">
                <a16:creationId xmlns:a16="http://schemas.microsoft.com/office/drawing/2014/main" id="{E6B1357A-2E07-4DFE-A6E3-C6EB35017196}"/>
              </a:ext>
            </a:extLst>
          </p:cNvPr>
          <p:cNvCxnSpPr>
            <a:endCxn id="6" idx="6"/>
          </p:cNvCxnSpPr>
          <p:nvPr/>
        </p:nvCxnSpPr>
        <p:spPr>
          <a:xfrm>
            <a:off x="11419840" y="2992914"/>
            <a:ext cx="508000"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0" name="矩形 9">
            <a:extLst>
              <a:ext uri="{FF2B5EF4-FFF2-40B4-BE49-F238E27FC236}">
                <a16:creationId xmlns:a16="http://schemas.microsoft.com/office/drawing/2014/main" id="{628F41EB-8694-488D-9512-71D96E15902E}"/>
              </a:ext>
            </a:extLst>
          </p:cNvPr>
          <p:cNvSpPr/>
          <p:nvPr/>
        </p:nvSpPr>
        <p:spPr>
          <a:xfrm>
            <a:off x="11553545" y="2740422"/>
            <a:ext cx="325730" cy="369332"/>
          </a:xfrm>
          <a:prstGeom prst="rect">
            <a:avLst/>
          </a:prstGeom>
          <a:ln w="19050">
            <a:noFill/>
          </a:ln>
        </p:spPr>
        <p:txBody>
          <a:bodyPr wrap="none">
            <a:spAutoFit/>
          </a:bodyPr>
          <a:lstStyle/>
          <a:p>
            <a:r>
              <a:rPr lang="en-US" altLang="zh-CN" i="1" kern="100" dirty="0">
                <a:latin typeface="Times New Roman" panose="02020603050405020304" pitchFamily="18" charset="0"/>
                <a:ea typeface="宋体" panose="02010600030101010101" pitchFamily="2" charset="-122"/>
              </a:rPr>
              <a:t>R</a:t>
            </a:r>
            <a:endParaRPr lang="en-US" dirty="0"/>
          </a:p>
        </p:txBody>
      </p:sp>
      <p:grpSp>
        <p:nvGrpSpPr>
          <p:cNvPr id="11" name="组合 10">
            <a:extLst>
              <a:ext uri="{FF2B5EF4-FFF2-40B4-BE49-F238E27FC236}">
                <a16:creationId xmlns:a16="http://schemas.microsoft.com/office/drawing/2014/main" id="{FC059EA4-88F3-4843-A794-B5EF26108AB5}"/>
              </a:ext>
            </a:extLst>
          </p:cNvPr>
          <p:cNvGrpSpPr/>
          <p:nvPr/>
        </p:nvGrpSpPr>
        <p:grpSpPr>
          <a:xfrm>
            <a:off x="10627359" y="1810276"/>
            <a:ext cx="1503677" cy="997972"/>
            <a:chOff x="10795000" y="2865120"/>
            <a:chExt cx="1005840" cy="1636554"/>
          </a:xfrm>
          <a:noFill/>
        </p:grpSpPr>
        <p:sp>
          <p:nvSpPr>
            <p:cNvPr id="12" name="椭圆 11">
              <a:extLst>
                <a:ext uri="{FF2B5EF4-FFF2-40B4-BE49-F238E27FC236}">
                  <a16:creationId xmlns:a16="http://schemas.microsoft.com/office/drawing/2014/main" id="{1110CF02-E4D8-4AF6-936F-FD880696643F}"/>
                </a:ext>
              </a:extLst>
            </p:cNvPr>
            <p:cNvSpPr/>
            <p:nvPr/>
          </p:nvSpPr>
          <p:spPr>
            <a:xfrm>
              <a:off x="10795000" y="2865120"/>
              <a:ext cx="1005840" cy="233680"/>
            </a:xfrm>
            <a:prstGeom prst="ellipse">
              <a:avLst/>
            </a:prstGeom>
            <a:grpFill/>
            <a:ln w="19050">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椭圆 12">
              <a:extLst>
                <a:ext uri="{FF2B5EF4-FFF2-40B4-BE49-F238E27FC236}">
                  <a16:creationId xmlns:a16="http://schemas.microsoft.com/office/drawing/2014/main" id="{80CE32C5-9103-4FA0-8B6D-A25794A1135A}"/>
                </a:ext>
              </a:extLst>
            </p:cNvPr>
            <p:cNvSpPr/>
            <p:nvPr/>
          </p:nvSpPr>
          <p:spPr>
            <a:xfrm>
              <a:off x="10795000" y="4267994"/>
              <a:ext cx="1005840" cy="233680"/>
            </a:xfrm>
            <a:prstGeom prst="ellipse">
              <a:avLst/>
            </a:prstGeom>
            <a:grpFill/>
            <a:ln w="19050">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直接连接符 13">
              <a:extLst>
                <a:ext uri="{FF2B5EF4-FFF2-40B4-BE49-F238E27FC236}">
                  <a16:creationId xmlns:a16="http://schemas.microsoft.com/office/drawing/2014/main" id="{D6B854F5-660F-4012-BC59-0723102AD13B}"/>
                </a:ext>
              </a:extLst>
            </p:cNvPr>
            <p:cNvCxnSpPr>
              <a:endCxn id="13" idx="2"/>
            </p:cNvCxnSpPr>
            <p:nvPr/>
          </p:nvCxnSpPr>
          <p:spPr>
            <a:xfrm>
              <a:off x="10795000" y="2981960"/>
              <a:ext cx="0" cy="1402874"/>
            </a:xfrm>
            <a:prstGeom prst="line">
              <a:avLst/>
            </a:prstGeom>
            <a:grpFill/>
            <a:ln w="19050">
              <a:prstDash val="sysDash"/>
            </a:ln>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id="{B2936714-2E67-4D52-9BAC-AD51EB9195C1}"/>
                </a:ext>
              </a:extLst>
            </p:cNvPr>
            <p:cNvCxnSpPr/>
            <p:nvPr/>
          </p:nvCxnSpPr>
          <p:spPr>
            <a:xfrm>
              <a:off x="11800840" y="3006327"/>
              <a:ext cx="0" cy="1402874"/>
            </a:xfrm>
            <a:prstGeom prst="line">
              <a:avLst/>
            </a:prstGeom>
            <a:grpFill/>
            <a:ln w="19050">
              <a:prstDash val="sysDash"/>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0585655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1EE6B56-DBAD-4460-85C8-B9D868FF6142}"/>
              </a:ext>
            </a:extLst>
          </p:cNvPr>
          <p:cNvSpPr/>
          <p:nvPr/>
        </p:nvSpPr>
        <p:spPr>
          <a:xfrm>
            <a:off x="2391265" y="2363801"/>
            <a:ext cx="7879080" cy="584775"/>
          </a:xfrm>
          <a:prstGeom prst="rect">
            <a:avLst/>
          </a:prstGeom>
        </p:spPr>
        <p:txBody>
          <a:bodyPr wrap="none">
            <a:spAutoFit/>
          </a:bodyPr>
          <a:lstStyle/>
          <a:p>
            <a:r>
              <a:rPr lang="zh-CN" altLang="en-US" sz="3200" kern="0" dirty="0">
                <a:solidFill>
                  <a:srgbClr val="000000"/>
                </a:solidFill>
                <a:latin typeface="+mj-lt"/>
                <a:ea typeface="+mj-ea"/>
                <a:cs typeface="宋体" panose="02010600030101010101" pitchFamily="2" charset="-122"/>
              </a:rPr>
              <a:t>作业 ：课后习题</a:t>
            </a:r>
            <a:r>
              <a:rPr lang="en-US" sz="3200" kern="0" dirty="0">
                <a:solidFill>
                  <a:srgbClr val="000000"/>
                </a:solidFill>
                <a:latin typeface="+mj-lt"/>
                <a:ea typeface="+mj-ea"/>
                <a:cs typeface="宋体" panose="02010600030101010101" pitchFamily="2" charset="-122"/>
              </a:rPr>
              <a:t>12.1</a:t>
            </a:r>
            <a:r>
              <a:rPr lang="zh-CN" altLang="en-US" sz="3200" kern="0" dirty="0">
                <a:solidFill>
                  <a:srgbClr val="000000"/>
                </a:solidFill>
                <a:latin typeface="+mj-lt"/>
                <a:ea typeface="+mj-ea"/>
                <a:cs typeface="宋体" panose="02010600030101010101" pitchFamily="2" charset="-122"/>
              </a:rPr>
              <a:t>，</a:t>
            </a:r>
            <a:r>
              <a:rPr lang="en-US" sz="3200" kern="0" dirty="0">
                <a:solidFill>
                  <a:srgbClr val="000000"/>
                </a:solidFill>
                <a:latin typeface="+mj-lt"/>
                <a:ea typeface="+mj-ea"/>
                <a:cs typeface="宋体" panose="02010600030101010101" pitchFamily="2" charset="-122"/>
              </a:rPr>
              <a:t>12.10</a:t>
            </a:r>
            <a:r>
              <a:rPr lang="zh-CN" altLang="en-US" sz="3200" kern="0" dirty="0">
                <a:solidFill>
                  <a:srgbClr val="000000"/>
                </a:solidFill>
                <a:latin typeface="+mj-lt"/>
                <a:ea typeface="+mj-ea"/>
                <a:cs typeface="宋体" panose="02010600030101010101" pitchFamily="2" charset="-122"/>
              </a:rPr>
              <a:t>，</a:t>
            </a:r>
            <a:r>
              <a:rPr lang="en-US" sz="3200" kern="0" dirty="0">
                <a:solidFill>
                  <a:srgbClr val="000000"/>
                </a:solidFill>
                <a:latin typeface="+mj-lt"/>
                <a:ea typeface="+mj-ea"/>
                <a:cs typeface="宋体" panose="02010600030101010101" pitchFamily="2" charset="-122"/>
              </a:rPr>
              <a:t>12.17</a:t>
            </a:r>
            <a:r>
              <a:rPr lang="zh-CN" altLang="en-US" sz="3200" kern="0" dirty="0">
                <a:solidFill>
                  <a:srgbClr val="000000"/>
                </a:solidFill>
                <a:latin typeface="+mj-lt"/>
                <a:ea typeface="+mj-ea"/>
                <a:cs typeface="宋体" panose="02010600030101010101" pitchFamily="2" charset="-122"/>
              </a:rPr>
              <a:t>，</a:t>
            </a:r>
            <a:r>
              <a:rPr lang="en-US" sz="3200" kern="0" dirty="0">
                <a:solidFill>
                  <a:srgbClr val="000000"/>
                </a:solidFill>
                <a:latin typeface="+mj-lt"/>
                <a:ea typeface="+mj-ea"/>
                <a:cs typeface="宋体" panose="02010600030101010101" pitchFamily="2" charset="-122"/>
              </a:rPr>
              <a:t>12.29</a:t>
            </a:r>
            <a:endParaRPr lang="en-US" sz="3200" kern="100" dirty="0">
              <a:effectLst/>
              <a:latin typeface="+mj-lt"/>
              <a:ea typeface="+mj-ea"/>
              <a:cs typeface="Times New Roman" panose="02020603050405020304" pitchFamily="18" charset="0"/>
            </a:endParaRPr>
          </a:p>
        </p:txBody>
      </p:sp>
      <p:sp>
        <p:nvSpPr>
          <p:cNvPr id="3" name="矩形 2">
            <a:extLst>
              <a:ext uri="{FF2B5EF4-FFF2-40B4-BE49-F238E27FC236}">
                <a16:creationId xmlns:a16="http://schemas.microsoft.com/office/drawing/2014/main" id="{557FC185-3475-403F-A50E-0427321BF6DE}"/>
              </a:ext>
            </a:extLst>
          </p:cNvPr>
          <p:cNvSpPr/>
          <p:nvPr/>
        </p:nvSpPr>
        <p:spPr>
          <a:xfrm>
            <a:off x="2746864" y="3620070"/>
            <a:ext cx="5006499" cy="584775"/>
          </a:xfrm>
          <a:prstGeom prst="rect">
            <a:avLst/>
          </a:prstGeom>
        </p:spPr>
        <p:txBody>
          <a:bodyPr wrap="none">
            <a:spAutoFit/>
          </a:bodyPr>
          <a:lstStyle/>
          <a:p>
            <a:r>
              <a:rPr lang="zh-CN" altLang="en-US" sz="3200" kern="0" dirty="0">
                <a:solidFill>
                  <a:srgbClr val="000000"/>
                </a:solidFill>
                <a:latin typeface="+mj-lt"/>
                <a:ea typeface="+mj-ea"/>
                <a:cs typeface="宋体" panose="02010600030101010101" pitchFamily="2" charset="-122"/>
              </a:rPr>
              <a:t>截止时间： </a:t>
            </a:r>
            <a:r>
              <a:rPr lang="en-US" altLang="zh-CN" sz="3200" kern="0" dirty="0">
                <a:solidFill>
                  <a:srgbClr val="000000"/>
                </a:solidFill>
                <a:latin typeface="+mj-lt"/>
                <a:ea typeface="+mj-ea"/>
                <a:cs typeface="宋体" panose="02010600030101010101" pitchFamily="2" charset="-122"/>
              </a:rPr>
              <a:t>3</a:t>
            </a:r>
            <a:r>
              <a:rPr lang="zh-CN" altLang="en-US" sz="3200" kern="0" dirty="0">
                <a:solidFill>
                  <a:srgbClr val="000000"/>
                </a:solidFill>
                <a:latin typeface="+mj-lt"/>
                <a:ea typeface="+mj-ea"/>
                <a:cs typeface="宋体" panose="02010600030101010101" pitchFamily="2" charset="-122"/>
              </a:rPr>
              <a:t>月</a:t>
            </a:r>
            <a:r>
              <a:rPr lang="en-US" altLang="zh-CN" sz="3200" kern="0" dirty="0">
                <a:solidFill>
                  <a:srgbClr val="000000"/>
                </a:solidFill>
                <a:latin typeface="+mj-lt"/>
                <a:ea typeface="+mj-ea"/>
                <a:cs typeface="宋体" panose="02010600030101010101" pitchFamily="2" charset="-122"/>
              </a:rPr>
              <a:t>26</a:t>
            </a:r>
            <a:r>
              <a:rPr lang="zh-CN" altLang="en-US" sz="3200" kern="0" dirty="0">
                <a:solidFill>
                  <a:srgbClr val="000000"/>
                </a:solidFill>
                <a:latin typeface="+mj-lt"/>
                <a:ea typeface="+mj-ea"/>
                <a:cs typeface="宋体" panose="02010600030101010101" pitchFamily="2" charset="-122"/>
              </a:rPr>
              <a:t>日</a:t>
            </a:r>
            <a:r>
              <a:rPr lang="en-US" altLang="zh-CN" sz="3200" kern="0" dirty="0">
                <a:solidFill>
                  <a:srgbClr val="000000"/>
                </a:solidFill>
                <a:latin typeface="+mj-lt"/>
                <a:ea typeface="+mj-ea"/>
                <a:cs typeface="宋体" panose="02010600030101010101" pitchFamily="2" charset="-122"/>
              </a:rPr>
              <a:t>10</a:t>
            </a:r>
            <a:r>
              <a:rPr lang="zh-CN" altLang="en-US" sz="3200" kern="0" dirty="0">
                <a:solidFill>
                  <a:srgbClr val="000000"/>
                </a:solidFill>
                <a:latin typeface="+mj-lt"/>
                <a:ea typeface="+mj-ea"/>
                <a:cs typeface="宋体" panose="02010600030101010101" pitchFamily="2" charset="-122"/>
              </a:rPr>
              <a:t>：</a:t>
            </a:r>
            <a:r>
              <a:rPr lang="en-US" altLang="zh-CN" sz="3200" kern="0" dirty="0">
                <a:solidFill>
                  <a:srgbClr val="000000"/>
                </a:solidFill>
                <a:latin typeface="+mj-lt"/>
                <a:ea typeface="+mj-ea"/>
                <a:cs typeface="宋体" panose="02010600030101010101" pitchFamily="2" charset="-122"/>
              </a:rPr>
              <a:t>10</a:t>
            </a:r>
            <a:endParaRPr lang="en-US" sz="3200" kern="100" dirty="0">
              <a:effectLst/>
              <a:latin typeface="+mj-lt"/>
              <a:ea typeface="+mj-ea"/>
              <a:cs typeface="Times New Roman" panose="02020603050405020304" pitchFamily="18" charset="0"/>
            </a:endParaRPr>
          </a:p>
        </p:txBody>
      </p:sp>
    </p:spTree>
    <p:extLst>
      <p:ext uri="{BB962C8B-B14F-4D97-AF65-F5344CB8AC3E}">
        <p14:creationId xmlns:p14="http://schemas.microsoft.com/office/powerpoint/2010/main" val="2974958184"/>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a:extLst>
              <a:ext uri="{FF2B5EF4-FFF2-40B4-BE49-F238E27FC236}">
                <a16:creationId xmlns:a16="http://schemas.microsoft.com/office/drawing/2014/main" id="{7E0BCD3C-092E-4628-AD06-FE62A74ECBD8}"/>
              </a:ext>
            </a:extLst>
          </p:cNvPr>
          <p:cNvSpPr txBox="1"/>
          <p:nvPr/>
        </p:nvSpPr>
        <p:spPr>
          <a:xfrm>
            <a:off x="1294742" y="1094759"/>
            <a:ext cx="2303224" cy="646331"/>
          </a:xfrm>
          <a:prstGeom prst="rect">
            <a:avLst/>
          </a:prstGeom>
          <a:noFill/>
        </p:spPr>
        <p:txBody>
          <a:bodyPr wrap="square" rtlCol="0">
            <a:spAutoFit/>
          </a:bodyPr>
          <a:lstStyle/>
          <a:p>
            <a:pPr marL="285750" indent="-285750">
              <a:buFont typeface="Wingdings" panose="05000000000000000000" pitchFamily="2" charset="2"/>
              <a:buChar char="q"/>
            </a:pPr>
            <a:r>
              <a:rPr lang="zh-CN" altLang="en-US" sz="3600" dirty="0">
                <a:solidFill>
                  <a:srgbClr val="0066FF"/>
                </a:solidFill>
                <a:latin typeface="华文楷体" panose="02010600040101010101" pitchFamily="2" charset="-122"/>
                <a:ea typeface="华文楷体" panose="02010600040101010101" pitchFamily="2" charset="-122"/>
              </a:rPr>
              <a:t>静电场：</a:t>
            </a:r>
            <a:endParaRPr lang="en-US" altLang="zh-CN" sz="3600" dirty="0">
              <a:solidFill>
                <a:srgbClr val="0066FF"/>
              </a:solidFill>
              <a:latin typeface="华文楷体" panose="02010600040101010101" pitchFamily="2" charset="-122"/>
              <a:ea typeface="华文楷体" panose="02010600040101010101" pitchFamily="2" charset="-122"/>
            </a:endParaRPr>
          </a:p>
        </p:txBody>
      </p:sp>
      <p:sp>
        <p:nvSpPr>
          <p:cNvPr id="9" name="文本框 8">
            <a:extLst>
              <a:ext uri="{FF2B5EF4-FFF2-40B4-BE49-F238E27FC236}">
                <a16:creationId xmlns:a16="http://schemas.microsoft.com/office/drawing/2014/main" id="{25B02889-5D8B-49C1-AA47-C77B658DCD32}"/>
              </a:ext>
            </a:extLst>
          </p:cNvPr>
          <p:cNvSpPr txBox="1"/>
          <p:nvPr/>
        </p:nvSpPr>
        <p:spPr>
          <a:xfrm>
            <a:off x="3447172" y="4655389"/>
            <a:ext cx="4007458" cy="646331"/>
          </a:xfrm>
          <a:prstGeom prst="rect">
            <a:avLst/>
          </a:prstGeom>
          <a:noFill/>
        </p:spPr>
        <p:txBody>
          <a:bodyPr wrap="square" rtlCol="0">
            <a:spAutoFit/>
          </a:bodyPr>
          <a:lstStyle/>
          <a:p>
            <a:r>
              <a:rPr lang="zh-CN" altLang="en-US" sz="3600" dirty="0">
                <a:latin typeface="华文楷体" panose="02010600040101010101" pitchFamily="2" charset="-122"/>
                <a:ea typeface="华文楷体" panose="02010600040101010101" pitchFamily="2" charset="-122"/>
              </a:rPr>
              <a:t>电荷在电场中运动？</a:t>
            </a:r>
            <a:endParaRPr lang="en-US" sz="3600" dirty="0">
              <a:latin typeface="华文楷体" panose="02010600040101010101" pitchFamily="2" charset="-122"/>
              <a:ea typeface="华文楷体" panose="02010600040101010101" pitchFamily="2" charset="-122"/>
            </a:endParaRPr>
          </a:p>
        </p:txBody>
      </p:sp>
      <p:sp>
        <p:nvSpPr>
          <p:cNvPr id="10" name="Rectangle 2">
            <a:extLst>
              <a:ext uri="{FF2B5EF4-FFF2-40B4-BE49-F238E27FC236}">
                <a16:creationId xmlns:a16="http://schemas.microsoft.com/office/drawing/2014/main" id="{EEF4F858-1941-4A5C-AC3F-0A19B1F51F4E}"/>
              </a:ext>
            </a:extLst>
          </p:cNvPr>
          <p:cNvSpPr>
            <a:spLocks noChangeArrowheads="1"/>
          </p:cNvSpPr>
          <p:nvPr/>
        </p:nvSpPr>
        <p:spPr bwMode="auto">
          <a:xfrm>
            <a:off x="3863975" y="1700214"/>
            <a:ext cx="4319588" cy="1296987"/>
          </a:xfrm>
          <a:prstGeom prst="rect">
            <a:avLst/>
          </a:prstGeom>
          <a:noFill/>
          <a:ln>
            <a:noFill/>
          </a:ln>
          <a:effectLst/>
          <a:extLst>
            <a:ext uri="{909E8E84-426E-40DD-AFC4-6F175D3DCCD1}">
              <a14:hiddenFill xmlns:a14="http://schemas.microsoft.com/office/drawing/2010/main">
                <a:solidFill>
                  <a:srgbClr val="00FF00"/>
                </a:solidFill>
              </a14:hiddenFill>
            </a:ext>
            <a:ext uri="{91240B29-F687-4F45-9708-019B960494DF}">
              <a14:hiddenLine xmlns:a14="http://schemas.microsoft.com/office/drawing/2010/main" w="25400">
                <a:solidFill>
                  <a:srgbClr val="80008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p>
        </p:txBody>
      </p:sp>
      <p:sp>
        <p:nvSpPr>
          <p:cNvPr id="11" name="Text Box 5">
            <a:extLst>
              <a:ext uri="{FF2B5EF4-FFF2-40B4-BE49-F238E27FC236}">
                <a16:creationId xmlns:a16="http://schemas.microsoft.com/office/drawing/2014/main" id="{A6B57C12-FBD8-437E-95B4-F0FCF7F12E5B}"/>
              </a:ext>
            </a:extLst>
          </p:cNvPr>
          <p:cNvSpPr txBox="1">
            <a:spLocks noChangeArrowheads="1"/>
          </p:cNvSpPr>
          <p:nvPr/>
        </p:nvSpPr>
        <p:spPr bwMode="auto">
          <a:xfrm>
            <a:off x="3119571" y="2468721"/>
            <a:ext cx="1402202" cy="584775"/>
          </a:xfrm>
          <a:prstGeom prst="rect">
            <a:avLst/>
          </a:prstGeom>
          <a:gradFill rotWithShape="0">
            <a:gsLst>
              <a:gs pos="0">
                <a:srgbClr val="EBEBEB"/>
              </a:gs>
              <a:gs pos="50000">
                <a:srgbClr val="FFFFFF"/>
              </a:gs>
              <a:gs pos="100000">
                <a:srgbClr val="EBEBEB"/>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3200" dirty="0">
                <a:latin typeface="华文楷体" panose="02010600040101010101" pitchFamily="2" charset="-122"/>
                <a:ea typeface="华文楷体" panose="02010600040101010101" pitchFamily="2" charset="-122"/>
              </a:rPr>
              <a:t>电 荷</a:t>
            </a:r>
          </a:p>
        </p:txBody>
      </p:sp>
      <p:sp>
        <p:nvSpPr>
          <p:cNvPr id="12" name="Oval 10">
            <a:extLst>
              <a:ext uri="{FF2B5EF4-FFF2-40B4-BE49-F238E27FC236}">
                <a16:creationId xmlns:a16="http://schemas.microsoft.com/office/drawing/2014/main" id="{9C723E2C-39FA-4017-8B8F-1B0252F0C757}"/>
              </a:ext>
            </a:extLst>
          </p:cNvPr>
          <p:cNvSpPr>
            <a:spLocks noChangeArrowheads="1"/>
          </p:cNvSpPr>
          <p:nvPr/>
        </p:nvSpPr>
        <p:spPr bwMode="auto">
          <a:xfrm>
            <a:off x="6207698" y="2316321"/>
            <a:ext cx="1489840" cy="914400"/>
          </a:xfrm>
          <a:prstGeom prst="ellipse">
            <a:avLst/>
          </a:prstGeom>
          <a:gradFill rotWithShape="0">
            <a:gsLst>
              <a:gs pos="0">
                <a:srgbClr val="FFCCFF"/>
              </a:gs>
              <a:gs pos="50000">
                <a:schemeClr val="bg1"/>
              </a:gs>
              <a:gs pos="100000">
                <a:srgbClr val="FFCCFF"/>
              </a:gs>
            </a:gsLst>
            <a:lin ang="5400000" scaled="1"/>
          </a:gradFill>
          <a:ln w="9525">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algn="ctr" eaLnBrk="1" hangingPunct="1">
              <a:defRPr/>
            </a:pPr>
            <a:r>
              <a:rPr lang="zh-CN" altLang="en-US" sz="3200" dirty="0">
                <a:solidFill>
                  <a:srgbClr val="BD240F"/>
                </a:solidFill>
                <a:latin typeface="华文楷体" panose="02010600040101010101" pitchFamily="2" charset="-122"/>
                <a:ea typeface="华文楷体" panose="02010600040101010101" pitchFamily="2" charset="-122"/>
              </a:rPr>
              <a:t>电 场</a:t>
            </a:r>
          </a:p>
        </p:txBody>
      </p:sp>
      <p:sp>
        <p:nvSpPr>
          <p:cNvPr id="13" name="矩形 12">
            <a:extLst>
              <a:ext uri="{FF2B5EF4-FFF2-40B4-BE49-F238E27FC236}">
                <a16:creationId xmlns:a16="http://schemas.microsoft.com/office/drawing/2014/main" id="{6CDD529D-B637-4B13-ACFF-73E772BBE069}"/>
              </a:ext>
            </a:extLst>
          </p:cNvPr>
          <p:cNvSpPr/>
          <p:nvPr/>
        </p:nvSpPr>
        <p:spPr>
          <a:xfrm>
            <a:off x="4537831" y="1816267"/>
            <a:ext cx="1826141" cy="584775"/>
          </a:xfrm>
          <a:prstGeom prst="rect">
            <a:avLst/>
          </a:prstGeom>
        </p:spPr>
        <p:txBody>
          <a:bodyPr wrap="none">
            <a:spAutoFit/>
          </a:bodyPr>
          <a:lstStyle/>
          <a:p>
            <a:r>
              <a:rPr lang="zh-CN" altLang="en-US" sz="3200" dirty="0">
                <a:solidFill>
                  <a:srgbClr val="FF0000"/>
                </a:solidFill>
                <a:latin typeface="华文楷体" panose="02010600040101010101" pitchFamily="2" charset="-122"/>
                <a:ea typeface="华文楷体" panose="02010600040101010101" pitchFamily="2" charset="-122"/>
              </a:rPr>
              <a:t>库伦定律</a:t>
            </a:r>
            <a:endParaRPr lang="en-US" sz="3200" dirty="0"/>
          </a:p>
        </p:txBody>
      </p:sp>
      <p:sp>
        <p:nvSpPr>
          <p:cNvPr id="14" name="矩形 13">
            <a:extLst>
              <a:ext uri="{FF2B5EF4-FFF2-40B4-BE49-F238E27FC236}">
                <a16:creationId xmlns:a16="http://schemas.microsoft.com/office/drawing/2014/main" id="{FC3D90C6-991E-4B86-B4F3-4728617B567D}"/>
              </a:ext>
            </a:extLst>
          </p:cNvPr>
          <p:cNvSpPr/>
          <p:nvPr/>
        </p:nvSpPr>
        <p:spPr>
          <a:xfrm>
            <a:off x="4537832" y="3101283"/>
            <a:ext cx="1826141" cy="584775"/>
          </a:xfrm>
          <a:prstGeom prst="rect">
            <a:avLst/>
          </a:prstGeom>
        </p:spPr>
        <p:txBody>
          <a:bodyPr wrap="none">
            <a:spAutoFit/>
          </a:bodyPr>
          <a:lstStyle/>
          <a:p>
            <a:r>
              <a:rPr lang="zh-CN" altLang="en-US" sz="3200" dirty="0">
                <a:solidFill>
                  <a:srgbClr val="FF0000"/>
                </a:solidFill>
                <a:latin typeface="华文楷体" panose="02010600040101010101" pitchFamily="2" charset="-122"/>
                <a:ea typeface="华文楷体" panose="02010600040101010101" pitchFamily="2" charset="-122"/>
              </a:rPr>
              <a:t>高斯定律</a:t>
            </a:r>
            <a:endParaRPr lang="en-US" sz="3200" dirty="0"/>
          </a:p>
        </p:txBody>
      </p:sp>
      <p:sp>
        <p:nvSpPr>
          <p:cNvPr id="15" name="箭头: 左右 14">
            <a:extLst>
              <a:ext uri="{FF2B5EF4-FFF2-40B4-BE49-F238E27FC236}">
                <a16:creationId xmlns:a16="http://schemas.microsoft.com/office/drawing/2014/main" id="{FFE151E9-61C7-4B5E-9189-0C62EBC22F7D}"/>
              </a:ext>
            </a:extLst>
          </p:cNvPr>
          <p:cNvSpPr/>
          <p:nvPr/>
        </p:nvSpPr>
        <p:spPr>
          <a:xfrm>
            <a:off x="4725662" y="2537616"/>
            <a:ext cx="1402202" cy="446983"/>
          </a:xfrm>
          <a:prstGeom prst="leftRightArrow">
            <a:avLst/>
          </a:prstGeom>
          <a:solidFill>
            <a:srgbClr val="0066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140848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nodePh="1">
                                  <p:stCondLst>
                                    <p:cond delay="0"/>
                                  </p:stCondLst>
                                  <p:endCondLst>
                                    <p:cond evt="begin" delay="0">
                                      <p:tn val="5"/>
                                    </p:cond>
                                  </p:end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animBg="1"/>
      <p:bldP spid="12" grpId="0" animBg="1"/>
      <p:bldP spid="13" grpId="0"/>
      <p:bldP spid="14" grpId="0"/>
      <p:bldP spid="15"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6" name="Text Box 13">
            <a:extLst>
              <a:ext uri="{FF2B5EF4-FFF2-40B4-BE49-F238E27FC236}">
                <a16:creationId xmlns:a16="http://schemas.microsoft.com/office/drawing/2014/main" id="{B1D77FAA-C6EC-4AC5-A3F5-4CC64C94B2C7}"/>
              </a:ext>
            </a:extLst>
          </p:cNvPr>
          <p:cNvSpPr txBox="1">
            <a:spLocks noChangeArrowheads="1"/>
          </p:cNvSpPr>
          <p:nvPr/>
        </p:nvSpPr>
        <p:spPr bwMode="auto">
          <a:xfrm>
            <a:off x="3586847" y="258786"/>
            <a:ext cx="7097129"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type="none" w="sm" len="sm"/>
                <a:tailEnd type="none" w="sm" len="sm"/>
              </a14:hiddenLine>
            </a:ext>
          </a:extLst>
        </p:spPr>
        <p:txBody>
          <a:bodyPr wrap="square">
            <a:spAutoFit/>
          </a:bodyPr>
          <a:lstStyle>
            <a:lvl1pPr defTabSz="762000">
              <a:defRPr kumimoji="1" sz="2400">
                <a:solidFill>
                  <a:srgbClr val="FF3300"/>
                </a:solidFill>
                <a:latin typeface="Times New Roman" panose="02020603050405020304" pitchFamily="18" charset="0"/>
                <a:ea typeface="宋体" panose="02010600030101010101" pitchFamily="2" charset="-122"/>
              </a:defRPr>
            </a:lvl1pPr>
            <a:lvl2pPr marL="742950" indent="-285750" defTabSz="762000">
              <a:defRPr kumimoji="1" sz="2400">
                <a:solidFill>
                  <a:srgbClr val="FF3300"/>
                </a:solidFill>
                <a:latin typeface="Times New Roman" panose="02020603050405020304" pitchFamily="18" charset="0"/>
                <a:ea typeface="宋体" panose="02010600030101010101" pitchFamily="2" charset="-122"/>
              </a:defRPr>
            </a:lvl2pPr>
            <a:lvl3pPr marL="1143000" indent="-228600" defTabSz="762000">
              <a:defRPr kumimoji="1" sz="2400">
                <a:solidFill>
                  <a:srgbClr val="FF3300"/>
                </a:solidFill>
                <a:latin typeface="Times New Roman" panose="02020603050405020304" pitchFamily="18" charset="0"/>
                <a:ea typeface="宋体" panose="02010600030101010101" pitchFamily="2" charset="-122"/>
              </a:defRPr>
            </a:lvl3pPr>
            <a:lvl4pPr marL="1600200" indent="-228600" defTabSz="762000">
              <a:defRPr kumimoji="1" sz="2400">
                <a:solidFill>
                  <a:srgbClr val="FF3300"/>
                </a:solidFill>
                <a:latin typeface="Times New Roman" panose="02020603050405020304" pitchFamily="18" charset="0"/>
                <a:ea typeface="宋体" panose="02010600030101010101" pitchFamily="2" charset="-122"/>
              </a:defRPr>
            </a:lvl4pPr>
            <a:lvl5pPr marL="2057400" indent="-228600" defTabSz="762000">
              <a:defRPr kumimoji="1" sz="2400">
                <a:solidFill>
                  <a:srgbClr val="FF3300"/>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9pPr>
          </a:lstStyle>
          <a:p>
            <a:pPr>
              <a:spcBef>
                <a:spcPct val="50000"/>
              </a:spcBef>
            </a:pPr>
            <a:r>
              <a:rPr lang="zh-CN" altLang="en-US" sz="3600" b="1" dirty="0">
                <a:solidFill>
                  <a:srgbClr val="0066FF"/>
                </a:solidFill>
                <a:latin typeface="Arial" panose="020B0604020202020204" pitchFamily="34" charset="0"/>
                <a:ea typeface="华文楷体" panose="02010600040101010101" pitchFamily="2" charset="-122"/>
                <a:cs typeface="Arial" panose="020B0604020202020204" pitchFamily="34" charset="0"/>
              </a:rPr>
              <a:t>第</a:t>
            </a:r>
            <a:r>
              <a:rPr lang="en-US" altLang="zh-CN" sz="3600" b="1" dirty="0">
                <a:solidFill>
                  <a:srgbClr val="0066FF"/>
                </a:solidFill>
                <a:latin typeface="Arial" panose="020B0604020202020204" pitchFamily="34" charset="0"/>
                <a:ea typeface="华文楷体" panose="02010600040101010101" pitchFamily="2" charset="-122"/>
                <a:cs typeface="Arial" panose="020B0604020202020204" pitchFamily="34" charset="0"/>
              </a:rPr>
              <a:t>13</a:t>
            </a:r>
            <a:r>
              <a:rPr lang="zh-CN" altLang="en-US" sz="3600" b="1" dirty="0">
                <a:solidFill>
                  <a:srgbClr val="0066FF"/>
                </a:solidFill>
                <a:latin typeface="Arial" panose="020B0604020202020204" pitchFamily="34" charset="0"/>
                <a:ea typeface="华文楷体" panose="02010600040101010101" pitchFamily="2" charset="-122"/>
                <a:cs typeface="Arial" panose="020B0604020202020204" pitchFamily="34" charset="0"/>
              </a:rPr>
              <a:t>章     电 势</a:t>
            </a:r>
            <a:endParaRPr lang="zh-CN" altLang="en-US" sz="3200" b="1" dirty="0">
              <a:solidFill>
                <a:srgbClr val="0066FF"/>
              </a:solidFill>
              <a:latin typeface="Arial" panose="020B0604020202020204" pitchFamily="34" charset="0"/>
              <a:ea typeface="华文楷体" panose="02010600040101010101" pitchFamily="2" charset="-122"/>
              <a:cs typeface="Arial" panose="020B0604020202020204" pitchFamily="34" charset="0"/>
            </a:endParaRPr>
          </a:p>
        </p:txBody>
      </p:sp>
      <p:sp>
        <p:nvSpPr>
          <p:cNvPr id="4112" name="Rectangle 16">
            <a:hlinkClick r:id="" action="ppaction://noaction"/>
            <a:extLst>
              <a:ext uri="{FF2B5EF4-FFF2-40B4-BE49-F238E27FC236}">
                <a16:creationId xmlns:a16="http://schemas.microsoft.com/office/drawing/2014/main" id="{E4498F14-2B16-44E2-8121-1F90B80155C0}"/>
              </a:ext>
            </a:extLst>
          </p:cNvPr>
          <p:cNvSpPr>
            <a:spLocks noChangeArrowheads="1"/>
          </p:cNvSpPr>
          <p:nvPr/>
        </p:nvSpPr>
        <p:spPr bwMode="auto">
          <a:xfrm>
            <a:off x="3423374" y="1189490"/>
            <a:ext cx="5234762" cy="6469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defTabSz="762000">
              <a:defRPr kumimoji="1" sz="2400">
                <a:solidFill>
                  <a:srgbClr val="FF3300"/>
                </a:solidFill>
                <a:latin typeface="Times New Roman" panose="02020603050405020304" pitchFamily="18" charset="0"/>
                <a:ea typeface="宋体" panose="02010600030101010101" pitchFamily="2" charset="-122"/>
              </a:defRPr>
            </a:lvl1pPr>
            <a:lvl2pPr marL="742950" indent="-285750" defTabSz="762000">
              <a:defRPr kumimoji="1" sz="2400">
                <a:solidFill>
                  <a:srgbClr val="FF3300"/>
                </a:solidFill>
                <a:latin typeface="Times New Roman" panose="02020603050405020304" pitchFamily="18" charset="0"/>
                <a:ea typeface="宋体" panose="02010600030101010101" pitchFamily="2" charset="-122"/>
              </a:defRPr>
            </a:lvl2pPr>
            <a:lvl3pPr marL="1143000" indent="-228600" defTabSz="762000">
              <a:defRPr kumimoji="1" sz="2400">
                <a:solidFill>
                  <a:srgbClr val="FF3300"/>
                </a:solidFill>
                <a:latin typeface="Times New Roman" panose="02020603050405020304" pitchFamily="18" charset="0"/>
                <a:ea typeface="宋体" panose="02010600030101010101" pitchFamily="2" charset="-122"/>
              </a:defRPr>
            </a:lvl3pPr>
            <a:lvl4pPr marL="1600200" indent="-228600" defTabSz="762000">
              <a:defRPr kumimoji="1" sz="2400">
                <a:solidFill>
                  <a:srgbClr val="FF3300"/>
                </a:solidFill>
                <a:latin typeface="Times New Roman" panose="02020603050405020304" pitchFamily="18" charset="0"/>
                <a:ea typeface="宋体" panose="02010600030101010101" pitchFamily="2" charset="-122"/>
              </a:defRPr>
            </a:lvl4pPr>
            <a:lvl5pPr marL="2057400" indent="-228600" defTabSz="762000">
              <a:defRPr kumimoji="1" sz="2400">
                <a:solidFill>
                  <a:srgbClr val="FF3300"/>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9pPr>
          </a:lstStyle>
          <a:p>
            <a:pPr>
              <a:spcBef>
                <a:spcPct val="50000"/>
              </a:spcBef>
            </a:pPr>
            <a:r>
              <a:rPr lang="en-US" altLang="zh-CN" sz="3600" dirty="0">
                <a:solidFill>
                  <a:srgbClr val="0066FF"/>
                </a:solidFill>
                <a:latin typeface="Arial" panose="020B0604020202020204" pitchFamily="34" charset="0"/>
                <a:ea typeface="华文楷体" panose="02010600040101010101" pitchFamily="2" charset="-122"/>
                <a:cs typeface="Arial" panose="020B0604020202020204" pitchFamily="34" charset="0"/>
              </a:rPr>
              <a:t>13.1  </a:t>
            </a:r>
            <a:r>
              <a:rPr lang="zh-CN" altLang="en-US" sz="3600" dirty="0">
                <a:solidFill>
                  <a:srgbClr val="0066FF"/>
                </a:solidFill>
                <a:latin typeface="Arial" panose="020B0604020202020204" pitchFamily="34" charset="0"/>
                <a:ea typeface="华文楷体" panose="02010600040101010101" pitchFamily="2" charset="-122"/>
                <a:cs typeface="Arial" panose="020B0604020202020204" pitchFamily="34" charset="0"/>
              </a:rPr>
              <a:t>静电场的保守性</a:t>
            </a:r>
          </a:p>
        </p:txBody>
      </p:sp>
      <p:sp>
        <p:nvSpPr>
          <p:cNvPr id="4114" name="Text Box 18">
            <a:hlinkClick r:id="" action="ppaction://noaction"/>
            <a:extLst>
              <a:ext uri="{FF2B5EF4-FFF2-40B4-BE49-F238E27FC236}">
                <a16:creationId xmlns:a16="http://schemas.microsoft.com/office/drawing/2014/main" id="{6FD6935D-21DB-4E0A-A113-0012E404D3AE}"/>
              </a:ext>
            </a:extLst>
          </p:cNvPr>
          <p:cNvSpPr txBox="1">
            <a:spLocks noChangeArrowheads="1"/>
          </p:cNvSpPr>
          <p:nvPr/>
        </p:nvSpPr>
        <p:spPr bwMode="auto">
          <a:xfrm>
            <a:off x="3423374" y="3108452"/>
            <a:ext cx="5436099"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type="none" w="sm" len="sm"/>
                <a:tailEnd type="none" w="sm" len="sm"/>
              </a14:hiddenLine>
            </a:ext>
          </a:extLst>
        </p:spPr>
        <p:txBody>
          <a:bodyPr wrap="square">
            <a:spAutoFit/>
          </a:bodyPr>
          <a:lstStyle>
            <a:lvl1pPr defTabSz="762000">
              <a:defRPr kumimoji="1" sz="2400">
                <a:solidFill>
                  <a:srgbClr val="FF3300"/>
                </a:solidFill>
                <a:latin typeface="Times New Roman" panose="02020603050405020304" pitchFamily="18" charset="0"/>
                <a:ea typeface="宋体" panose="02010600030101010101" pitchFamily="2" charset="-122"/>
              </a:defRPr>
            </a:lvl1pPr>
            <a:lvl2pPr marL="742950" indent="-285750" defTabSz="762000">
              <a:defRPr kumimoji="1" sz="2400">
                <a:solidFill>
                  <a:srgbClr val="FF3300"/>
                </a:solidFill>
                <a:latin typeface="Times New Roman" panose="02020603050405020304" pitchFamily="18" charset="0"/>
                <a:ea typeface="宋体" panose="02010600030101010101" pitchFamily="2" charset="-122"/>
              </a:defRPr>
            </a:lvl2pPr>
            <a:lvl3pPr marL="1143000" indent="-228600" defTabSz="762000">
              <a:defRPr kumimoji="1" sz="2400">
                <a:solidFill>
                  <a:srgbClr val="FF3300"/>
                </a:solidFill>
                <a:latin typeface="Times New Roman" panose="02020603050405020304" pitchFamily="18" charset="0"/>
                <a:ea typeface="宋体" panose="02010600030101010101" pitchFamily="2" charset="-122"/>
              </a:defRPr>
            </a:lvl3pPr>
            <a:lvl4pPr marL="1600200" indent="-228600" defTabSz="762000">
              <a:defRPr kumimoji="1" sz="2400">
                <a:solidFill>
                  <a:srgbClr val="FF3300"/>
                </a:solidFill>
                <a:latin typeface="Times New Roman" panose="02020603050405020304" pitchFamily="18" charset="0"/>
                <a:ea typeface="宋体" panose="02010600030101010101" pitchFamily="2" charset="-122"/>
              </a:defRPr>
            </a:lvl4pPr>
            <a:lvl5pPr marL="2057400" indent="-228600" defTabSz="762000">
              <a:defRPr kumimoji="1" sz="2400">
                <a:solidFill>
                  <a:srgbClr val="FF3300"/>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9pPr>
          </a:lstStyle>
          <a:p>
            <a:pPr>
              <a:spcBef>
                <a:spcPct val="50000"/>
              </a:spcBef>
            </a:pPr>
            <a:r>
              <a:rPr lang="en-US" altLang="zh-CN" sz="3600" dirty="0">
                <a:solidFill>
                  <a:srgbClr val="0066FF"/>
                </a:solidFill>
                <a:latin typeface="Arial" panose="020B0604020202020204" pitchFamily="34" charset="0"/>
                <a:ea typeface="华文楷体" panose="02010600040101010101" pitchFamily="2" charset="-122"/>
                <a:cs typeface="Arial" panose="020B0604020202020204" pitchFamily="34" charset="0"/>
              </a:rPr>
              <a:t>13.4  </a:t>
            </a:r>
            <a:r>
              <a:rPr lang="zh-CN" altLang="en-US" sz="3600" dirty="0">
                <a:solidFill>
                  <a:srgbClr val="0066FF"/>
                </a:solidFill>
                <a:latin typeface="Arial" panose="020B0604020202020204" pitchFamily="34" charset="0"/>
                <a:ea typeface="华文楷体" panose="02010600040101010101" pitchFamily="2" charset="-122"/>
                <a:cs typeface="Arial" panose="020B0604020202020204" pitchFamily="34" charset="0"/>
              </a:rPr>
              <a:t>电势梯度</a:t>
            </a:r>
          </a:p>
        </p:txBody>
      </p:sp>
      <p:sp>
        <p:nvSpPr>
          <p:cNvPr id="9" name="Rectangle 16">
            <a:hlinkClick r:id="" action="ppaction://noaction"/>
            <a:extLst>
              <a:ext uri="{FF2B5EF4-FFF2-40B4-BE49-F238E27FC236}">
                <a16:creationId xmlns:a16="http://schemas.microsoft.com/office/drawing/2014/main" id="{33F5298E-54F0-4E10-A769-B55A508ED7D8}"/>
              </a:ext>
            </a:extLst>
          </p:cNvPr>
          <p:cNvSpPr>
            <a:spLocks noChangeArrowheads="1"/>
          </p:cNvSpPr>
          <p:nvPr/>
        </p:nvSpPr>
        <p:spPr bwMode="auto">
          <a:xfrm>
            <a:off x="3423374" y="2456885"/>
            <a:ext cx="4091756" cy="6469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defTabSz="762000">
              <a:defRPr kumimoji="1" sz="2400">
                <a:solidFill>
                  <a:srgbClr val="FF3300"/>
                </a:solidFill>
                <a:latin typeface="Times New Roman" panose="02020603050405020304" pitchFamily="18" charset="0"/>
                <a:ea typeface="宋体" panose="02010600030101010101" pitchFamily="2" charset="-122"/>
              </a:defRPr>
            </a:lvl1pPr>
            <a:lvl2pPr marL="742950" indent="-285750" defTabSz="762000">
              <a:defRPr kumimoji="1" sz="2400">
                <a:solidFill>
                  <a:srgbClr val="FF3300"/>
                </a:solidFill>
                <a:latin typeface="Times New Roman" panose="02020603050405020304" pitchFamily="18" charset="0"/>
                <a:ea typeface="宋体" panose="02010600030101010101" pitchFamily="2" charset="-122"/>
              </a:defRPr>
            </a:lvl2pPr>
            <a:lvl3pPr marL="1143000" indent="-228600" defTabSz="762000">
              <a:defRPr kumimoji="1" sz="2400">
                <a:solidFill>
                  <a:srgbClr val="FF3300"/>
                </a:solidFill>
                <a:latin typeface="Times New Roman" panose="02020603050405020304" pitchFamily="18" charset="0"/>
                <a:ea typeface="宋体" panose="02010600030101010101" pitchFamily="2" charset="-122"/>
              </a:defRPr>
            </a:lvl3pPr>
            <a:lvl4pPr marL="1600200" indent="-228600" defTabSz="762000">
              <a:defRPr kumimoji="1" sz="2400">
                <a:solidFill>
                  <a:srgbClr val="FF3300"/>
                </a:solidFill>
                <a:latin typeface="Times New Roman" panose="02020603050405020304" pitchFamily="18" charset="0"/>
                <a:ea typeface="宋体" panose="02010600030101010101" pitchFamily="2" charset="-122"/>
              </a:defRPr>
            </a:lvl4pPr>
            <a:lvl5pPr marL="2057400" indent="-228600" defTabSz="762000">
              <a:defRPr kumimoji="1" sz="2400">
                <a:solidFill>
                  <a:srgbClr val="FF3300"/>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9pPr>
          </a:lstStyle>
          <a:p>
            <a:pPr>
              <a:spcBef>
                <a:spcPct val="50000"/>
              </a:spcBef>
            </a:pPr>
            <a:r>
              <a:rPr lang="en-US" altLang="zh-CN" sz="3600" dirty="0">
                <a:solidFill>
                  <a:srgbClr val="0066FF"/>
                </a:solidFill>
                <a:latin typeface="Arial" panose="020B0604020202020204" pitchFamily="34" charset="0"/>
                <a:ea typeface="华文楷体" panose="02010600040101010101" pitchFamily="2" charset="-122"/>
                <a:cs typeface="Arial" panose="020B0604020202020204" pitchFamily="34" charset="0"/>
              </a:rPr>
              <a:t>13.3  </a:t>
            </a:r>
            <a:r>
              <a:rPr lang="zh-CN" altLang="en-US" sz="3600" dirty="0">
                <a:solidFill>
                  <a:srgbClr val="0066FF"/>
                </a:solidFill>
                <a:latin typeface="Arial" panose="020B0604020202020204" pitchFamily="34" charset="0"/>
                <a:ea typeface="华文楷体" panose="02010600040101010101" pitchFamily="2" charset="-122"/>
                <a:cs typeface="Arial" panose="020B0604020202020204" pitchFamily="34" charset="0"/>
              </a:rPr>
              <a:t>电势叠加原理</a:t>
            </a:r>
          </a:p>
        </p:txBody>
      </p:sp>
      <p:sp>
        <p:nvSpPr>
          <p:cNvPr id="11" name="矩形 10">
            <a:extLst>
              <a:ext uri="{FF2B5EF4-FFF2-40B4-BE49-F238E27FC236}">
                <a16:creationId xmlns:a16="http://schemas.microsoft.com/office/drawing/2014/main" id="{BBDB04A1-0ED6-47DB-AB21-B6B2EFE1D30C}"/>
              </a:ext>
            </a:extLst>
          </p:cNvPr>
          <p:cNvSpPr/>
          <p:nvPr/>
        </p:nvSpPr>
        <p:spPr>
          <a:xfrm>
            <a:off x="58049" y="974966"/>
            <a:ext cx="12075902" cy="60442"/>
          </a:xfrm>
          <a:prstGeom prst="rect">
            <a:avLst/>
          </a:prstGeom>
          <a:gradFill flip="none" rotWithShape="1">
            <a:gsLst>
              <a:gs pos="0">
                <a:schemeClr val="bg1">
                  <a:lumMod val="65000"/>
                </a:schemeClr>
              </a:gs>
              <a:gs pos="0">
                <a:srgbClr val="98D109"/>
              </a:gs>
              <a:gs pos="52000">
                <a:srgbClr val="498D3B"/>
              </a:gs>
              <a:gs pos="97000">
                <a:srgbClr val="005825"/>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189">
              <a:defRPr/>
            </a:pPr>
            <a:endParaRPr lang="zh-CN" altLang="en-US">
              <a:solidFill>
                <a:prstClr val="white"/>
              </a:solidFill>
              <a:latin typeface="Arial" panose="020B0604020202020204" pitchFamily="34" charset="0"/>
              <a:ea typeface="华文楷体" panose="02010600040101010101" pitchFamily="2" charset="-122"/>
              <a:cs typeface="Arial" panose="020B0604020202020204" pitchFamily="34" charset="0"/>
            </a:endParaRPr>
          </a:p>
        </p:txBody>
      </p:sp>
      <p:sp>
        <p:nvSpPr>
          <p:cNvPr id="10" name="Rectangle 16">
            <a:hlinkClick r:id="" action="ppaction://noaction"/>
            <a:extLst>
              <a:ext uri="{FF2B5EF4-FFF2-40B4-BE49-F238E27FC236}">
                <a16:creationId xmlns:a16="http://schemas.microsoft.com/office/drawing/2014/main" id="{0773EC54-8856-4D93-9604-D2AEEEA9279A}"/>
              </a:ext>
            </a:extLst>
          </p:cNvPr>
          <p:cNvSpPr>
            <a:spLocks noChangeArrowheads="1"/>
          </p:cNvSpPr>
          <p:nvPr/>
        </p:nvSpPr>
        <p:spPr bwMode="auto">
          <a:xfrm>
            <a:off x="3423374" y="1835648"/>
            <a:ext cx="5234762" cy="6469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defTabSz="762000">
              <a:defRPr kumimoji="1" sz="2400">
                <a:solidFill>
                  <a:srgbClr val="FF3300"/>
                </a:solidFill>
                <a:latin typeface="Times New Roman" panose="02020603050405020304" pitchFamily="18" charset="0"/>
                <a:ea typeface="宋体" panose="02010600030101010101" pitchFamily="2" charset="-122"/>
              </a:defRPr>
            </a:lvl1pPr>
            <a:lvl2pPr marL="742950" indent="-285750" defTabSz="762000">
              <a:defRPr kumimoji="1" sz="2400">
                <a:solidFill>
                  <a:srgbClr val="FF3300"/>
                </a:solidFill>
                <a:latin typeface="Times New Roman" panose="02020603050405020304" pitchFamily="18" charset="0"/>
                <a:ea typeface="宋体" panose="02010600030101010101" pitchFamily="2" charset="-122"/>
              </a:defRPr>
            </a:lvl2pPr>
            <a:lvl3pPr marL="1143000" indent="-228600" defTabSz="762000">
              <a:defRPr kumimoji="1" sz="2400">
                <a:solidFill>
                  <a:srgbClr val="FF3300"/>
                </a:solidFill>
                <a:latin typeface="Times New Roman" panose="02020603050405020304" pitchFamily="18" charset="0"/>
                <a:ea typeface="宋体" panose="02010600030101010101" pitchFamily="2" charset="-122"/>
              </a:defRPr>
            </a:lvl3pPr>
            <a:lvl4pPr marL="1600200" indent="-228600" defTabSz="762000">
              <a:defRPr kumimoji="1" sz="2400">
                <a:solidFill>
                  <a:srgbClr val="FF3300"/>
                </a:solidFill>
                <a:latin typeface="Times New Roman" panose="02020603050405020304" pitchFamily="18" charset="0"/>
                <a:ea typeface="宋体" panose="02010600030101010101" pitchFamily="2" charset="-122"/>
              </a:defRPr>
            </a:lvl4pPr>
            <a:lvl5pPr marL="2057400" indent="-228600" defTabSz="762000">
              <a:defRPr kumimoji="1" sz="2400">
                <a:solidFill>
                  <a:srgbClr val="FF3300"/>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9pPr>
          </a:lstStyle>
          <a:p>
            <a:pPr>
              <a:spcBef>
                <a:spcPct val="50000"/>
              </a:spcBef>
            </a:pPr>
            <a:r>
              <a:rPr lang="en-US" altLang="zh-CN" sz="3600" dirty="0">
                <a:solidFill>
                  <a:srgbClr val="0066FF"/>
                </a:solidFill>
                <a:latin typeface="Arial" panose="020B0604020202020204" pitchFamily="34" charset="0"/>
                <a:ea typeface="华文楷体" panose="02010600040101010101" pitchFamily="2" charset="-122"/>
                <a:cs typeface="Arial" panose="020B0604020202020204" pitchFamily="34" charset="0"/>
              </a:rPr>
              <a:t>13.2  </a:t>
            </a:r>
            <a:r>
              <a:rPr lang="zh-CN" altLang="en-US" sz="3600" dirty="0">
                <a:solidFill>
                  <a:srgbClr val="0066FF"/>
                </a:solidFill>
                <a:latin typeface="Arial" panose="020B0604020202020204" pitchFamily="34" charset="0"/>
                <a:ea typeface="华文楷体" panose="02010600040101010101" pitchFamily="2" charset="-122"/>
                <a:cs typeface="Arial" panose="020B0604020202020204" pitchFamily="34" charset="0"/>
              </a:rPr>
              <a:t>电势差和电势</a:t>
            </a:r>
          </a:p>
        </p:txBody>
      </p:sp>
      <p:sp>
        <p:nvSpPr>
          <p:cNvPr id="12" name="Text Box 18">
            <a:hlinkClick r:id="" action="ppaction://noaction"/>
            <a:extLst>
              <a:ext uri="{FF2B5EF4-FFF2-40B4-BE49-F238E27FC236}">
                <a16:creationId xmlns:a16="http://schemas.microsoft.com/office/drawing/2014/main" id="{60715EC9-B2FF-4DB7-A03E-EDCD0CA39C29}"/>
              </a:ext>
            </a:extLst>
          </p:cNvPr>
          <p:cNvSpPr txBox="1">
            <a:spLocks noChangeArrowheads="1"/>
          </p:cNvSpPr>
          <p:nvPr/>
        </p:nvSpPr>
        <p:spPr bwMode="auto">
          <a:xfrm>
            <a:off x="3423374" y="3793788"/>
            <a:ext cx="7534186"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type="none" w="sm" len="sm"/>
                <a:tailEnd type="none" w="sm" len="sm"/>
              </a14:hiddenLine>
            </a:ext>
          </a:extLst>
        </p:spPr>
        <p:txBody>
          <a:bodyPr wrap="square">
            <a:spAutoFit/>
          </a:bodyPr>
          <a:lstStyle>
            <a:lvl1pPr defTabSz="762000">
              <a:defRPr kumimoji="1" sz="2400">
                <a:solidFill>
                  <a:srgbClr val="FF3300"/>
                </a:solidFill>
                <a:latin typeface="Times New Roman" panose="02020603050405020304" pitchFamily="18" charset="0"/>
                <a:ea typeface="宋体" panose="02010600030101010101" pitchFamily="2" charset="-122"/>
              </a:defRPr>
            </a:lvl1pPr>
            <a:lvl2pPr marL="742950" indent="-285750" defTabSz="762000">
              <a:defRPr kumimoji="1" sz="2400">
                <a:solidFill>
                  <a:srgbClr val="FF3300"/>
                </a:solidFill>
                <a:latin typeface="Times New Roman" panose="02020603050405020304" pitchFamily="18" charset="0"/>
                <a:ea typeface="宋体" panose="02010600030101010101" pitchFamily="2" charset="-122"/>
              </a:defRPr>
            </a:lvl2pPr>
            <a:lvl3pPr marL="1143000" indent="-228600" defTabSz="762000">
              <a:defRPr kumimoji="1" sz="2400">
                <a:solidFill>
                  <a:srgbClr val="FF3300"/>
                </a:solidFill>
                <a:latin typeface="Times New Roman" panose="02020603050405020304" pitchFamily="18" charset="0"/>
                <a:ea typeface="宋体" panose="02010600030101010101" pitchFamily="2" charset="-122"/>
              </a:defRPr>
            </a:lvl3pPr>
            <a:lvl4pPr marL="1600200" indent="-228600" defTabSz="762000">
              <a:defRPr kumimoji="1" sz="2400">
                <a:solidFill>
                  <a:srgbClr val="FF3300"/>
                </a:solidFill>
                <a:latin typeface="Times New Roman" panose="02020603050405020304" pitchFamily="18" charset="0"/>
                <a:ea typeface="宋体" panose="02010600030101010101" pitchFamily="2" charset="-122"/>
              </a:defRPr>
            </a:lvl4pPr>
            <a:lvl5pPr marL="2057400" indent="-228600" defTabSz="762000">
              <a:defRPr kumimoji="1" sz="2400">
                <a:solidFill>
                  <a:srgbClr val="FF3300"/>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9pPr>
          </a:lstStyle>
          <a:p>
            <a:pPr>
              <a:spcBef>
                <a:spcPct val="50000"/>
              </a:spcBef>
            </a:pPr>
            <a:r>
              <a:rPr lang="en-US" altLang="zh-CN" sz="3600" dirty="0">
                <a:solidFill>
                  <a:schemeClr val="tx1"/>
                </a:solidFill>
                <a:latin typeface="Arial" panose="020B0604020202020204" pitchFamily="34" charset="0"/>
                <a:ea typeface="华文楷体" panose="02010600040101010101" pitchFamily="2" charset="-122"/>
                <a:cs typeface="Arial" panose="020B0604020202020204" pitchFamily="34" charset="0"/>
              </a:rPr>
              <a:t>13.5  </a:t>
            </a:r>
            <a:r>
              <a:rPr lang="zh-CN" altLang="en-US" sz="3600" dirty="0">
                <a:solidFill>
                  <a:schemeClr val="tx1"/>
                </a:solidFill>
                <a:latin typeface="Arial" panose="020B0604020202020204" pitchFamily="34" charset="0"/>
                <a:ea typeface="华文楷体" panose="02010600040101010101" pitchFamily="2" charset="-122"/>
                <a:cs typeface="Arial" panose="020B0604020202020204" pitchFamily="34" charset="0"/>
              </a:rPr>
              <a:t>电荷在外电场中的静电势能</a:t>
            </a:r>
          </a:p>
        </p:txBody>
      </p:sp>
      <p:sp>
        <p:nvSpPr>
          <p:cNvPr id="13" name="Text Box 18">
            <a:hlinkClick r:id="" action="ppaction://noaction"/>
            <a:extLst>
              <a:ext uri="{FF2B5EF4-FFF2-40B4-BE49-F238E27FC236}">
                <a16:creationId xmlns:a16="http://schemas.microsoft.com/office/drawing/2014/main" id="{DF96F7F3-5669-4914-AF2C-9A63C1C2BE4C}"/>
              </a:ext>
            </a:extLst>
          </p:cNvPr>
          <p:cNvSpPr txBox="1">
            <a:spLocks noChangeArrowheads="1"/>
          </p:cNvSpPr>
          <p:nvPr/>
        </p:nvSpPr>
        <p:spPr bwMode="auto">
          <a:xfrm>
            <a:off x="3423374" y="4496160"/>
            <a:ext cx="5436099"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type="none" w="sm" len="sm"/>
                <a:tailEnd type="none" w="sm" len="sm"/>
              </a14:hiddenLine>
            </a:ext>
          </a:extLst>
        </p:spPr>
        <p:txBody>
          <a:bodyPr wrap="square">
            <a:spAutoFit/>
          </a:bodyPr>
          <a:lstStyle>
            <a:lvl1pPr defTabSz="762000">
              <a:defRPr kumimoji="1" sz="2400">
                <a:solidFill>
                  <a:srgbClr val="FF3300"/>
                </a:solidFill>
                <a:latin typeface="Times New Roman" panose="02020603050405020304" pitchFamily="18" charset="0"/>
                <a:ea typeface="宋体" panose="02010600030101010101" pitchFamily="2" charset="-122"/>
              </a:defRPr>
            </a:lvl1pPr>
            <a:lvl2pPr marL="742950" indent="-285750" defTabSz="762000">
              <a:defRPr kumimoji="1" sz="2400">
                <a:solidFill>
                  <a:srgbClr val="FF3300"/>
                </a:solidFill>
                <a:latin typeface="Times New Roman" panose="02020603050405020304" pitchFamily="18" charset="0"/>
                <a:ea typeface="宋体" panose="02010600030101010101" pitchFamily="2" charset="-122"/>
              </a:defRPr>
            </a:lvl2pPr>
            <a:lvl3pPr marL="1143000" indent="-228600" defTabSz="762000">
              <a:defRPr kumimoji="1" sz="2400">
                <a:solidFill>
                  <a:srgbClr val="FF3300"/>
                </a:solidFill>
                <a:latin typeface="Times New Roman" panose="02020603050405020304" pitchFamily="18" charset="0"/>
                <a:ea typeface="宋体" panose="02010600030101010101" pitchFamily="2" charset="-122"/>
              </a:defRPr>
            </a:lvl3pPr>
            <a:lvl4pPr marL="1600200" indent="-228600" defTabSz="762000">
              <a:defRPr kumimoji="1" sz="2400">
                <a:solidFill>
                  <a:srgbClr val="FF3300"/>
                </a:solidFill>
                <a:latin typeface="Times New Roman" panose="02020603050405020304" pitchFamily="18" charset="0"/>
                <a:ea typeface="宋体" panose="02010600030101010101" pitchFamily="2" charset="-122"/>
              </a:defRPr>
            </a:lvl4pPr>
            <a:lvl5pPr marL="2057400" indent="-228600" defTabSz="762000">
              <a:defRPr kumimoji="1" sz="2400">
                <a:solidFill>
                  <a:srgbClr val="FF3300"/>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9pPr>
          </a:lstStyle>
          <a:p>
            <a:pPr>
              <a:spcBef>
                <a:spcPct val="50000"/>
              </a:spcBef>
            </a:pPr>
            <a:r>
              <a:rPr lang="en-US" altLang="zh-CN" sz="3600" dirty="0">
                <a:solidFill>
                  <a:schemeClr val="tx1"/>
                </a:solidFill>
                <a:latin typeface="Arial" panose="020B0604020202020204" pitchFamily="34" charset="0"/>
                <a:ea typeface="华文楷体" panose="02010600040101010101" pitchFamily="2" charset="-122"/>
                <a:cs typeface="Arial" panose="020B0604020202020204" pitchFamily="34" charset="0"/>
              </a:rPr>
              <a:t>13.6*  </a:t>
            </a:r>
            <a:r>
              <a:rPr lang="zh-CN" altLang="en-US" sz="3600" dirty="0">
                <a:solidFill>
                  <a:schemeClr val="tx1"/>
                </a:solidFill>
                <a:latin typeface="Arial" panose="020B0604020202020204" pitchFamily="34" charset="0"/>
                <a:ea typeface="华文楷体" panose="02010600040101010101" pitchFamily="2" charset="-122"/>
                <a:cs typeface="Arial" panose="020B0604020202020204" pitchFamily="34" charset="0"/>
              </a:rPr>
              <a:t>电荷系的静电能</a:t>
            </a:r>
          </a:p>
        </p:txBody>
      </p:sp>
      <p:sp>
        <p:nvSpPr>
          <p:cNvPr id="14" name="Text Box 18">
            <a:hlinkClick r:id="" action="ppaction://noaction"/>
            <a:extLst>
              <a:ext uri="{FF2B5EF4-FFF2-40B4-BE49-F238E27FC236}">
                <a16:creationId xmlns:a16="http://schemas.microsoft.com/office/drawing/2014/main" id="{6CF9DDFA-7258-4BD6-8F87-CF3E65A2B8F0}"/>
              </a:ext>
            </a:extLst>
          </p:cNvPr>
          <p:cNvSpPr txBox="1">
            <a:spLocks noChangeArrowheads="1"/>
          </p:cNvSpPr>
          <p:nvPr/>
        </p:nvSpPr>
        <p:spPr bwMode="auto">
          <a:xfrm>
            <a:off x="3423374" y="5181496"/>
            <a:ext cx="7534186"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type="none" w="sm" len="sm"/>
                <a:tailEnd type="none" w="sm" len="sm"/>
              </a14:hiddenLine>
            </a:ext>
          </a:extLst>
        </p:spPr>
        <p:txBody>
          <a:bodyPr wrap="square">
            <a:spAutoFit/>
          </a:bodyPr>
          <a:lstStyle>
            <a:lvl1pPr defTabSz="762000">
              <a:defRPr kumimoji="1" sz="2400">
                <a:solidFill>
                  <a:srgbClr val="FF3300"/>
                </a:solidFill>
                <a:latin typeface="Times New Roman" panose="02020603050405020304" pitchFamily="18" charset="0"/>
                <a:ea typeface="宋体" panose="02010600030101010101" pitchFamily="2" charset="-122"/>
              </a:defRPr>
            </a:lvl1pPr>
            <a:lvl2pPr marL="742950" indent="-285750" defTabSz="762000">
              <a:defRPr kumimoji="1" sz="2400">
                <a:solidFill>
                  <a:srgbClr val="FF3300"/>
                </a:solidFill>
                <a:latin typeface="Times New Roman" panose="02020603050405020304" pitchFamily="18" charset="0"/>
                <a:ea typeface="宋体" panose="02010600030101010101" pitchFamily="2" charset="-122"/>
              </a:defRPr>
            </a:lvl2pPr>
            <a:lvl3pPr marL="1143000" indent="-228600" defTabSz="762000">
              <a:defRPr kumimoji="1" sz="2400">
                <a:solidFill>
                  <a:srgbClr val="FF3300"/>
                </a:solidFill>
                <a:latin typeface="Times New Roman" panose="02020603050405020304" pitchFamily="18" charset="0"/>
                <a:ea typeface="宋体" panose="02010600030101010101" pitchFamily="2" charset="-122"/>
              </a:defRPr>
            </a:lvl3pPr>
            <a:lvl4pPr marL="1600200" indent="-228600" defTabSz="762000">
              <a:defRPr kumimoji="1" sz="2400">
                <a:solidFill>
                  <a:srgbClr val="FF3300"/>
                </a:solidFill>
                <a:latin typeface="Times New Roman" panose="02020603050405020304" pitchFamily="18" charset="0"/>
                <a:ea typeface="宋体" panose="02010600030101010101" pitchFamily="2" charset="-122"/>
              </a:defRPr>
            </a:lvl4pPr>
            <a:lvl5pPr marL="2057400" indent="-228600" defTabSz="762000">
              <a:defRPr kumimoji="1" sz="2400">
                <a:solidFill>
                  <a:srgbClr val="FF3300"/>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9pPr>
          </a:lstStyle>
          <a:p>
            <a:pPr>
              <a:spcBef>
                <a:spcPct val="50000"/>
              </a:spcBef>
            </a:pPr>
            <a:r>
              <a:rPr lang="en-US" altLang="zh-CN" sz="3600" dirty="0">
                <a:solidFill>
                  <a:schemeClr val="tx1"/>
                </a:solidFill>
                <a:latin typeface="Arial" panose="020B0604020202020204" pitchFamily="34" charset="0"/>
                <a:ea typeface="华文楷体" panose="02010600040101010101" pitchFamily="2" charset="-122"/>
                <a:cs typeface="Arial" panose="020B0604020202020204" pitchFamily="34" charset="0"/>
              </a:rPr>
              <a:t>13.7  </a:t>
            </a:r>
            <a:r>
              <a:rPr lang="zh-CN" altLang="en-US" sz="3600" dirty="0">
                <a:solidFill>
                  <a:schemeClr val="tx1"/>
                </a:solidFill>
                <a:latin typeface="Arial" panose="020B0604020202020204" pitchFamily="34" charset="0"/>
                <a:ea typeface="华文楷体" panose="02010600040101010101" pitchFamily="2" charset="-122"/>
                <a:cs typeface="Arial" panose="020B0604020202020204" pitchFamily="34" charset="0"/>
              </a:rPr>
              <a:t>静电场的能量</a:t>
            </a:r>
          </a:p>
        </p:txBody>
      </p:sp>
    </p:spTree>
    <p:extLst>
      <p:ext uri="{BB962C8B-B14F-4D97-AF65-F5344CB8AC3E}">
        <p14:creationId xmlns:p14="http://schemas.microsoft.com/office/powerpoint/2010/main" val="779091941"/>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Object 32">
                <a:extLst>
                  <a:ext uri="{FF2B5EF4-FFF2-40B4-BE49-F238E27FC236}">
                    <a16:creationId xmlns:a16="http://schemas.microsoft.com/office/drawing/2014/main" id="{F2197052-B89A-4650-B5DB-A50845B72C6D}"/>
                  </a:ext>
                </a:extLst>
              </p:cNvPr>
              <p:cNvSpPr txBox="1"/>
              <p:nvPr/>
            </p:nvSpPr>
            <p:spPr bwMode="auto">
              <a:xfrm>
                <a:off x="1128146" y="1575671"/>
                <a:ext cx="2992437" cy="601662"/>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zh-CN" altLang="en-US" sz="2800" i="1">
                          <a:solidFill>
                            <a:srgbClr val="000000"/>
                          </a:solidFill>
                          <a:latin typeface="Cambria Math" panose="02040503050406030204" pitchFamily="18" charset="0"/>
                        </a:rPr>
                        <m:t>𝑑𝐴</m:t>
                      </m:r>
                      <m:r>
                        <a:rPr lang="zh-CN" altLang="en-US" sz="2800"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𝑞</m:t>
                          </m:r>
                        </m:e>
                        <m:sub>
                          <m:r>
                            <a:rPr lang="zh-CN" altLang="en-US" sz="2800" i="1">
                              <a:solidFill>
                                <a:srgbClr val="000000"/>
                              </a:solidFill>
                              <a:latin typeface="Cambria Math" panose="02040503050406030204" pitchFamily="18" charset="0"/>
                            </a:rPr>
                            <m:t>𝑜</m:t>
                          </m:r>
                        </m:sub>
                      </m:sSub>
                      <m:acc>
                        <m:accPr>
                          <m:chr m:val="⃑"/>
                          <m:ctrlPr>
                            <a:rPr lang="zh-CN" altLang="en-US" sz="2800" i="1">
                              <a:solidFill>
                                <a:srgbClr val="000000"/>
                              </a:solidFill>
                              <a:latin typeface="Cambria Math" panose="02040503050406030204" pitchFamily="18" charset="0"/>
                            </a:rPr>
                          </m:ctrlPr>
                        </m:accPr>
                        <m:e>
                          <m:r>
                            <a:rPr lang="zh-CN" altLang="en-US" sz="2800" i="1">
                              <a:solidFill>
                                <a:srgbClr val="000000"/>
                              </a:solidFill>
                              <a:latin typeface="Cambria Math" panose="02040503050406030204" pitchFamily="18" charset="0"/>
                            </a:rPr>
                            <m:t>𝐸</m:t>
                          </m:r>
                        </m:e>
                      </m:acc>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𝑑</m:t>
                      </m:r>
                      <m:acc>
                        <m:accPr>
                          <m:chr m:val="⃑"/>
                          <m:ctrlPr>
                            <a:rPr lang="zh-CN" altLang="en-US" sz="2800" i="1">
                              <a:solidFill>
                                <a:srgbClr val="000000"/>
                              </a:solidFill>
                              <a:latin typeface="Cambria Math" panose="02040503050406030204" pitchFamily="18" charset="0"/>
                            </a:rPr>
                          </m:ctrlPr>
                        </m:accPr>
                        <m:e>
                          <m:r>
                            <a:rPr lang="zh-CN" altLang="en-US" sz="2800" i="1">
                              <a:solidFill>
                                <a:srgbClr val="000000"/>
                              </a:solidFill>
                              <a:latin typeface="Cambria Math" panose="02040503050406030204" pitchFamily="18" charset="0"/>
                            </a:rPr>
                            <m:t>𝑙</m:t>
                          </m:r>
                        </m:e>
                      </m:acc>
                    </m:oMath>
                  </m:oMathPara>
                </a14:m>
                <a:endParaRPr lang="zh-CN" altLang="en-US" sz="2800" dirty="0"/>
              </a:p>
            </p:txBody>
          </p:sp>
        </mc:Choice>
        <mc:Fallback xmlns="">
          <p:sp>
            <p:nvSpPr>
              <p:cNvPr id="2" name="Object 32">
                <a:extLst>
                  <a:ext uri="{FF2B5EF4-FFF2-40B4-BE49-F238E27FC236}">
                    <a16:creationId xmlns:a16="http://schemas.microsoft.com/office/drawing/2014/main" id="{F2197052-B89A-4650-B5DB-A50845B72C6D}"/>
                  </a:ext>
                </a:extLst>
              </p:cNvPr>
              <p:cNvSpPr txBox="1">
                <a:spLocks noRot="1" noChangeAspect="1" noMove="1" noResize="1" noEditPoints="1" noAdjustHandles="1" noChangeArrowheads="1" noChangeShapeType="1" noTextEdit="1"/>
              </p:cNvSpPr>
              <p:nvPr/>
            </p:nvSpPr>
            <p:spPr bwMode="auto">
              <a:xfrm>
                <a:off x="1128146" y="1575671"/>
                <a:ext cx="2992437" cy="601662"/>
              </a:xfrm>
              <a:prstGeom prst="rect">
                <a:avLst/>
              </a:prstGeom>
              <a:blipFill>
                <a:blip r:embed="rId2"/>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Object 33">
                <a:extLst>
                  <a:ext uri="{FF2B5EF4-FFF2-40B4-BE49-F238E27FC236}">
                    <a16:creationId xmlns:a16="http://schemas.microsoft.com/office/drawing/2014/main" id="{F2CF6C98-7790-48C4-8341-CAA8FE276ED6}"/>
                  </a:ext>
                </a:extLst>
              </p:cNvPr>
              <p:cNvSpPr txBox="1"/>
              <p:nvPr/>
            </p:nvSpPr>
            <p:spPr bwMode="auto">
              <a:xfrm>
                <a:off x="1128146" y="2458321"/>
                <a:ext cx="1981200" cy="1133475"/>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a:rPr lang="zh-CN" altLang="en-US" sz="2800" i="1">
                          <a:solidFill>
                            <a:srgbClr val="000000"/>
                          </a:solidFill>
                          <a:latin typeface="Cambria Math" panose="02040503050406030204" pitchFamily="18" charset="0"/>
                        </a:rPr>
                        <m:t>𝐸</m:t>
                      </m:r>
                      <m:r>
                        <a:rPr lang="zh-CN" altLang="en-US" sz="2800" i="1">
                          <a:solidFill>
                            <a:srgbClr val="000000"/>
                          </a:solidFill>
                          <a:latin typeface="Cambria Math" panose="02040503050406030204" pitchFamily="18" charset="0"/>
                        </a:rPr>
                        <m:t>=</m:t>
                      </m:r>
                      <m:f>
                        <m:fPr>
                          <m:ctrlPr>
                            <a:rPr lang="zh-CN" altLang="en-US" sz="2800" i="1">
                              <a:solidFill>
                                <a:srgbClr val="000000"/>
                              </a:solidFill>
                              <a:latin typeface="Cambria Math" panose="02040503050406030204" pitchFamily="18" charset="0"/>
                            </a:rPr>
                          </m:ctrlPr>
                        </m:fPr>
                        <m:num>
                          <m:r>
                            <a:rPr lang="zh-CN" altLang="en-US" sz="2800" i="1">
                              <a:solidFill>
                                <a:srgbClr val="000000"/>
                              </a:solidFill>
                              <a:latin typeface="Cambria Math" panose="02040503050406030204" pitchFamily="18" charset="0"/>
                            </a:rPr>
                            <m:t>𝑞</m:t>
                          </m:r>
                        </m:num>
                        <m:den>
                          <m:r>
                            <a:rPr lang="zh-CN" altLang="en-US" sz="2800" i="1">
                              <a:solidFill>
                                <a:srgbClr val="000000"/>
                              </a:solidFill>
                              <a:latin typeface="Cambria Math" panose="02040503050406030204" pitchFamily="18" charset="0"/>
                            </a:rPr>
                            <m:t>4</m:t>
                          </m:r>
                          <m:r>
                            <a:rPr lang="zh-CN" altLang="en-US" sz="2800" i="1">
                              <a:solidFill>
                                <a:srgbClr val="000000"/>
                              </a:solidFill>
                              <a:latin typeface="Cambria Math" panose="02040503050406030204" pitchFamily="18" charset="0"/>
                            </a:rPr>
                            <m:t>𝜋</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𝜀</m:t>
                              </m:r>
                            </m:e>
                            <m:sub>
                              <m:r>
                                <a:rPr lang="zh-CN" altLang="en-US" sz="2800" i="1">
                                  <a:solidFill>
                                    <a:srgbClr val="000000"/>
                                  </a:solidFill>
                                  <a:latin typeface="Cambria Math" panose="02040503050406030204" pitchFamily="18" charset="0"/>
                                </a:rPr>
                                <m:t>𝑜</m:t>
                              </m:r>
                            </m:sub>
                          </m:sSub>
                          <m:sSup>
                            <m:sSupPr>
                              <m:ctrlPr>
                                <a:rPr lang="zh-CN" altLang="en-US" sz="2800" i="1">
                                  <a:solidFill>
                                    <a:srgbClr val="000000"/>
                                  </a:solidFill>
                                  <a:latin typeface="Cambria Math" panose="02040503050406030204" pitchFamily="18" charset="0"/>
                                </a:rPr>
                              </m:ctrlPr>
                            </m:sSupPr>
                            <m:e>
                              <m:r>
                                <a:rPr lang="zh-CN" altLang="en-US" sz="2800" i="1">
                                  <a:solidFill>
                                    <a:srgbClr val="000000"/>
                                  </a:solidFill>
                                  <a:latin typeface="Cambria Math" panose="02040503050406030204" pitchFamily="18" charset="0"/>
                                </a:rPr>
                                <m:t>𝑟</m:t>
                              </m:r>
                            </m:e>
                            <m:sup>
                              <m:r>
                                <a:rPr lang="zh-CN" altLang="en-US" sz="2800" i="1">
                                  <a:solidFill>
                                    <a:srgbClr val="000000"/>
                                  </a:solidFill>
                                  <a:latin typeface="Cambria Math" panose="02040503050406030204" pitchFamily="18" charset="0"/>
                                </a:rPr>
                                <m:t>2</m:t>
                              </m:r>
                            </m:sup>
                          </m:sSup>
                        </m:den>
                      </m:f>
                    </m:oMath>
                  </m:oMathPara>
                </a14:m>
                <a:endParaRPr lang="zh-CN" altLang="en-US" sz="2800" dirty="0"/>
              </a:p>
            </p:txBody>
          </p:sp>
        </mc:Choice>
        <mc:Fallback xmlns="">
          <p:sp>
            <p:nvSpPr>
              <p:cNvPr id="3" name="Object 33">
                <a:extLst>
                  <a:ext uri="{FF2B5EF4-FFF2-40B4-BE49-F238E27FC236}">
                    <a16:creationId xmlns:a16="http://schemas.microsoft.com/office/drawing/2014/main" id="{F2CF6C98-7790-48C4-8341-CAA8FE276ED6}"/>
                  </a:ext>
                </a:extLst>
              </p:cNvPr>
              <p:cNvSpPr txBox="1">
                <a:spLocks noRot="1" noChangeAspect="1" noMove="1" noResize="1" noEditPoints="1" noAdjustHandles="1" noChangeArrowheads="1" noChangeShapeType="1" noTextEdit="1"/>
              </p:cNvSpPr>
              <p:nvPr/>
            </p:nvSpPr>
            <p:spPr bwMode="auto">
              <a:xfrm>
                <a:off x="1128146" y="2458321"/>
                <a:ext cx="1981200" cy="1133475"/>
              </a:xfrm>
              <a:prstGeom prst="rect">
                <a:avLst/>
              </a:prstGeom>
              <a:blipFill>
                <a:blip r:embed="rId3"/>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Object 34">
                <a:extLst>
                  <a:ext uri="{FF2B5EF4-FFF2-40B4-BE49-F238E27FC236}">
                    <a16:creationId xmlns:a16="http://schemas.microsoft.com/office/drawing/2014/main" id="{A3024C2A-C2AD-4DF6-AD9F-6C489B881FB3}"/>
                  </a:ext>
                </a:extLst>
              </p:cNvPr>
              <p:cNvSpPr txBox="1"/>
              <p:nvPr/>
            </p:nvSpPr>
            <p:spPr bwMode="auto">
              <a:xfrm>
                <a:off x="3479725" y="2623125"/>
                <a:ext cx="2992437" cy="508000"/>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func>
                        <m:funcPr>
                          <m:ctrlPr>
                            <a:rPr lang="zh-CN" altLang="en-US" sz="2800" i="1">
                              <a:solidFill>
                                <a:srgbClr val="000000"/>
                              </a:solidFill>
                              <a:latin typeface="Cambria Math" panose="02040503050406030204" pitchFamily="18" charset="0"/>
                            </a:rPr>
                          </m:ctrlPr>
                        </m:funcPr>
                        <m:fName>
                          <m:r>
                            <m:rPr>
                              <m:sty m:val="p"/>
                            </m:rPr>
                            <a:rPr lang="zh-CN" altLang="en-US" sz="2800" i="0">
                              <a:solidFill>
                                <a:srgbClr val="000000"/>
                              </a:solidFill>
                              <a:latin typeface="Cambria Math" panose="02040503050406030204" pitchFamily="18" charset="0"/>
                            </a:rPr>
                            <m:t>cos</m:t>
                          </m:r>
                        </m:fName>
                        <m:e>
                          <m:r>
                            <a:rPr lang="zh-CN" altLang="en-US" sz="2800" i="1">
                              <a:solidFill>
                                <a:srgbClr val="000000"/>
                              </a:solidFill>
                              <a:latin typeface="Cambria Math" panose="02040503050406030204" pitchFamily="18" charset="0"/>
                            </a:rPr>
                            <m:t>𝜃</m:t>
                          </m:r>
                        </m:e>
                      </m:func>
                      <m:r>
                        <a:rPr lang="zh-CN" altLang="en-US" sz="2800" i="1">
                          <a:solidFill>
                            <a:srgbClr val="000000"/>
                          </a:solidFill>
                          <a:latin typeface="Cambria Math" panose="02040503050406030204" pitchFamily="18" charset="0"/>
                        </a:rPr>
                        <m:t>𝑑𝑙</m:t>
                      </m:r>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𝑑𝑟</m:t>
                      </m:r>
                    </m:oMath>
                  </m:oMathPara>
                </a14:m>
                <a:endParaRPr lang="zh-CN" altLang="en-US" sz="2800" dirty="0"/>
              </a:p>
            </p:txBody>
          </p:sp>
        </mc:Choice>
        <mc:Fallback xmlns="">
          <p:sp>
            <p:nvSpPr>
              <p:cNvPr id="4" name="Object 34">
                <a:extLst>
                  <a:ext uri="{FF2B5EF4-FFF2-40B4-BE49-F238E27FC236}">
                    <a16:creationId xmlns:a16="http://schemas.microsoft.com/office/drawing/2014/main" id="{A3024C2A-C2AD-4DF6-AD9F-6C489B881FB3}"/>
                  </a:ext>
                </a:extLst>
              </p:cNvPr>
              <p:cNvSpPr txBox="1">
                <a:spLocks noRot="1" noChangeAspect="1" noMove="1" noResize="1" noEditPoints="1" noAdjustHandles="1" noChangeArrowheads="1" noChangeShapeType="1" noTextEdit="1"/>
              </p:cNvSpPr>
              <p:nvPr/>
            </p:nvSpPr>
            <p:spPr bwMode="auto">
              <a:xfrm>
                <a:off x="3479725" y="2623125"/>
                <a:ext cx="2992437" cy="508000"/>
              </a:xfrm>
              <a:prstGeom prst="rect">
                <a:avLst/>
              </a:prstGeom>
              <a:blipFill>
                <a:blip r:embed="rId4"/>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Object 48">
                <a:extLst>
                  <a:ext uri="{FF2B5EF4-FFF2-40B4-BE49-F238E27FC236}">
                    <a16:creationId xmlns:a16="http://schemas.microsoft.com/office/drawing/2014/main" id="{A6D35BE6-2002-44CF-8237-501B13175547}"/>
                  </a:ext>
                </a:extLst>
              </p:cNvPr>
              <p:cNvSpPr txBox="1"/>
              <p:nvPr/>
            </p:nvSpPr>
            <p:spPr bwMode="auto">
              <a:xfrm>
                <a:off x="1042420" y="5041183"/>
                <a:ext cx="2992437" cy="1122363"/>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zh-CN" altLang="en-US" sz="2800" i="1">
                          <a:solidFill>
                            <a:srgbClr val="000000"/>
                          </a:solidFill>
                          <a:latin typeface="Cambria Math" panose="02040503050406030204" pitchFamily="18" charset="0"/>
                        </a:rPr>
                        <m:t>𝐴</m:t>
                      </m:r>
                      <m:r>
                        <a:rPr lang="zh-CN" altLang="en-US" sz="2800" i="1">
                          <a:solidFill>
                            <a:srgbClr val="000000"/>
                          </a:solidFill>
                          <a:latin typeface="Cambria Math" panose="02040503050406030204" pitchFamily="18" charset="0"/>
                        </a:rPr>
                        <m:t>=</m:t>
                      </m:r>
                      <m:nary>
                        <m:naryPr>
                          <m:limLoc m:val="undOvr"/>
                          <m:ctrlPr>
                            <a:rPr lang="zh-CN" altLang="en-US" sz="2800" i="1">
                              <a:solidFill>
                                <a:srgbClr val="000000"/>
                              </a:solidFill>
                              <a:latin typeface="Cambria Math" panose="02040503050406030204" pitchFamily="18" charset="0"/>
                            </a:rPr>
                          </m:ctrlPr>
                        </m:naryPr>
                        <m:sub>
                          <m:r>
                            <a:rPr lang="zh-CN" altLang="en-US" sz="2800" i="1">
                              <a:solidFill>
                                <a:srgbClr val="000000"/>
                              </a:solidFill>
                              <a:latin typeface="Cambria Math" panose="02040503050406030204" pitchFamily="18" charset="0"/>
                            </a:rPr>
                            <m:t>𝑎</m:t>
                          </m:r>
                        </m:sub>
                        <m:sup>
                          <m:r>
                            <a:rPr lang="zh-CN" altLang="en-US" sz="2800" i="1">
                              <a:solidFill>
                                <a:srgbClr val="000000"/>
                              </a:solidFill>
                              <a:latin typeface="Cambria Math" panose="02040503050406030204" pitchFamily="18" charset="0"/>
                            </a:rPr>
                            <m:t>𝑏</m:t>
                          </m:r>
                        </m:sup>
                        <m:e>
                          <m:r>
                            <a:rPr lang="zh-CN" altLang="en-US" sz="2800" i="1">
                              <a:solidFill>
                                <a:srgbClr val="000000"/>
                              </a:solidFill>
                              <a:latin typeface="Cambria Math" panose="02040503050406030204" pitchFamily="18" charset="0"/>
                            </a:rPr>
                            <m:t>𝑑𝐴</m:t>
                          </m:r>
                        </m:e>
                      </m:nary>
                    </m:oMath>
                  </m:oMathPara>
                </a14:m>
                <a:endParaRPr lang="zh-CN" altLang="en-US" sz="2800" dirty="0"/>
              </a:p>
            </p:txBody>
          </p:sp>
        </mc:Choice>
        <mc:Fallback xmlns="">
          <p:sp>
            <p:nvSpPr>
              <p:cNvPr id="5" name="Object 48">
                <a:extLst>
                  <a:ext uri="{FF2B5EF4-FFF2-40B4-BE49-F238E27FC236}">
                    <a16:creationId xmlns:a16="http://schemas.microsoft.com/office/drawing/2014/main" id="{A6D35BE6-2002-44CF-8237-501B13175547}"/>
                  </a:ext>
                </a:extLst>
              </p:cNvPr>
              <p:cNvSpPr txBox="1">
                <a:spLocks noRot="1" noChangeAspect="1" noMove="1" noResize="1" noEditPoints="1" noAdjustHandles="1" noChangeArrowheads="1" noChangeShapeType="1" noTextEdit="1"/>
              </p:cNvSpPr>
              <p:nvPr/>
            </p:nvSpPr>
            <p:spPr bwMode="auto">
              <a:xfrm>
                <a:off x="1042420" y="5041183"/>
                <a:ext cx="2992437" cy="1122363"/>
              </a:xfrm>
              <a:prstGeom prst="rect">
                <a:avLst/>
              </a:prstGeom>
              <a:blipFill>
                <a:blip r:embed="rId5"/>
                <a:stretch>
                  <a:fillRect b="-19565"/>
                </a:stretch>
              </a:blipFill>
              <a:ln>
                <a:noFill/>
              </a:ln>
              <a:effectLst/>
            </p:spPr>
            <p:txBody>
              <a:bodyPr/>
              <a:lstStyle/>
              <a:p>
                <a:r>
                  <a:rPr lang="en-US">
                    <a:noFill/>
                  </a:rPr>
                  <a:t> </a:t>
                </a:r>
              </a:p>
            </p:txBody>
          </p:sp>
        </mc:Fallback>
      </mc:AlternateContent>
      <p:sp>
        <p:nvSpPr>
          <p:cNvPr id="6" name="Text Box 54">
            <a:extLst>
              <a:ext uri="{FF2B5EF4-FFF2-40B4-BE49-F238E27FC236}">
                <a16:creationId xmlns:a16="http://schemas.microsoft.com/office/drawing/2014/main" id="{A0AB19E5-8AB7-4469-AA08-B012521960AE}"/>
              </a:ext>
            </a:extLst>
          </p:cNvPr>
          <p:cNvSpPr txBox="1">
            <a:spLocks noChangeArrowheads="1"/>
          </p:cNvSpPr>
          <p:nvPr/>
        </p:nvSpPr>
        <p:spPr bwMode="auto">
          <a:xfrm>
            <a:off x="983684" y="783508"/>
            <a:ext cx="3889375"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457200" indent="-457200" eaLnBrk="1" hangingPunct="1">
              <a:spcBef>
                <a:spcPct val="0"/>
              </a:spcBef>
              <a:buFont typeface="Wingdings" panose="05000000000000000000" pitchFamily="2" charset="2"/>
              <a:buChar char="q"/>
            </a:pPr>
            <a:r>
              <a:rPr lang="zh-CN" altLang="en-US" b="1" dirty="0">
                <a:solidFill>
                  <a:srgbClr val="0066FF"/>
                </a:solidFill>
                <a:latin typeface="华文楷体" panose="02010600040101010101" pitchFamily="2" charset="-122"/>
                <a:ea typeface="华文楷体" panose="02010600040101010101" pitchFamily="2" charset="-122"/>
              </a:rPr>
              <a:t>点电荷的静电场</a:t>
            </a:r>
          </a:p>
        </p:txBody>
      </p:sp>
      <mc:AlternateContent xmlns:mc="http://schemas.openxmlformats.org/markup-compatibility/2006" xmlns:a14="http://schemas.microsoft.com/office/drawing/2010/main">
        <mc:Choice Requires="a14">
          <p:sp>
            <p:nvSpPr>
              <p:cNvPr id="12" name="Object 81">
                <a:extLst>
                  <a:ext uri="{FF2B5EF4-FFF2-40B4-BE49-F238E27FC236}">
                    <a16:creationId xmlns:a16="http://schemas.microsoft.com/office/drawing/2014/main" id="{7ECDBA30-3989-4487-A9EC-6F06E128C23A}"/>
                  </a:ext>
                </a:extLst>
              </p:cNvPr>
              <p:cNvSpPr txBox="1"/>
              <p:nvPr/>
            </p:nvSpPr>
            <p:spPr bwMode="auto">
              <a:xfrm>
                <a:off x="2429859" y="3621713"/>
                <a:ext cx="3996304" cy="1111250"/>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zh-CN" altLang="en-US" sz="2800" i="1">
                          <a:solidFill>
                            <a:srgbClr val="000000"/>
                          </a:solidFill>
                          <a:latin typeface="Cambria Math" panose="02040503050406030204" pitchFamily="18" charset="0"/>
                        </a:rPr>
                        <m:t>𝑑𝐴</m:t>
                      </m:r>
                      <m:r>
                        <a:rPr lang="zh-CN" altLang="en-US" sz="2800" i="1">
                          <a:solidFill>
                            <a:srgbClr val="000000"/>
                          </a:solidFill>
                          <a:latin typeface="Cambria Math" panose="02040503050406030204" pitchFamily="18" charset="0"/>
                        </a:rPr>
                        <m:t>=</m:t>
                      </m:r>
                      <m:f>
                        <m:fPr>
                          <m:ctrlPr>
                            <a:rPr lang="zh-CN" altLang="en-US" sz="2800" i="1">
                              <a:solidFill>
                                <a:srgbClr val="000000"/>
                              </a:solidFill>
                              <a:latin typeface="Cambria Math" panose="02040503050406030204" pitchFamily="18" charset="0"/>
                            </a:rPr>
                          </m:ctrlPr>
                        </m:fPr>
                        <m:num>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𝑞</m:t>
                              </m:r>
                            </m:e>
                            <m:sub>
                              <m:r>
                                <a:rPr lang="zh-CN" altLang="en-US" sz="2800" i="1">
                                  <a:solidFill>
                                    <a:srgbClr val="000000"/>
                                  </a:solidFill>
                                  <a:latin typeface="Cambria Math" panose="02040503050406030204" pitchFamily="18" charset="0"/>
                                </a:rPr>
                                <m:t>𝑜</m:t>
                              </m:r>
                            </m:sub>
                          </m:sSub>
                          <m:r>
                            <a:rPr lang="zh-CN" altLang="en-US" sz="2800" i="1">
                              <a:solidFill>
                                <a:srgbClr val="000000"/>
                              </a:solidFill>
                              <a:latin typeface="Cambria Math" panose="02040503050406030204" pitchFamily="18" charset="0"/>
                            </a:rPr>
                            <m:t>𝑞</m:t>
                          </m:r>
                        </m:num>
                        <m:den>
                          <m:r>
                            <a:rPr lang="zh-CN" altLang="en-US" sz="2800" i="1">
                              <a:solidFill>
                                <a:srgbClr val="000000"/>
                              </a:solidFill>
                              <a:latin typeface="Cambria Math" panose="02040503050406030204" pitchFamily="18" charset="0"/>
                            </a:rPr>
                            <m:t>4</m:t>
                          </m:r>
                          <m:r>
                            <a:rPr lang="zh-CN" altLang="en-US" sz="2800" i="1">
                              <a:solidFill>
                                <a:srgbClr val="000000"/>
                              </a:solidFill>
                              <a:latin typeface="Cambria Math" panose="02040503050406030204" pitchFamily="18" charset="0"/>
                            </a:rPr>
                            <m:t>𝜋</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𝜀</m:t>
                              </m:r>
                            </m:e>
                            <m:sub>
                              <m:r>
                                <a:rPr lang="zh-CN" altLang="en-US" sz="2800" i="1">
                                  <a:solidFill>
                                    <a:srgbClr val="000000"/>
                                  </a:solidFill>
                                  <a:latin typeface="Cambria Math" panose="02040503050406030204" pitchFamily="18" charset="0"/>
                                </a:rPr>
                                <m:t>𝑜</m:t>
                              </m:r>
                            </m:sub>
                          </m:sSub>
                          <m:sSup>
                            <m:sSupPr>
                              <m:ctrlPr>
                                <a:rPr lang="zh-CN" altLang="en-US" sz="2800" i="1">
                                  <a:solidFill>
                                    <a:srgbClr val="000000"/>
                                  </a:solidFill>
                                  <a:latin typeface="Cambria Math" panose="02040503050406030204" pitchFamily="18" charset="0"/>
                                </a:rPr>
                              </m:ctrlPr>
                            </m:sSupPr>
                            <m:e>
                              <m:r>
                                <a:rPr lang="zh-CN" altLang="en-US" sz="2800" i="1">
                                  <a:solidFill>
                                    <a:srgbClr val="000000"/>
                                  </a:solidFill>
                                  <a:latin typeface="Cambria Math" panose="02040503050406030204" pitchFamily="18" charset="0"/>
                                </a:rPr>
                                <m:t>𝑟</m:t>
                              </m:r>
                            </m:e>
                            <m:sup>
                              <m:r>
                                <a:rPr lang="zh-CN" altLang="en-US" sz="2800" i="1">
                                  <a:solidFill>
                                    <a:srgbClr val="000000"/>
                                  </a:solidFill>
                                  <a:latin typeface="Cambria Math" panose="02040503050406030204" pitchFamily="18" charset="0"/>
                                </a:rPr>
                                <m:t>2</m:t>
                              </m:r>
                            </m:sup>
                          </m:sSup>
                        </m:den>
                      </m:f>
                      <m:r>
                        <a:rPr lang="zh-CN" altLang="en-US" sz="2800" i="1">
                          <a:solidFill>
                            <a:srgbClr val="000000"/>
                          </a:solidFill>
                          <a:latin typeface="Cambria Math" panose="02040503050406030204" pitchFamily="18" charset="0"/>
                        </a:rPr>
                        <m:t>𝑑𝑟</m:t>
                      </m:r>
                    </m:oMath>
                  </m:oMathPara>
                </a14:m>
                <a:endParaRPr lang="zh-CN" altLang="en-US" sz="2800" dirty="0"/>
              </a:p>
            </p:txBody>
          </p:sp>
        </mc:Choice>
        <mc:Fallback xmlns="">
          <p:sp>
            <p:nvSpPr>
              <p:cNvPr id="12" name="Object 81">
                <a:extLst>
                  <a:ext uri="{FF2B5EF4-FFF2-40B4-BE49-F238E27FC236}">
                    <a16:creationId xmlns:a16="http://schemas.microsoft.com/office/drawing/2014/main" id="{7ECDBA30-3989-4487-A9EC-6F06E128C23A}"/>
                  </a:ext>
                </a:extLst>
              </p:cNvPr>
              <p:cNvSpPr txBox="1">
                <a:spLocks noRot="1" noChangeAspect="1" noMove="1" noResize="1" noEditPoints="1" noAdjustHandles="1" noChangeArrowheads="1" noChangeShapeType="1" noTextEdit="1"/>
              </p:cNvSpPr>
              <p:nvPr/>
            </p:nvSpPr>
            <p:spPr bwMode="auto">
              <a:xfrm>
                <a:off x="2429859" y="3621713"/>
                <a:ext cx="3996304" cy="1111250"/>
              </a:xfrm>
              <a:prstGeom prst="rect">
                <a:avLst/>
              </a:prstGeom>
              <a:blipFill>
                <a:blip r:embed="rId6"/>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Object 82">
                <a:extLst>
                  <a:ext uri="{FF2B5EF4-FFF2-40B4-BE49-F238E27FC236}">
                    <a16:creationId xmlns:a16="http://schemas.microsoft.com/office/drawing/2014/main" id="{21C92011-73B8-431B-8FB0-19917386740F}"/>
                  </a:ext>
                </a:extLst>
              </p:cNvPr>
              <p:cNvSpPr txBox="1"/>
              <p:nvPr/>
            </p:nvSpPr>
            <p:spPr bwMode="auto">
              <a:xfrm>
                <a:off x="2714059" y="5080706"/>
                <a:ext cx="2159000" cy="1214438"/>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zh-CN" altLang="en-US" sz="2800" i="1">
                          <a:solidFill>
                            <a:srgbClr val="000000"/>
                          </a:solidFill>
                          <a:latin typeface="Cambria Math" panose="02040503050406030204" pitchFamily="18" charset="0"/>
                        </a:rPr>
                        <m:t>=</m:t>
                      </m:r>
                      <m:nary>
                        <m:naryPr>
                          <m:limLoc m:val="undOvr"/>
                          <m:ctrlPr>
                            <a:rPr lang="zh-CN" altLang="en-US" sz="2800" i="1">
                              <a:solidFill>
                                <a:srgbClr val="000000"/>
                              </a:solidFill>
                              <a:latin typeface="Cambria Math" panose="02040503050406030204" pitchFamily="18" charset="0"/>
                            </a:rPr>
                          </m:ctrlPr>
                        </m:naryPr>
                        <m:sub>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𝑟</m:t>
                              </m:r>
                            </m:e>
                            <m:sub>
                              <m:r>
                                <a:rPr lang="zh-CN" altLang="en-US" sz="2800" i="1">
                                  <a:solidFill>
                                    <a:srgbClr val="000000"/>
                                  </a:solidFill>
                                  <a:latin typeface="Cambria Math" panose="02040503050406030204" pitchFamily="18" charset="0"/>
                                </a:rPr>
                                <m:t>𝑎</m:t>
                              </m:r>
                            </m:sub>
                          </m:sSub>
                        </m:sub>
                        <m:sup>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𝑟</m:t>
                              </m:r>
                            </m:e>
                            <m:sub>
                              <m:r>
                                <a:rPr lang="zh-CN" altLang="en-US" sz="2800" i="1">
                                  <a:solidFill>
                                    <a:srgbClr val="000000"/>
                                  </a:solidFill>
                                  <a:latin typeface="Cambria Math" panose="02040503050406030204" pitchFamily="18" charset="0"/>
                                </a:rPr>
                                <m:t>𝑏</m:t>
                              </m:r>
                            </m:sub>
                          </m:sSub>
                        </m:sup>
                        <m:e>
                          <m:f>
                            <m:fPr>
                              <m:ctrlPr>
                                <a:rPr lang="zh-CN" altLang="en-US" sz="2800" i="1">
                                  <a:solidFill>
                                    <a:srgbClr val="000000"/>
                                  </a:solidFill>
                                  <a:latin typeface="Cambria Math" panose="02040503050406030204" pitchFamily="18" charset="0"/>
                                </a:rPr>
                              </m:ctrlPr>
                            </m:fPr>
                            <m:num>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𝑞</m:t>
                                  </m:r>
                                </m:e>
                                <m:sub>
                                  <m:r>
                                    <a:rPr lang="zh-CN" altLang="en-US" sz="2800" i="1">
                                      <a:solidFill>
                                        <a:srgbClr val="000000"/>
                                      </a:solidFill>
                                      <a:latin typeface="Cambria Math" panose="02040503050406030204" pitchFamily="18" charset="0"/>
                                    </a:rPr>
                                    <m:t>0</m:t>
                                  </m:r>
                                </m:sub>
                              </m:sSub>
                              <m:r>
                                <a:rPr lang="zh-CN" altLang="en-US" sz="2800" i="1">
                                  <a:solidFill>
                                    <a:srgbClr val="000000"/>
                                  </a:solidFill>
                                  <a:latin typeface="Cambria Math" panose="02040503050406030204" pitchFamily="18" charset="0"/>
                                </a:rPr>
                                <m:t>𝑞</m:t>
                              </m:r>
                            </m:num>
                            <m:den>
                              <m:r>
                                <a:rPr lang="zh-CN" altLang="en-US" sz="2800" i="1">
                                  <a:solidFill>
                                    <a:srgbClr val="000000"/>
                                  </a:solidFill>
                                  <a:latin typeface="Cambria Math" panose="02040503050406030204" pitchFamily="18" charset="0"/>
                                </a:rPr>
                                <m:t>4</m:t>
                              </m:r>
                              <m:r>
                                <a:rPr lang="zh-CN" altLang="en-US" sz="2800" i="1">
                                  <a:solidFill>
                                    <a:srgbClr val="000000"/>
                                  </a:solidFill>
                                  <a:latin typeface="Cambria Math" panose="02040503050406030204" pitchFamily="18" charset="0"/>
                                </a:rPr>
                                <m:t>𝜋</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𝜀</m:t>
                                  </m:r>
                                </m:e>
                                <m:sub>
                                  <m:r>
                                    <a:rPr lang="zh-CN" altLang="en-US" sz="2800" i="1">
                                      <a:solidFill>
                                        <a:srgbClr val="000000"/>
                                      </a:solidFill>
                                      <a:latin typeface="Cambria Math" panose="02040503050406030204" pitchFamily="18" charset="0"/>
                                    </a:rPr>
                                    <m:t>0</m:t>
                                  </m:r>
                                </m:sub>
                              </m:sSub>
                              <m:sSup>
                                <m:sSupPr>
                                  <m:ctrlPr>
                                    <a:rPr lang="zh-CN" altLang="en-US" sz="2800" i="1">
                                      <a:solidFill>
                                        <a:srgbClr val="000000"/>
                                      </a:solidFill>
                                      <a:latin typeface="Cambria Math" panose="02040503050406030204" pitchFamily="18" charset="0"/>
                                    </a:rPr>
                                  </m:ctrlPr>
                                </m:sSupPr>
                                <m:e>
                                  <m:r>
                                    <a:rPr lang="zh-CN" altLang="en-US" sz="2800" i="1">
                                      <a:solidFill>
                                        <a:srgbClr val="000000"/>
                                      </a:solidFill>
                                      <a:latin typeface="Cambria Math" panose="02040503050406030204" pitchFamily="18" charset="0"/>
                                    </a:rPr>
                                    <m:t>𝑟</m:t>
                                  </m:r>
                                </m:e>
                                <m:sup>
                                  <m:r>
                                    <a:rPr lang="zh-CN" altLang="en-US" sz="2800" i="1">
                                      <a:solidFill>
                                        <a:srgbClr val="000000"/>
                                      </a:solidFill>
                                      <a:latin typeface="Cambria Math" panose="02040503050406030204" pitchFamily="18" charset="0"/>
                                    </a:rPr>
                                    <m:t>2</m:t>
                                  </m:r>
                                </m:sup>
                              </m:sSup>
                            </m:den>
                          </m:f>
                          <m:r>
                            <a:rPr lang="zh-CN" altLang="en-US" sz="2800" i="1">
                              <a:solidFill>
                                <a:srgbClr val="000000"/>
                              </a:solidFill>
                              <a:latin typeface="Cambria Math" panose="02040503050406030204" pitchFamily="18" charset="0"/>
                            </a:rPr>
                            <m:t>𝑑𝑟</m:t>
                          </m:r>
                        </m:e>
                      </m:nary>
                    </m:oMath>
                  </m:oMathPara>
                </a14:m>
                <a:endParaRPr lang="zh-CN" altLang="en-US" sz="2800" dirty="0"/>
              </a:p>
            </p:txBody>
          </p:sp>
        </mc:Choice>
        <mc:Fallback xmlns="">
          <p:sp>
            <p:nvSpPr>
              <p:cNvPr id="13" name="Object 82">
                <a:extLst>
                  <a:ext uri="{FF2B5EF4-FFF2-40B4-BE49-F238E27FC236}">
                    <a16:creationId xmlns:a16="http://schemas.microsoft.com/office/drawing/2014/main" id="{21C92011-73B8-431B-8FB0-19917386740F}"/>
                  </a:ext>
                </a:extLst>
              </p:cNvPr>
              <p:cNvSpPr txBox="1">
                <a:spLocks noRot="1" noChangeAspect="1" noMove="1" noResize="1" noEditPoints="1" noAdjustHandles="1" noChangeArrowheads="1" noChangeShapeType="1" noTextEdit="1"/>
              </p:cNvSpPr>
              <p:nvPr/>
            </p:nvSpPr>
            <p:spPr bwMode="auto">
              <a:xfrm>
                <a:off x="2714059" y="5080706"/>
                <a:ext cx="2159000" cy="1214438"/>
              </a:xfrm>
              <a:prstGeom prst="rect">
                <a:avLst/>
              </a:prstGeom>
              <a:blipFill>
                <a:blip r:embed="rId7"/>
                <a:stretch>
                  <a:fillRect r="-13277" b="-11000"/>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Object 83">
                <a:extLst>
                  <a:ext uri="{FF2B5EF4-FFF2-40B4-BE49-F238E27FC236}">
                    <a16:creationId xmlns:a16="http://schemas.microsoft.com/office/drawing/2014/main" id="{9E303D23-3CA9-4A9B-871E-41E499178D9E}"/>
                  </a:ext>
                </a:extLst>
              </p:cNvPr>
              <p:cNvSpPr txBox="1"/>
              <p:nvPr/>
            </p:nvSpPr>
            <p:spPr bwMode="auto">
              <a:xfrm>
                <a:off x="5327859" y="5235930"/>
                <a:ext cx="3438562" cy="1063625"/>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zh-CN" altLang="en-US" sz="2800" i="1">
                          <a:solidFill>
                            <a:srgbClr val="000000"/>
                          </a:solidFill>
                          <a:latin typeface="Cambria Math" panose="02040503050406030204" pitchFamily="18" charset="0"/>
                        </a:rPr>
                        <m:t>=</m:t>
                      </m:r>
                      <m:f>
                        <m:fPr>
                          <m:ctrlPr>
                            <a:rPr lang="zh-CN" altLang="en-US" sz="2800" i="1">
                              <a:solidFill>
                                <a:srgbClr val="000000"/>
                              </a:solidFill>
                              <a:latin typeface="Cambria Math" panose="02040503050406030204" pitchFamily="18" charset="0"/>
                            </a:rPr>
                          </m:ctrlPr>
                        </m:fPr>
                        <m:num>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𝑞</m:t>
                              </m:r>
                            </m:e>
                            <m:sub>
                              <m:r>
                                <a:rPr lang="zh-CN" altLang="en-US" sz="2800" i="1">
                                  <a:solidFill>
                                    <a:srgbClr val="000000"/>
                                  </a:solidFill>
                                  <a:latin typeface="Cambria Math" panose="02040503050406030204" pitchFamily="18" charset="0"/>
                                </a:rPr>
                                <m:t>0</m:t>
                              </m:r>
                            </m:sub>
                          </m:sSub>
                          <m:r>
                            <a:rPr lang="zh-CN" altLang="en-US" sz="2800" i="1">
                              <a:solidFill>
                                <a:srgbClr val="000000"/>
                              </a:solidFill>
                              <a:latin typeface="Cambria Math" panose="02040503050406030204" pitchFamily="18" charset="0"/>
                            </a:rPr>
                            <m:t>𝑞</m:t>
                          </m:r>
                        </m:num>
                        <m:den>
                          <m:r>
                            <a:rPr lang="zh-CN" altLang="en-US" sz="2800" i="1">
                              <a:solidFill>
                                <a:srgbClr val="000000"/>
                              </a:solidFill>
                              <a:latin typeface="Cambria Math" panose="02040503050406030204" pitchFamily="18" charset="0"/>
                            </a:rPr>
                            <m:t>4</m:t>
                          </m:r>
                          <m:r>
                            <a:rPr lang="zh-CN" altLang="en-US" sz="2800" i="1">
                              <a:solidFill>
                                <a:srgbClr val="000000"/>
                              </a:solidFill>
                              <a:latin typeface="Cambria Math" panose="02040503050406030204" pitchFamily="18" charset="0"/>
                            </a:rPr>
                            <m:t>𝜋</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𝜀</m:t>
                              </m:r>
                            </m:e>
                            <m:sub>
                              <m:r>
                                <a:rPr lang="zh-CN" altLang="en-US" sz="2800" i="1">
                                  <a:solidFill>
                                    <a:srgbClr val="000000"/>
                                  </a:solidFill>
                                  <a:latin typeface="Cambria Math" panose="02040503050406030204" pitchFamily="18" charset="0"/>
                                </a:rPr>
                                <m:t>0</m:t>
                              </m:r>
                            </m:sub>
                          </m:sSub>
                        </m:den>
                      </m:f>
                      <m:r>
                        <a:rPr lang="zh-CN" altLang="en-US" sz="2800" i="1">
                          <a:solidFill>
                            <a:srgbClr val="000000"/>
                          </a:solidFill>
                          <a:latin typeface="Cambria Math" panose="02040503050406030204" pitchFamily="18" charset="0"/>
                        </a:rPr>
                        <m:t>(</m:t>
                      </m:r>
                      <m:f>
                        <m:fPr>
                          <m:ctrlPr>
                            <a:rPr lang="zh-CN" altLang="en-US" sz="2800" i="1">
                              <a:solidFill>
                                <a:srgbClr val="000000"/>
                              </a:solidFill>
                              <a:latin typeface="Cambria Math" panose="02040503050406030204" pitchFamily="18" charset="0"/>
                            </a:rPr>
                          </m:ctrlPr>
                        </m:fPr>
                        <m:num>
                          <m:r>
                            <a:rPr lang="zh-CN" altLang="en-US" sz="2800" i="1">
                              <a:solidFill>
                                <a:srgbClr val="000000"/>
                              </a:solidFill>
                              <a:latin typeface="Cambria Math" panose="02040503050406030204" pitchFamily="18" charset="0"/>
                            </a:rPr>
                            <m:t>1</m:t>
                          </m:r>
                        </m:num>
                        <m:den>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𝑟</m:t>
                              </m:r>
                            </m:e>
                            <m:sub>
                              <m:r>
                                <a:rPr lang="zh-CN" altLang="en-US" sz="2800" i="1">
                                  <a:solidFill>
                                    <a:srgbClr val="000000"/>
                                  </a:solidFill>
                                  <a:latin typeface="Cambria Math" panose="02040503050406030204" pitchFamily="18" charset="0"/>
                                </a:rPr>
                                <m:t>𝑎</m:t>
                              </m:r>
                            </m:sub>
                          </m:sSub>
                        </m:den>
                      </m:f>
                      <m:r>
                        <a:rPr lang="zh-CN" altLang="en-US" sz="2800" i="1">
                          <a:solidFill>
                            <a:srgbClr val="000000"/>
                          </a:solidFill>
                          <a:latin typeface="Cambria Math" panose="02040503050406030204" pitchFamily="18" charset="0"/>
                        </a:rPr>
                        <m:t>−</m:t>
                      </m:r>
                      <m:f>
                        <m:fPr>
                          <m:ctrlPr>
                            <a:rPr lang="zh-CN" altLang="en-US" sz="2800" i="1">
                              <a:solidFill>
                                <a:srgbClr val="000000"/>
                              </a:solidFill>
                              <a:latin typeface="Cambria Math" panose="02040503050406030204" pitchFamily="18" charset="0"/>
                            </a:rPr>
                          </m:ctrlPr>
                        </m:fPr>
                        <m:num>
                          <m:r>
                            <a:rPr lang="zh-CN" altLang="en-US" sz="2800" i="1">
                              <a:solidFill>
                                <a:srgbClr val="000000"/>
                              </a:solidFill>
                              <a:latin typeface="Cambria Math" panose="02040503050406030204" pitchFamily="18" charset="0"/>
                            </a:rPr>
                            <m:t>1</m:t>
                          </m:r>
                        </m:num>
                        <m:den>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𝑟</m:t>
                              </m:r>
                            </m:e>
                            <m:sub>
                              <m:r>
                                <a:rPr lang="zh-CN" altLang="en-US" sz="2800" i="1">
                                  <a:solidFill>
                                    <a:srgbClr val="000000"/>
                                  </a:solidFill>
                                  <a:latin typeface="Cambria Math" panose="02040503050406030204" pitchFamily="18" charset="0"/>
                                </a:rPr>
                                <m:t>𝑏</m:t>
                              </m:r>
                            </m:sub>
                          </m:sSub>
                        </m:den>
                      </m:f>
                      <m:r>
                        <a:rPr lang="zh-CN" altLang="en-US" sz="2800" i="1">
                          <a:solidFill>
                            <a:srgbClr val="000000"/>
                          </a:solidFill>
                          <a:latin typeface="Cambria Math" panose="02040503050406030204" pitchFamily="18" charset="0"/>
                        </a:rPr>
                        <m:t>)</m:t>
                      </m:r>
                    </m:oMath>
                  </m:oMathPara>
                </a14:m>
                <a:endParaRPr lang="zh-CN" altLang="en-US" sz="2800" dirty="0"/>
              </a:p>
            </p:txBody>
          </p:sp>
        </mc:Choice>
        <mc:Fallback xmlns="">
          <p:sp>
            <p:nvSpPr>
              <p:cNvPr id="14" name="Object 83">
                <a:extLst>
                  <a:ext uri="{FF2B5EF4-FFF2-40B4-BE49-F238E27FC236}">
                    <a16:creationId xmlns:a16="http://schemas.microsoft.com/office/drawing/2014/main" id="{9E303D23-3CA9-4A9B-871E-41E499178D9E}"/>
                  </a:ext>
                </a:extLst>
              </p:cNvPr>
              <p:cNvSpPr txBox="1">
                <a:spLocks noRot="1" noChangeAspect="1" noMove="1" noResize="1" noEditPoints="1" noAdjustHandles="1" noChangeArrowheads="1" noChangeShapeType="1" noTextEdit="1"/>
              </p:cNvSpPr>
              <p:nvPr/>
            </p:nvSpPr>
            <p:spPr bwMode="auto">
              <a:xfrm>
                <a:off x="5327859" y="5235930"/>
                <a:ext cx="3438562" cy="1063625"/>
              </a:xfrm>
              <a:prstGeom prst="rect">
                <a:avLst/>
              </a:prstGeom>
              <a:blipFill>
                <a:blip r:embed="rId8"/>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Object 84">
                <a:extLst>
                  <a:ext uri="{FF2B5EF4-FFF2-40B4-BE49-F238E27FC236}">
                    <a16:creationId xmlns:a16="http://schemas.microsoft.com/office/drawing/2014/main" id="{62C84563-FA22-42DA-BA70-D59A8E61B39E}"/>
                  </a:ext>
                </a:extLst>
              </p:cNvPr>
              <p:cNvSpPr txBox="1"/>
              <p:nvPr/>
            </p:nvSpPr>
            <p:spPr bwMode="auto">
              <a:xfrm>
                <a:off x="3515746" y="1619403"/>
                <a:ext cx="2222500" cy="576263"/>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a:rPr lang="zh-CN" altLang="en-US" sz="2800"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𝑞</m:t>
                          </m:r>
                        </m:e>
                        <m:sub>
                          <m:r>
                            <a:rPr lang="zh-CN" altLang="en-US" sz="2800" i="1">
                              <a:solidFill>
                                <a:srgbClr val="000000"/>
                              </a:solidFill>
                              <a:latin typeface="Cambria Math" panose="02040503050406030204" pitchFamily="18" charset="0"/>
                            </a:rPr>
                            <m:t>𝑜</m:t>
                          </m:r>
                        </m:sub>
                      </m:sSub>
                      <m:r>
                        <a:rPr lang="zh-CN" altLang="en-US" sz="2800" i="1">
                          <a:solidFill>
                            <a:srgbClr val="000000"/>
                          </a:solidFill>
                          <a:latin typeface="Cambria Math" panose="02040503050406030204" pitchFamily="18" charset="0"/>
                        </a:rPr>
                        <m:t>𝐸</m:t>
                      </m:r>
                      <m:r>
                        <m:rPr>
                          <m:nor/>
                        </m:rPr>
                        <a:rPr lang="zh-CN" altLang="en-US" sz="2800" i="0">
                          <a:solidFill>
                            <a:srgbClr val="000000"/>
                          </a:solidFill>
                          <a:latin typeface="Cambria Math" panose="02040503050406030204" pitchFamily="18" charset="0"/>
                        </a:rPr>
                        <m:t>cos</m:t>
                      </m:r>
                      <m:r>
                        <a:rPr lang="zh-CN" altLang="en-US" sz="2800" i="1">
                          <a:solidFill>
                            <a:srgbClr val="000000"/>
                          </a:solidFill>
                          <a:latin typeface="Cambria Math" panose="02040503050406030204" pitchFamily="18" charset="0"/>
                        </a:rPr>
                        <m:t>𝜃</m:t>
                      </m:r>
                      <m:r>
                        <a:rPr lang="zh-CN" altLang="en-US" sz="2800" i="1">
                          <a:solidFill>
                            <a:srgbClr val="000000"/>
                          </a:solidFill>
                          <a:latin typeface="Cambria Math" panose="02040503050406030204" pitchFamily="18" charset="0"/>
                        </a:rPr>
                        <m:t>𝑑𝑙</m:t>
                      </m:r>
                    </m:oMath>
                  </m:oMathPara>
                </a14:m>
                <a:endParaRPr lang="zh-CN" altLang="en-US" sz="2800" dirty="0"/>
              </a:p>
            </p:txBody>
          </p:sp>
        </mc:Choice>
        <mc:Fallback xmlns="">
          <p:sp>
            <p:nvSpPr>
              <p:cNvPr id="15" name="Object 84">
                <a:extLst>
                  <a:ext uri="{FF2B5EF4-FFF2-40B4-BE49-F238E27FC236}">
                    <a16:creationId xmlns:a16="http://schemas.microsoft.com/office/drawing/2014/main" id="{62C84563-FA22-42DA-BA70-D59A8E61B39E}"/>
                  </a:ext>
                </a:extLst>
              </p:cNvPr>
              <p:cNvSpPr txBox="1">
                <a:spLocks noRot="1" noChangeAspect="1" noMove="1" noResize="1" noEditPoints="1" noAdjustHandles="1" noChangeArrowheads="1" noChangeShapeType="1" noTextEdit="1"/>
              </p:cNvSpPr>
              <p:nvPr/>
            </p:nvSpPr>
            <p:spPr bwMode="auto">
              <a:xfrm>
                <a:off x="3515746" y="1619403"/>
                <a:ext cx="2222500" cy="576263"/>
              </a:xfrm>
              <a:prstGeom prst="rect">
                <a:avLst/>
              </a:prstGeom>
              <a:blipFill>
                <a:blip r:embed="rId9"/>
                <a:stretch>
                  <a:fillRect/>
                </a:stretch>
              </a:blipFill>
              <a:ln>
                <a:noFill/>
              </a:ln>
              <a:effectLst/>
            </p:spPr>
            <p:txBody>
              <a:bodyPr/>
              <a:lstStyle/>
              <a:p>
                <a:r>
                  <a:rPr lang="en-US">
                    <a:noFill/>
                  </a:rPr>
                  <a:t> </a:t>
                </a:r>
              </a:p>
            </p:txBody>
          </p:sp>
        </mc:Fallback>
      </mc:AlternateContent>
      <p:pic>
        <p:nvPicPr>
          <p:cNvPr id="16" name="图片 2">
            <a:extLst>
              <a:ext uri="{FF2B5EF4-FFF2-40B4-BE49-F238E27FC236}">
                <a16:creationId xmlns:a16="http://schemas.microsoft.com/office/drawing/2014/main" id="{00CE27D5-C0E8-4D41-8AA0-90DE370EEE07}"/>
              </a:ext>
            </a:extLst>
          </p:cNvPr>
          <p:cNvPicPr>
            <a:picLocks noChangeAspect="1"/>
          </p:cNvPicPr>
          <p:nvPr/>
        </p:nvPicPr>
        <p:blipFill>
          <a:blip r:embed="rId10">
            <a:extLst>
              <a:ext uri="{28A0092B-C50C-407E-A947-70E740481C1C}">
                <a14:useLocalDpi xmlns:a14="http://schemas.microsoft.com/office/drawing/2010/main" val="0"/>
              </a:ext>
            </a:extLst>
          </a:blip>
          <a:srcRect/>
          <a:stretch>
            <a:fillRect/>
          </a:stretch>
        </p:blipFill>
        <p:spPr bwMode="auto">
          <a:xfrm>
            <a:off x="7429293" y="586413"/>
            <a:ext cx="2992437" cy="3590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 name="Text Box 6">
            <a:extLst>
              <a:ext uri="{FF2B5EF4-FFF2-40B4-BE49-F238E27FC236}">
                <a16:creationId xmlns:a16="http://schemas.microsoft.com/office/drawing/2014/main" id="{8BB2B602-948F-479D-A864-EC5D7F47BB25}"/>
              </a:ext>
            </a:extLst>
          </p:cNvPr>
          <p:cNvSpPr txBox="1">
            <a:spLocks noChangeArrowheads="1"/>
          </p:cNvSpPr>
          <p:nvPr/>
        </p:nvSpPr>
        <p:spPr bwMode="auto">
          <a:xfrm>
            <a:off x="8071872" y="4405962"/>
            <a:ext cx="3533576"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type="none" w="sm" len="sm"/>
                <a:tailEnd type="none" w="sm" len="sm"/>
              </a14:hiddenLine>
            </a:ext>
          </a:extLst>
        </p:spPr>
        <p:txBody>
          <a:bodyPr wrap="square">
            <a:spAutoFit/>
          </a:bodyPr>
          <a:lstStyle>
            <a:lvl1pPr>
              <a:defRPr kumimoji="1" sz="2400">
                <a:solidFill>
                  <a:srgbClr val="FF3300"/>
                </a:solidFill>
                <a:latin typeface="Times New Roman" panose="02020603050405020304" pitchFamily="18" charset="0"/>
                <a:ea typeface="宋体" panose="02010600030101010101" pitchFamily="2" charset="-122"/>
              </a:defRPr>
            </a:lvl1pPr>
            <a:lvl2pPr marL="742950" indent="-285750">
              <a:defRPr kumimoji="1" sz="2400">
                <a:solidFill>
                  <a:srgbClr val="FF3300"/>
                </a:solidFill>
                <a:latin typeface="Times New Roman" panose="02020603050405020304" pitchFamily="18" charset="0"/>
                <a:ea typeface="宋体" panose="02010600030101010101" pitchFamily="2" charset="-122"/>
              </a:defRPr>
            </a:lvl2pPr>
            <a:lvl3pPr marL="1143000" indent="-228600">
              <a:defRPr kumimoji="1" sz="2400">
                <a:solidFill>
                  <a:srgbClr val="FF3300"/>
                </a:solidFill>
                <a:latin typeface="Times New Roman" panose="02020603050405020304" pitchFamily="18" charset="0"/>
                <a:ea typeface="宋体" panose="02010600030101010101" pitchFamily="2" charset="-122"/>
              </a:defRPr>
            </a:lvl3pPr>
            <a:lvl4pPr marL="1600200" indent="-228600">
              <a:defRPr kumimoji="1" sz="2400">
                <a:solidFill>
                  <a:srgbClr val="FF3300"/>
                </a:solidFill>
                <a:latin typeface="Times New Roman" panose="02020603050405020304" pitchFamily="18" charset="0"/>
                <a:ea typeface="宋体" panose="02010600030101010101" pitchFamily="2" charset="-122"/>
              </a:defRPr>
            </a:lvl4pPr>
            <a:lvl5pPr marL="2057400" indent="-228600">
              <a:defRPr kumimoji="1" sz="2400">
                <a:solidFill>
                  <a:srgbClr val="FF33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9pPr>
          </a:lstStyle>
          <a:p>
            <a:r>
              <a:rPr lang="zh-CN" altLang="en-US" sz="2800" b="1" dirty="0">
                <a:solidFill>
                  <a:srgbClr val="FF0000"/>
                </a:solidFill>
                <a:latin typeface="华文楷体" panose="02010600040101010101" pitchFamily="2" charset="-122"/>
                <a:ea typeface="华文楷体" panose="02010600040101010101" pitchFamily="2" charset="-122"/>
              </a:rPr>
              <a:t>只和初末位置有关</a:t>
            </a:r>
            <a:r>
              <a:rPr lang="en-US" altLang="zh-CN" sz="2800" b="1" dirty="0">
                <a:solidFill>
                  <a:srgbClr val="FF0000"/>
                </a:solidFill>
                <a:latin typeface="华文楷体" panose="02010600040101010101" pitchFamily="2" charset="-122"/>
                <a:ea typeface="华文楷体" panose="02010600040101010101" pitchFamily="2" charset="-122"/>
              </a:rPr>
              <a:t>, </a:t>
            </a:r>
            <a:r>
              <a:rPr lang="zh-CN" altLang="en-US" sz="2800" b="1" dirty="0">
                <a:solidFill>
                  <a:srgbClr val="FF0000"/>
                </a:solidFill>
                <a:latin typeface="华文楷体" panose="02010600040101010101" pitchFamily="2" charset="-122"/>
                <a:ea typeface="华文楷体" panose="02010600040101010101" pitchFamily="2" charset="-122"/>
              </a:rPr>
              <a:t>与路径无关</a:t>
            </a:r>
          </a:p>
        </p:txBody>
      </p:sp>
    </p:spTree>
    <p:extLst>
      <p:ext uri="{BB962C8B-B14F-4D97-AF65-F5344CB8AC3E}">
        <p14:creationId xmlns:p14="http://schemas.microsoft.com/office/powerpoint/2010/main" val="9136378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12" grpId="0"/>
      <p:bldP spid="13" grpId="0"/>
      <p:bldP spid="14" grpId="0"/>
      <p:bldP spid="15" grpId="0"/>
      <p:bldP spid="17"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Object 48">
                <a:extLst>
                  <a:ext uri="{FF2B5EF4-FFF2-40B4-BE49-F238E27FC236}">
                    <a16:creationId xmlns:a16="http://schemas.microsoft.com/office/drawing/2014/main" id="{A6D35BE6-2002-44CF-8237-501B13175547}"/>
                  </a:ext>
                </a:extLst>
              </p:cNvPr>
              <p:cNvSpPr txBox="1"/>
              <p:nvPr/>
            </p:nvSpPr>
            <p:spPr bwMode="auto">
              <a:xfrm>
                <a:off x="1036748" y="1789983"/>
                <a:ext cx="2992437" cy="1122363"/>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zh-CN" altLang="en-US" sz="2800" i="1">
                          <a:solidFill>
                            <a:srgbClr val="000000"/>
                          </a:solidFill>
                          <a:latin typeface="Cambria Math" panose="02040503050406030204" pitchFamily="18" charset="0"/>
                        </a:rPr>
                        <m:t>𝐴</m:t>
                      </m:r>
                      <m:r>
                        <a:rPr lang="zh-CN" altLang="en-US" sz="2800" i="1">
                          <a:solidFill>
                            <a:srgbClr val="000000"/>
                          </a:solidFill>
                          <a:latin typeface="Cambria Math" panose="02040503050406030204" pitchFamily="18" charset="0"/>
                        </a:rPr>
                        <m:t>=</m:t>
                      </m:r>
                      <m:nary>
                        <m:naryPr>
                          <m:limLoc m:val="undOvr"/>
                          <m:ctrlPr>
                            <a:rPr lang="zh-CN" altLang="en-US" sz="2800" i="1">
                              <a:solidFill>
                                <a:srgbClr val="000000"/>
                              </a:solidFill>
                              <a:latin typeface="Cambria Math" panose="02040503050406030204" pitchFamily="18" charset="0"/>
                            </a:rPr>
                          </m:ctrlPr>
                        </m:naryPr>
                        <m:sub>
                          <m:r>
                            <a:rPr lang="zh-CN" altLang="en-US" sz="2800" i="1">
                              <a:solidFill>
                                <a:srgbClr val="000000"/>
                              </a:solidFill>
                              <a:latin typeface="Cambria Math" panose="02040503050406030204" pitchFamily="18" charset="0"/>
                            </a:rPr>
                            <m:t>𝑎</m:t>
                          </m:r>
                        </m:sub>
                        <m:sup>
                          <m:r>
                            <a:rPr lang="zh-CN" altLang="en-US" sz="2800" i="1">
                              <a:solidFill>
                                <a:srgbClr val="000000"/>
                              </a:solidFill>
                              <a:latin typeface="Cambria Math" panose="02040503050406030204" pitchFamily="18" charset="0"/>
                            </a:rPr>
                            <m:t>𝑏</m:t>
                          </m:r>
                        </m:sup>
                        <m:e>
                          <m:r>
                            <a:rPr lang="zh-CN" altLang="en-US" sz="2800" i="1">
                              <a:solidFill>
                                <a:srgbClr val="000000"/>
                              </a:solidFill>
                              <a:latin typeface="Cambria Math" panose="02040503050406030204" pitchFamily="18" charset="0"/>
                            </a:rPr>
                            <m:t>𝑑𝐴</m:t>
                          </m:r>
                        </m:e>
                      </m:nary>
                    </m:oMath>
                  </m:oMathPara>
                </a14:m>
                <a:endParaRPr lang="zh-CN" altLang="en-US" sz="2800" dirty="0"/>
              </a:p>
            </p:txBody>
          </p:sp>
        </mc:Choice>
        <mc:Fallback xmlns="">
          <p:sp>
            <p:nvSpPr>
              <p:cNvPr id="5" name="Object 48">
                <a:extLst>
                  <a:ext uri="{FF2B5EF4-FFF2-40B4-BE49-F238E27FC236}">
                    <a16:creationId xmlns:a16="http://schemas.microsoft.com/office/drawing/2014/main" id="{A6D35BE6-2002-44CF-8237-501B13175547}"/>
                  </a:ext>
                </a:extLst>
              </p:cNvPr>
              <p:cNvSpPr txBox="1">
                <a:spLocks noRot="1" noChangeAspect="1" noMove="1" noResize="1" noEditPoints="1" noAdjustHandles="1" noChangeArrowheads="1" noChangeShapeType="1" noTextEdit="1"/>
              </p:cNvSpPr>
              <p:nvPr/>
            </p:nvSpPr>
            <p:spPr bwMode="auto">
              <a:xfrm>
                <a:off x="1036748" y="1789983"/>
                <a:ext cx="2992437" cy="1122363"/>
              </a:xfrm>
              <a:prstGeom prst="rect">
                <a:avLst/>
              </a:prstGeom>
              <a:blipFill>
                <a:blip r:embed="rId2"/>
                <a:stretch>
                  <a:fillRect b="-19565"/>
                </a:stretch>
              </a:blipFill>
              <a:ln>
                <a:noFill/>
              </a:ln>
              <a:effectLst/>
            </p:spPr>
            <p:txBody>
              <a:bodyPr/>
              <a:lstStyle/>
              <a:p>
                <a:r>
                  <a:rPr lang="en-US">
                    <a:noFill/>
                  </a:rPr>
                  <a:t> </a:t>
                </a:r>
              </a:p>
            </p:txBody>
          </p:sp>
        </mc:Fallback>
      </mc:AlternateContent>
      <p:sp>
        <p:nvSpPr>
          <p:cNvPr id="6" name="Text Box 54">
            <a:extLst>
              <a:ext uri="{FF2B5EF4-FFF2-40B4-BE49-F238E27FC236}">
                <a16:creationId xmlns:a16="http://schemas.microsoft.com/office/drawing/2014/main" id="{A0AB19E5-8AB7-4469-AA08-B012521960AE}"/>
              </a:ext>
            </a:extLst>
          </p:cNvPr>
          <p:cNvSpPr txBox="1">
            <a:spLocks noChangeArrowheads="1"/>
          </p:cNvSpPr>
          <p:nvPr/>
        </p:nvSpPr>
        <p:spPr bwMode="auto">
          <a:xfrm>
            <a:off x="983684" y="783508"/>
            <a:ext cx="3889375"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457200" indent="-457200" eaLnBrk="1" hangingPunct="1">
              <a:spcBef>
                <a:spcPct val="0"/>
              </a:spcBef>
              <a:buFont typeface="Wingdings" panose="05000000000000000000" pitchFamily="2" charset="2"/>
              <a:buChar char="q"/>
            </a:pPr>
            <a:r>
              <a:rPr lang="zh-CN" altLang="en-US" b="1" dirty="0">
                <a:solidFill>
                  <a:srgbClr val="0066FF"/>
                </a:solidFill>
                <a:latin typeface="华文楷体" panose="02010600040101010101" pitchFamily="2" charset="-122"/>
                <a:ea typeface="华文楷体" panose="02010600040101010101" pitchFamily="2" charset="-122"/>
              </a:rPr>
              <a:t>点电荷的静电场</a:t>
            </a:r>
          </a:p>
        </p:txBody>
      </p:sp>
      <mc:AlternateContent xmlns:mc="http://schemas.openxmlformats.org/markup-compatibility/2006" xmlns:a14="http://schemas.microsoft.com/office/drawing/2010/main">
        <mc:Choice Requires="a14">
          <p:sp>
            <p:nvSpPr>
              <p:cNvPr id="14" name="Object 83">
                <a:extLst>
                  <a:ext uri="{FF2B5EF4-FFF2-40B4-BE49-F238E27FC236}">
                    <a16:creationId xmlns:a16="http://schemas.microsoft.com/office/drawing/2014/main" id="{9E303D23-3CA9-4A9B-871E-41E499178D9E}"/>
                  </a:ext>
                </a:extLst>
              </p:cNvPr>
              <p:cNvSpPr txBox="1"/>
              <p:nvPr/>
            </p:nvSpPr>
            <p:spPr bwMode="auto">
              <a:xfrm>
                <a:off x="2739854" y="2018597"/>
                <a:ext cx="3438562" cy="1063625"/>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zh-CN" altLang="en-US" sz="2800" i="1">
                          <a:solidFill>
                            <a:srgbClr val="000000"/>
                          </a:solidFill>
                          <a:latin typeface="Cambria Math" panose="02040503050406030204" pitchFamily="18" charset="0"/>
                        </a:rPr>
                        <m:t>=</m:t>
                      </m:r>
                      <m:f>
                        <m:fPr>
                          <m:ctrlPr>
                            <a:rPr lang="zh-CN" altLang="en-US" sz="2800" i="1">
                              <a:solidFill>
                                <a:srgbClr val="000000"/>
                              </a:solidFill>
                              <a:latin typeface="Cambria Math" panose="02040503050406030204" pitchFamily="18" charset="0"/>
                            </a:rPr>
                          </m:ctrlPr>
                        </m:fPr>
                        <m:num>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𝑞</m:t>
                              </m:r>
                            </m:e>
                            <m:sub>
                              <m:r>
                                <a:rPr lang="zh-CN" altLang="en-US" sz="2800" i="1">
                                  <a:solidFill>
                                    <a:srgbClr val="000000"/>
                                  </a:solidFill>
                                  <a:latin typeface="Cambria Math" panose="02040503050406030204" pitchFamily="18" charset="0"/>
                                </a:rPr>
                                <m:t>0</m:t>
                              </m:r>
                            </m:sub>
                          </m:sSub>
                          <m:r>
                            <a:rPr lang="zh-CN" altLang="en-US" sz="2800" i="1">
                              <a:solidFill>
                                <a:srgbClr val="000000"/>
                              </a:solidFill>
                              <a:latin typeface="Cambria Math" panose="02040503050406030204" pitchFamily="18" charset="0"/>
                            </a:rPr>
                            <m:t>𝑞</m:t>
                          </m:r>
                        </m:num>
                        <m:den>
                          <m:r>
                            <a:rPr lang="zh-CN" altLang="en-US" sz="2800" i="1">
                              <a:solidFill>
                                <a:srgbClr val="000000"/>
                              </a:solidFill>
                              <a:latin typeface="Cambria Math" panose="02040503050406030204" pitchFamily="18" charset="0"/>
                            </a:rPr>
                            <m:t>4</m:t>
                          </m:r>
                          <m:r>
                            <a:rPr lang="zh-CN" altLang="en-US" sz="2800" i="1">
                              <a:solidFill>
                                <a:srgbClr val="000000"/>
                              </a:solidFill>
                              <a:latin typeface="Cambria Math" panose="02040503050406030204" pitchFamily="18" charset="0"/>
                            </a:rPr>
                            <m:t>𝜋</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𝜀</m:t>
                              </m:r>
                            </m:e>
                            <m:sub>
                              <m:r>
                                <a:rPr lang="zh-CN" altLang="en-US" sz="2800" i="1">
                                  <a:solidFill>
                                    <a:srgbClr val="000000"/>
                                  </a:solidFill>
                                  <a:latin typeface="Cambria Math" panose="02040503050406030204" pitchFamily="18" charset="0"/>
                                </a:rPr>
                                <m:t>0</m:t>
                              </m:r>
                            </m:sub>
                          </m:sSub>
                        </m:den>
                      </m:f>
                      <m:r>
                        <a:rPr lang="zh-CN" altLang="en-US" sz="2800" i="1">
                          <a:solidFill>
                            <a:srgbClr val="000000"/>
                          </a:solidFill>
                          <a:latin typeface="Cambria Math" panose="02040503050406030204" pitchFamily="18" charset="0"/>
                        </a:rPr>
                        <m:t>(</m:t>
                      </m:r>
                      <m:f>
                        <m:fPr>
                          <m:ctrlPr>
                            <a:rPr lang="zh-CN" altLang="en-US" sz="2800" i="1">
                              <a:solidFill>
                                <a:srgbClr val="000000"/>
                              </a:solidFill>
                              <a:latin typeface="Cambria Math" panose="02040503050406030204" pitchFamily="18" charset="0"/>
                            </a:rPr>
                          </m:ctrlPr>
                        </m:fPr>
                        <m:num>
                          <m:r>
                            <a:rPr lang="zh-CN" altLang="en-US" sz="2800" i="1">
                              <a:solidFill>
                                <a:srgbClr val="000000"/>
                              </a:solidFill>
                              <a:latin typeface="Cambria Math" panose="02040503050406030204" pitchFamily="18" charset="0"/>
                            </a:rPr>
                            <m:t>1</m:t>
                          </m:r>
                        </m:num>
                        <m:den>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𝑟</m:t>
                              </m:r>
                            </m:e>
                            <m:sub>
                              <m:r>
                                <a:rPr lang="zh-CN" altLang="en-US" sz="2800" i="1">
                                  <a:solidFill>
                                    <a:srgbClr val="000000"/>
                                  </a:solidFill>
                                  <a:latin typeface="Cambria Math" panose="02040503050406030204" pitchFamily="18" charset="0"/>
                                </a:rPr>
                                <m:t>𝑎</m:t>
                              </m:r>
                            </m:sub>
                          </m:sSub>
                        </m:den>
                      </m:f>
                      <m:r>
                        <a:rPr lang="zh-CN" altLang="en-US" sz="2800" i="1">
                          <a:solidFill>
                            <a:srgbClr val="000000"/>
                          </a:solidFill>
                          <a:latin typeface="Cambria Math" panose="02040503050406030204" pitchFamily="18" charset="0"/>
                        </a:rPr>
                        <m:t>−</m:t>
                      </m:r>
                      <m:f>
                        <m:fPr>
                          <m:ctrlPr>
                            <a:rPr lang="zh-CN" altLang="en-US" sz="2800" i="1">
                              <a:solidFill>
                                <a:srgbClr val="000000"/>
                              </a:solidFill>
                              <a:latin typeface="Cambria Math" panose="02040503050406030204" pitchFamily="18" charset="0"/>
                            </a:rPr>
                          </m:ctrlPr>
                        </m:fPr>
                        <m:num>
                          <m:r>
                            <a:rPr lang="zh-CN" altLang="en-US" sz="2800" i="1">
                              <a:solidFill>
                                <a:srgbClr val="000000"/>
                              </a:solidFill>
                              <a:latin typeface="Cambria Math" panose="02040503050406030204" pitchFamily="18" charset="0"/>
                            </a:rPr>
                            <m:t>1</m:t>
                          </m:r>
                        </m:num>
                        <m:den>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𝑟</m:t>
                              </m:r>
                            </m:e>
                            <m:sub>
                              <m:r>
                                <a:rPr lang="zh-CN" altLang="en-US" sz="2800" i="1">
                                  <a:solidFill>
                                    <a:srgbClr val="000000"/>
                                  </a:solidFill>
                                  <a:latin typeface="Cambria Math" panose="02040503050406030204" pitchFamily="18" charset="0"/>
                                </a:rPr>
                                <m:t>𝑏</m:t>
                              </m:r>
                            </m:sub>
                          </m:sSub>
                        </m:den>
                      </m:f>
                      <m:r>
                        <a:rPr lang="zh-CN" altLang="en-US" sz="2800" i="1">
                          <a:solidFill>
                            <a:srgbClr val="000000"/>
                          </a:solidFill>
                          <a:latin typeface="Cambria Math" panose="02040503050406030204" pitchFamily="18" charset="0"/>
                        </a:rPr>
                        <m:t>)</m:t>
                      </m:r>
                    </m:oMath>
                  </m:oMathPara>
                </a14:m>
                <a:endParaRPr lang="zh-CN" altLang="en-US" sz="2800" dirty="0"/>
              </a:p>
            </p:txBody>
          </p:sp>
        </mc:Choice>
        <mc:Fallback xmlns="">
          <p:sp>
            <p:nvSpPr>
              <p:cNvPr id="14" name="Object 83">
                <a:extLst>
                  <a:ext uri="{FF2B5EF4-FFF2-40B4-BE49-F238E27FC236}">
                    <a16:creationId xmlns:a16="http://schemas.microsoft.com/office/drawing/2014/main" id="{9E303D23-3CA9-4A9B-871E-41E499178D9E}"/>
                  </a:ext>
                </a:extLst>
              </p:cNvPr>
              <p:cNvSpPr txBox="1">
                <a:spLocks noRot="1" noChangeAspect="1" noMove="1" noResize="1" noEditPoints="1" noAdjustHandles="1" noChangeArrowheads="1" noChangeShapeType="1" noTextEdit="1"/>
              </p:cNvSpPr>
              <p:nvPr/>
            </p:nvSpPr>
            <p:spPr bwMode="auto">
              <a:xfrm>
                <a:off x="2739854" y="2018597"/>
                <a:ext cx="3438562" cy="1063625"/>
              </a:xfrm>
              <a:prstGeom prst="rect">
                <a:avLst/>
              </a:prstGeom>
              <a:blipFill>
                <a:blip r:embed="rId3"/>
                <a:stretch>
                  <a:fillRect/>
                </a:stretch>
              </a:blipFill>
              <a:ln>
                <a:noFill/>
              </a:ln>
              <a:effectLst/>
            </p:spPr>
            <p:txBody>
              <a:bodyPr/>
              <a:lstStyle/>
              <a:p>
                <a:r>
                  <a:rPr lang="en-US">
                    <a:noFill/>
                  </a:rPr>
                  <a:t> </a:t>
                </a:r>
              </a:p>
            </p:txBody>
          </p:sp>
        </mc:Fallback>
      </mc:AlternateContent>
      <p:pic>
        <p:nvPicPr>
          <p:cNvPr id="16" name="图片 2">
            <a:extLst>
              <a:ext uri="{FF2B5EF4-FFF2-40B4-BE49-F238E27FC236}">
                <a16:creationId xmlns:a16="http://schemas.microsoft.com/office/drawing/2014/main" id="{00CE27D5-C0E8-4D41-8AA0-90DE370EEE07}"/>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7429293" y="586413"/>
            <a:ext cx="2992437" cy="3590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 name="Text Box 6">
            <a:extLst>
              <a:ext uri="{FF2B5EF4-FFF2-40B4-BE49-F238E27FC236}">
                <a16:creationId xmlns:a16="http://schemas.microsoft.com/office/drawing/2014/main" id="{8BB2B602-948F-479D-A864-EC5D7F47BB25}"/>
              </a:ext>
            </a:extLst>
          </p:cNvPr>
          <p:cNvSpPr txBox="1">
            <a:spLocks noChangeArrowheads="1"/>
          </p:cNvSpPr>
          <p:nvPr/>
        </p:nvSpPr>
        <p:spPr bwMode="auto">
          <a:xfrm>
            <a:off x="8071872" y="4405962"/>
            <a:ext cx="3533576"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type="none" w="sm" len="sm"/>
                <a:tailEnd type="none" w="sm" len="sm"/>
              </a14:hiddenLine>
            </a:ext>
          </a:extLst>
        </p:spPr>
        <p:txBody>
          <a:bodyPr wrap="square">
            <a:spAutoFit/>
          </a:bodyPr>
          <a:lstStyle>
            <a:lvl1pPr>
              <a:defRPr kumimoji="1" sz="2400">
                <a:solidFill>
                  <a:srgbClr val="FF3300"/>
                </a:solidFill>
                <a:latin typeface="Times New Roman" panose="02020603050405020304" pitchFamily="18" charset="0"/>
                <a:ea typeface="宋体" panose="02010600030101010101" pitchFamily="2" charset="-122"/>
              </a:defRPr>
            </a:lvl1pPr>
            <a:lvl2pPr marL="742950" indent="-285750">
              <a:defRPr kumimoji="1" sz="2400">
                <a:solidFill>
                  <a:srgbClr val="FF3300"/>
                </a:solidFill>
                <a:latin typeface="Times New Roman" panose="02020603050405020304" pitchFamily="18" charset="0"/>
                <a:ea typeface="宋体" panose="02010600030101010101" pitchFamily="2" charset="-122"/>
              </a:defRPr>
            </a:lvl2pPr>
            <a:lvl3pPr marL="1143000" indent="-228600">
              <a:defRPr kumimoji="1" sz="2400">
                <a:solidFill>
                  <a:srgbClr val="FF3300"/>
                </a:solidFill>
                <a:latin typeface="Times New Roman" panose="02020603050405020304" pitchFamily="18" charset="0"/>
                <a:ea typeface="宋体" panose="02010600030101010101" pitchFamily="2" charset="-122"/>
              </a:defRPr>
            </a:lvl3pPr>
            <a:lvl4pPr marL="1600200" indent="-228600">
              <a:defRPr kumimoji="1" sz="2400">
                <a:solidFill>
                  <a:srgbClr val="FF3300"/>
                </a:solidFill>
                <a:latin typeface="Times New Roman" panose="02020603050405020304" pitchFamily="18" charset="0"/>
                <a:ea typeface="宋体" panose="02010600030101010101" pitchFamily="2" charset="-122"/>
              </a:defRPr>
            </a:lvl4pPr>
            <a:lvl5pPr marL="2057400" indent="-228600">
              <a:defRPr kumimoji="1" sz="2400">
                <a:solidFill>
                  <a:srgbClr val="FF33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9pPr>
          </a:lstStyle>
          <a:p>
            <a:r>
              <a:rPr lang="zh-CN" altLang="en-US" sz="2800" b="1" dirty="0">
                <a:solidFill>
                  <a:srgbClr val="FF0000"/>
                </a:solidFill>
                <a:latin typeface="华文楷体" panose="02010600040101010101" pitchFamily="2" charset="-122"/>
                <a:ea typeface="华文楷体" panose="02010600040101010101" pitchFamily="2" charset="-122"/>
              </a:rPr>
              <a:t>只和初末位置有关</a:t>
            </a:r>
            <a:r>
              <a:rPr lang="en-US" altLang="zh-CN" sz="2800" b="1" dirty="0">
                <a:solidFill>
                  <a:srgbClr val="FF0000"/>
                </a:solidFill>
                <a:latin typeface="华文楷体" panose="02010600040101010101" pitchFamily="2" charset="-122"/>
                <a:ea typeface="华文楷体" panose="02010600040101010101" pitchFamily="2" charset="-122"/>
              </a:rPr>
              <a:t>, </a:t>
            </a:r>
            <a:r>
              <a:rPr lang="zh-CN" altLang="en-US" sz="2800" b="1" dirty="0">
                <a:solidFill>
                  <a:srgbClr val="FF0000"/>
                </a:solidFill>
                <a:latin typeface="华文楷体" panose="02010600040101010101" pitchFamily="2" charset="-122"/>
                <a:ea typeface="华文楷体" panose="02010600040101010101" pitchFamily="2" charset="-122"/>
              </a:rPr>
              <a:t>与路径无关</a:t>
            </a:r>
          </a:p>
        </p:txBody>
      </p:sp>
      <mc:AlternateContent xmlns:mc="http://schemas.openxmlformats.org/markup-compatibility/2006" xmlns:a14="http://schemas.microsoft.com/office/drawing/2010/main">
        <mc:Choice Requires="a14">
          <p:sp>
            <p:nvSpPr>
              <p:cNvPr id="18" name="Object 6">
                <a:extLst>
                  <a:ext uri="{FF2B5EF4-FFF2-40B4-BE49-F238E27FC236}">
                    <a16:creationId xmlns:a16="http://schemas.microsoft.com/office/drawing/2014/main" id="{5187D95A-3260-4CB7-817E-70BC98FC43BE}"/>
                  </a:ext>
                </a:extLst>
              </p:cNvPr>
              <p:cNvSpPr txBox="1"/>
              <p:nvPr/>
            </p:nvSpPr>
            <p:spPr bwMode="auto">
              <a:xfrm>
                <a:off x="1710005" y="4565666"/>
                <a:ext cx="5095913" cy="922337"/>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zh-CN" altLang="en-US" sz="3200" b="1" i="1" smtClean="0">
                          <a:solidFill>
                            <a:srgbClr val="0066FF"/>
                          </a:solidFill>
                          <a:latin typeface="Cambria Math" panose="02040503050406030204" pitchFamily="18" charset="0"/>
                        </a:rPr>
                        <m:t>𝑨</m:t>
                      </m:r>
                      <m:r>
                        <a:rPr lang="zh-CN" altLang="en-US" sz="3200" b="1" i="1" smtClean="0">
                          <a:solidFill>
                            <a:srgbClr val="0066FF"/>
                          </a:solidFill>
                          <a:latin typeface="Cambria Math" panose="02040503050406030204" pitchFamily="18" charset="0"/>
                        </a:rPr>
                        <m:t>=</m:t>
                      </m:r>
                      <m:nary>
                        <m:naryPr>
                          <m:chr m:val="∮"/>
                          <m:limLoc m:val="undOvr"/>
                          <m:supHide m:val="on"/>
                          <m:ctrlPr>
                            <a:rPr lang="zh-CN" altLang="en-US" sz="3200" b="1" i="1">
                              <a:solidFill>
                                <a:srgbClr val="0066FF"/>
                              </a:solidFill>
                              <a:latin typeface="Cambria Math" panose="02040503050406030204" pitchFamily="18" charset="0"/>
                            </a:rPr>
                          </m:ctrlPr>
                        </m:naryPr>
                        <m:sub>
                          <m:r>
                            <a:rPr lang="zh-CN" altLang="en-US" sz="3200" b="1" i="1">
                              <a:solidFill>
                                <a:srgbClr val="0066FF"/>
                              </a:solidFill>
                              <a:latin typeface="Cambria Math" panose="02040503050406030204" pitchFamily="18" charset="0"/>
                            </a:rPr>
                            <m:t>𝑳</m:t>
                          </m:r>
                        </m:sub>
                        <m:sup/>
                        <m:e>
                          <m:sSub>
                            <m:sSubPr>
                              <m:ctrlPr>
                                <a:rPr lang="zh-CN" altLang="en-US" sz="3200" b="1" i="1">
                                  <a:solidFill>
                                    <a:srgbClr val="0066FF"/>
                                  </a:solidFill>
                                  <a:latin typeface="Cambria Math" panose="02040503050406030204" pitchFamily="18" charset="0"/>
                                </a:rPr>
                              </m:ctrlPr>
                            </m:sSubPr>
                            <m:e>
                              <m:r>
                                <a:rPr lang="zh-CN" altLang="en-US" sz="3200" b="1" i="1">
                                  <a:solidFill>
                                    <a:srgbClr val="0066FF"/>
                                  </a:solidFill>
                                  <a:latin typeface="Cambria Math" panose="02040503050406030204" pitchFamily="18" charset="0"/>
                                </a:rPr>
                                <m:t>𝒒</m:t>
                              </m:r>
                            </m:e>
                            <m:sub>
                              <m:r>
                                <a:rPr lang="zh-CN" altLang="en-US" sz="3200" b="1" i="1">
                                  <a:solidFill>
                                    <a:srgbClr val="0066FF"/>
                                  </a:solidFill>
                                  <a:latin typeface="Cambria Math" panose="02040503050406030204" pitchFamily="18" charset="0"/>
                                </a:rPr>
                                <m:t>𝟎</m:t>
                              </m:r>
                            </m:sub>
                          </m:sSub>
                          <m:acc>
                            <m:accPr>
                              <m:chr m:val="⃗"/>
                              <m:ctrlPr>
                                <a:rPr lang="zh-CN" altLang="en-US" sz="3200" b="1" i="1">
                                  <a:solidFill>
                                    <a:srgbClr val="0066FF"/>
                                  </a:solidFill>
                                  <a:latin typeface="Cambria Math" panose="02040503050406030204" pitchFamily="18" charset="0"/>
                                </a:rPr>
                              </m:ctrlPr>
                            </m:accPr>
                            <m:e>
                              <m:r>
                                <a:rPr lang="zh-CN" altLang="en-US" sz="3200" b="1" i="1">
                                  <a:solidFill>
                                    <a:srgbClr val="0066FF"/>
                                  </a:solidFill>
                                  <a:latin typeface="Cambria Math" panose="02040503050406030204" pitchFamily="18" charset="0"/>
                                </a:rPr>
                                <m:t>𝑬</m:t>
                              </m:r>
                            </m:e>
                          </m:acc>
                          <m:r>
                            <a:rPr lang="zh-CN" altLang="en-US" sz="3200" b="1" i="1">
                              <a:solidFill>
                                <a:srgbClr val="0066FF"/>
                              </a:solidFill>
                              <a:latin typeface="Cambria Math" panose="02040503050406030204" pitchFamily="18" charset="0"/>
                            </a:rPr>
                            <m:t>⋅</m:t>
                          </m:r>
                          <m:r>
                            <a:rPr lang="zh-CN" altLang="en-US" sz="3200" b="1" i="1">
                              <a:solidFill>
                                <a:srgbClr val="0066FF"/>
                              </a:solidFill>
                              <a:latin typeface="Cambria Math" panose="02040503050406030204" pitchFamily="18" charset="0"/>
                            </a:rPr>
                            <m:t>𝒅</m:t>
                          </m:r>
                          <m:acc>
                            <m:accPr>
                              <m:chr m:val="⃗"/>
                              <m:ctrlPr>
                                <a:rPr lang="zh-CN" altLang="en-US" sz="3200" b="1" i="1">
                                  <a:solidFill>
                                    <a:srgbClr val="0066FF"/>
                                  </a:solidFill>
                                  <a:latin typeface="Cambria Math" panose="02040503050406030204" pitchFamily="18" charset="0"/>
                                </a:rPr>
                              </m:ctrlPr>
                            </m:accPr>
                            <m:e>
                              <m:r>
                                <a:rPr lang="zh-CN" altLang="en-US" sz="3200" b="1" i="1">
                                  <a:solidFill>
                                    <a:srgbClr val="0066FF"/>
                                  </a:solidFill>
                                  <a:latin typeface="Cambria Math" panose="02040503050406030204" pitchFamily="18" charset="0"/>
                                </a:rPr>
                                <m:t>𝒍</m:t>
                              </m:r>
                            </m:e>
                          </m:acc>
                          <m:r>
                            <a:rPr lang="zh-CN" altLang="en-US" sz="3200" b="1" i="1">
                              <a:solidFill>
                                <a:srgbClr val="0066FF"/>
                              </a:solidFill>
                              <a:latin typeface="Cambria Math" panose="02040503050406030204" pitchFamily="18" charset="0"/>
                            </a:rPr>
                            <m:t>=</m:t>
                          </m:r>
                          <m:r>
                            <a:rPr lang="zh-CN" altLang="en-US" sz="3200" b="1" i="1">
                              <a:solidFill>
                                <a:srgbClr val="0066FF"/>
                              </a:solidFill>
                              <a:latin typeface="Cambria Math" panose="02040503050406030204" pitchFamily="18" charset="0"/>
                            </a:rPr>
                            <m:t>𝟎</m:t>
                          </m:r>
                        </m:e>
                      </m:nary>
                    </m:oMath>
                  </m:oMathPara>
                </a14:m>
                <a:endParaRPr lang="zh-CN" altLang="en-US" sz="3200" b="1" dirty="0">
                  <a:solidFill>
                    <a:srgbClr val="0066FF"/>
                  </a:solidFill>
                </a:endParaRPr>
              </a:p>
            </p:txBody>
          </p:sp>
        </mc:Choice>
        <mc:Fallback xmlns="">
          <p:sp>
            <p:nvSpPr>
              <p:cNvPr id="18" name="Object 6">
                <a:extLst>
                  <a:ext uri="{FF2B5EF4-FFF2-40B4-BE49-F238E27FC236}">
                    <a16:creationId xmlns:a16="http://schemas.microsoft.com/office/drawing/2014/main" id="{5187D95A-3260-4CB7-817E-70BC98FC43BE}"/>
                  </a:ext>
                </a:extLst>
              </p:cNvPr>
              <p:cNvSpPr txBox="1">
                <a:spLocks noRot="1" noChangeAspect="1" noMove="1" noResize="1" noEditPoints="1" noAdjustHandles="1" noChangeArrowheads="1" noChangeShapeType="1" noTextEdit="1"/>
              </p:cNvSpPr>
              <p:nvPr/>
            </p:nvSpPr>
            <p:spPr bwMode="auto">
              <a:xfrm>
                <a:off x="1710005" y="4565666"/>
                <a:ext cx="5095913" cy="922337"/>
              </a:xfrm>
              <a:prstGeom prst="rect">
                <a:avLst/>
              </a:prstGeom>
              <a:blipFill>
                <a:blip r:embed="rId5"/>
                <a:stretch>
                  <a:fillRect b="-45033"/>
                </a:stretch>
              </a:blipFill>
              <a:ln>
                <a:noFill/>
              </a:ln>
              <a:effectLst/>
            </p:spPr>
            <p:txBody>
              <a:bodyPr/>
              <a:lstStyle/>
              <a:p>
                <a:r>
                  <a:rPr lang="en-US">
                    <a:noFill/>
                  </a:rPr>
                  <a:t> </a:t>
                </a:r>
              </a:p>
            </p:txBody>
          </p:sp>
        </mc:Fallback>
      </mc:AlternateContent>
      <p:sp>
        <p:nvSpPr>
          <p:cNvPr id="19" name="文本框 18">
            <a:extLst>
              <a:ext uri="{FF2B5EF4-FFF2-40B4-BE49-F238E27FC236}">
                <a16:creationId xmlns:a16="http://schemas.microsoft.com/office/drawing/2014/main" id="{67EEE891-52D3-444B-ADEB-E7BD5A084DFC}"/>
              </a:ext>
            </a:extLst>
          </p:cNvPr>
          <p:cNvSpPr txBox="1"/>
          <p:nvPr/>
        </p:nvSpPr>
        <p:spPr>
          <a:xfrm>
            <a:off x="1710005" y="3762141"/>
            <a:ext cx="2410123" cy="584775"/>
          </a:xfrm>
          <a:prstGeom prst="rect">
            <a:avLst/>
          </a:prstGeom>
          <a:noFill/>
        </p:spPr>
        <p:txBody>
          <a:bodyPr wrap="square" rtlCol="0">
            <a:spAutoFit/>
          </a:bodyPr>
          <a:lstStyle/>
          <a:p>
            <a:r>
              <a:rPr lang="zh-CN" altLang="en-US" sz="3200" b="1" dirty="0">
                <a:solidFill>
                  <a:srgbClr val="0066FF"/>
                </a:solidFill>
                <a:latin typeface="华文楷体" panose="02010600040101010101" pitchFamily="2" charset="-122"/>
                <a:ea typeface="华文楷体" panose="02010600040101010101" pitchFamily="2" charset="-122"/>
              </a:rPr>
              <a:t>闭合环路</a:t>
            </a:r>
            <a:endParaRPr lang="en-US" sz="3200" b="1" dirty="0">
              <a:solidFill>
                <a:srgbClr val="0066FF"/>
              </a:solidFill>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29202490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9"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4375" name="Text Box 7">
            <a:extLst>
              <a:ext uri="{FF2B5EF4-FFF2-40B4-BE49-F238E27FC236}">
                <a16:creationId xmlns:a16="http://schemas.microsoft.com/office/drawing/2014/main" id="{1E4FFC58-08E2-4132-BA26-23C831F1A23F}"/>
              </a:ext>
            </a:extLst>
          </p:cNvPr>
          <p:cNvSpPr txBox="1">
            <a:spLocks noChangeArrowheads="1"/>
          </p:cNvSpPr>
          <p:nvPr/>
        </p:nvSpPr>
        <p:spPr bwMode="auto">
          <a:xfrm>
            <a:off x="1351756" y="785657"/>
            <a:ext cx="5084763"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457200" indent="-457200" eaLnBrk="1" hangingPunct="1">
              <a:spcBef>
                <a:spcPct val="50000"/>
              </a:spcBef>
              <a:buFont typeface="Wingdings" panose="05000000000000000000" pitchFamily="2" charset="2"/>
              <a:buChar char="q"/>
            </a:pPr>
            <a:r>
              <a:rPr lang="zh-CN" altLang="en-US" b="1" dirty="0">
                <a:solidFill>
                  <a:srgbClr val="0066FF"/>
                </a:solidFill>
                <a:latin typeface="华文楷体" panose="02010600040101010101" pitchFamily="2" charset="-122"/>
                <a:ea typeface="华文楷体" panose="02010600040101010101" pitchFamily="2" charset="-122"/>
              </a:rPr>
              <a:t>点电荷系的静电场</a:t>
            </a:r>
          </a:p>
        </p:txBody>
      </p:sp>
      <mc:AlternateContent xmlns:mc="http://schemas.openxmlformats.org/markup-compatibility/2006" xmlns:a14="http://schemas.microsoft.com/office/drawing/2010/main">
        <mc:Choice Requires="a14">
          <p:sp>
            <p:nvSpPr>
              <p:cNvPr id="314377" name="Object 9">
                <a:extLst>
                  <a:ext uri="{FF2B5EF4-FFF2-40B4-BE49-F238E27FC236}">
                    <a16:creationId xmlns:a16="http://schemas.microsoft.com/office/drawing/2014/main" id="{E413AB2F-1749-4109-8CDC-5790CDFEF725}"/>
                  </a:ext>
                </a:extLst>
              </p:cNvPr>
              <p:cNvSpPr txBox="1"/>
              <p:nvPr/>
            </p:nvSpPr>
            <p:spPr bwMode="auto">
              <a:xfrm>
                <a:off x="4769112" y="1596145"/>
                <a:ext cx="3367089" cy="936625"/>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acc>
                        <m:accPr>
                          <m:chr m:val="⃗"/>
                          <m:ctrlPr>
                            <a:rPr lang="zh-CN" altLang="en-US" sz="2800" i="1">
                              <a:solidFill>
                                <a:srgbClr val="000000"/>
                              </a:solidFill>
                              <a:latin typeface="Cambria Math" panose="02040503050406030204" pitchFamily="18" charset="0"/>
                            </a:rPr>
                          </m:ctrlPr>
                        </m:accPr>
                        <m:e>
                          <m:r>
                            <a:rPr lang="zh-CN" altLang="en-US" sz="2800" i="1">
                              <a:solidFill>
                                <a:srgbClr val="000000"/>
                              </a:solidFill>
                              <a:latin typeface="Cambria Math" panose="02040503050406030204" pitchFamily="18" charset="0"/>
                            </a:rPr>
                            <m:t>𝐸</m:t>
                          </m:r>
                        </m:e>
                      </m:acc>
                      <m:r>
                        <a:rPr lang="zh-CN" altLang="en-US" sz="2800" i="1">
                          <a:solidFill>
                            <a:srgbClr val="000000"/>
                          </a:solidFill>
                          <a:latin typeface="Cambria Math" panose="02040503050406030204" pitchFamily="18" charset="0"/>
                        </a:rPr>
                        <m:t>=</m:t>
                      </m:r>
                      <m:nary>
                        <m:naryPr>
                          <m:chr m:val="∑"/>
                          <m:ctrlPr>
                            <a:rPr lang="zh-CN" altLang="en-US" sz="2800" i="1">
                              <a:solidFill>
                                <a:srgbClr val="000000"/>
                              </a:solidFill>
                              <a:latin typeface="Cambria Math" panose="02040503050406030204" pitchFamily="18" charset="0"/>
                            </a:rPr>
                          </m:ctrlPr>
                        </m:naryPr>
                        <m:sub>
                          <m:r>
                            <a:rPr lang="zh-CN" altLang="en-US" sz="2800" i="1">
                              <a:solidFill>
                                <a:srgbClr val="000000"/>
                              </a:solidFill>
                              <a:latin typeface="Cambria Math" panose="02040503050406030204" pitchFamily="18" charset="0"/>
                            </a:rPr>
                            <m:t>𝑖</m:t>
                          </m:r>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1</m:t>
                          </m:r>
                        </m:sub>
                        <m:sup>
                          <m:r>
                            <a:rPr lang="zh-CN" altLang="en-US" sz="2800" i="1">
                              <a:solidFill>
                                <a:srgbClr val="000000"/>
                              </a:solidFill>
                              <a:latin typeface="Cambria Math" panose="02040503050406030204" pitchFamily="18" charset="0"/>
                            </a:rPr>
                            <m:t>𝑛</m:t>
                          </m:r>
                        </m:sup>
                        <m:e>
                          <m:sSub>
                            <m:sSubPr>
                              <m:ctrlPr>
                                <a:rPr lang="zh-CN" altLang="en-US" sz="2800" i="1">
                                  <a:solidFill>
                                    <a:srgbClr val="000000"/>
                                  </a:solidFill>
                                  <a:latin typeface="Cambria Math" panose="02040503050406030204" pitchFamily="18" charset="0"/>
                                </a:rPr>
                              </m:ctrlPr>
                            </m:sSubPr>
                            <m:e>
                              <m:acc>
                                <m:accPr>
                                  <m:chr m:val="⃗"/>
                                  <m:ctrlPr>
                                    <a:rPr lang="zh-CN" altLang="en-US" sz="2800" i="1">
                                      <a:solidFill>
                                        <a:srgbClr val="000000"/>
                                      </a:solidFill>
                                      <a:latin typeface="Cambria Math" panose="02040503050406030204" pitchFamily="18" charset="0"/>
                                    </a:rPr>
                                  </m:ctrlPr>
                                </m:accPr>
                                <m:e>
                                  <m:r>
                                    <a:rPr lang="zh-CN" altLang="en-US" sz="2800" i="1">
                                      <a:solidFill>
                                        <a:srgbClr val="000000"/>
                                      </a:solidFill>
                                      <a:latin typeface="Cambria Math" panose="02040503050406030204" pitchFamily="18" charset="0"/>
                                    </a:rPr>
                                    <m:t>𝐸</m:t>
                                  </m:r>
                                </m:e>
                              </m:acc>
                            </m:e>
                            <m:sub>
                              <m:r>
                                <a:rPr lang="zh-CN" altLang="en-US" sz="2800" i="1">
                                  <a:solidFill>
                                    <a:srgbClr val="000000"/>
                                  </a:solidFill>
                                  <a:latin typeface="Cambria Math" panose="02040503050406030204" pitchFamily="18" charset="0"/>
                                </a:rPr>
                                <m:t>𝑖</m:t>
                              </m:r>
                            </m:sub>
                          </m:sSub>
                        </m:e>
                      </m:nary>
                    </m:oMath>
                  </m:oMathPara>
                </a14:m>
                <a:endParaRPr lang="zh-CN" altLang="en-US" sz="2800" dirty="0"/>
              </a:p>
            </p:txBody>
          </p:sp>
        </mc:Choice>
        <mc:Fallback xmlns="">
          <p:sp>
            <p:nvSpPr>
              <p:cNvPr id="314377" name="Object 9">
                <a:extLst>
                  <a:ext uri="{FF2B5EF4-FFF2-40B4-BE49-F238E27FC236}">
                    <a16:creationId xmlns:a16="http://schemas.microsoft.com/office/drawing/2014/main" id="{E413AB2F-1749-4109-8CDC-5790CDFEF725}"/>
                  </a:ext>
                </a:extLst>
              </p:cNvPr>
              <p:cNvSpPr txBox="1">
                <a:spLocks noRot="1" noChangeAspect="1" noMove="1" noResize="1" noEditPoints="1" noAdjustHandles="1" noChangeArrowheads="1" noChangeShapeType="1" noTextEdit="1"/>
              </p:cNvSpPr>
              <p:nvPr/>
            </p:nvSpPr>
            <p:spPr bwMode="auto">
              <a:xfrm>
                <a:off x="4769112" y="1596145"/>
                <a:ext cx="3367089" cy="936625"/>
              </a:xfrm>
              <a:prstGeom prst="rect">
                <a:avLst/>
              </a:prstGeom>
              <a:blipFill>
                <a:blip r:embed="rId3"/>
                <a:stretch>
                  <a:fillRect b="-29412"/>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4378" name="Object 10">
                <a:extLst>
                  <a:ext uri="{FF2B5EF4-FFF2-40B4-BE49-F238E27FC236}">
                    <a16:creationId xmlns:a16="http://schemas.microsoft.com/office/drawing/2014/main" id="{7253ECCD-37B9-4181-8E43-3F3603F4AFF4}"/>
                  </a:ext>
                </a:extLst>
              </p:cNvPr>
              <p:cNvSpPr txBox="1"/>
              <p:nvPr/>
            </p:nvSpPr>
            <p:spPr bwMode="auto">
              <a:xfrm>
                <a:off x="1700213" y="1678695"/>
                <a:ext cx="4557182" cy="920750"/>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zh-CN" altLang="en-US" sz="2800" i="1">
                          <a:solidFill>
                            <a:srgbClr val="000000"/>
                          </a:solidFill>
                          <a:latin typeface="Cambria Math" panose="02040503050406030204" pitchFamily="18" charset="0"/>
                        </a:rPr>
                        <m:t>𝐴</m:t>
                      </m:r>
                      <m:r>
                        <a:rPr lang="zh-CN" altLang="en-US" sz="2800" i="1">
                          <a:solidFill>
                            <a:srgbClr val="000000"/>
                          </a:solidFill>
                          <a:latin typeface="Cambria Math" panose="02040503050406030204" pitchFamily="18" charset="0"/>
                        </a:rPr>
                        <m:t>=</m:t>
                      </m:r>
                      <m:nary>
                        <m:naryPr>
                          <m:chr m:val="∮"/>
                          <m:limLoc m:val="undOvr"/>
                          <m:supHide m:val="on"/>
                          <m:ctrlPr>
                            <a:rPr lang="zh-CN" altLang="en-US" sz="2800" i="1">
                              <a:solidFill>
                                <a:srgbClr val="000000"/>
                              </a:solidFill>
                              <a:latin typeface="Cambria Math" panose="02040503050406030204" pitchFamily="18" charset="0"/>
                            </a:rPr>
                          </m:ctrlPr>
                        </m:naryPr>
                        <m:sub>
                          <m:r>
                            <a:rPr lang="zh-CN" altLang="en-US" sz="2800" i="1">
                              <a:solidFill>
                                <a:srgbClr val="000000"/>
                              </a:solidFill>
                              <a:latin typeface="Cambria Math" panose="02040503050406030204" pitchFamily="18" charset="0"/>
                            </a:rPr>
                            <m:t>𝐿</m:t>
                          </m:r>
                        </m:sub>
                        <m:sup/>
                        <m:e>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𝑞</m:t>
                              </m:r>
                            </m:e>
                            <m:sub>
                              <m:r>
                                <a:rPr lang="zh-CN" altLang="en-US" sz="2800" i="1">
                                  <a:solidFill>
                                    <a:srgbClr val="000000"/>
                                  </a:solidFill>
                                  <a:latin typeface="Cambria Math" panose="02040503050406030204" pitchFamily="18" charset="0"/>
                                </a:rPr>
                                <m:t>0</m:t>
                              </m:r>
                            </m:sub>
                          </m:sSub>
                          <m:acc>
                            <m:accPr>
                              <m:chr m:val="⃗"/>
                              <m:ctrlPr>
                                <a:rPr lang="zh-CN" altLang="en-US" sz="2800" i="1">
                                  <a:solidFill>
                                    <a:srgbClr val="000000"/>
                                  </a:solidFill>
                                  <a:latin typeface="Cambria Math" panose="02040503050406030204" pitchFamily="18" charset="0"/>
                                </a:rPr>
                              </m:ctrlPr>
                            </m:accPr>
                            <m:e>
                              <m:r>
                                <a:rPr lang="zh-CN" altLang="en-US" sz="2800" i="1">
                                  <a:solidFill>
                                    <a:srgbClr val="000000"/>
                                  </a:solidFill>
                                  <a:latin typeface="Cambria Math" panose="02040503050406030204" pitchFamily="18" charset="0"/>
                                </a:rPr>
                                <m:t>𝐸</m:t>
                              </m:r>
                            </m:e>
                          </m:acc>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𝑑</m:t>
                          </m:r>
                          <m:acc>
                            <m:accPr>
                              <m:chr m:val="⃗"/>
                              <m:ctrlPr>
                                <a:rPr lang="zh-CN" altLang="en-US" sz="2800" i="1">
                                  <a:solidFill>
                                    <a:srgbClr val="000000"/>
                                  </a:solidFill>
                                  <a:latin typeface="Cambria Math" panose="02040503050406030204" pitchFamily="18" charset="0"/>
                                </a:rPr>
                              </m:ctrlPr>
                            </m:accPr>
                            <m:e>
                              <m:r>
                                <a:rPr lang="zh-CN" altLang="en-US" sz="2800" i="1">
                                  <a:solidFill>
                                    <a:srgbClr val="000000"/>
                                  </a:solidFill>
                                  <a:latin typeface="Cambria Math" panose="02040503050406030204" pitchFamily="18" charset="0"/>
                                </a:rPr>
                                <m:t>𝑙</m:t>
                              </m:r>
                            </m:e>
                          </m:acc>
                        </m:e>
                      </m:nary>
                    </m:oMath>
                  </m:oMathPara>
                </a14:m>
                <a:endParaRPr lang="zh-CN" altLang="en-US" sz="2800" dirty="0"/>
              </a:p>
            </p:txBody>
          </p:sp>
        </mc:Choice>
        <mc:Fallback xmlns="">
          <p:sp>
            <p:nvSpPr>
              <p:cNvPr id="314378" name="Object 10">
                <a:extLst>
                  <a:ext uri="{FF2B5EF4-FFF2-40B4-BE49-F238E27FC236}">
                    <a16:creationId xmlns:a16="http://schemas.microsoft.com/office/drawing/2014/main" id="{7253ECCD-37B9-4181-8E43-3F3603F4AFF4}"/>
                  </a:ext>
                </a:extLst>
              </p:cNvPr>
              <p:cNvSpPr txBox="1">
                <a:spLocks noRot="1" noChangeAspect="1" noMove="1" noResize="1" noEditPoints="1" noAdjustHandles="1" noChangeArrowheads="1" noChangeShapeType="1" noTextEdit="1"/>
              </p:cNvSpPr>
              <p:nvPr/>
            </p:nvSpPr>
            <p:spPr bwMode="auto">
              <a:xfrm>
                <a:off x="1700213" y="1678695"/>
                <a:ext cx="4557182" cy="920750"/>
              </a:xfrm>
              <a:prstGeom prst="rect">
                <a:avLst/>
              </a:prstGeom>
              <a:blipFill>
                <a:blip r:embed="rId4"/>
                <a:stretch>
                  <a:fillRect b="-26490"/>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4380" name="Object 12">
                <a:extLst>
                  <a:ext uri="{FF2B5EF4-FFF2-40B4-BE49-F238E27FC236}">
                    <a16:creationId xmlns:a16="http://schemas.microsoft.com/office/drawing/2014/main" id="{5CF646AD-8E5C-4F99-94D3-DC82DA610CAC}"/>
                  </a:ext>
                </a:extLst>
              </p:cNvPr>
              <p:cNvSpPr txBox="1"/>
              <p:nvPr/>
            </p:nvSpPr>
            <p:spPr bwMode="auto">
              <a:xfrm>
                <a:off x="4012935" y="5458531"/>
                <a:ext cx="2119313" cy="922338"/>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nary>
                        <m:naryPr>
                          <m:chr m:val="∮"/>
                          <m:limLoc m:val="undOvr"/>
                          <m:supHide m:val="on"/>
                          <m:ctrlPr>
                            <a:rPr lang="zh-CN" altLang="en-US" sz="3200" b="1" i="1" smtClean="0">
                              <a:solidFill>
                                <a:srgbClr val="0066FF"/>
                              </a:solidFill>
                              <a:latin typeface="Cambria Math" panose="02040503050406030204" pitchFamily="18" charset="0"/>
                            </a:rPr>
                          </m:ctrlPr>
                        </m:naryPr>
                        <m:sub>
                          <m:r>
                            <a:rPr lang="zh-CN" altLang="en-US" sz="3200" b="1" i="1">
                              <a:solidFill>
                                <a:srgbClr val="0066FF"/>
                              </a:solidFill>
                              <a:latin typeface="Cambria Math" panose="02040503050406030204" pitchFamily="18" charset="0"/>
                            </a:rPr>
                            <m:t>𝑳</m:t>
                          </m:r>
                        </m:sub>
                        <m:sup/>
                        <m:e>
                          <m:sSub>
                            <m:sSubPr>
                              <m:ctrlPr>
                                <a:rPr lang="zh-CN" altLang="en-US" sz="3200" b="1" i="1">
                                  <a:solidFill>
                                    <a:srgbClr val="0066FF"/>
                                  </a:solidFill>
                                  <a:latin typeface="Cambria Math" panose="02040503050406030204" pitchFamily="18" charset="0"/>
                                </a:rPr>
                              </m:ctrlPr>
                            </m:sSubPr>
                            <m:e>
                              <m:r>
                                <a:rPr lang="zh-CN" altLang="en-US" sz="3200" b="1" i="1">
                                  <a:solidFill>
                                    <a:srgbClr val="0066FF"/>
                                  </a:solidFill>
                                  <a:latin typeface="Cambria Math" panose="02040503050406030204" pitchFamily="18" charset="0"/>
                                </a:rPr>
                                <m:t>𝒒</m:t>
                              </m:r>
                            </m:e>
                            <m:sub>
                              <m:r>
                                <a:rPr lang="zh-CN" altLang="en-US" sz="3200" b="1" i="1">
                                  <a:solidFill>
                                    <a:srgbClr val="0066FF"/>
                                  </a:solidFill>
                                  <a:latin typeface="Cambria Math" panose="02040503050406030204" pitchFamily="18" charset="0"/>
                                </a:rPr>
                                <m:t>𝟎</m:t>
                              </m:r>
                            </m:sub>
                          </m:sSub>
                          <m:acc>
                            <m:accPr>
                              <m:chr m:val="⃗"/>
                              <m:ctrlPr>
                                <a:rPr lang="zh-CN" altLang="en-US" sz="3200" b="1" i="1">
                                  <a:solidFill>
                                    <a:srgbClr val="0066FF"/>
                                  </a:solidFill>
                                  <a:latin typeface="Cambria Math" panose="02040503050406030204" pitchFamily="18" charset="0"/>
                                </a:rPr>
                              </m:ctrlPr>
                            </m:accPr>
                            <m:e>
                              <m:r>
                                <a:rPr lang="zh-CN" altLang="en-US" sz="3200" b="1" i="1">
                                  <a:solidFill>
                                    <a:srgbClr val="0066FF"/>
                                  </a:solidFill>
                                  <a:latin typeface="Cambria Math" panose="02040503050406030204" pitchFamily="18" charset="0"/>
                                </a:rPr>
                                <m:t>𝑬</m:t>
                              </m:r>
                            </m:e>
                          </m:acc>
                          <m:r>
                            <a:rPr lang="zh-CN" altLang="en-US" sz="3200" b="1" i="1">
                              <a:solidFill>
                                <a:srgbClr val="0066FF"/>
                              </a:solidFill>
                              <a:latin typeface="Cambria Math" panose="02040503050406030204" pitchFamily="18" charset="0"/>
                            </a:rPr>
                            <m:t>⋅</m:t>
                          </m:r>
                          <m:r>
                            <a:rPr lang="zh-CN" altLang="en-US" sz="3200" b="1" i="1">
                              <a:solidFill>
                                <a:srgbClr val="0066FF"/>
                              </a:solidFill>
                              <a:latin typeface="Cambria Math" panose="02040503050406030204" pitchFamily="18" charset="0"/>
                            </a:rPr>
                            <m:t>𝒅</m:t>
                          </m:r>
                          <m:acc>
                            <m:accPr>
                              <m:chr m:val="⃗"/>
                              <m:ctrlPr>
                                <a:rPr lang="zh-CN" altLang="en-US" sz="3200" b="1" i="1">
                                  <a:solidFill>
                                    <a:srgbClr val="0066FF"/>
                                  </a:solidFill>
                                  <a:latin typeface="Cambria Math" panose="02040503050406030204" pitchFamily="18" charset="0"/>
                                </a:rPr>
                              </m:ctrlPr>
                            </m:accPr>
                            <m:e>
                              <m:r>
                                <a:rPr lang="zh-CN" altLang="en-US" sz="3200" b="1" i="1">
                                  <a:solidFill>
                                    <a:srgbClr val="0066FF"/>
                                  </a:solidFill>
                                  <a:latin typeface="Cambria Math" panose="02040503050406030204" pitchFamily="18" charset="0"/>
                                </a:rPr>
                                <m:t>𝒍</m:t>
                              </m:r>
                            </m:e>
                          </m:acc>
                          <m:r>
                            <a:rPr lang="zh-CN" altLang="en-US" sz="3200" b="1" i="1">
                              <a:solidFill>
                                <a:srgbClr val="0066FF"/>
                              </a:solidFill>
                              <a:latin typeface="Cambria Math" panose="02040503050406030204" pitchFamily="18" charset="0"/>
                            </a:rPr>
                            <m:t>=</m:t>
                          </m:r>
                          <m:r>
                            <a:rPr lang="zh-CN" altLang="en-US" sz="3200" b="1" i="1">
                              <a:solidFill>
                                <a:srgbClr val="0066FF"/>
                              </a:solidFill>
                              <a:latin typeface="Cambria Math" panose="02040503050406030204" pitchFamily="18" charset="0"/>
                            </a:rPr>
                            <m:t>𝟎</m:t>
                          </m:r>
                        </m:e>
                      </m:nary>
                    </m:oMath>
                  </m:oMathPara>
                </a14:m>
                <a:endParaRPr lang="zh-CN" altLang="en-US" sz="3200" b="1" dirty="0">
                  <a:solidFill>
                    <a:srgbClr val="0066FF"/>
                  </a:solidFill>
                </a:endParaRPr>
              </a:p>
            </p:txBody>
          </p:sp>
        </mc:Choice>
        <mc:Fallback xmlns="">
          <p:sp>
            <p:nvSpPr>
              <p:cNvPr id="314380" name="Object 12">
                <a:extLst>
                  <a:ext uri="{FF2B5EF4-FFF2-40B4-BE49-F238E27FC236}">
                    <a16:creationId xmlns:a16="http://schemas.microsoft.com/office/drawing/2014/main" id="{5CF646AD-8E5C-4F99-94D3-DC82DA610CAC}"/>
                  </a:ext>
                </a:extLst>
              </p:cNvPr>
              <p:cNvSpPr txBox="1">
                <a:spLocks noRot="1" noChangeAspect="1" noMove="1" noResize="1" noEditPoints="1" noAdjustHandles="1" noChangeArrowheads="1" noChangeShapeType="1" noTextEdit="1"/>
              </p:cNvSpPr>
              <p:nvPr/>
            </p:nvSpPr>
            <p:spPr bwMode="auto">
              <a:xfrm>
                <a:off x="4012935" y="5458531"/>
                <a:ext cx="2119313" cy="922338"/>
              </a:xfrm>
              <a:prstGeom prst="rect">
                <a:avLst/>
              </a:prstGeom>
              <a:blipFill>
                <a:blip r:embed="rId5"/>
                <a:stretch>
                  <a:fillRect r="-25287" b="-44079"/>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4389" name="Object 21">
                <a:extLst>
                  <a:ext uri="{FF2B5EF4-FFF2-40B4-BE49-F238E27FC236}">
                    <a16:creationId xmlns:a16="http://schemas.microsoft.com/office/drawing/2014/main" id="{43B354BE-C1EB-49A1-B36C-0E64C974B86B}"/>
                  </a:ext>
                </a:extLst>
              </p:cNvPr>
              <p:cNvSpPr txBox="1"/>
              <p:nvPr/>
            </p:nvSpPr>
            <p:spPr bwMode="auto">
              <a:xfrm>
                <a:off x="2095500" y="2708188"/>
                <a:ext cx="2303462" cy="1042988"/>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zh-CN" altLang="en-US" sz="2800" i="1">
                          <a:solidFill>
                            <a:srgbClr val="000000"/>
                          </a:solidFill>
                          <a:latin typeface="Cambria Math" panose="02040503050406030204" pitchFamily="18" charset="0"/>
                        </a:rPr>
                        <m:t>=</m:t>
                      </m:r>
                      <m:nary>
                        <m:naryPr>
                          <m:chr m:val="∮"/>
                          <m:limLoc m:val="undOvr"/>
                          <m:supHide m:val="on"/>
                          <m:ctrlPr>
                            <a:rPr lang="zh-CN" altLang="en-US" sz="2800" i="1">
                              <a:solidFill>
                                <a:srgbClr val="000000"/>
                              </a:solidFill>
                              <a:latin typeface="Cambria Math" panose="02040503050406030204" pitchFamily="18" charset="0"/>
                            </a:rPr>
                          </m:ctrlPr>
                        </m:naryPr>
                        <m:sub>
                          <m:r>
                            <a:rPr lang="zh-CN" altLang="en-US" sz="2800" i="1">
                              <a:solidFill>
                                <a:srgbClr val="000000"/>
                              </a:solidFill>
                              <a:latin typeface="Cambria Math" panose="02040503050406030204" pitchFamily="18" charset="0"/>
                            </a:rPr>
                            <m:t>𝐿</m:t>
                          </m:r>
                        </m:sub>
                        <m:sup/>
                        <m:e>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𝑞</m:t>
                              </m:r>
                            </m:e>
                            <m:sub>
                              <m:r>
                                <a:rPr lang="zh-CN" altLang="en-US" sz="2800" i="1">
                                  <a:solidFill>
                                    <a:srgbClr val="000000"/>
                                  </a:solidFill>
                                  <a:latin typeface="Cambria Math" panose="02040503050406030204" pitchFamily="18" charset="0"/>
                                </a:rPr>
                                <m:t>0</m:t>
                              </m:r>
                            </m:sub>
                          </m:sSub>
                          <m:nary>
                            <m:naryPr>
                              <m:chr m:val="∑"/>
                              <m:ctrlPr>
                                <a:rPr lang="zh-CN" altLang="en-US" sz="2800" i="1">
                                  <a:solidFill>
                                    <a:srgbClr val="000000"/>
                                  </a:solidFill>
                                  <a:latin typeface="Cambria Math" panose="02040503050406030204" pitchFamily="18" charset="0"/>
                                </a:rPr>
                              </m:ctrlPr>
                            </m:naryPr>
                            <m:sub>
                              <m:r>
                                <a:rPr lang="zh-CN" altLang="en-US" sz="2800" i="1">
                                  <a:solidFill>
                                    <a:srgbClr val="000000"/>
                                  </a:solidFill>
                                  <a:latin typeface="Cambria Math" panose="02040503050406030204" pitchFamily="18" charset="0"/>
                                </a:rPr>
                                <m:t>𝑖</m:t>
                              </m:r>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1</m:t>
                              </m:r>
                            </m:sub>
                            <m:sup>
                              <m:r>
                                <a:rPr lang="zh-CN" altLang="en-US" sz="2800" i="1">
                                  <a:solidFill>
                                    <a:srgbClr val="000000"/>
                                  </a:solidFill>
                                  <a:latin typeface="Cambria Math" panose="02040503050406030204" pitchFamily="18" charset="0"/>
                                </a:rPr>
                                <m:t>𝑛</m:t>
                              </m:r>
                            </m:sup>
                            <m:e>
                              <m:sSub>
                                <m:sSubPr>
                                  <m:ctrlPr>
                                    <a:rPr lang="zh-CN" altLang="en-US" sz="2800" i="1">
                                      <a:solidFill>
                                        <a:srgbClr val="000000"/>
                                      </a:solidFill>
                                      <a:latin typeface="Cambria Math" panose="02040503050406030204" pitchFamily="18" charset="0"/>
                                    </a:rPr>
                                  </m:ctrlPr>
                                </m:sSubPr>
                                <m:e>
                                  <m:acc>
                                    <m:accPr>
                                      <m:chr m:val="⃗"/>
                                      <m:ctrlPr>
                                        <a:rPr lang="zh-CN" altLang="en-US" sz="2800" i="1">
                                          <a:solidFill>
                                            <a:srgbClr val="000000"/>
                                          </a:solidFill>
                                          <a:latin typeface="Cambria Math" panose="02040503050406030204" pitchFamily="18" charset="0"/>
                                        </a:rPr>
                                      </m:ctrlPr>
                                    </m:accPr>
                                    <m:e>
                                      <m:r>
                                        <a:rPr lang="zh-CN" altLang="en-US" sz="2800" i="1">
                                          <a:solidFill>
                                            <a:srgbClr val="000000"/>
                                          </a:solidFill>
                                          <a:latin typeface="Cambria Math" panose="02040503050406030204" pitchFamily="18" charset="0"/>
                                        </a:rPr>
                                        <m:t>𝐸</m:t>
                                      </m:r>
                                    </m:e>
                                  </m:acc>
                                </m:e>
                                <m:sub>
                                  <m:r>
                                    <a:rPr lang="zh-CN" altLang="en-US" sz="2800" i="1">
                                      <a:solidFill>
                                        <a:srgbClr val="000000"/>
                                      </a:solidFill>
                                      <a:latin typeface="Cambria Math" panose="02040503050406030204" pitchFamily="18" charset="0"/>
                                    </a:rPr>
                                    <m:t>𝑖</m:t>
                                  </m:r>
                                </m:sub>
                              </m:sSub>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𝑑</m:t>
                              </m:r>
                              <m:acc>
                                <m:accPr>
                                  <m:chr m:val="⃗"/>
                                  <m:ctrlPr>
                                    <a:rPr lang="zh-CN" altLang="en-US" sz="2800" i="1">
                                      <a:solidFill>
                                        <a:srgbClr val="000000"/>
                                      </a:solidFill>
                                      <a:latin typeface="Cambria Math" panose="02040503050406030204" pitchFamily="18" charset="0"/>
                                    </a:rPr>
                                  </m:ctrlPr>
                                </m:accPr>
                                <m:e>
                                  <m:r>
                                    <a:rPr lang="zh-CN" altLang="en-US" sz="2800" i="1">
                                      <a:solidFill>
                                        <a:srgbClr val="000000"/>
                                      </a:solidFill>
                                      <a:latin typeface="Cambria Math" panose="02040503050406030204" pitchFamily="18" charset="0"/>
                                    </a:rPr>
                                    <m:t>𝑙</m:t>
                                  </m:r>
                                </m:e>
                              </m:acc>
                            </m:e>
                          </m:nary>
                        </m:e>
                      </m:nary>
                    </m:oMath>
                  </m:oMathPara>
                </a14:m>
                <a:endParaRPr lang="zh-CN" altLang="en-US" sz="2800" dirty="0"/>
              </a:p>
            </p:txBody>
          </p:sp>
        </mc:Choice>
        <mc:Fallback xmlns="">
          <p:sp>
            <p:nvSpPr>
              <p:cNvPr id="314389" name="Object 21">
                <a:extLst>
                  <a:ext uri="{FF2B5EF4-FFF2-40B4-BE49-F238E27FC236}">
                    <a16:creationId xmlns:a16="http://schemas.microsoft.com/office/drawing/2014/main" id="{43B354BE-C1EB-49A1-B36C-0E64C974B86B}"/>
                  </a:ext>
                </a:extLst>
              </p:cNvPr>
              <p:cNvSpPr txBox="1">
                <a:spLocks noRot="1" noChangeAspect="1" noMove="1" noResize="1" noEditPoints="1" noAdjustHandles="1" noChangeArrowheads="1" noChangeShapeType="1" noTextEdit="1"/>
              </p:cNvSpPr>
              <p:nvPr/>
            </p:nvSpPr>
            <p:spPr bwMode="auto">
              <a:xfrm>
                <a:off x="2095500" y="2708188"/>
                <a:ext cx="2303462" cy="1042988"/>
              </a:xfrm>
              <a:prstGeom prst="rect">
                <a:avLst/>
              </a:prstGeom>
              <a:blipFill>
                <a:blip r:embed="rId6"/>
                <a:stretch>
                  <a:fillRect r="-16667" b="-19883"/>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4390" name="Object 22">
                <a:extLst>
                  <a:ext uri="{FF2B5EF4-FFF2-40B4-BE49-F238E27FC236}">
                    <a16:creationId xmlns:a16="http://schemas.microsoft.com/office/drawing/2014/main" id="{21975E53-BB80-4131-88A6-D26674B4951B}"/>
                  </a:ext>
                </a:extLst>
              </p:cNvPr>
              <p:cNvSpPr txBox="1"/>
              <p:nvPr/>
            </p:nvSpPr>
            <p:spPr bwMode="auto">
              <a:xfrm>
                <a:off x="2166937" y="3968663"/>
                <a:ext cx="3691996" cy="1042988"/>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zh-CN" altLang="en-US" sz="2800" i="1">
                          <a:solidFill>
                            <a:srgbClr val="000000"/>
                          </a:solidFill>
                          <a:latin typeface="Cambria Math" panose="02040503050406030204" pitchFamily="18" charset="0"/>
                        </a:rPr>
                        <m:t>=</m:t>
                      </m:r>
                      <m:nary>
                        <m:naryPr>
                          <m:chr m:val="∑"/>
                          <m:ctrlPr>
                            <a:rPr lang="zh-CN" altLang="en-US" sz="2800" i="1">
                              <a:solidFill>
                                <a:srgbClr val="000000"/>
                              </a:solidFill>
                              <a:latin typeface="Cambria Math" panose="02040503050406030204" pitchFamily="18" charset="0"/>
                            </a:rPr>
                          </m:ctrlPr>
                        </m:naryPr>
                        <m:sub>
                          <m:r>
                            <a:rPr lang="zh-CN" altLang="en-US" sz="2800" i="1">
                              <a:solidFill>
                                <a:srgbClr val="000000"/>
                              </a:solidFill>
                              <a:latin typeface="Cambria Math" panose="02040503050406030204" pitchFamily="18" charset="0"/>
                            </a:rPr>
                            <m:t>𝑖</m:t>
                          </m:r>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1</m:t>
                          </m:r>
                        </m:sub>
                        <m:sup>
                          <m:r>
                            <a:rPr lang="zh-CN" altLang="en-US" sz="2800" i="1">
                              <a:solidFill>
                                <a:srgbClr val="000000"/>
                              </a:solidFill>
                              <a:latin typeface="Cambria Math" panose="02040503050406030204" pitchFamily="18" charset="0"/>
                            </a:rPr>
                            <m:t>𝑛</m:t>
                          </m:r>
                        </m:sup>
                        <m:e>
                          <m:nary>
                            <m:naryPr>
                              <m:chr m:val="∮"/>
                              <m:limLoc m:val="undOvr"/>
                              <m:supHide m:val="on"/>
                              <m:ctrlPr>
                                <a:rPr lang="zh-CN" altLang="en-US" sz="2800" i="1">
                                  <a:solidFill>
                                    <a:srgbClr val="000000"/>
                                  </a:solidFill>
                                  <a:latin typeface="Cambria Math" panose="02040503050406030204" pitchFamily="18" charset="0"/>
                                </a:rPr>
                              </m:ctrlPr>
                            </m:naryPr>
                            <m:sub>
                              <m:r>
                                <a:rPr lang="zh-CN" altLang="en-US" sz="2800" i="1">
                                  <a:solidFill>
                                    <a:srgbClr val="000000"/>
                                  </a:solidFill>
                                  <a:latin typeface="Cambria Math" panose="02040503050406030204" pitchFamily="18" charset="0"/>
                                </a:rPr>
                                <m:t>𝐿</m:t>
                              </m:r>
                            </m:sub>
                            <m:sup/>
                            <m:e>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𝑞</m:t>
                                  </m:r>
                                </m:e>
                                <m:sub>
                                  <m:r>
                                    <a:rPr lang="zh-CN" altLang="en-US" sz="2800" i="1">
                                      <a:solidFill>
                                        <a:srgbClr val="000000"/>
                                      </a:solidFill>
                                      <a:latin typeface="Cambria Math" panose="02040503050406030204" pitchFamily="18" charset="0"/>
                                    </a:rPr>
                                    <m:t>0</m:t>
                                  </m:r>
                                </m:sub>
                              </m:sSub>
                              <m:sSub>
                                <m:sSubPr>
                                  <m:ctrlPr>
                                    <a:rPr lang="zh-CN" altLang="en-US" sz="2800" i="1">
                                      <a:solidFill>
                                        <a:srgbClr val="000000"/>
                                      </a:solidFill>
                                      <a:latin typeface="Cambria Math" panose="02040503050406030204" pitchFamily="18" charset="0"/>
                                    </a:rPr>
                                  </m:ctrlPr>
                                </m:sSubPr>
                                <m:e>
                                  <m:acc>
                                    <m:accPr>
                                      <m:chr m:val="⃗"/>
                                      <m:ctrlPr>
                                        <a:rPr lang="zh-CN" altLang="en-US" sz="2800" i="1">
                                          <a:solidFill>
                                            <a:srgbClr val="000000"/>
                                          </a:solidFill>
                                          <a:latin typeface="Cambria Math" panose="02040503050406030204" pitchFamily="18" charset="0"/>
                                        </a:rPr>
                                      </m:ctrlPr>
                                    </m:accPr>
                                    <m:e>
                                      <m:r>
                                        <a:rPr lang="zh-CN" altLang="en-US" sz="2800" i="1">
                                          <a:solidFill>
                                            <a:srgbClr val="000000"/>
                                          </a:solidFill>
                                          <a:latin typeface="Cambria Math" panose="02040503050406030204" pitchFamily="18" charset="0"/>
                                        </a:rPr>
                                        <m:t>𝐸</m:t>
                                      </m:r>
                                    </m:e>
                                  </m:acc>
                                </m:e>
                                <m:sub>
                                  <m:r>
                                    <a:rPr lang="zh-CN" altLang="en-US" sz="2800" i="1">
                                      <a:solidFill>
                                        <a:srgbClr val="000000"/>
                                      </a:solidFill>
                                      <a:latin typeface="Cambria Math" panose="02040503050406030204" pitchFamily="18" charset="0"/>
                                    </a:rPr>
                                    <m:t>𝑖</m:t>
                                  </m:r>
                                </m:sub>
                              </m:sSub>
                            </m:e>
                          </m:nary>
                        </m:e>
                      </m:nary>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𝑑</m:t>
                      </m:r>
                      <m:acc>
                        <m:accPr>
                          <m:chr m:val="⃗"/>
                          <m:ctrlPr>
                            <a:rPr lang="zh-CN" altLang="en-US" sz="2800" i="1">
                              <a:solidFill>
                                <a:srgbClr val="000000"/>
                              </a:solidFill>
                              <a:latin typeface="Cambria Math" panose="02040503050406030204" pitchFamily="18" charset="0"/>
                            </a:rPr>
                          </m:ctrlPr>
                        </m:accPr>
                        <m:e>
                          <m:r>
                            <a:rPr lang="zh-CN" altLang="en-US" sz="2800" i="1">
                              <a:solidFill>
                                <a:srgbClr val="000000"/>
                              </a:solidFill>
                              <a:latin typeface="Cambria Math" panose="02040503050406030204" pitchFamily="18" charset="0"/>
                            </a:rPr>
                            <m:t>𝑙</m:t>
                          </m:r>
                        </m:e>
                      </m:acc>
                    </m:oMath>
                  </m:oMathPara>
                </a14:m>
                <a:endParaRPr lang="zh-CN" altLang="en-US" sz="2800" dirty="0"/>
              </a:p>
            </p:txBody>
          </p:sp>
        </mc:Choice>
        <mc:Fallback xmlns="">
          <p:sp>
            <p:nvSpPr>
              <p:cNvPr id="314390" name="Object 22">
                <a:extLst>
                  <a:ext uri="{FF2B5EF4-FFF2-40B4-BE49-F238E27FC236}">
                    <a16:creationId xmlns:a16="http://schemas.microsoft.com/office/drawing/2014/main" id="{21975E53-BB80-4131-88A6-D26674B4951B}"/>
                  </a:ext>
                </a:extLst>
              </p:cNvPr>
              <p:cNvSpPr txBox="1">
                <a:spLocks noRot="1" noChangeAspect="1" noMove="1" noResize="1" noEditPoints="1" noAdjustHandles="1" noChangeArrowheads="1" noChangeShapeType="1" noTextEdit="1"/>
              </p:cNvSpPr>
              <p:nvPr/>
            </p:nvSpPr>
            <p:spPr bwMode="auto">
              <a:xfrm>
                <a:off x="2166937" y="3968663"/>
                <a:ext cx="3691996" cy="1042988"/>
              </a:xfrm>
              <a:prstGeom prst="rect">
                <a:avLst/>
              </a:prstGeom>
              <a:blipFill>
                <a:blip r:embed="rId7"/>
                <a:stretch>
                  <a:fillRect b="-19883"/>
                </a:stretch>
              </a:blipFill>
              <a:ln>
                <a:noFill/>
              </a:ln>
              <a:effectLst/>
            </p:spPr>
            <p:txBody>
              <a:bodyPr/>
              <a:lstStyle/>
              <a:p>
                <a:r>
                  <a:rPr lang="en-US">
                    <a:noFill/>
                  </a:rPr>
                  <a:t> </a:t>
                </a:r>
              </a:p>
            </p:txBody>
          </p:sp>
        </mc:Fallback>
      </mc:AlternateContent>
      <p:grpSp>
        <p:nvGrpSpPr>
          <p:cNvPr id="314391" name="Group 23">
            <a:extLst>
              <a:ext uri="{FF2B5EF4-FFF2-40B4-BE49-F238E27FC236}">
                <a16:creationId xmlns:a16="http://schemas.microsoft.com/office/drawing/2014/main" id="{A73280AB-6D6D-45F8-B464-589B16BDEBE7}"/>
              </a:ext>
            </a:extLst>
          </p:cNvPr>
          <p:cNvGrpSpPr>
            <a:grpSpLocks/>
          </p:cNvGrpSpPr>
          <p:nvPr/>
        </p:nvGrpSpPr>
        <p:grpSpPr bwMode="auto">
          <a:xfrm>
            <a:off x="7680323" y="2296409"/>
            <a:ext cx="3468687" cy="3057525"/>
            <a:chOff x="3235" y="845"/>
            <a:chExt cx="2185" cy="1926"/>
          </a:xfrm>
        </p:grpSpPr>
        <p:sp>
          <p:nvSpPr>
            <p:cNvPr id="153619" name="Text Box 24">
              <a:extLst>
                <a:ext uri="{FF2B5EF4-FFF2-40B4-BE49-F238E27FC236}">
                  <a16:creationId xmlns:a16="http://schemas.microsoft.com/office/drawing/2014/main" id="{CEA87AEA-5164-4D7D-B0CE-E50F09297192}"/>
                </a:ext>
              </a:extLst>
            </p:cNvPr>
            <p:cNvSpPr txBox="1">
              <a:spLocks noChangeArrowheads="1"/>
            </p:cNvSpPr>
            <p:nvPr/>
          </p:nvSpPr>
          <p:spPr bwMode="auto">
            <a:xfrm>
              <a:off x="3669" y="1536"/>
              <a:ext cx="11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zh-CN" sz="2800">
                <a:solidFill>
                  <a:srgbClr val="000000"/>
                </a:solidFill>
              </a:endParaRPr>
            </a:p>
          </p:txBody>
        </p:sp>
        <mc:AlternateContent xmlns:mc="http://schemas.openxmlformats.org/markup-compatibility/2006" xmlns:a14="http://schemas.microsoft.com/office/drawing/2010/main">
          <mc:Choice Requires="a14">
            <p:sp>
              <p:nvSpPr>
                <p:cNvPr id="153620" name="Object 25">
                  <a:extLst>
                    <a:ext uri="{FF2B5EF4-FFF2-40B4-BE49-F238E27FC236}">
                      <a16:creationId xmlns:a16="http://schemas.microsoft.com/office/drawing/2014/main" id="{76503E53-5E21-49CC-8D8B-AF94885F391B}"/>
                    </a:ext>
                  </a:extLst>
                </p:cNvPr>
                <p:cNvSpPr txBox="1"/>
                <p:nvPr/>
              </p:nvSpPr>
              <p:spPr bwMode="auto">
                <a:xfrm>
                  <a:off x="3878" y="1690"/>
                  <a:ext cx="271" cy="355"/>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𝑞</m:t>
                            </m:r>
                          </m:e>
                          <m:sub>
                            <m:r>
                              <a:rPr lang="zh-CN" altLang="en-US" sz="2800" i="1">
                                <a:solidFill>
                                  <a:srgbClr val="000000"/>
                                </a:solidFill>
                                <a:latin typeface="Cambria Math" panose="02040503050406030204" pitchFamily="18" charset="0"/>
                              </a:rPr>
                              <m:t>1</m:t>
                            </m:r>
                          </m:sub>
                        </m:sSub>
                      </m:oMath>
                    </m:oMathPara>
                  </a14:m>
                  <a:endParaRPr lang="zh-CN" altLang="en-US" sz="2800"/>
                </a:p>
              </p:txBody>
            </p:sp>
          </mc:Choice>
          <mc:Fallback xmlns="">
            <p:sp>
              <p:nvSpPr>
                <p:cNvPr id="153620" name="Object 25">
                  <a:extLst>
                    <a:ext uri="{FF2B5EF4-FFF2-40B4-BE49-F238E27FC236}">
                      <a16:creationId xmlns:a16="http://schemas.microsoft.com/office/drawing/2014/main" id="{76503E53-5E21-49CC-8D8B-AF94885F391B}"/>
                    </a:ext>
                  </a:extLst>
                </p:cNvPr>
                <p:cNvSpPr txBox="1">
                  <a:spLocks noRot="1" noChangeAspect="1" noMove="1" noResize="1" noEditPoints="1" noAdjustHandles="1" noChangeArrowheads="1" noChangeShapeType="1" noTextEdit="1"/>
                </p:cNvSpPr>
                <p:nvPr/>
              </p:nvSpPr>
              <p:spPr bwMode="auto">
                <a:xfrm>
                  <a:off x="3878" y="1690"/>
                  <a:ext cx="271" cy="355"/>
                </a:xfrm>
                <a:prstGeom prst="rect">
                  <a:avLst/>
                </a:prstGeom>
                <a:blipFill>
                  <a:blip r:embed="rId8"/>
                  <a:stretch>
                    <a:fillRect/>
                  </a:stretch>
                </a:blipFill>
                <a:ln>
                  <a:noFill/>
                </a:ln>
                <a:effectLst/>
              </p:spPr>
              <p:txBody>
                <a:bodyPr/>
                <a:lstStyle/>
                <a:p>
                  <a:r>
                    <a:rPr lang="en-US">
                      <a:noFill/>
                    </a:rPr>
                    <a:t> </a:t>
                  </a:r>
                </a:p>
              </p:txBody>
            </p:sp>
          </mc:Fallback>
        </mc:AlternateContent>
        <p:sp>
          <p:nvSpPr>
            <p:cNvPr id="153621" name="Text Box 26">
              <a:extLst>
                <a:ext uri="{FF2B5EF4-FFF2-40B4-BE49-F238E27FC236}">
                  <a16:creationId xmlns:a16="http://schemas.microsoft.com/office/drawing/2014/main" id="{E7A816BB-D090-4294-BB92-2D02A3667680}"/>
                </a:ext>
              </a:extLst>
            </p:cNvPr>
            <p:cNvSpPr txBox="1">
              <a:spLocks noChangeArrowheads="1"/>
            </p:cNvSpPr>
            <p:nvPr/>
          </p:nvSpPr>
          <p:spPr bwMode="auto">
            <a:xfrm>
              <a:off x="4005" y="1440"/>
              <a:ext cx="11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zh-CN" sz="2800">
                <a:solidFill>
                  <a:srgbClr val="000000"/>
                </a:solidFill>
              </a:endParaRPr>
            </a:p>
          </p:txBody>
        </p:sp>
        <mc:AlternateContent xmlns:mc="http://schemas.openxmlformats.org/markup-compatibility/2006" xmlns:a14="http://schemas.microsoft.com/office/drawing/2010/main">
          <mc:Choice Requires="a14">
            <p:sp>
              <p:nvSpPr>
                <p:cNvPr id="153622" name="Object 27">
                  <a:extLst>
                    <a:ext uri="{FF2B5EF4-FFF2-40B4-BE49-F238E27FC236}">
                      <a16:creationId xmlns:a16="http://schemas.microsoft.com/office/drawing/2014/main" id="{6371DA47-70F1-487B-B7BE-2EC2982F8CC4}"/>
                    </a:ext>
                  </a:extLst>
                </p:cNvPr>
                <p:cNvSpPr txBox="1"/>
                <p:nvPr/>
              </p:nvSpPr>
              <p:spPr bwMode="auto">
                <a:xfrm>
                  <a:off x="4267" y="1412"/>
                  <a:ext cx="256" cy="336"/>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𝑞</m:t>
                            </m:r>
                          </m:e>
                          <m:sub>
                            <m:r>
                              <a:rPr lang="zh-CN" altLang="en-US" sz="2800" i="1">
                                <a:solidFill>
                                  <a:srgbClr val="000000"/>
                                </a:solidFill>
                                <a:latin typeface="Cambria Math" panose="02040503050406030204" pitchFamily="18" charset="0"/>
                              </a:rPr>
                              <m:t>2</m:t>
                            </m:r>
                          </m:sub>
                        </m:sSub>
                      </m:oMath>
                    </m:oMathPara>
                  </a14:m>
                  <a:endParaRPr lang="zh-CN" altLang="en-US" sz="2800"/>
                </a:p>
              </p:txBody>
            </p:sp>
          </mc:Choice>
          <mc:Fallback xmlns="">
            <p:sp>
              <p:nvSpPr>
                <p:cNvPr id="153622" name="Object 27">
                  <a:extLst>
                    <a:ext uri="{FF2B5EF4-FFF2-40B4-BE49-F238E27FC236}">
                      <a16:creationId xmlns:a16="http://schemas.microsoft.com/office/drawing/2014/main" id="{6371DA47-70F1-487B-B7BE-2EC2982F8CC4}"/>
                    </a:ext>
                  </a:extLst>
                </p:cNvPr>
                <p:cNvSpPr txBox="1">
                  <a:spLocks noRot="1" noChangeAspect="1" noMove="1" noResize="1" noEditPoints="1" noAdjustHandles="1" noChangeArrowheads="1" noChangeShapeType="1" noTextEdit="1"/>
                </p:cNvSpPr>
                <p:nvPr/>
              </p:nvSpPr>
              <p:spPr bwMode="auto">
                <a:xfrm>
                  <a:off x="4267" y="1412"/>
                  <a:ext cx="256" cy="336"/>
                </a:xfrm>
                <a:prstGeom prst="rect">
                  <a:avLst/>
                </a:prstGeom>
                <a:blipFill>
                  <a:blip r:embed="rId9"/>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3623" name="Object 28">
                  <a:extLst>
                    <a:ext uri="{FF2B5EF4-FFF2-40B4-BE49-F238E27FC236}">
                      <a16:creationId xmlns:a16="http://schemas.microsoft.com/office/drawing/2014/main" id="{9B519C53-318D-487D-A70D-D1CBF86D2FE6}"/>
                    </a:ext>
                  </a:extLst>
                </p:cNvPr>
                <p:cNvSpPr txBox="1"/>
                <p:nvPr/>
              </p:nvSpPr>
              <p:spPr bwMode="auto">
                <a:xfrm>
                  <a:off x="4416" y="1942"/>
                  <a:ext cx="261" cy="394"/>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𝑞</m:t>
                            </m:r>
                          </m:e>
                          <m:sub>
                            <m:r>
                              <a:rPr lang="zh-CN" altLang="en-US" sz="2800" i="1">
                                <a:solidFill>
                                  <a:srgbClr val="000000"/>
                                </a:solidFill>
                                <a:latin typeface="Cambria Math" panose="02040503050406030204" pitchFamily="18" charset="0"/>
                              </a:rPr>
                              <m:t>𝑖</m:t>
                            </m:r>
                          </m:sub>
                        </m:sSub>
                      </m:oMath>
                    </m:oMathPara>
                  </a14:m>
                  <a:endParaRPr lang="zh-CN" altLang="en-US" sz="2800"/>
                </a:p>
              </p:txBody>
            </p:sp>
          </mc:Choice>
          <mc:Fallback xmlns="">
            <p:sp>
              <p:nvSpPr>
                <p:cNvPr id="153623" name="Object 28">
                  <a:extLst>
                    <a:ext uri="{FF2B5EF4-FFF2-40B4-BE49-F238E27FC236}">
                      <a16:creationId xmlns:a16="http://schemas.microsoft.com/office/drawing/2014/main" id="{9B519C53-318D-487D-A70D-D1CBF86D2FE6}"/>
                    </a:ext>
                  </a:extLst>
                </p:cNvPr>
                <p:cNvSpPr txBox="1">
                  <a:spLocks noRot="1" noChangeAspect="1" noMove="1" noResize="1" noEditPoints="1" noAdjustHandles="1" noChangeArrowheads="1" noChangeShapeType="1" noTextEdit="1"/>
                </p:cNvSpPr>
                <p:nvPr/>
              </p:nvSpPr>
              <p:spPr bwMode="auto">
                <a:xfrm>
                  <a:off x="4416" y="1942"/>
                  <a:ext cx="261" cy="394"/>
                </a:xfrm>
                <a:prstGeom prst="rect">
                  <a:avLst/>
                </a:prstGeom>
                <a:blipFill>
                  <a:blip r:embed="rId10"/>
                  <a:stretch>
                    <a:fillRect/>
                  </a:stretch>
                </a:blipFill>
                <a:ln>
                  <a:noFill/>
                </a:ln>
                <a:effectLst/>
              </p:spPr>
              <p:txBody>
                <a:bodyPr/>
                <a:lstStyle/>
                <a:p>
                  <a:r>
                    <a:rPr lang="en-US">
                      <a:noFill/>
                    </a:rPr>
                    <a:t> </a:t>
                  </a:r>
                </a:p>
              </p:txBody>
            </p:sp>
          </mc:Fallback>
        </mc:AlternateContent>
        <p:sp>
          <p:nvSpPr>
            <p:cNvPr id="153624" name="Text Box 29">
              <a:extLst>
                <a:ext uri="{FF2B5EF4-FFF2-40B4-BE49-F238E27FC236}">
                  <a16:creationId xmlns:a16="http://schemas.microsoft.com/office/drawing/2014/main" id="{152524B5-76B7-46A3-89D6-AFF7244678A0}"/>
                </a:ext>
              </a:extLst>
            </p:cNvPr>
            <p:cNvSpPr txBox="1">
              <a:spLocks noChangeArrowheads="1"/>
            </p:cNvSpPr>
            <p:nvPr/>
          </p:nvSpPr>
          <p:spPr bwMode="auto">
            <a:xfrm>
              <a:off x="3757" y="1623"/>
              <a:ext cx="17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800">
                  <a:solidFill>
                    <a:srgbClr val="000000"/>
                  </a:solidFill>
                </a:rPr>
                <a:t>.</a:t>
              </a:r>
            </a:p>
          </p:txBody>
        </p:sp>
        <p:sp>
          <p:nvSpPr>
            <p:cNvPr id="153625" name="Text Box 30">
              <a:extLst>
                <a:ext uri="{FF2B5EF4-FFF2-40B4-BE49-F238E27FC236}">
                  <a16:creationId xmlns:a16="http://schemas.microsoft.com/office/drawing/2014/main" id="{2F5C12B3-9447-4DF6-85A1-235369174B26}"/>
                </a:ext>
              </a:extLst>
            </p:cNvPr>
            <p:cNvSpPr txBox="1">
              <a:spLocks noChangeArrowheads="1"/>
            </p:cNvSpPr>
            <p:nvPr/>
          </p:nvSpPr>
          <p:spPr bwMode="auto">
            <a:xfrm>
              <a:off x="4677" y="1694"/>
              <a:ext cx="17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800">
                  <a:solidFill>
                    <a:srgbClr val="000000"/>
                  </a:solidFill>
                </a:rPr>
                <a:t>.</a:t>
              </a:r>
            </a:p>
          </p:txBody>
        </p:sp>
        <p:sp>
          <p:nvSpPr>
            <p:cNvPr id="153626" name="Text Box 31">
              <a:extLst>
                <a:ext uri="{FF2B5EF4-FFF2-40B4-BE49-F238E27FC236}">
                  <a16:creationId xmlns:a16="http://schemas.microsoft.com/office/drawing/2014/main" id="{E4C007E0-5160-432E-B0FD-3A31E718EF0C}"/>
                </a:ext>
              </a:extLst>
            </p:cNvPr>
            <p:cNvSpPr txBox="1">
              <a:spLocks noChangeArrowheads="1"/>
            </p:cNvSpPr>
            <p:nvPr/>
          </p:nvSpPr>
          <p:spPr bwMode="auto">
            <a:xfrm>
              <a:off x="4293" y="1901"/>
              <a:ext cx="17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800">
                  <a:solidFill>
                    <a:srgbClr val="000000"/>
                  </a:solidFill>
                </a:rPr>
                <a:t>.</a:t>
              </a:r>
            </a:p>
          </p:txBody>
        </p:sp>
        <p:sp>
          <p:nvSpPr>
            <p:cNvPr id="153627" name="Text Box 32">
              <a:extLst>
                <a:ext uri="{FF2B5EF4-FFF2-40B4-BE49-F238E27FC236}">
                  <a16:creationId xmlns:a16="http://schemas.microsoft.com/office/drawing/2014/main" id="{76B436CA-43C5-4C70-AF1A-2FD986962B76}"/>
                </a:ext>
              </a:extLst>
            </p:cNvPr>
            <p:cNvSpPr txBox="1">
              <a:spLocks noChangeArrowheads="1"/>
            </p:cNvSpPr>
            <p:nvPr/>
          </p:nvSpPr>
          <p:spPr bwMode="auto">
            <a:xfrm>
              <a:off x="3785" y="2006"/>
              <a:ext cx="17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800">
                  <a:solidFill>
                    <a:srgbClr val="000000"/>
                  </a:solidFill>
                </a:rPr>
                <a:t>.</a:t>
              </a:r>
            </a:p>
          </p:txBody>
        </p:sp>
        <p:sp>
          <p:nvSpPr>
            <p:cNvPr id="153628" name="Text Box 33">
              <a:extLst>
                <a:ext uri="{FF2B5EF4-FFF2-40B4-BE49-F238E27FC236}">
                  <a16:creationId xmlns:a16="http://schemas.microsoft.com/office/drawing/2014/main" id="{3906109B-AFBA-40BB-A2E5-2A9EFAFAF403}"/>
                </a:ext>
              </a:extLst>
            </p:cNvPr>
            <p:cNvSpPr txBox="1">
              <a:spLocks noChangeArrowheads="1"/>
            </p:cNvSpPr>
            <p:nvPr/>
          </p:nvSpPr>
          <p:spPr bwMode="auto">
            <a:xfrm>
              <a:off x="3235" y="1146"/>
              <a:ext cx="17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800">
                  <a:solidFill>
                    <a:srgbClr val="000000"/>
                  </a:solidFill>
                </a:rPr>
                <a:t>.</a:t>
              </a:r>
            </a:p>
          </p:txBody>
        </p:sp>
        <p:sp>
          <p:nvSpPr>
            <p:cNvPr id="153629" name="Text Box 34">
              <a:extLst>
                <a:ext uri="{FF2B5EF4-FFF2-40B4-BE49-F238E27FC236}">
                  <a16:creationId xmlns:a16="http://schemas.microsoft.com/office/drawing/2014/main" id="{82194699-EC9D-4B0E-A48E-E84D46BCD411}"/>
                </a:ext>
              </a:extLst>
            </p:cNvPr>
            <p:cNvSpPr txBox="1">
              <a:spLocks noChangeArrowheads="1"/>
            </p:cNvSpPr>
            <p:nvPr/>
          </p:nvSpPr>
          <p:spPr bwMode="auto">
            <a:xfrm>
              <a:off x="3238" y="2160"/>
              <a:ext cx="17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800">
                  <a:solidFill>
                    <a:srgbClr val="000000"/>
                  </a:solidFill>
                </a:rPr>
                <a:t>.</a:t>
              </a:r>
            </a:p>
          </p:txBody>
        </p:sp>
        <p:sp>
          <p:nvSpPr>
            <p:cNvPr id="153630" name="Text Box 35">
              <a:extLst>
                <a:ext uri="{FF2B5EF4-FFF2-40B4-BE49-F238E27FC236}">
                  <a16:creationId xmlns:a16="http://schemas.microsoft.com/office/drawing/2014/main" id="{96A9D095-8AB3-4476-91D4-4AD17E9F4BED}"/>
                </a:ext>
              </a:extLst>
            </p:cNvPr>
            <p:cNvSpPr txBox="1">
              <a:spLocks noChangeArrowheads="1"/>
            </p:cNvSpPr>
            <p:nvPr/>
          </p:nvSpPr>
          <p:spPr bwMode="auto">
            <a:xfrm>
              <a:off x="4822" y="2342"/>
              <a:ext cx="17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800">
                  <a:solidFill>
                    <a:srgbClr val="000000"/>
                  </a:solidFill>
                </a:rPr>
                <a:t>.</a:t>
              </a:r>
            </a:p>
          </p:txBody>
        </p:sp>
        <p:sp>
          <p:nvSpPr>
            <p:cNvPr id="153631" name="Text Box 36">
              <a:extLst>
                <a:ext uri="{FF2B5EF4-FFF2-40B4-BE49-F238E27FC236}">
                  <a16:creationId xmlns:a16="http://schemas.microsoft.com/office/drawing/2014/main" id="{833D7E4B-D71C-4A7B-8611-5AA5BC1A9570}"/>
                </a:ext>
              </a:extLst>
            </p:cNvPr>
            <p:cNvSpPr txBox="1">
              <a:spLocks noChangeArrowheads="1"/>
            </p:cNvSpPr>
            <p:nvPr/>
          </p:nvSpPr>
          <p:spPr bwMode="auto">
            <a:xfrm>
              <a:off x="5001" y="1078"/>
              <a:ext cx="17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800">
                  <a:solidFill>
                    <a:srgbClr val="000000"/>
                  </a:solidFill>
                </a:rPr>
                <a:t>.</a:t>
              </a:r>
            </a:p>
          </p:txBody>
        </p:sp>
        <p:sp>
          <p:nvSpPr>
            <p:cNvPr id="153632" name="Text Box 37">
              <a:extLst>
                <a:ext uri="{FF2B5EF4-FFF2-40B4-BE49-F238E27FC236}">
                  <a16:creationId xmlns:a16="http://schemas.microsoft.com/office/drawing/2014/main" id="{B3EB8CCA-3455-4582-B627-ABC2ACCBA8F5}"/>
                </a:ext>
              </a:extLst>
            </p:cNvPr>
            <p:cNvSpPr txBox="1">
              <a:spLocks noChangeArrowheads="1"/>
            </p:cNvSpPr>
            <p:nvPr/>
          </p:nvSpPr>
          <p:spPr bwMode="auto">
            <a:xfrm>
              <a:off x="5013" y="2045"/>
              <a:ext cx="17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800">
                  <a:solidFill>
                    <a:srgbClr val="000000"/>
                  </a:solidFill>
                </a:rPr>
                <a:t>.</a:t>
              </a:r>
            </a:p>
          </p:txBody>
        </p:sp>
        <mc:AlternateContent xmlns:mc="http://schemas.openxmlformats.org/markup-compatibility/2006" xmlns:a14="http://schemas.microsoft.com/office/drawing/2010/main">
          <mc:Choice Requires="a14">
            <p:sp>
              <p:nvSpPr>
                <p:cNvPr id="153633" name="Object 38">
                  <a:extLst>
                    <a:ext uri="{FF2B5EF4-FFF2-40B4-BE49-F238E27FC236}">
                      <a16:creationId xmlns:a16="http://schemas.microsoft.com/office/drawing/2014/main" id="{B1E356A7-D6D7-42CA-9BCF-89CFF394FDFA}"/>
                    </a:ext>
                  </a:extLst>
                </p:cNvPr>
                <p:cNvSpPr txBox="1"/>
                <p:nvPr/>
              </p:nvSpPr>
              <p:spPr bwMode="auto">
                <a:xfrm>
                  <a:off x="3344" y="1160"/>
                  <a:ext cx="262" cy="365"/>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𝑞</m:t>
                            </m:r>
                          </m:e>
                          <m:sub>
                            <m:r>
                              <a:rPr lang="zh-CN" altLang="en-US" sz="2800" i="1">
                                <a:solidFill>
                                  <a:srgbClr val="000000"/>
                                </a:solidFill>
                                <a:latin typeface="Cambria Math" panose="02040503050406030204" pitchFamily="18" charset="0"/>
                              </a:rPr>
                              <m:t>3</m:t>
                            </m:r>
                          </m:sub>
                        </m:sSub>
                      </m:oMath>
                    </m:oMathPara>
                  </a14:m>
                  <a:endParaRPr lang="zh-CN" altLang="en-US" sz="2800"/>
                </a:p>
              </p:txBody>
            </p:sp>
          </mc:Choice>
          <mc:Fallback xmlns="">
            <p:sp>
              <p:nvSpPr>
                <p:cNvPr id="153633" name="Object 38">
                  <a:extLst>
                    <a:ext uri="{FF2B5EF4-FFF2-40B4-BE49-F238E27FC236}">
                      <a16:creationId xmlns:a16="http://schemas.microsoft.com/office/drawing/2014/main" id="{B1E356A7-D6D7-42CA-9BCF-89CFF394FDFA}"/>
                    </a:ext>
                  </a:extLst>
                </p:cNvPr>
                <p:cNvSpPr txBox="1">
                  <a:spLocks noRot="1" noChangeAspect="1" noMove="1" noResize="1" noEditPoints="1" noAdjustHandles="1" noChangeArrowheads="1" noChangeShapeType="1" noTextEdit="1"/>
                </p:cNvSpPr>
                <p:nvPr/>
              </p:nvSpPr>
              <p:spPr bwMode="auto">
                <a:xfrm>
                  <a:off x="3344" y="1160"/>
                  <a:ext cx="262" cy="365"/>
                </a:xfrm>
                <a:prstGeom prst="rect">
                  <a:avLst/>
                </a:prstGeom>
                <a:blipFill>
                  <a:blip r:embed="rId11"/>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3634" name="Object 39">
                  <a:extLst>
                    <a:ext uri="{FF2B5EF4-FFF2-40B4-BE49-F238E27FC236}">
                      <a16:creationId xmlns:a16="http://schemas.microsoft.com/office/drawing/2014/main" id="{4F3492EC-1E41-4E87-9F14-5028BA13CB83}"/>
                    </a:ext>
                  </a:extLst>
                </p:cNvPr>
                <p:cNvSpPr txBox="1"/>
                <p:nvPr/>
              </p:nvSpPr>
              <p:spPr bwMode="auto">
                <a:xfrm>
                  <a:off x="3343" y="2242"/>
                  <a:ext cx="264" cy="347"/>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𝑞</m:t>
                            </m:r>
                          </m:e>
                          <m:sub>
                            <m:r>
                              <a:rPr lang="zh-CN" altLang="en-US" sz="2800" i="1">
                                <a:solidFill>
                                  <a:srgbClr val="000000"/>
                                </a:solidFill>
                                <a:latin typeface="Cambria Math" panose="02040503050406030204" pitchFamily="18" charset="0"/>
                              </a:rPr>
                              <m:t>4</m:t>
                            </m:r>
                          </m:sub>
                        </m:sSub>
                      </m:oMath>
                    </m:oMathPara>
                  </a14:m>
                  <a:endParaRPr lang="zh-CN" altLang="en-US" sz="2800"/>
                </a:p>
              </p:txBody>
            </p:sp>
          </mc:Choice>
          <mc:Fallback xmlns="">
            <p:sp>
              <p:nvSpPr>
                <p:cNvPr id="153634" name="Object 39">
                  <a:extLst>
                    <a:ext uri="{FF2B5EF4-FFF2-40B4-BE49-F238E27FC236}">
                      <a16:creationId xmlns:a16="http://schemas.microsoft.com/office/drawing/2014/main" id="{4F3492EC-1E41-4E87-9F14-5028BA13CB83}"/>
                    </a:ext>
                  </a:extLst>
                </p:cNvPr>
                <p:cNvSpPr txBox="1">
                  <a:spLocks noRot="1" noChangeAspect="1" noMove="1" noResize="1" noEditPoints="1" noAdjustHandles="1" noChangeArrowheads="1" noChangeShapeType="1" noTextEdit="1"/>
                </p:cNvSpPr>
                <p:nvPr/>
              </p:nvSpPr>
              <p:spPr bwMode="auto">
                <a:xfrm>
                  <a:off x="3343" y="2242"/>
                  <a:ext cx="264" cy="347"/>
                </a:xfrm>
                <a:prstGeom prst="rect">
                  <a:avLst/>
                </a:prstGeom>
                <a:blipFill>
                  <a:blip r:embed="rId12"/>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3635" name="Object 40">
                  <a:extLst>
                    <a:ext uri="{FF2B5EF4-FFF2-40B4-BE49-F238E27FC236}">
                      <a16:creationId xmlns:a16="http://schemas.microsoft.com/office/drawing/2014/main" id="{D5E80CF3-00AA-45D2-883B-5BDD5D7D574E}"/>
                    </a:ext>
                  </a:extLst>
                </p:cNvPr>
                <p:cNvSpPr txBox="1"/>
                <p:nvPr/>
              </p:nvSpPr>
              <p:spPr bwMode="auto">
                <a:xfrm>
                  <a:off x="5160" y="1134"/>
                  <a:ext cx="260" cy="335"/>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𝑞</m:t>
                            </m:r>
                          </m:e>
                          <m:sub>
                            <m:r>
                              <a:rPr lang="zh-CN" altLang="en-US" sz="2800" i="1">
                                <a:solidFill>
                                  <a:srgbClr val="000000"/>
                                </a:solidFill>
                                <a:latin typeface="Cambria Math" panose="02040503050406030204" pitchFamily="18" charset="0"/>
                              </a:rPr>
                              <m:t>𝑛</m:t>
                            </m:r>
                          </m:sub>
                        </m:sSub>
                      </m:oMath>
                    </m:oMathPara>
                  </a14:m>
                  <a:endParaRPr lang="zh-CN" altLang="en-US" sz="2800"/>
                </a:p>
              </p:txBody>
            </p:sp>
          </mc:Choice>
          <mc:Fallback xmlns="">
            <p:sp>
              <p:nvSpPr>
                <p:cNvPr id="153635" name="Object 40">
                  <a:extLst>
                    <a:ext uri="{FF2B5EF4-FFF2-40B4-BE49-F238E27FC236}">
                      <a16:creationId xmlns:a16="http://schemas.microsoft.com/office/drawing/2014/main" id="{D5E80CF3-00AA-45D2-883B-5BDD5D7D574E}"/>
                    </a:ext>
                  </a:extLst>
                </p:cNvPr>
                <p:cNvSpPr txBox="1">
                  <a:spLocks noRot="1" noChangeAspect="1" noMove="1" noResize="1" noEditPoints="1" noAdjustHandles="1" noChangeArrowheads="1" noChangeShapeType="1" noTextEdit="1"/>
                </p:cNvSpPr>
                <p:nvPr/>
              </p:nvSpPr>
              <p:spPr bwMode="auto">
                <a:xfrm>
                  <a:off x="5160" y="1134"/>
                  <a:ext cx="260" cy="335"/>
                </a:xfrm>
                <a:prstGeom prst="rect">
                  <a:avLst/>
                </a:prstGeom>
                <a:blipFill>
                  <a:blip r:embed="rId13"/>
                  <a:stretch>
                    <a:fillRect r="-5882"/>
                  </a:stretch>
                </a:blipFill>
                <a:ln>
                  <a:noFill/>
                </a:ln>
                <a:effectLst/>
              </p:spPr>
              <p:txBody>
                <a:bodyPr/>
                <a:lstStyle/>
                <a:p>
                  <a:r>
                    <a:rPr lang="en-US">
                      <a:noFill/>
                    </a:rPr>
                    <a:t> </a:t>
                  </a:r>
                </a:p>
              </p:txBody>
            </p:sp>
          </mc:Fallback>
        </mc:AlternateContent>
        <p:sp>
          <p:nvSpPr>
            <p:cNvPr id="153636" name="Text Box 41">
              <a:extLst>
                <a:ext uri="{FF2B5EF4-FFF2-40B4-BE49-F238E27FC236}">
                  <a16:creationId xmlns:a16="http://schemas.microsoft.com/office/drawing/2014/main" id="{975D4590-E709-417F-AC62-5B9BF76CAC63}"/>
                </a:ext>
              </a:extLst>
            </p:cNvPr>
            <p:cNvSpPr txBox="1">
              <a:spLocks noChangeArrowheads="1"/>
            </p:cNvSpPr>
            <p:nvPr/>
          </p:nvSpPr>
          <p:spPr bwMode="auto">
            <a:xfrm>
              <a:off x="4495" y="1046"/>
              <a:ext cx="17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800">
                  <a:solidFill>
                    <a:srgbClr val="000000"/>
                  </a:solidFill>
                </a:rPr>
                <a:t>.</a:t>
              </a:r>
            </a:p>
          </p:txBody>
        </p:sp>
        <p:sp>
          <p:nvSpPr>
            <p:cNvPr id="153637" name="Text Box 42">
              <a:extLst>
                <a:ext uri="{FF2B5EF4-FFF2-40B4-BE49-F238E27FC236}">
                  <a16:creationId xmlns:a16="http://schemas.microsoft.com/office/drawing/2014/main" id="{FB16D0E6-7F79-4583-8C2E-2966FF8D6E4C}"/>
                </a:ext>
              </a:extLst>
            </p:cNvPr>
            <p:cNvSpPr txBox="1">
              <a:spLocks noChangeArrowheads="1"/>
            </p:cNvSpPr>
            <p:nvPr/>
          </p:nvSpPr>
          <p:spPr bwMode="auto">
            <a:xfrm>
              <a:off x="4149" y="1364"/>
              <a:ext cx="17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800">
                  <a:solidFill>
                    <a:srgbClr val="000000"/>
                  </a:solidFill>
                </a:rPr>
                <a:t>.</a:t>
              </a:r>
            </a:p>
          </p:txBody>
        </p:sp>
        <p:sp>
          <p:nvSpPr>
            <p:cNvPr id="153638" name="Text Box 43">
              <a:extLst>
                <a:ext uri="{FF2B5EF4-FFF2-40B4-BE49-F238E27FC236}">
                  <a16:creationId xmlns:a16="http://schemas.microsoft.com/office/drawing/2014/main" id="{7C346B69-919E-44B6-B0A3-150B6CA4E9C5}"/>
                </a:ext>
              </a:extLst>
            </p:cNvPr>
            <p:cNvSpPr txBox="1">
              <a:spLocks noChangeArrowheads="1"/>
            </p:cNvSpPr>
            <p:nvPr/>
          </p:nvSpPr>
          <p:spPr bwMode="auto">
            <a:xfrm>
              <a:off x="3957" y="845"/>
              <a:ext cx="17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800">
                  <a:solidFill>
                    <a:srgbClr val="000000"/>
                  </a:solidFill>
                </a:rPr>
                <a:t>.</a:t>
              </a:r>
            </a:p>
          </p:txBody>
        </p:sp>
        <p:sp>
          <p:nvSpPr>
            <p:cNvPr id="153639" name="Text Box 44">
              <a:extLst>
                <a:ext uri="{FF2B5EF4-FFF2-40B4-BE49-F238E27FC236}">
                  <a16:creationId xmlns:a16="http://schemas.microsoft.com/office/drawing/2014/main" id="{EFEB361D-19DC-448D-91E7-8A609E499D13}"/>
                </a:ext>
              </a:extLst>
            </p:cNvPr>
            <p:cNvSpPr txBox="1">
              <a:spLocks noChangeArrowheads="1"/>
            </p:cNvSpPr>
            <p:nvPr/>
          </p:nvSpPr>
          <p:spPr bwMode="auto">
            <a:xfrm>
              <a:off x="4187" y="2342"/>
              <a:ext cx="17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800">
                  <a:solidFill>
                    <a:srgbClr val="000000"/>
                  </a:solidFill>
                </a:rPr>
                <a:t>.</a:t>
              </a:r>
            </a:p>
          </p:txBody>
        </p:sp>
        <mc:AlternateContent xmlns:mc="http://schemas.openxmlformats.org/markup-compatibility/2006" xmlns:a14="http://schemas.microsoft.com/office/drawing/2010/main">
          <mc:Choice Requires="a14">
            <p:sp>
              <p:nvSpPr>
                <p:cNvPr id="153640" name="Object 45">
                  <a:extLst>
                    <a:ext uri="{FF2B5EF4-FFF2-40B4-BE49-F238E27FC236}">
                      <a16:creationId xmlns:a16="http://schemas.microsoft.com/office/drawing/2014/main" id="{C93D296C-EB0A-4BA2-BA66-C2FE4074BE9E}"/>
                    </a:ext>
                  </a:extLst>
                </p:cNvPr>
                <p:cNvSpPr txBox="1"/>
                <p:nvPr/>
              </p:nvSpPr>
              <p:spPr bwMode="auto">
                <a:xfrm>
                  <a:off x="4295" y="2404"/>
                  <a:ext cx="264" cy="367"/>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𝑞</m:t>
                            </m:r>
                          </m:e>
                          <m:sub>
                            <m:r>
                              <a:rPr lang="zh-CN" altLang="en-US" sz="2800" i="1">
                                <a:solidFill>
                                  <a:srgbClr val="000000"/>
                                </a:solidFill>
                                <a:latin typeface="Cambria Math" panose="02040503050406030204" pitchFamily="18" charset="0"/>
                              </a:rPr>
                              <m:t>5</m:t>
                            </m:r>
                          </m:sub>
                        </m:sSub>
                      </m:oMath>
                    </m:oMathPara>
                  </a14:m>
                  <a:endParaRPr lang="zh-CN" altLang="en-US" sz="2800"/>
                </a:p>
              </p:txBody>
            </p:sp>
          </mc:Choice>
          <mc:Fallback xmlns="">
            <p:sp>
              <p:nvSpPr>
                <p:cNvPr id="153640" name="Object 45">
                  <a:extLst>
                    <a:ext uri="{FF2B5EF4-FFF2-40B4-BE49-F238E27FC236}">
                      <a16:creationId xmlns:a16="http://schemas.microsoft.com/office/drawing/2014/main" id="{C93D296C-EB0A-4BA2-BA66-C2FE4074BE9E}"/>
                    </a:ext>
                  </a:extLst>
                </p:cNvPr>
                <p:cNvSpPr txBox="1">
                  <a:spLocks noRot="1" noChangeAspect="1" noMove="1" noResize="1" noEditPoints="1" noAdjustHandles="1" noChangeArrowheads="1" noChangeShapeType="1" noTextEdit="1"/>
                </p:cNvSpPr>
                <p:nvPr/>
              </p:nvSpPr>
              <p:spPr bwMode="auto">
                <a:xfrm>
                  <a:off x="4295" y="2404"/>
                  <a:ext cx="264" cy="367"/>
                </a:xfrm>
                <a:prstGeom prst="rect">
                  <a:avLst/>
                </a:prstGeom>
                <a:blipFill>
                  <a:blip r:embed="rId14"/>
                  <a:stretch>
                    <a:fillRect/>
                  </a:stretch>
                </a:blipFill>
                <a:ln>
                  <a:noFill/>
                </a:ln>
                <a:effectLst/>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314418" name="Object 50">
                <a:extLst>
                  <a:ext uri="{FF2B5EF4-FFF2-40B4-BE49-F238E27FC236}">
                    <a16:creationId xmlns:a16="http://schemas.microsoft.com/office/drawing/2014/main" id="{26054D27-A951-4B41-9B63-9C880B2B07B0}"/>
                  </a:ext>
                </a:extLst>
              </p:cNvPr>
              <p:cNvSpPr txBox="1"/>
              <p:nvPr/>
            </p:nvSpPr>
            <p:spPr bwMode="auto">
              <a:xfrm>
                <a:off x="5021260" y="4320827"/>
                <a:ext cx="598488" cy="417513"/>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0</m:t>
                      </m:r>
                    </m:oMath>
                  </m:oMathPara>
                </a14:m>
                <a:endParaRPr lang="zh-CN" altLang="en-US" sz="2800" dirty="0"/>
              </a:p>
            </p:txBody>
          </p:sp>
        </mc:Choice>
        <mc:Fallback xmlns="">
          <p:sp>
            <p:nvSpPr>
              <p:cNvPr id="314418" name="Object 50">
                <a:extLst>
                  <a:ext uri="{FF2B5EF4-FFF2-40B4-BE49-F238E27FC236}">
                    <a16:creationId xmlns:a16="http://schemas.microsoft.com/office/drawing/2014/main" id="{26054D27-A951-4B41-9B63-9C880B2B07B0}"/>
                  </a:ext>
                </a:extLst>
              </p:cNvPr>
              <p:cNvSpPr txBox="1">
                <a:spLocks noRot="1" noChangeAspect="1" noMove="1" noResize="1" noEditPoints="1" noAdjustHandles="1" noChangeArrowheads="1" noChangeShapeType="1" noTextEdit="1"/>
              </p:cNvSpPr>
              <p:nvPr/>
            </p:nvSpPr>
            <p:spPr bwMode="auto">
              <a:xfrm>
                <a:off x="5021260" y="4320827"/>
                <a:ext cx="598488" cy="417513"/>
              </a:xfrm>
              <a:prstGeom prst="rect">
                <a:avLst/>
              </a:prstGeom>
              <a:blipFill>
                <a:blip r:embed="rId15"/>
                <a:stretch>
                  <a:fillRect r="-6122"/>
                </a:stretch>
              </a:blipFill>
              <a:ln>
                <a:noFill/>
              </a:ln>
              <a:effectLst/>
            </p:spPr>
            <p:txBody>
              <a:bodyPr/>
              <a:lstStyle/>
              <a:p>
                <a:r>
                  <a:rPr lang="en-US">
                    <a:noFill/>
                  </a:rPr>
                  <a:t> </a:t>
                </a:r>
              </a:p>
            </p:txBody>
          </p:sp>
        </mc:Fallback>
      </mc:AlternateContent>
      <p:grpSp>
        <p:nvGrpSpPr>
          <p:cNvPr id="314421" name="Group 53">
            <a:extLst>
              <a:ext uri="{FF2B5EF4-FFF2-40B4-BE49-F238E27FC236}">
                <a16:creationId xmlns:a16="http://schemas.microsoft.com/office/drawing/2014/main" id="{645C14BA-7BEA-4DBF-82DC-9A526BE93CE6}"/>
              </a:ext>
            </a:extLst>
          </p:cNvPr>
          <p:cNvGrpSpPr>
            <a:grpSpLocks/>
          </p:cNvGrpSpPr>
          <p:nvPr/>
        </p:nvGrpSpPr>
        <p:grpSpPr bwMode="auto">
          <a:xfrm>
            <a:off x="10090147" y="1466146"/>
            <a:ext cx="620712" cy="647700"/>
            <a:chOff x="4753" y="1506"/>
            <a:chExt cx="391" cy="408"/>
          </a:xfrm>
        </p:grpSpPr>
        <mc:AlternateContent xmlns:mc="http://schemas.openxmlformats.org/markup-compatibility/2006" xmlns:a14="http://schemas.microsoft.com/office/drawing/2010/main">
          <mc:Choice Requires="a14">
            <p:sp>
              <p:nvSpPr>
                <p:cNvPr id="153617" name="Object 51">
                  <a:extLst>
                    <a:ext uri="{FF2B5EF4-FFF2-40B4-BE49-F238E27FC236}">
                      <a16:creationId xmlns:a16="http://schemas.microsoft.com/office/drawing/2014/main" id="{F13F09EB-561A-4036-8B7E-89A1F89B8B60}"/>
                    </a:ext>
                  </a:extLst>
                </p:cNvPr>
                <p:cNvSpPr txBox="1"/>
                <p:nvPr/>
              </p:nvSpPr>
              <p:spPr bwMode="auto">
                <a:xfrm>
                  <a:off x="4876" y="1570"/>
                  <a:ext cx="268" cy="344"/>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𝑞</m:t>
                            </m:r>
                          </m:e>
                          <m:sub>
                            <m:r>
                              <a:rPr lang="zh-CN" altLang="en-US" sz="2800" i="1">
                                <a:solidFill>
                                  <a:srgbClr val="000000"/>
                                </a:solidFill>
                                <a:latin typeface="Cambria Math" panose="02040503050406030204" pitchFamily="18" charset="0"/>
                              </a:rPr>
                              <m:t>0</m:t>
                            </m:r>
                          </m:sub>
                        </m:sSub>
                      </m:oMath>
                    </m:oMathPara>
                  </a14:m>
                  <a:endParaRPr lang="zh-CN" altLang="en-US" sz="2800"/>
                </a:p>
              </p:txBody>
            </p:sp>
          </mc:Choice>
          <mc:Fallback xmlns="">
            <p:sp>
              <p:nvSpPr>
                <p:cNvPr id="153617" name="Object 51">
                  <a:extLst>
                    <a:ext uri="{FF2B5EF4-FFF2-40B4-BE49-F238E27FC236}">
                      <a16:creationId xmlns:a16="http://schemas.microsoft.com/office/drawing/2014/main" id="{F13F09EB-561A-4036-8B7E-89A1F89B8B60}"/>
                    </a:ext>
                  </a:extLst>
                </p:cNvPr>
                <p:cNvSpPr txBox="1">
                  <a:spLocks noRot="1" noChangeAspect="1" noMove="1" noResize="1" noEditPoints="1" noAdjustHandles="1" noChangeArrowheads="1" noChangeShapeType="1" noTextEdit="1"/>
                </p:cNvSpPr>
                <p:nvPr/>
              </p:nvSpPr>
              <p:spPr bwMode="auto">
                <a:xfrm>
                  <a:off x="4876" y="1570"/>
                  <a:ext cx="268" cy="344"/>
                </a:xfrm>
                <a:prstGeom prst="rect">
                  <a:avLst/>
                </a:prstGeom>
                <a:blipFill>
                  <a:blip r:embed="rId16"/>
                  <a:stretch>
                    <a:fillRect/>
                  </a:stretch>
                </a:blipFill>
                <a:ln>
                  <a:noFill/>
                </a:ln>
                <a:effectLst/>
              </p:spPr>
              <p:txBody>
                <a:bodyPr/>
                <a:lstStyle/>
                <a:p>
                  <a:r>
                    <a:rPr lang="en-US">
                      <a:noFill/>
                    </a:rPr>
                    <a:t> </a:t>
                  </a:r>
                </a:p>
              </p:txBody>
            </p:sp>
          </mc:Fallback>
        </mc:AlternateContent>
        <p:sp>
          <p:nvSpPr>
            <p:cNvPr id="153618" name="Rectangle 52">
              <a:extLst>
                <a:ext uri="{FF2B5EF4-FFF2-40B4-BE49-F238E27FC236}">
                  <a16:creationId xmlns:a16="http://schemas.microsoft.com/office/drawing/2014/main" id="{CD36C8DC-BA20-4F7B-9514-A7BDA80C37F5}"/>
                </a:ext>
              </a:extLst>
            </p:cNvPr>
            <p:cNvSpPr>
              <a:spLocks noChangeArrowheads="1"/>
            </p:cNvSpPr>
            <p:nvPr/>
          </p:nvSpPr>
          <p:spPr bwMode="auto">
            <a:xfrm>
              <a:off x="4753" y="1506"/>
              <a:ext cx="173" cy="3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buFontTx/>
                <a:buNone/>
              </a:pPr>
              <a:r>
                <a:rPr lang="en-US" altLang="zh-CN" sz="2800">
                  <a:solidFill>
                    <a:srgbClr val="2D23A9"/>
                  </a:solidFill>
                </a:rPr>
                <a:t>.</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437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1437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1438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1439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1441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1438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4377" grpId="0"/>
      <p:bldP spid="314378" grpId="0"/>
      <p:bldP spid="314380" grpId="0"/>
      <p:bldP spid="314389" grpId="0"/>
      <p:bldP spid="314390" grpId="0"/>
      <p:bldP spid="314418"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Text Box 25">
            <a:extLst>
              <a:ext uri="{FF2B5EF4-FFF2-40B4-BE49-F238E27FC236}">
                <a16:creationId xmlns:a16="http://schemas.microsoft.com/office/drawing/2014/main" id="{2CB54B68-B708-430F-BFCD-3387F38E6157}"/>
              </a:ext>
            </a:extLst>
          </p:cNvPr>
          <p:cNvSpPr txBox="1">
            <a:spLocks noChangeArrowheads="1"/>
          </p:cNvSpPr>
          <p:nvPr/>
        </p:nvSpPr>
        <p:spPr bwMode="auto">
          <a:xfrm>
            <a:off x="737394" y="319521"/>
            <a:ext cx="5561805"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457200" indent="-457200" eaLnBrk="1" hangingPunct="1">
              <a:spcBef>
                <a:spcPct val="0"/>
              </a:spcBef>
              <a:buFont typeface="Wingdings" panose="05000000000000000000" pitchFamily="2" charset="2"/>
              <a:buChar char="q"/>
            </a:pPr>
            <a:r>
              <a:rPr lang="en-US" altLang="zh-CN" b="1" dirty="0">
                <a:solidFill>
                  <a:srgbClr val="0066FF"/>
                </a:solidFill>
                <a:latin typeface="华文楷体" panose="02010600040101010101" pitchFamily="2" charset="-122"/>
                <a:ea typeface="华文楷体" panose="02010600040101010101" pitchFamily="2" charset="-122"/>
              </a:rPr>
              <a:t> </a:t>
            </a:r>
            <a:r>
              <a:rPr lang="zh-CN" altLang="en-US" b="1" dirty="0">
                <a:solidFill>
                  <a:srgbClr val="0066FF"/>
                </a:solidFill>
                <a:latin typeface="华文楷体" panose="02010600040101010101" pitchFamily="2" charset="-122"/>
                <a:ea typeface="华文楷体" panose="02010600040101010101" pitchFamily="2" charset="-122"/>
              </a:rPr>
              <a:t>连续分布电荷的静电场</a:t>
            </a:r>
          </a:p>
        </p:txBody>
      </p:sp>
      <p:grpSp>
        <p:nvGrpSpPr>
          <p:cNvPr id="177187" name="Group 35">
            <a:extLst>
              <a:ext uri="{FF2B5EF4-FFF2-40B4-BE49-F238E27FC236}">
                <a16:creationId xmlns:a16="http://schemas.microsoft.com/office/drawing/2014/main" id="{AEE12A69-7052-4C52-8910-E369AE3E6205}"/>
              </a:ext>
            </a:extLst>
          </p:cNvPr>
          <p:cNvGrpSpPr>
            <a:grpSpLocks/>
          </p:cNvGrpSpPr>
          <p:nvPr/>
        </p:nvGrpSpPr>
        <p:grpSpPr bwMode="auto">
          <a:xfrm>
            <a:off x="2068512" y="1115869"/>
            <a:ext cx="8142287" cy="1122362"/>
            <a:chOff x="427" y="546"/>
            <a:chExt cx="5129" cy="707"/>
          </a:xfrm>
        </p:grpSpPr>
        <p:sp>
          <p:nvSpPr>
            <p:cNvPr id="155659" name="Text Box 26">
              <a:extLst>
                <a:ext uri="{FF2B5EF4-FFF2-40B4-BE49-F238E27FC236}">
                  <a16:creationId xmlns:a16="http://schemas.microsoft.com/office/drawing/2014/main" id="{5BFC691E-93C9-4121-9BA5-D6A1BB19A617}"/>
                </a:ext>
              </a:extLst>
            </p:cNvPr>
            <p:cNvSpPr txBox="1">
              <a:spLocks noChangeArrowheads="1"/>
            </p:cNvSpPr>
            <p:nvPr/>
          </p:nvSpPr>
          <p:spPr bwMode="auto">
            <a:xfrm>
              <a:off x="427" y="555"/>
              <a:ext cx="3125"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800">
                  <a:solidFill>
                    <a:srgbClr val="000000"/>
                  </a:solidFill>
                  <a:latin typeface="华文楷体" panose="02010600040101010101" pitchFamily="2" charset="-122"/>
                  <a:ea typeface="华文楷体" panose="02010600040101010101" pitchFamily="2" charset="-122"/>
                </a:rPr>
                <a:t>连续分布电荷是由大量电荷元</a:t>
              </a:r>
            </a:p>
          </p:txBody>
        </p:sp>
        <p:sp>
          <p:nvSpPr>
            <p:cNvPr id="155660" name="Text Box 27">
              <a:extLst>
                <a:ext uri="{FF2B5EF4-FFF2-40B4-BE49-F238E27FC236}">
                  <a16:creationId xmlns:a16="http://schemas.microsoft.com/office/drawing/2014/main" id="{EC48D97C-C60F-4728-9012-3B5B0D8C2AA6}"/>
                </a:ext>
              </a:extLst>
            </p:cNvPr>
            <p:cNvSpPr txBox="1">
              <a:spLocks noChangeArrowheads="1"/>
            </p:cNvSpPr>
            <p:nvPr/>
          </p:nvSpPr>
          <p:spPr bwMode="auto">
            <a:xfrm>
              <a:off x="3648" y="546"/>
              <a:ext cx="190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800">
                  <a:solidFill>
                    <a:srgbClr val="000000"/>
                  </a:solidFill>
                  <a:latin typeface="华文楷体" panose="02010600040101010101" pitchFamily="2" charset="-122"/>
                  <a:ea typeface="华文楷体" panose="02010600040101010101" pitchFamily="2" charset="-122"/>
                </a:rPr>
                <a:t>（可视为点电荷）</a:t>
              </a:r>
            </a:p>
          </p:txBody>
        </p:sp>
        <mc:AlternateContent xmlns:mc="http://schemas.openxmlformats.org/markup-compatibility/2006" xmlns:a14="http://schemas.microsoft.com/office/drawing/2010/main">
          <mc:Choice Requires="a14">
            <p:sp>
              <p:nvSpPr>
                <p:cNvPr id="155661" name="Object 29">
                  <a:extLst>
                    <a:ext uri="{FF2B5EF4-FFF2-40B4-BE49-F238E27FC236}">
                      <a16:creationId xmlns:a16="http://schemas.microsoft.com/office/drawing/2014/main" id="{CB1805BB-B2AC-49E8-AF48-8CC9A8B32A49}"/>
                    </a:ext>
                  </a:extLst>
                </p:cNvPr>
                <p:cNvSpPr txBox="1"/>
                <p:nvPr/>
              </p:nvSpPr>
              <p:spPr bwMode="auto">
                <a:xfrm>
                  <a:off x="3408" y="546"/>
                  <a:ext cx="288" cy="288"/>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zh-CN" altLang="en-US" sz="2800" i="1">
                            <a:solidFill>
                              <a:srgbClr val="000000"/>
                            </a:solidFill>
                            <a:latin typeface="Cambria Math" panose="02040503050406030204" pitchFamily="18" charset="0"/>
                          </a:rPr>
                          <m:t>𝑑𝑞</m:t>
                        </m:r>
                      </m:oMath>
                    </m:oMathPara>
                  </a14:m>
                  <a:endParaRPr lang="zh-CN" altLang="en-US" sz="2800" dirty="0"/>
                </a:p>
              </p:txBody>
            </p:sp>
          </mc:Choice>
          <mc:Fallback xmlns="">
            <p:sp>
              <p:nvSpPr>
                <p:cNvPr id="155661" name="Object 29">
                  <a:extLst>
                    <a:ext uri="{FF2B5EF4-FFF2-40B4-BE49-F238E27FC236}">
                      <a16:creationId xmlns:a16="http://schemas.microsoft.com/office/drawing/2014/main" id="{CB1805BB-B2AC-49E8-AF48-8CC9A8B32A49}"/>
                    </a:ext>
                  </a:extLst>
                </p:cNvPr>
                <p:cNvSpPr txBox="1">
                  <a:spLocks noRot="1" noChangeAspect="1" noMove="1" noResize="1" noEditPoints="1" noAdjustHandles="1" noChangeArrowheads="1" noChangeShapeType="1" noTextEdit="1"/>
                </p:cNvSpPr>
                <p:nvPr/>
              </p:nvSpPr>
              <p:spPr bwMode="auto">
                <a:xfrm>
                  <a:off x="3408" y="546"/>
                  <a:ext cx="288" cy="288"/>
                </a:xfrm>
                <a:prstGeom prst="rect">
                  <a:avLst/>
                </a:prstGeom>
                <a:blipFill>
                  <a:blip r:embed="rId3"/>
                  <a:stretch>
                    <a:fillRect r="-4000" b="-1333"/>
                  </a:stretch>
                </a:blipFill>
                <a:ln>
                  <a:noFill/>
                </a:ln>
                <a:effectLst/>
              </p:spPr>
              <p:txBody>
                <a:bodyPr/>
                <a:lstStyle/>
                <a:p>
                  <a:r>
                    <a:rPr lang="en-US">
                      <a:noFill/>
                    </a:rPr>
                    <a:t> </a:t>
                  </a:r>
                </a:p>
              </p:txBody>
            </p:sp>
          </mc:Fallback>
        </mc:AlternateContent>
        <p:sp>
          <p:nvSpPr>
            <p:cNvPr id="155662" name="Text Box 30">
              <a:extLst>
                <a:ext uri="{FF2B5EF4-FFF2-40B4-BE49-F238E27FC236}">
                  <a16:creationId xmlns:a16="http://schemas.microsoft.com/office/drawing/2014/main" id="{8302D3DE-1FA4-4BC5-913A-9A2AD01A8F1C}"/>
                </a:ext>
              </a:extLst>
            </p:cNvPr>
            <p:cNvSpPr txBox="1">
              <a:spLocks noChangeArrowheads="1"/>
            </p:cNvSpPr>
            <p:nvPr/>
          </p:nvSpPr>
          <p:spPr bwMode="auto">
            <a:xfrm>
              <a:off x="431" y="926"/>
              <a:ext cx="1004"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800">
                  <a:solidFill>
                    <a:srgbClr val="000000"/>
                  </a:solidFill>
                  <a:latin typeface="华文楷体" panose="02010600040101010101" pitchFamily="2" charset="-122"/>
                  <a:ea typeface="华文楷体" panose="02010600040101010101" pitchFamily="2" charset="-122"/>
                </a:rPr>
                <a:t>组成的</a:t>
              </a:r>
            </a:p>
          </p:txBody>
        </p:sp>
      </p:grpSp>
      <mc:AlternateContent xmlns:mc="http://schemas.openxmlformats.org/markup-compatibility/2006" xmlns:a14="http://schemas.microsoft.com/office/drawing/2010/main">
        <mc:Choice Requires="a14">
          <p:sp>
            <p:nvSpPr>
              <p:cNvPr id="177188" name="Object 36">
                <a:extLst>
                  <a:ext uri="{FF2B5EF4-FFF2-40B4-BE49-F238E27FC236}">
                    <a16:creationId xmlns:a16="http://schemas.microsoft.com/office/drawing/2014/main" id="{BD196CD7-102C-42B7-9D45-811EE46AF85A}"/>
                  </a:ext>
                </a:extLst>
              </p:cNvPr>
              <p:cNvSpPr txBox="1"/>
              <p:nvPr/>
            </p:nvSpPr>
            <p:spPr bwMode="auto">
              <a:xfrm>
                <a:off x="4318650" y="2790466"/>
                <a:ext cx="2057400" cy="922338"/>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nary>
                        <m:naryPr>
                          <m:chr m:val="∮"/>
                          <m:limLoc m:val="undOvr"/>
                          <m:supHide m:val="on"/>
                          <m:ctrlPr>
                            <a:rPr lang="zh-CN" altLang="en-US" sz="3200" b="1" i="1">
                              <a:solidFill>
                                <a:srgbClr val="000000"/>
                              </a:solidFill>
                              <a:latin typeface="Cambria Math" panose="02040503050406030204" pitchFamily="18" charset="0"/>
                            </a:rPr>
                          </m:ctrlPr>
                        </m:naryPr>
                        <m:sub>
                          <m:r>
                            <a:rPr lang="zh-CN" altLang="en-US" sz="3200" b="1" i="1">
                              <a:solidFill>
                                <a:srgbClr val="000000"/>
                              </a:solidFill>
                              <a:latin typeface="Cambria Math" panose="02040503050406030204" pitchFamily="18" charset="0"/>
                            </a:rPr>
                            <m:t>𝑳</m:t>
                          </m:r>
                        </m:sub>
                        <m:sup/>
                        <m:e>
                          <m:sSub>
                            <m:sSubPr>
                              <m:ctrlPr>
                                <a:rPr lang="zh-CN" altLang="en-US" sz="3200" b="1" i="1">
                                  <a:solidFill>
                                    <a:srgbClr val="000000"/>
                                  </a:solidFill>
                                  <a:latin typeface="Cambria Math" panose="02040503050406030204" pitchFamily="18" charset="0"/>
                                </a:rPr>
                              </m:ctrlPr>
                            </m:sSubPr>
                            <m:e>
                              <m:r>
                                <a:rPr lang="zh-CN" altLang="en-US" sz="3200" b="1" i="1">
                                  <a:solidFill>
                                    <a:srgbClr val="000000"/>
                                  </a:solidFill>
                                  <a:latin typeface="Cambria Math" panose="02040503050406030204" pitchFamily="18" charset="0"/>
                                </a:rPr>
                                <m:t>𝒒</m:t>
                              </m:r>
                            </m:e>
                            <m:sub>
                              <m:r>
                                <a:rPr lang="zh-CN" altLang="en-US" sz="3200" b="1" i="1">
                                  <a:solidFill>
                                    <a:srgbClr val="000000"/>
                                  </a:solidFill>
                                  <a:latin typeface="Cambria Math" panose="02040503050406030204" pitchFamily="18" charset="0"/>
                                </a:rPr>
                                <m:t>𝟎</m:t>
                              </m:r>
                            </m:sub>
                          </m:sSub>
                          <m:acc>
                            <m:accPr>
                              <m:chr m:val="⃗"/>
                              <m:ctrlPr>
                                <a:rPr lang="zh-CN" altLang="en-US" sz="3200" b="1" i="1">
                                  <a:solidFill>
                                    <a:srgbClr val="000000"/>
                                  </a:solidFill>
                                  <a:latin typeface="Cambria Math" panose="02040503050406030204" pitchFamily="18" charset="0"/>
                                </a:rPr>
                              </m:ctrlPr>
                            </m:accPr>
                            <m:e>
                              <m:r>
                                <a:rPr lang="zh-CN" altLang="en-US" sz="3200" b="1" i="1">
                                  <a:solidFill>
                                    <a:srgbClr val="000000"/>
                                  </a:solidFill>
                                  <a:latin typeface="Cambria Math" panose="02040503050406030204" pitchFamily="18" charset="0"/>
                                </a:rPr>
                                <m:t>𝑬</m:t>
                              </m:r>
                            </m:e>
                          </m:acc>
                          <m:r>
                            <a:rPr lang="zh-CN" altLang="en-US" sz="3200" b="1" i="1">
                              <a:solidFill>
                                <a:srgbClr val="000000"/>
                              </a:solidFill>
                              <a:latin typeface="Cambria Math" panose="02040503050406030204" pitchFamily="18" charset="0"/>
                            </a:rPr>
                            <m:t>⋅</m:t>
                          </m:r>
                          <m:r>
                            <a:rPr lang="zh-CN" altLang="en-US" sz="3200" b="1" i="1">
                              <a:solidFill>
                                <a:srgbClr val="000000"/>
                              </a:solidFill>
                              <a:latin typeface="Cambria Math" panose="02040503050406030204" pitchFamily="18" charset="0"/>
                            </a:rPr>
                            <m:t>𝒅</m:t>
                          </m:r>
                          <m:acc>
                            <m:accPr>
                              <m:chr m:val="⃗"/>
                              <m:ctrlPr>
                                <a:rPr lang="zh-CN" altLang="en-US" sz="3200" b="1" i="1">
                                  <a:solidFill>
                                    <a:srgbClr val="000000"/>
                                  </a:solidFill>
                                  <a:latin typeface="Cambria Math" panose="02040503050406030204" pitchFamily="18" charset="0"/>
                                </a:rPr>
                              </m:ctrlPr>
                            </m:accPr>
                            <m:e>
                              <m:r>
                                <a:rPr lang="zh-CN" altLang="en-US" sz="3200" b="1" i="1">
                                  <a:solidFill>
                                    <a:srgbClr val="000000"/>
                                  </a:solidFill>
                                  <a:latin typeface="Cambria Math" panose="02040503050406030204" pitchFamily="18" charset="0"/>
                                </a:rPr>
                                <m:t>𝒍</m:t>
                              </m:r>
                            </m:e>
                          </m:acc>
                          <m:r>
                            <a:rPr lang="zh-CN" altLang="en-US" sz="3200" b="1" i="1">
                              <a:solidFill>
                                <a:srgbClr val="000000"/>
                              </a:solidFill>
                              <a:latin typeface="Cambria Math" panose="02040503050406030204" pitchFamily="18" charset="0"/>
                            </a:rPr>
                            <m:t>=</m:t>
                          </m:r>
                          <m:r>
                            <a:rPr lang="zh-CN" altLang="en-US" sz="3200" b="1" i="1">
                              <a:solidFill>
                                <a:srgbClr val="000000"/>
                              </a:solidFill>
                              <a:latin typeface="Cambria Math" panose="02040503050406030204" pitchFamily="18" charset="0"/>
                            </a:rPr>
                            <m:t>𝟎</m:t>
                          </m:r>
                        </m:e>
                      </m:nary>
                    </m:oMath>
                  </m:oMathPara>
                </a14:m>
                <a:endParaRPr lang="zh-CN" altLang="en-US" sz="3200" b="1" dirty="0"/>
              </a:p>
            </p:txBody>
          </p:sp>
        </mc:Choice>
        <mc:Fallback xmlns="">
          <p:sp>
            <p:nvSpPr>
              <p:cNvPr id="177188" name="Object 36">
                <a:extLst>
                  <a:ext uri="{FF2B5EF4-FFF2-40B4-BE49-F238E27FC236}">
                    <a16:creationId xmlns:a16="http://schemas.microsoft.com/office/drawing/2014/main" id="{BD196CD7-102C-42B7-9D45-811EE46AF85A}"/>
                  </a:ext>
                </a:extLst>
              </p:cNvPr>
              <p:cNvSpPr txBox="1">
                <a:spLocks noRot="1" noChangeAspect="1" noMove="1" noResize="1" noEditPoints="1" noAdjustHandles="1" noChangeArrowheads="1" noChangeShapeType="1" noTextEdit="1"/>
              </p:cNvSpPr>
              <p:nvPr/>
            </p:nvSpPr>
            <p:spPr bwMode="auto">
              <a:xfrm>
                <a:off x="4318650" y="2790466"/>
                <a:ext cx="2057400" cy="922338"/>
              </a:xfrm>
              <a:prstGeom prst="rect">
                <a:avLst/>
              </a:prstGeom>
              <a:blipFill>
                <a:blip r:embed="rId4"/>
                <a:stretch>
                  <a:fillRect r="-28994" b="-45033"/>
                </a:stretch>
              </a:blipFill>
              <a:ln>
                <a:noFill/>
              </a:ln>
              <a:effectLst/>
            </p:spPr>
            <p:txBody>
              <a:bodyPr/>
              <a:lstStyle/>
              <a:p>
                <a:r>
                  <a:rPr lang="en-US">
                    <a:noFill/>
                  </a:rPr>
                  <a:t> </a:t>
                </a:r>
              </a:p>
            </p:txBody>
          </p:sp>
        </mc:Fallback>
      </mc:AlternateContent>
      <p:sp>
        <p:nvSpPr>
          <p:cNvPr id="177189" name="Text Box 37">
            <a:extLst>
              <a:ext uri="{FF2B5EF4-FFF2-40B4-BE49-F238E27FC236}">
                <a16:creationId xmlns:a16="http://schemas.microsoft.com/office/drawing/2014/main" id="{E11C5847-E1C1-4BE7-AA13-965813176C33}"/>
              </a:ext>
            </a:extLst>
          </p:cNvPr>
          <p:cNvSpPr txBox="1">
            <a:spLocks noChangeArrowheads="1"/>
          </p:cNvSpPr>
          <p:nvPr/>
        </p:nvSpPr>
        <p:spPr bwMode="auto">
          <a:xfrm>
            <a:off x="1847850" y="4485558"/>
            <a:ext cx="8583612"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800" dirty="0">
                <a:solidFill>
                  <a:srgbClr val="000000"/>
                </a:solidFill>
                <a:latin typeface="华文楷体" panose="02010600040101010101" pitchFamily="2" charset="-122"/>
                <a:ea typeface="华文楷体" panose="02010600040101010101" pitchFamily="2" charset="-122"/>
              </a:rPr>
              <a:t>试验电荷在静电场中移动时，电场力所作的功只与试验电荷的起点和终点的位置有关，与路径无关。</a:t>
            </a:r>
          </a:p>
        </p:txBody>
      </p:sp>
      <p:sp>
        <p:nvSpPr>
          <p:cNvPr id="177194" name="Rectangle 42">
            <a:extLst>
              <a:ext uri="{FF2B5EF4-FFF2-40B4-BE49-F238E27FC236}">
                <a16:creationId xmlns:a16="http://schemas.microsoft.com/office/drawing/2014/main" id="{F7441EFF-BB3E-427D-BF56-52CE5C16EB97}"/>
              </a:ext>
            </a:extLst>
          </p:cNvPr>
          <p:cNvSpPr>
            <a:spLocks noChangeArrowheads="1"/>
          </p:cNvSpPr>
          <p:nvPr/>
        </p:nvSpPr>
        <p:spPr bwMode="auto">
          <a:xfrm>
            <a:off x="4548980" y="5727844"/>
            <a:ext cx="3240088" cy="5801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buFontTx/>
              <a:buNone/>
            </a:pPr>
            <a:r>
              <a:rPr lang="zh-CN" altLang="en-US" sz="2800" dirty="0">
                <a:solidFill>
                  <a:srgbClr val="000000"/>
                </a:solidFill>
                <a:latin typeface="华文楷体" panose="02010600040101010101" pitchFamily="2" charset="-122"/>
                <a:ea typeface="华文楷体" panose="02010600040101010101" pitchFamily="2" charset="-122"/>
              </a:rPr>
              <a:t>静电场力是保守力</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77187"/>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718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7718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7719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7188" grpId="0"/>
      <p:bldP spid="177189" grpId="0"/>
      <p:bldP spid="17719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35" name="Text Box 27">
            <a:extLst>
              <a:ext uri="{FF2B5EF4-FFF2-40B4-BE49-F238E27FC236}">
                <a16:creationId xmlns:a16="http://schemas.microsoft.com/office/drawing/2014/main" id="{C5D5699B-ADDE-4CD0-A564-9686ED98FB29}"/>
              </a:ext>
            </a:extLst>
          </p:cNvPr>
          <p:cNvSpPr txBox="1">
            <a:spLocks noChangeArrowheads="1"/>
          </p:cNvSpPr>
          <p:nvPr/>
        </p:nvSpPr>
        <p:spPr bwMode="auto">
          <a:xfrm>
            <a:off x="1511566" y="4225356"/>
            <a:ext cx="8424863"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800" dirty="0">
                <a:solidFill>
                  <a:srgbClr val="000000"/>
                </a:solidFill>
                <a:latin typeface="华文楷体" panose="02010600040101010101" pitchFamily="2" charset="-122"/>
                <a:ea typeface="华文楷体" panose="02010600040101010101" pitchFamily="2" charset="-122"/>
              </a:rPr>
              <a:t>在静电场中，电场强度沿任意闭合路径的环流为零。</a:t>
            </a:r>
          </a:p>
        </p:txBody>
      </p:sp>
      <p:sp>
        <p:nvSpPr>
          <p:cNvPr id="179229" name="Text Box 29">
            <a:extLst>
              <a:ext uri="{FF2B5EF4-FFF2-40B4-BE49-F238E27FC236}">
                <a16:creationId xmlns:a16="http://schemas.microsoft.com/office/drawing/2014/main" id="{9B10697A-CF63-45A9-A0DF-4A6C5471F8E7}"/>
              </a:ext>
            </a:extLst>
          </p:cNvPr>
          <p:cNvSpPr txBox="1">
            <a:spLocks noChangeArrowheads="1"/>
          </p:cNvSpPr>
          <p:nvPr/>
        </p:nvSpPr>
        <p:spPr bwMode="auto">
          <a:xfrm>
            <a:off x="1896535" y="1378726"/>
            <a:ext cx="382746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800" dirty="0">
                <a:solidFill>
                  <a:srgbClr val="000000"/>
                </a:solidFill>
                <a:latin typeface="华文楷体" panose="02010600040101010101" pitchFamily="2" charset="-122"/>
                <a:ea typeface="华文楷体" panose="02010600040101010101" pitchFamily="2" charset="-122"/>
              </a:rPr>
              <a:t>保守力作功的特点</a:t>
            </a:r>
          </a:p>
        </p:txBody>
      </p:sp>
      <p:sp>
        <p:nvSpPr>
          <p:cNvPr id="157704" name="Rectangle 35">
            <a:extLst>
              <a:ext uri="{FF2B5EF4-FFF2-40B4-BE49-F238E27FC236}">
                <a16:creationId xmlns:a16="http://schemas.microsoft.com/office/drawing/2014/main" id="{CD545F7C-0EED-4B7E-886E-44F9347AB278}"/>
              </a:ext>
            </a:extLst>
          </p:cNvPr>
          <p:cNvSpPr>
            <a:spLocks noChangeArrowheads="1"/>
          </p:cNvSpPr>
          <p:nvPr/>
        </p:nvSpPr>
        <p:spPr bwMode="auto">
          <a:xfrm>
            <a:off x="480219" y="425450"/>
            <a:ext cx="3960813"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457200" indent="-457200" eaLnBrk="1" hangingPunct="1">
              <a:spcBef>
                <a:spcPct val="0"/>
              </a:spcBef>
              <a:buFont typeface="Wingdings" panose="05000000000000000000" pitchFamily="2" charset="2"/>
              <a:buChar char="q"/>
            </a:pPr>
            <a:r>
              <a:rPr lang="zh-CN" altLang="en-US" b="1" dirty="0">
                <a:solidFill>
                  <a:srgbClr val="0066FF"/>
                </a:solidFill>
                <a:latin typeface="华文楷体" panose="02010600040101010101" pitchFamily="2" charset="-122"/>
                <a:ea typeface="华文楷体" panose="02010600040101010101" pitchFamily="2" charset="-122"/>
              </a:rPr>
              <a:t>静电场的环路定理</a:t>
            </a:r>
          </a:p>
        </p:txBody>
      </p:sp>
      <mc:AlternateContent xmlns:mc="http://schemas.openxmlformats.org/markup-compatibility/2006" xmlns:a14="http://schemas.microsoft.com/office/drawing/2010/main">
        <mc:Choice Requires="a14">
          <p:sp>
            <p:nvSpPr>
              <p:cNvPr id="10" name="Object 36">
                <a:extLst>
                  <a:ext uri="{FF2B5EF4-FFF2-40B4-BE49-F238E27FC236}">
                    <a16:creationId xmlns:a16="http://schemas.microsoft.com/office/drawing/2014/main" id="{50E34220-033F-441D-8467-90AD109378D9}"/>
                  </a:ext>
                </a:extLst>
              </p:cNvPr>
              <p:cNvSpPr txBox="1"/>
              <p:nvPr/>
            </p:nvSpPr>
            <p:spPr bwMode="auto">
              <a:xfrm>
                <a:off x="4033312" y="2022435"/>
                <a:ext cx="2057400" cy="922338"/>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nary>
                        <m:naryPr>
                          <m:chr m:val="∮"/>
                          <m:limLoc m:val="undOvr"/>
                          <m:supHide m:val="on"/>
                          <m:ctrlPr>
                            <a:rPr lang="zh-CN" altLang="en-US" sz="3200" b="1" i="1">
                              <a:solidFill>
                                <a:srgbClr val="000000"/>
                              </a:solidFill>
                              <a:latin typeface="Cambria Math" panose="02040503050406030204" pitchFamily="18" charset="0"/>
                            </a:rPr>
                          </m:ctrlPr>
                        </m:naryPr>
                        <m:sub>
                          <m:r>
                            <a:rPr lang="zh-CN" altLang="en-US" sz="3200" b="1" i="1">
                              <a:solidFill>
                                <a:srgbClr val="000000"/>
                              </a:solidFill>
                              <a:latin typeface="Cambria Math" panose="02040503050406030204" pitchFamily="18" charset="0"/>
                            </a:rPr>
                            <m:t>𝑳</m:t>
                          </m:r>
                        </m:sub>
                        <m:sup/>
                        <m:e>
                          <m:sSub>
                            <m:sSubPr>
                              <m:ctrlPr>
                                <a:rPr lang="zh-CN" altLang="en-US" sz="3200" b="1" i="1">
                                  <a:solidFill>
                                    <a:srgbClr val="000000"/>
                                  </a:solidFill>
                                  <a:latin typeface="Cambria Math" panose="02040503050406030204" pitchFamily="18" charset="0"/>
                                </a:rPr>
                              </m:ctrlPr>
                            </m:sSubPr>
                            <m:e>
                              <m:r>
                                <a:rPr lang="zh-CN" altLang="en-US" sz="3200" b="1" i="1">
                                  <a:solidFill>
                                    <a:srgbClr val="000000"/>
                                  </a:solidFill>
                                  <a:latin typeface="Cambria Math" panose="02040503050406030204" pitchFamily="18" charset="0"/>
                                </a:rPr>
                                <m:t>𝒒</m:t>
                              </m:r>
                            </m:e>
                            <m:sub>
                              <m:r>
                                <a:rPr lang="zh-CN" altLang="en-US" sz="3200" b="1" i="1">
                                  <a:solidFill>
                                    <a:srgbClr val="000000"/>
                                  </a:solidFill>
                                  <a:latin typeface="Cambria Math" panose="02040503050406030204" pitchFamily="18" charset="0"/>
                                </a:rPr>
                                <m:t>𝟎</m:t>
                              </m:r>
                            </m:sub>
                          </m:sSub>
                          <m:acc>
                            <m:accPr>
                              <m:chr m:val="⃗"/>
                              <m:ctrlPr>
                                <a:rPr lang="zh-CN" altLang="en-US" sz="3200" b="1" i="1">
                                  <a:solidFill>
                                    <a:srgbClr val="000000"/>
                                  </a:solidFill>
                                  <a:latin typeface="Cambria Math" panose="02040503050406030204" pitchFamily="18" charset="0"/>
                                </a:rPr>
                              </m:ctrlPr>
                            </m:accPr>
                            <m:e>
                              <m:r>
                                <a:rPr lang="zh-CN" altLang="en-US" sz="3200" b="1" i="1">
                                  <a:solidFill>
                                    <a:srgbClr val="000000"/>
                                  </a:solidFill>
                                  <a:latin typeface="Cambria Math" panose="02040503050406030204" pitchFamily="18" charset="0"/>
                                </a:rPr>
                                <m:t>𝑬</m:t>
                              </m:r>
                            </m:e>
                          </m:acc>
                          <m:r>
                            <a:rPr lang="zh-CN" altLang="en-US" sz="3200" b="1" i="1">
                              <a:solidFill>
                                <a:srgbClr val="000000"/>
                              </a:solidFill>
                              <a:latin typeface="Cambria Math" panose="02040503050406030204" pitchFamily="18" charset="0"/>
                            </a:rPr>
                            <m:t>⋅</m:t>
                          </m:r>
                          <m:r>
                            <a:rPr lang="zh-CN" altLang="en-US" sz="3200" b="1" i="1">
                              <a:solidFill>
                                <a:srgbClr val="000000"/>
                              </a:solidFill>
                              <a:latin typeface="Cambria Math" panose="02040503050406030204" pitchFamily="18" charset="0"/>
                            </a:rPr>
                            <m:t>𝒅</m:t>
                          </m:r>
                          <m:acc>
                            <m:accPr>
                              <m:chr m:val="⃗"/>
                              <m:ctrlPr>
                                <a:rPr lang="zh-CN" altLang="en-US" sz="3200" b="1" i="1">
                                  <a:solidFill>
                                    <a:srgbClr val="000000"/>
                                  </a:solidFill>
                                  <a:latin typeface="Cambria Math" panose="02040503050406030204" pitchFamily="18" charset="0"/>
                                </a:rPr>
                              </m:ctrlPr>
                            </m:accPr>
                            <m:e>
                              <m:r>
                                <a:rPr lang="zh-CN" altLang="en-US" sz="3200" b="1" i="1">
                                  <a:solidFill>
                                    <a:srgbClr val="000000"/>
                                  </a:solidFill>
                                  <a:latin typeface="Cambria Math" panose="02040503050406030204" pitchFamily="18" charset="0"/>
                                </a:rPr>
                                <m:t>𝒍</m:t>
                              </m:r>
                            </m:e>
                          </m:acc>
                          <m:r>
                            <a:rPr lang="zh-CN" altLang="en-US" sz="3200" b="1" i="1">
                              <a:solidFill>
                                <a:srgbClr val="000000"/>
                              </a:solidFill>
                              <a:latin typeface="Cambria Math" panose="02040503050406030204" pitchFamily="18" charset="0"/>
                            </a:rPr>
                            <m:t>=</m:t>
                          </m:r>
                          <m:r>
                            <a:rPr lang="zh-CN" altLang="en-US" sz="3200" b="1" i="1">
                              <a:solidFill>
                                <a:srgbClr val="000000"/>
                              </a:solidFill>
                              <a:latin typeface="Cambria Math" panose="02040503050406030204" pitchFamily="18" charset="0"/>
                            </a:rPr>
                            <m:t>𝟎</m:t>
                          </m:r>
                        </m:e>
                      </m:nary>
                    </m:oMath>
                  </m:oMathPara>
                </a14:m>
                <a:endParaRPr lang="zh-CN" altLang="en-US" sz="3200" b="1" dirty="0"/>
              </a:p>
            </p:txBody>
          </p:sp>
        </mc:Choice>
        <mc:Fallback xmlns="">
          <p:sp>
            <p:nvSpPr>
              <p:cNvPr id="10" name="Object 36">
                <a:extLst>
                  <a:ext uri="{FF2B5EF4-FFF2-40B4-BE49-F238E27FC236}">
                    <a16:creationId xmlns:a16="http://schemas.microsoft.com/office/drawing/2014/main" id="{50E34220-033F-441D-8467-90AD109378D9}"/>
                  </a:ext>
                </a:extLst>
              </p:cNvPr>
              <p:cNvSpPr txBox="1">
                <a:spLocks noRot="1" noChangeAspect="1" noMove="1" noResize="1" noEditPoints="1" noAdjustHandles="1" noChangeArrowheads="1" noChangeShapeType="1" noTextEdit="1"/>
              </p:cNvSpPr>
              <p:nvPr/>
            </p:nvSpPr>
            <p:spPr bwMode="auto">
              <a:xfrm>
                <a:off x="4033312" y="2022435"/>
                <a:ext cx="2057400" cy="922338"/>
              </a:xfrm>
              <a:prstGeom prst="rect">
                <a:avLst/>
              </a:prstGeom>
              <a:blipFill>
                <a:blip r:embed="rId3"/>
                <a:stretch>
                  <a:fillRect r="-29080" b="-45033"/>
                </a:stretch>
              </a:blipFill>
              <a:ln>
                <a:noFill/>
              </a:ln>
              <a:effectLst/>
            </p:spPr>
            <p:txBody>
              <a:bodyPr/>
              <a:lstStyle/>
              <a:p>
                <a:r>
                  <a:rPr lang="en-US">
                    <a:noFill/>
                  </a:rPr>
                  <a:t> </a:t>
                </a:r>
              </a:p>
            </p:txBody>
          </p:sp>
        </mc:Fallback>
      </mc:AlternateContent>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922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1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35" grpId="0"/>
      <p:bldP spid="179229" grpId="0"/>
      <p:bldP spid="10"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7">
            <a:extLst>
              <a:ext uri="{FF2B5EF4-FFF2-40B4-BE49-F238E27FC236}">
                <a16:creationId xmlns:a16="http://schemas.microsoft.com/office/drawing/2014/main" id="{77C436C8-E065-4166-9B23-EFA3965EAB83}"/>
              </a:ext>
            </a:extLst>
          </p:cNvPr>
          <p:cNvSpPr txBox="1">
            <a:spLocks/>
          </p:cNvSpPr>
          <p:nvPr/>
        </p:nvSpPr>
        <p:spPr>
          <a:xfrm>
            <a:off x="1888435" y="1364998"/>
            <a:ext cx="3703320" cy="736282"/>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q"/>
            </a:pPr>
            <a:r>
              <a:rPr lang="zh-CN" altLang="en-US" sz="3600" b="1" dirty="0">
                <a:solidFill>
                  <a:srgbClr val="0066FF"/>
                </a:solidFill>
                <a:latin typeface="华文楷体" panose="02010600040101010101" pitchFamily="2" charset="-122"/>
                <a:ea typeface="华文楷体" panose="02010600040101010101" pitchFamily="2" charset="-122"/>
                <a:cs typeface="Times New Roman" panose="02020603050405020304" pitchFamily="18" charset="0"/>
              </a:rPr>
              <a:t> 高斯定律：</a:t>
            </a:r>
          </a:p>
        </p:txBody>
      </p:sp>
      <mc:AlternateContent xmlns:mc="http://schemas.openxmlformats.org/markup-compatibility/2006" xmlns:a14="http://schemas.microsoft.com/office/drawing/2010/main">
        <mc:Choice Requires="a14">
          <p:sp>
            <p:nvSpPr>
              <p:cNvPr id="3" name="内容占位符 8">
                <a:extLst>
                  <a:ext uri="{FF2B5EF4-FFF2-40B4-BE49-F238E27FC236}">
                    <a16:creationId xmlns:a16="http://schemas.microsoft.com/office/drawing/2014/main" id="{5980A918-B5A5-418B-9C05-6FBC81570882}"/>
                  </a:ext>
                </a:extLst>
              </p:cNvPr>
              <p:cNvSpPr txBox="1">
                <a:spLocks/>
              </p:cNvSpPr>
              <p:nvPr/>
            </p:nvSpPr>
            <p:spPr>
              <a:xfrm>
                <a:off x="1888435" y="2101280"/>
                <a:ext cx="3703320" cy="2244190"/>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20000"/>
                  </a:lnSpc>
                  <a:buFont typeface="Arial" panose="020B0604020202020204" pitchFamily="34" charset="0"/>
                  <a:buNone/>
                </a:pPr>
                <a14:m>
                  <m:oMathPara xmlns:m="http://schemas.openxmlformats.org/officeDocument/2006/math">
                    <m:oMathParaPr>
                      <m:jc m:val="centerGroup"/>
                    </m:oMathParaPr>
                    <m:oMath xmlns:m="http://schemas.openxmlformats.org/officeDocument/2006/math">
                      <m:nary>
                        <m:naryPr>
                          <m:chr m:val="∯"/>
                          <m:limLoc m:val="undOvr"/>
                          <m:supHide m:val="on"/>
                          <m:ctrlPr>
                            <a:rPr lang="zh-CN" altLang="en-US" b="1" i="1" smtClean="0">
                              <a:solidFill>
                                <a:srgbClr val="000000"/>
                              </a:solidFill>
                              <a:latin typeface="Cambria Math" panose="02040503050406030204" pitchFamily="18" charset="0"/>
                            </a:rPr>
                          </m:ctrlPr>
                        </m:naryPr>
                        <m:sub>
                          <m:r>
                            <a:rPr lang="zh-CN" altLang="en-US" b="1" i="1">
                              <a:solidFill>
                                <a:srgbClr val="000000"/>
                              </a:solidFill>
                              <a:latin typeface="Cambria Math" panose="02040503050406030204" pitchFamily="18" charset="0"/>
                            </a:rPr>
                            <m:t>𝑺</m:t>
                          </m:r>
                        </m:sub>
                        <m:sup/>
                        <m:e>
                          <m:acc>
                            <m:accPr>
                              <m:chr m:val="⃗"/>
                              <m:ctrlPr>
                                <a:rPr lang="zh-CN" altLang="en-US" b="1" i="1">
                                  <a:solidFill>
                                    <a:srgbClr val="000000"/>
                                  </a:solidFill>
                                  <a:latin typeface="Cambria Math" panose="02040503050406030204" pitchFamily="18" charset="0"/>
                                </a:rPr>
                              </m:ctrlPr>
                            </m:accPr>
                            <m:e>
                              <m:r>
                                <a:rPr lang="zh-CN" altLang="en-US" b="1" i="1">
                                  <a:solidFill>
                                    <a:srgbClr val="000000"/>
                                  </a:solidFill>
                                  <a:latin typeface="Cambria Math" panose="02040503050406030204" pitchFamily="18" charset="0"/>
                                </a:rPr>
                                <m:t>𝑬</m:t>
                              </m:r>
                            </m:e>
                          </m:acc>
                          <m:r>
                            <a:rPr lang="zh-CN" altLang="en-US" b="1" i="1">
                              <a:solidFill>
                                <a:srgbClr val="000000"/>
                              </a:solidFill>
                              <a:latin typeface="Cambria Math" panose="02040503050406030204" pitchFamily="18" charset="0"/>
                            </a:rPr>
                            <m:t>⋅</m:t>
                          </m:r>
                          <m:r>
                            <a:rPr lang="zh-CN" altLang="en-US" b="1" i="1">
                              <a:solidFill>
                                <a:srgbClr val="000000"/>
                              </a:solidFill>
                              <a:latin typeface="Cambria Math" panose="02040503050406030204" pitchFamily="18" charset="0"/>
                            </a:rPr>
                            <m:t>𝒅</m:t>
                          </m:r>
                          <m:acc>
                            <m:accPr>
                              <m:chr m:val="⃑"/>
                              <m:ctrlPr>
                                <a:rPr lang="zh-CN" altLang="en-US" b="1" i="1">
                                  <a:solidFill>
                                    <a:srgbClr val="000000"/>
                                  </a:solidFill>
                                  <a:latin typeface="Cambria Math" panose="02040503050406030204" pitchFamily="18" charset="0"/>
                                </a:rPr>
                              </m:ctrlPr>
                            </m:accPr>
                            <m:e>
                              <m:r>
                                <a:rPr lang="zh-CN" altLang="en-US" b="1" i="1">
                                  <a:solidFill>
                                    <a:srgbClr val="000000"/>
                                  </a:solidFill>
                                  <a:latin typeface="Cambria Math" panose="02040503050406030204" pitchFamily="18" charset="0"/>
                                </a:rPr>
                                <m:t>𝑺</m:t>
                              </m:r>
                            </m:e>
                          </m:acc>
                        </m:e>
                      </m:nary>
                      <m:r>
                        <a:rPr lang="zh-CN" altLang="en-US" b="1" i="1">
                          <a:solidFill>
                            <a:srgbClr val="000000"/>
                          </a:solidFill>
                          <a:latin typeface="Cambria Math" panose="02040503050406030204" pitchFamily="18" charset="0"/>
                        </a:rPr>
                        <m:t>=</m:t>
                      </m:r>
                      <m:f>
                        <m:fPr>
                          <m:ctrlPr>
                            <a:rPr lang="zh-CN" altLang="en-US" b="1" i="1">
                              <a:solidFill>
                                <a:srgbClr val="000000"/>
                              </a:solidFill>
                              <a:latin typeface="Cambria Math" panose="02040503050406030204" pitchFamily="18" charset="0"/>
                            </a:rPr>
                          </m:ctrlPr>
                        </m:fPr>
                        <m:num>
                          <m:nary>
                            <m:naryPr>
                              <m:chr m:val="∑"/>
                              <m:supHide m:val="on"/>
                              <m:ctrlPr>
                                <a:rPr lang="zh-CN" altLang="en-US" b="1" i="1">
                                  <a:solidFill>
                                    <a:srgbClr val="000000"/>
                                  </a:solidFill>
                                  <a:latin typeface="Cambria Math" panose="02040503050406030204" pitchFamily="18" charset="0"/>
                                </a:rPr>
                              </m:ctrlPr>
                            </m:naryPr>
                            <m:sub>
                              <m:r>
                                <a:rPr lang="zh-CN" altLang="en-US" b="1" i="1">
                                  <a:solidFill>
                                    <a:srgbClr val="000000"/>
                                  </a:solidFill>
                                  <a:latin typeface="Cambria Math" panose="02040503050406030204" pitchFamily="18" charset="0"/>
                                </a:rPr>
                                <m:t>𝒊</m:t>
                              </m:r>
                            </m:sub>
                            <m:sup/>
                            <m:e>
                              <m:sSub>
                                <m:sSubPr>
                                  <m:ctrlPr>
                                    <a:rPr lang="zh-CN" altLang="en-US" b="1" i="1">
                                      <a:solidFill>
                                        <a:srgbClr val="000000"/>
                                      </a:solidFill>
                                      <a:latin typeface="Cambria Math" panose="02040503050406030204" pitchFamily="18" charset="0"/>
                                    </a:rPr>
                                  </m:ctrlPr>
                                </m:sSubPr>
                                <m:e>
                                  <m:r>
                                    <a:rPr lang="zh-CN" altLang="en-US" b="1" i="1">
                                      <a:solidFill>
                                        <a:srgbClr val="000000"/>
                                      </a:solidFill>
                                      <a:latin typeface="Cambria Math" panose="02040503050406030204" pitchFamily="18" charset="0"/>
                                    </a:rPr>
                                    <m:t>𝒒</m:t>
                                  </m:r>
                                </m:e>
                                <m:sub>
                                  <m:r>
                                    <a:rPr lang="zh-CN" altLang="en-US" b="1" i="1">
                                      <a:solidFill>
                                        <a:srgbClr val="000000"/>
                                      </a:solidFill>
                                      <a:latin typeface="Cambria Math" panose="02040503050406030204" pitchFamily="18" charset="0"/>
                                    </a:rPr>
                                    <m:t>𝒊</m:t>
                                  </m:r>
                                </m:sub>
                              </m:sSub>
                            </m:e>
                          </m:nary>
                        </m:num>
                        <m:den>
                          <m:sSub>
                            <m:sSubPr>
                              <m:ctrlPr>
                                <a:rPr lang="zh-CN" altLang="en-US" b="1" i="1">
                                  <a:solidFill>
                                    <a:srgbClr val="000000"/>
                                  </a:solidFill>
                                  <a:latin typeface="Cambria Math" panose="02040503050406030204" pitchFamily="18" charset="0"/>
                                </a:rPr>
                              </m:ctrlPr>
                            </m:sSubPr>
                            <m:e>
                              <m:r>
                                <a:rPr lang="zh-CN" altLang="en-US" b="1" i="1">
                                  <a:solidFill>
                                    <a:srgbClr val="000000"/>
                                  </a:solidFill>
                                  <a:latin typeface="Cambria Math" panose="02040503050406030204" pitchFamily="18" charset="0"/>
                                </a:rPr>
                                <m:t>𝜺</m:t>
                              </m:r>
                            </m:e>
                            <m:sub>
                              <m:r>
                                <a:rPr lang="zh-CN" altLang="en-US" b="1" i="1">
                                  <a:solidFill>
                                    <a:srgbClr val="000000"/>
                                  </a:solidFill>
                                  <a:latin typeface="Cambria Math" panose="02040503050406030204" pitchFamily="18" charset="0"/>
                                </a:rPr>
                                <m:t>𝟎</m:t>
                              </m:r>
                            </m:sub>
                          </m:sSub>
                        </m:den>
                      </m:f>
                    </m:oMath>
                  </m:oMathPara>
                </a14:m>
                <a:endParaRPr lang="en-US" altLang="zh-CN" b="1" dirty="0">
                  <a:latin typeface="华文楷体" panose="02010600040101010101" pitchFamily="2" charset="-122"/>
                  <a:ea typeface="华文楷体" panose="02010600040101010101" pitchFamily="2" charset="-122"/>
                </a:endParaRPr>
              </a:p>
              <a:p>
                <a:pPr marL="0" indent="0" algn="ctr">
                  <a:lnSpc>
                    <a:spcPct val="120000"/>
                  </a:lnSpc>
                  <a:buFont typeface="Arial" panose="020B0604020202020204" pitchFamily="34" charset="0"/>
                  <a:buNone/>
                </a:pPr>
                <a:r>
                  <a:rPr lang="zh-CN" altLang="en-US" b="1" dirty="0">
                    <a:latin typeface="华文楷体" panose="02010600040101010101" pitchFamily="2" charset="-122"/>
                    <a:ea typeface="华文楷体" panose="02010600040101010101" pitchFamily="2" charset="-122"/>
                  </a:rPr>
                  <a:t>静电场是有源场</a:t>
                </a:r>
              </a:p>
            </p:txBody>
          </p:sp>
        </mc:Choice>
        <mc:Fallback xmlns="">
          <p:sp>
            <p:nvSpPr>
              <p:cNvPr id="3" name="内容占位符 8">
                <a:extLst>
                  <a:ext uri="{FF2B5EF4-FFF2-40B4-BE49-F238E27FC236}">
                    <a16:creationId xmlns:a16="http://schemas.microsoft.com/office/drawing/2014/main" id="{5980A918-B5A5-418B-9C05-6FBC81570882}"/>
                  </a:ext>
                </a:extLst>
              </p:cNvPr>
              <p:cNvSpPr txBox="1">
                <a:spLocks noRot="1" noChangeAspect="1" noMove="1" noResize="1" noEditPoints="1" noAdjustHandles="1" noChangeArrowheads="1" noChangeShapeType="1" noTextEdit="1"/>
              </p:cNvSpPr>
              <p:nvPr/>
            </p:nvSpPr>
            <p:spPr>
              <a:xfrm>
                <a:off x="1888435" y="2101280"/>
                <a:ext cx="3703320" cy="2244190"/>
              </a:xfrm>
              <a:prstGeom prst="rect">
                <a:avLst/>
              </a:prstGeom>
              <a:blipFill>
                <a:blip r:embed="rId2"/>
                <a:stretch>
                  <a:fillRect/>
                </a:stretch>
              </a:blipFill>
            </p:spPr>
            <p:txBody>
              <a:bodyPr/>
              <a:lstStyle/>
              <a:p>
                <a:r>
                  <a:rPr lang="en-US">
                    <a:noFill/>
                  </a:rPr>
                  <a:t> </a:t>
                </a:r>
              </a:p>
            </p:txBody>
          </p:sp>
        </mc:Fallback>
      </mc:AlternateContent>
      <p:sp>
        <p:nvSpPr>
          <p:cNvPr id="4" name="文本占位符 9">
            <a:extLst>
              <a:ext uri="{FF2B5EF4-FFF2-40B4-BE49-F238E27FC236}">
                <a16:creationId xmlns:a16="http://schemas.microsoft.com/office/drawing/2014/main" id="{FE25F3DA-8E85-4190-92C1-F91C09301618}"/>
              </a:ext>
            </a:extLst>
          </p:cNvPr>
          <p:cNvSpPr txBox="1">
            <a:spLocks/>
          </p:cNvSpPr>
          <p:nvPr/>
        </p:nvSpPr>
        <p:spPr>
          <a:xfrm>
            <a:off x="5728915" y="1364998"/>
            <a:ext cx="3703320" cy="736282"/>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q"/>
            </a:pPr>
            <a:r>
              <a:rPr lang="zh-CN" altLang="en-US" sz="3600" b="1" dirty="0">
                <a:solidFill>
                  <a:srgbClr val="0066FF"/>
                </a:solidFill>
                <a:latin typeface="华文楷体" panose="02010600040101010101" pitchFamily="2" charset="-122"/>
                <a:ea typeface="华文楷体" panose="02010600040101010101" pitchFamily="2" charset="-122"/>
                <a:cs typeface="Times New Roman" panose="02020603050405020304" pitchFamily="18" charset="0"/>
              </a:rPr>
              <a:t> 安培环路定理：</a:t>
            </a:r>
          </a:p>
        </p:txBody>
      </p:sp>
      <mc:AlternateContent xmlns:mc="http://schemas.openxmlformats.org/markup-compatibility/2006" xmlns:a14="http://schemas.microsoft.com/office/drawing/2010/main">
        <mc:Choice Requires="a14">
          <p:sp>
            <p:nvSpPr>
              <p:cNvPr id="5" name="内容占位符 10">
                <a:extLst>
                  <a:ext uri="{FF2B5EF4-FFF2-40B4-BE49-F238E27FC236}">
                    <a16:creationId xmlns:a16="http://schemas.microsoft.com/office/drawing/2014/main" id="{4CA72532-89A0-4AE4-A44A-D456B6EDE124}"/>
                  </a:ext>
                </a:extLst>
              </p:cNvPr>
              <p:cNvSpPr txBox="1">
                <a:spLocks/>
              </p:cNvSpPr>
              <p:nvPr/>
            </p:nvSpPr>
            <p:spPr>
              <a:xfrm>
                <a:off x="5728915" y="2101280"/>
                <a:ext cx="3703320" cy="2244190"/>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20000"/>
                  </a:lnSpc>
                  <a:buFont typeface="Arial" panose="020B0604020202020204" pitchFamily="34" charset="0"/>
                  <a:buNone/>
                </a:pPr>
                <a14:m>
                  <m:oMathPara xmlns:m="http://schemas.openxmlformats.org/officeDocument/2006/math">
                    <m:oMathParaPr>
                      <m:jc m:val="centerGroup"/>
                    </m:oMathParaPr>
                    <m:oMath xmlns:m="http://schemas.openxmlformats.org/officeDocument/2006/math">
                      <m:nary>
                        <m:naryPr>
                          <m:chr m:val="∮"/>
                          <m:limLoc m:val="undOvr"/>
                          <m:supHide m:val="on"/>
                          <m:ctrlPr>
                            <a:rPr lang="zh-CN" altLang="en-US" b="1" i="1" smtClean="0">
                              <a:solidFill>
                                <a:srgbClr val="000000"/>
                              </a:solidFill>
                              <a:latin typeface="Cambria Math" panose="02040503050406030204" pitchFamily="18" charset="0"/>
                            </a:rPr>
                          </m:ctrlPr>
                        </m:naryPr>
                        <m:sub>
                          <m:r>
                            <a:rPr lang="zh-CN" altLang="en-US" b="1" i="1">
                              <a:solidFill>
                                <a:srgbClr val="000000"/>
                              </a:solidFill>
                              <a:latin typeface="Cambria Math" panose="02040503050406030204" pitchFamily="18" charset="0"/>
                            </a:rPr>
                            <m:t>𝑪</m:t>
                          </m:r>
                        </m:sub>
                        <m:sup/>
                        <m:e>
                          <m:acc>
                            <m:accPr>
                              <m:chr m:val="⃗"/>
                              <m:ctrlPr>
                                <a:rPr lang="zh-CN" altLang="en-US" b="1" i="1">
                                  <a:solidFill>
                                    <a:srgbClr val="000000"/>
                                  </a:solidFill>
                                  <a:latin typeface="Cambria Math" panose="02040503050406030204" pitchFamily="18" charset="0"/>
                                </a:rPr>
                              </m:ctrlPr>
                            </m:accPr>
                            <m:e>
                              <m:r>
                                <a:rPr lang="zh-CN" altLang="en-US" b="1" i="1">
                                  <a:solidFill>
                                    <a:srgbClr val="000000"/>
                                  </a:solidFill>
                                  <a:latin typeface="Cambria Math" panose="02040503050406030204" pitchFamily="18" charset="0"/>
                                </a:rPr>
                                <m:t>𝑬</m:t>
                              </m:r>
                            </m:e>
                          </m:acc>
                          <m:r>
                            <a:rPr lang="zh-CN" altLang="en-US" b="1" i="1">
                              <a:solidFill>
                                <a:srgbClr val="000000"/>
                              </a:solidFill>
                              <a:latin typeface="Cambria Math" panose="02040503050406030204" pitchFamily="18" charset="0"/>
                            </a:rPr>
                            <m:t>⋅</m:t>
                          </m:r>
                          <m:r>
                            <a:rPr lang="zh-CN" altLang="en-US" b="1" i="1">
                              <a:solidFill>
                                <a:srgbClr val="000000"/>
                              </a:solidFill>
                              <a:latin typeface="Cambria Math" panose="02040503050406030204" pitchFamily="18" charset="0"/>
                            </a:rPr>
                            <m:t>𝐝</m:t>
                          </m:r>
                          <m:acc>
                            <m:accPr>
                              <m:chr m:val="⃗"/>
                              <m:ctrlPr>
                                <a:rPr lang="zh-CN" altLang="en-US" b="1" i="1">
                                  <a:solidFill>
                                    <a:srgbClr val="000000"/>
                                  </a:solidFill>
                                  <a:latin typeface="Cambria Math" panose="02040503050406030204" pitchFamily="18" charset="0"/>
                                </a:rPr>
                              </m:ctrlPr>
                            </m:accPr>
                            <m:e>
                              <m:r>
                                <a:rPr lang="zh-CN" altLang="en-US" b="1" i="1">
                                  <a:solidFill>
                                    <a:srgbClr val="000000"/>
                                  </a:solidFill>
                                  <a:latin typeface="Cambria Math" panose="02040503050406030204" pitchFamily="18" charset="0"/>
                                </a:rPr>
                                <m:t>𝒍</m:t>
                              </m:r>
                            </m:e>
                          </m:acc>
                        </m:e>
                      </m:nary>
                      <m:r>
                        <a:rPr lang="zh-CN" altLang="en-US" b="1" i="1">
                          <a:solidFill>
                            <a:srgbClr val="000000"/>
                          </a:solidFill>
                          <a:latin typeface="Cambria Math" panose="02040503050406030204" pitchFamily="18" charset="0"/>
                        </a:rPr>
                        <m:t>=</m:t>
                      </m:r>
                      <m:r>
                        <a:rPr lang="zh-CN" altLang="en-US" b="1" i="1">
                          <a:solidFill>
                            <a:srgbClr val="000000"/>
                          </a:solidFill>
                          <a:latin typeface="Cambria Math" panose="02040503050406030204" pitchFamily="18" charset="0"/>
                        </a:rPr>
                        <m:t>𝟎</m:t>
                      </m:r>
                    </m:oMath>
                  </m:oMathPara>
                </a14:m>
                <a:endParaRPr lang="en-US" altLang="zh-CN" b="1" dirty="0">
                  <a:latin typeface="华文楷体" panose="02010600040101010101" pitchFamily="2" charset="-122"/>
                  <a:ea typeface="华文楷体" panose="02010600040101010101" pitchFamily="2" charset="-122"/>
                </a:endParaRPr>
              </a:p>
              <a:p>
                <a:pPr marL="0" indent="0" algn="ctr">
                  <a:lnSpc>
                    <a:spcPct val="120000"/>
                  </a:lnSpc>
                  <a:buFont typeface="Arial" panose="020B0604020202020204" pitchFamily="34" charset="0"/>
                  <a:buNone/>
                </a:pPr>
                <a:r>
                  <a:rPr lang="zh-CN" altLang="en-US" b="1" dirty="0">
                    <a:latin typeface="华文楷体" panose="02010600040101010101" pitchFamily="2" charset="-122"/>
                    <a:ea typeface="华文楷体" panose="02010600040101010101" pitchFamily="2" charset="-122"/>
                  </a:rPr>
                  <a:t> 静电场是保守力场</a:t>
                </a:r>
              </a:p>
            </p:txBody>
          </p:sp>
        </mc:Choice>
        <mc:Fallback xmlns="">
          <p:sp>
            <p:nvSpPr>
              <p:cNvPr id="5" name="内容占位符 10">
                <a:extLst>
                  <a:ext uri="{FF2B5EF4-FFF2-40B4-BE49-F238E27FC236}">
                    <a16:creationId xmlns:a16="http://schemas.microsoft.com/office/drawing/2014/main" id="{4CA72532-89A0-4AE4-A44A-D456B6EDE124}"/>
                  </a:ext>
                </a:extLst>
              </p:cNvPr>
              <p:cNvSpPr txBox="1">
                <a:spLocks noRot="1" noChangeAspect="1" noMove="1" noResize="1" noEditPoints="1" noAdjustHandles="1" noChangeArrowheads="1" noChangeShapeType="1" noTextEdit="1"/>
              </p:cNvSpPr>
              <p:nvPr/>
            </p:nvSpPr>
            <p:spPr>
              <a:xfrm>
                <a:off x="5728915" y="2101280"/>
                <a:ext cx="3703320" cy="2244190"/>
              </a:xfrm>
              <a:prstGeom prst="rect">
                <a:avLst/>
              </a:prstGeom>
              <a:blipFill>
                <a:blip r:embed="rId3"/>
                <a:stretch>
                  <a:fillRect/>
                </a:stretch>
              </a:blipFill>
            </p:spPr>
            <p:txBody>
              <a:bodyPr/>
              <a:lstStyle/>
              <a:p>
                <a:r>
                  <a:rPr lang="en-US">
                    <a:noFill/>
                  </a:rPr>
                  <a:t> </a:t>
                </a:r>
              </a:p>
            </p:txBody>
          </p:sp>
        </mc:Fallback>
      </mc:AlternateContent>
      <p:sp>
        <p:nvSpPr>
          <p:cNvPr id="6" name="矩形 5">
            <a:extLst>
              <a:ext uri="{FF2B5EF4-FFF2-40B4-BE49-F238E27FC236}">
                <a16:creationId xmlns:a16="http://schemas.microsoft.com/office/drawing/2014/main" id="{FD57F5D7-6AEE-43F8-8575-0B955E8594CE}"/>
              </a:ext>
            </a:extLst>
          </p:cNvPr>
          <p:cNvSpPr/>
          <p:nvPr/>
        </p:nvSpPr>
        <p:spPr>
          <a:xfrm>
            <a:off x="3425136" y="4900491"/>
            <a:ext cx="4931158" cy="523220"/>
          </a:xfrm>
          <a:prstGeom prst="rect">
            <a:avLst/>
          </a:prstGeom>
        </p:spPr>
        <p:txBody>
          <a:bodyPr wrap="none">
            <a:spAutoFit/>
          </a:bodyPr>
          <a:lstStyle/>
          <a:p>
            <a:r>
              <a:rPr lang="zh-CN" altLang="en-US" sz="2800" b="1" dirty="0">
                <a:solidFill>
                  <a:srgbClr val="FF0000"/>
                </a:solidFill>
                <a:latin typeface="华文楷体" panose="02010600040101010101" pitchFamily="2" charset="-122"/>
                <a:ea typeface="华文楷体" panose="02010600040101010101" pitchFamily="2" charset="-122"/>
              </a:rPr>
              <a:t>静电场是有源无旋的保守力场</a:t>
            </a:r>
            <a:endParaRPr lang="zh-CN" altLang="en-US" dirty="0">
              <a:solidFill>
                <a:srgbClr val="FF0000"/>
              </a:solidFill>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35792808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6"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F6183F18-9619-4CAE-A604-E9E6E747B30E}"/>
              </a:ext>
            </a:extLst>
          </p:cNvPr>
          <p:cNvSpPr txBox="1"/>
          <p:nvPr>
            <p:custDataLst>
              <p:tags r:id="rId2"/>
            </p:custDataLst>
          </p:nvPr>
        </p:nvSpPr>
        <p:spPr>
          <a:xfrm>
            <a:off x="889000" y="635000"/>
            <a:ext cx="9753600" cy="2143125"/>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电场线为一系列不均匀分布的平行直线的静电场是存在的吗？</a:t>
            </a:r>
            <a:endParaRPr 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5" name="文本框 4">
            <a:extLst>
              <a:ext uri="{FF2B5EF4-FFF2-40B4-BE49-F238E27FC236}">
                <a16:creationId xmlns:a16="http://schemas.microsoft.com/office/drawing/2014/main" id="{A1C65BBA-D2B7-44C0-BAF1-B0D779F635D9}"/>
              </a:ext>
            </a:extLst>
          </p:cNvPr>
          <p:cNvSpPr txBox="1"/>
          <p:nvPr>
            <p:custDataLst>
              <p:tags r:id="rId3"/>
            </p:custDataLst>
          </p:nvPr>
        </p:nvSpPr>
        <p:spPr>
          <a:xfrm>
            <a:off x="2438400" y="2786063"/>
            <a:ext cx="85344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存在</a:t>
            </a:r>
            <a:endParaRPr 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6" name="文本框 5">
            <a:extLst>
              <a:ext uri="{FF2B5EF4-FFF2-40B4-BE49-F238E27FC236}">
                <a16:creationId xmlns:a16="http://schemas.microsoft.com/office/drawing/2014/main" id="{8F54E30F-BFF1-48F6-8353-30A7E98F10B0}"/>
              </a:ext>
            </a:extLst>
          </p:cNvPr>
          <p:cNvSpPr txBox="1"/>
          <p:nvPr>
            <p:custDataLst>
              <p:tags r:id="rId4"/>
            </p:custDataLst>
          </p:nvPr>
        </p:nvSpPr>
        <p:spPr>
          <a:xfrm>
            <a:off x="2438400" y="3643312"/>
            <a:ext cx="85344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不存在</a:t>
            </a:r>
            <a:endParaRPr 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椭圆 8">
            <a:extLst>
              <a:ext uri="{FF2B5EF4-FFF2-40B4-BE49-F238E27FC236}">
                <a16:creationId xmlns:a16="http://schemas.microsoft.com/office/drawing/2014/main" id="{37BEF0DB-18B0-40F0-8F68-EEEB76558AB8}"/>
              </a:ext>
            </a:extLst>
          </p:cNvPr>
          <p:cNvSpPr>
            <a:spLocks noChangeAspect="1"/>
          </p:cNvSpPr>
          <p:nvPr>
            <p:custDataLst>
              <p:tags r:id="rId5"/>
            </p:custDataLst>
          </p:nvPr>
        </p:nvSpPr>
        <p:spPr>
          <a:xfrm>
            <a:off x="1571625" y="285035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p>
        </p:txBody>
      </p:sp>
      <p:sp>
        <p:nvSpPr>
          <p:cNvPr id="10" name="椭圆 9">
            <a:extLst>
              <a:ext uri="{FF2B5EF4-FFF2-40B4-BE49-F238E27FC236}">
                <a16:creationId xmlns:a16="http://schemas.microsoft.com/office/drawing/2014/main" id="{E52B0E96-0D58-4FC5-87CA-FD3F9E488FA2}"/>
              </a:ext>
            </a:extLst>
          </p:cNvPr>
          <p:cNvSpPr>
            <a:spLocks noChangeAspect="1"/>
          </p:cNvSpPr>
          <p:nvPr>
            <p:custDataLst>
              <p:tags r:id="rId6"/>
            </p:custDataLst>
          </p:nvPr>
        </p:nvSpPr>
        <p:spPr>
          <a:xfrm>
            <a:off x="1571625" y="3707606"/>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p>
        </p:txBody>
      </p:sp>
      <p:sp>
        <p:nvSpPr>
          <p:cNvPr id="13" name="矩形: 圆角 12">
            <a:extLst>
              <a:ext uri="{FF2B5EF4-FFF2-40B4-BE49-F238E27FC236}">
                <a16:creationId xmlns:a16="http://schemas.microsoft.com/office/drawing/2014/main" id="{B2E5DCE3-616D-41D5-8B03-F53D3FE63953}"/>
              </a:ext>
            </a:extLst>
          </p:cNvPr>
          <p:cNvSpPr/>
          <p:nvPr>
            <p:custDataLst>
              <p:tags r:id="rId7"/>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endParaRPr 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nvGrpSpPr>
          <p:cNvPr id="18" name="组合 17">
            <a:extLst>
              <a:ext uri="{FF2B5EF4-FFF2-40B4-BE49-F238E27FC236}">
                <a16:creationId xmlns:a16="http://schemas.microsoft.com/office/drawing/2014/main" id="{C614EDDA-122F-41B1-AF74-B4018C17DDF2}"/>
              </a:ext>
            </a:extLst>
          </p:cNvPr>
          <p:cNvGrpSpPr/>
          <p:nvPr>
            <p:custDataLst>
              <p:tags r:id="rId8"/>
            </p:custDataLst>
          </p:nvPr>
        </p:nvGrpSpPr>
        <p:grpSpPr>
          <a:xfrm>
            <a:off x="0" y="0"/>
            <a:ext cx="12192000" cy="635000"/>
            <a:chOff x="0" y="0"/>
            <a:chExt cx="12192000" cy="635000"/>
          </a:xfrm>
        </p:grpSpPr>
        <p:sp>
          <p:nvSpPr>
            <p:cNvPr id="14" name="TitleBackground">
              <a:extLst>
                <a:ext uri="{FF2B5EF4-FFF2-40B4-BE49-F238E27FC236}">
                  <a16:creationId xmlns:a16="http://schemas.microsoft.com/office/drawing/2014/main" id="{CF0CFE91-67BD-4D1D-B2FB-706D7A23FF33}"/>
                </a:ext>
              </a:extLst>
            </p:cNvPr>
            <p:cNvSpPr/>
            <p:nvPr>
              <p:custDataLst>
                <p:tags r:id="rId10"/>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ColorBlock">
              <a:extLst>
                <a:ext uri="{FF2B5EF4-FFF2-40B4-BE49-F238E27FC236}">
                  <a16:creationId xmlns:a16="http://schemas.microsoft.com/office/drawing/2014/main" id="{00B4558D-2B14-4F43-A16B-3CAF43AD2038}"/>
                </a:ext>
              </a:extLst>
            </p:cNvPr>
            <p:cNvSpPr/>
            <p:nvPr>
              <p:custDataLst>
                <p:tags r:id="rId11"/>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ypeText">
              <a:extLst>
                <a:ext uri="{FF2B5EF4-FFF2-40B4-BE49-F238E27FC236}">
                  <a16:creationId xmlns:a16="http://schemas.microsoft.com/office/drawing/2014/main" id="{BB40A034-B2BF-41AD-B116-500DA617A99E}"/>
                </a:ext>
              </a:extLst>
            </p:cNvPr>
            <p:cNvSpPr txBox="1"/>
            <p:nvPr>
              <p:custDataLst>
                <p:tags r:id="rId12"/>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endParaRPr 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7" name="TipText">
              <a:extLst>
                <a:ext uri="{FF2B5EF4-FFF2-40B4-BE49-F238E27FC236}">
                  <a16:creationId xmlns:a16="http://schemas.microsoft.com/office/drawing/2014/main" id="{79C563FC-E0C4-46EB-B97D-6039AFF545F9}"/>
                </a:ext>
              </a:extLst>
            </p:cNvPr>
            <p:cNvSpPr txBox="1"/>
            <p:nvPr>
              <p:custDataLst>
                <p:tags r:id="rId13"/>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endParaRPr 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pic>
        <p:nvPicPr>
          <p:cNvPr id="3" name="图片 2">
            <a:extLst>
              <a:ext uri="{FF2B5EF4-FFF2-40B4-BE49-F238E27FC236}">
                <a16:creationId xmlns:a16="http://schemas.microsoft.com/office/drawing/2014/main" id="{932DB079-2A25-4B6B-8B62-36ABF6589C18}"/>
              </a:ext>
            </a:extLst>
          </p:cNvPr>
          <p:cNvPicPr>
            <a:picLocks/>
          </p:cNvPicPr>
          <p:nvPr>
            <p:custDataLst>
              <p:tags r:id="rId9"/>
            </p:custDataLst>
          </p:nvPr>
        </p:nvPicPr>
        <p:blipFill>
          <a:blip r:embed="rId15">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4220210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6" descr="電場- Wikiwand">
            <a:extLst>
              <a:ext uri="{FF2B5EF4-FFF2-40B4-BE49-F238E27FC236}">
                <a16:creationId xmlns:a16="http://schemas.microsoft.com/office/drawing/2014/main" id="{D63E6E73-A1AF-48CA-8B6F-7353F46FECD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3860" y="1900341"/>
            <a:ext cx="2580309" cy="2580309"/>
          </a:xfrm>
          <a:prstGeom prst="rect">
            <a:avLst/>
          </a:prstGeom>
          <a:noFill/>
          <a:extLst>
            <a:ext uri="{909E8E84-426E-40DD-AFC4-6F175D3DCCD1}">
              <a14:hiddenFill xmlns:a14="http://schemas.microsoft.com/office/drawing/2010/main">
                <a:solidFill>
                  <a:srgbClr val="FFFFFF"/>
                </a:solidFill>
              </a14:hiddenFill>
            </a:ext>
          </a:extLst>
        </p:spPr>
      </p:pic>
      <p:sp>
        <p:nvSpPr>
          <p:cNvPr id="3" name="椭圆 2">
            <a:extLst>
              <a:ext uri="{FF2B5EF4-FFF2-40B4-BE49-F238E27FC236}">
                <a16:creationId xmlns:a16="http://schemas.microsoft.com/office/drawing/2014/main" id="{5036343C-1CF1-43F6-81E6-90787C83147B}"/>
              </a:ext>
            </a:extLst>
          </p:cNvPr>
          <p:cNvSpPr>
            <a:spLocks noChangeAspect="1"/>
          </p:cNvSpPr>
          <p:nvPr/>
        </p:nvSpPr>
        <p:spPr>
          <a:xfrm>
            <a:off x="1295469" y="2134542"/>
            <a:ext cx="2197092" cy="2197092"/>
          </a:xfrm>
          <a:prstGeom prst="ellipse">
            <a:avLst/>
          </a:prstGeom>
          <a:noFill/>
          <a:ln>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4" name="椭圆 3">
            <a:extLst>
              <a:ext uri="{FF2B5EF4-FFF2-40B4-BE49-F238E27FC236}">
                <a16:creationId xmlns:a16="http://schemas.microsoft.com/office/drawing/2014/main" id="{44AEA49C-C9D1-44B7-936A-BF584E0F81C6}"/>
              </a:ext>
            </a:extLst>
          </p:cNvPr>
          <p:cNvSpPr>
            <a:spLocks noChangeAspect="1"/>
          </p:cNvSpPr>
          <p:nvPr/>
        </p:nvSpPr>
        <p:spPr>
          <a:xfrm>
            <a:off x="1064167" y="1923087"/>
            <a:ext cx="2620002" cy="2620002"/>
          </a:xfrm>
          <a:prstGeom prst="ellipse">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5" name="椭圆 4">
            <a:extLst>
              <a:ext uri="{FF2B5EF4-FFF2-40B4-BE49-F238E27FC236}">
                <a16:creationId xmlns:a16="http://schemas.microsoft.com/office/drawing/2014/main" id="{873184E9-656E-4DA7-9751-1A454C4C4817}"/>
              </a:ext>
            </a:extLst>
          </p:cNvPr>
          <p:cNvSpPr/>
          <p:nvPr/>
        </p:nvSpPr>
        <p:spPr>
          <a:xfrm rot="19416383">
            <a:off x="3175825" y="2512534"/>
            <a:ext cx="176400" cy="177040"/>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6" name="椭圆 5">
            <a:extLst>
              <a:ext uri="{FF2B5EF4-FFF2-40B4-BE49-F238E27FC236}">
                <a16:creationId xmlns:a16="http://schemas.microsoft.com/office/drawing/2014/main" id="{0B46B3AC-D8A8-494D-A301-E08F7151549A}"/>
              </a:ext>
            </a:extLst>
          </p:cNvPr>
          <p:cNvSpPr/>
          <p:nvPr/>
        </p:nvSpPr>
        <p:spPr>
          <a:xfrm rot="19416383">
            <a:off x="3376647" y="2377574"/>
            <a:ext cx="176400" cy="17704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7" name="文本框 6">
            <a:extLst>
              <a:ext uri="{FF2B5EF4-FFF2-40B4-BE49-F238E27FC236}">
                <a16:creationId xmlns:a16="http://schemas.microsoft.com/office/drawing/2014/main" id="{4E902613-D025-421D-A082-D8F510BC16C6}"/>
              </a:ext>
            </a:extLst>
          </p:cNvPr>
          <p:cNvSpPr txBox="1"/>
          <p:nvPr/>
        </p:nvSpPr>
        <p:spPr>
          <a:xfrm>
            <a:off x="2911970" y="2328451"/>
            <a:ext cx="247038" cy="369332"/>
          </a:xfrm>
          <a:prstGeom prst="rect">
            <a:avLst/>
          </a:prstGeom>
          <a:noFill/>
        </p:spPr>
        <p:txBody>
          <a:bodyPr wrap="square" rtlCol="0">
            <a:spAutoFit/>
          </a:bodyPr>
          <a:lstStyle/>
          <a:p>
            <a:r>
              <a:rPr lang="en-US" altLang="zh-CN" dirty="0">
                <a:solidFill>
                  <a:srgbClr val="00B050"/>
                </a:solidFill>
                <a:latin typeface="Times New Roman" panose="02020603050405020304" pitchFamily="18" charset="0"/>
                <a:ea typeface="华文楷体" panose="02010600040101010101" pitchFamily="2" charset="-122"/>
                <a:cs typeface="Times New Roman" panose="02020603050405020304" pitchFamily="18" charset="0"/>
              </a:rPr>
              <a:t>a</a:t>
            </a:r>
            <a:endParaRPr lang="en-US" dirty="0">
              <a:solidFill>
                <a:srgbClr val="00B050"/>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8" name="文本框 7">
            <a:extLst>
              <a:ext uri="{FF2B5EF4-FFF2-40B4-BE49-F238E27FC236}">
                <a16:creationId xmlns:a16="http://schemas.microsoft.com/office/drawing/2014/main" id="{E866A40A-8C60-40AF-86DA-3EA0BF99AEDC}"/>
              </a:ext>
            </a:extLst>
          </p:cNvPr>
          <p:cNvSpPr txBox="1"/>
          <p:nvPr/>
        </p:nvSpPr>
        <p:spPr>
          <a:xfrm>
            <a:off x="3293425" y="1984131"/>
            <a:ext cx="247038" cy="369332"/>
          </a:xfrm>
          <a:prstGeom prst="rect">
            <a:avLst/>
          </a:prstGeom>
          <a:noFill/>
        </p:spPr>
        <p:txBody>
          <a:bodyPr wrap="square" rtlCol="0">
            <a:spAutoFit/>
          </a:bodyPr>
          <a:lstStyle/>
          <a:p>
            <a:r>
              <a:rPr lang="en-US"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b</a:t>
            </a:r>
          </a:p>
        </p:txBody>
      </p:sp>
      <p:sp>
        <p:nvSpPr>
          <p:cNvPr id="9" name="文本框 8">
            <a:extLst>
              <a:ext uri="{FF2B5EF4-FFF2-40B4-BE49-F238E27FC236}">
                <a16:creationId xmlns:a16="http://schemas.microsoft.com/office/drawing/2014/main" id="{29BA6D16-4681-47F1-B803-D75F8A16D77B}"/>
              </a:ext>
            </a:extLst>
          </p:cNvPr>
          <p:cNvSpPr txBox="1"/>
          <p:nvPr/>
        </p:nvSpPr>
        <p:spPr>
          <a:xfrm>
            <a:off x="3978322" y="1015778"/>
            <a:ext cx="7188919" cy="4801314"/>
          </a:xfrm>
          <a:prstGeom prst="rect">
            <a:avLst/>
          </a:prstGeom>
          <a:noFill/>
        </p:spPr>
        <p:txBody>
          <a:bodyPr wrap="square" rtlCol="0">
            <a:spAutoFit/>
          </a:bodyPr>
          <a:lstStyle/>
          <a:p>
            <a:r>
              <a:rPr lang="zh-CN" altLang="en-US" sz="2800" b="1" dirty="0">
                <a:latin typeface="Times New Roman" panose="02020603050405020304" pitchFamily="18" charset="0"/>
                <a:ea typeface="华文楷体" panose="02010600040101010101" pitchFamily="2" charset="-122"/>
                <a:cs typeface="Times New Roman" panose="02020603050405020304" pitchFamily="18" charset="0"/>
              </a:rPr>
              <a:t>距离点电荷相同的圆环</a:t>
            </a:r>
            <a:r>
              <a:rPr lang="en-US" altLang="zh-CN" sz="2800" b="1" dirty="0" err="1">
                <a:latin typeface="Times New Roman" panose="02020603050405020304" pitchFamily="18" charset="0"/>
                <a:ea typeface="华文楷体" panose="02010600040101010101" pitchFamily="2" charset="-122"/>
                <a:cs typeface="Times New Roman" panose="02020603050405020304" pitchFamily="18" charset="0"/>
              </a:rPr>
              <a:t>a,b</a:t>
            </a:r>
            <a:r>
              <a:rPr lang="zh-CN" altLang="en-US" sz="2800" b="1" dirty="0">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sz="2800" b="1" dirty="0">
              <a:latin typeface="Times New Roman" panose="02020603050405020304" pitchFamily="18" charset="0"/>
              <a:ea typeface="华文楷体" panose="02010600040101010101" pitchFamily="2" charset="-122"/>
              <a:cs typeface="Times New Roman" panose="02020603050405020304" pitchFamily="18" charset="0"/>
            </a:endParaRPr>
          </a:p>
          <a:p>
            <a:endParaRPr lang="en-US" altLang="zh-CN" sz="22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6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en-US" sz="2600" dirty="0">
                <a:latin typeface="Times New Roman" panose="02020603050405020304" pitchFamily="18" charset="0"/>
                <a:ea typeface="华文楷体" panose="02010600040101010101" pitchFamily="2" charset="-122"/>
                <a:cs typeface="Times New Roman" panose="02020603050405020304" pitchFamily="18" charset="0"/>
              </a:rPr>
              <a:t>高斯定律：电通量相同，</a:t>
            </a:r>
            <a:r>
              <a:rPr lang="en-US" altLang="zh-CN" sz="2600" dirty="0">
                <a:latin typeface="Times New Roman" panose="02020603050405020304" pitchFamily="18" charset="0"/>
                <a:ea typeface="华文楷体" panose="02010600040101010101" pitchFamily="2" charset="-122"/>
                <a:cs typeface="Times New Roman" panose="02020603050405020304" pitchFamily="18" charset="0"/>
              </a:rPr>
              <a:t>a</a:t>
            </a:r>
            <a:r>
              <a:rPr lang="zh-CN" altLang="en-US" sz="2600" dirty="0">
                <a:latin typeface="Times New Roman" panose="02020603050405020304" pitchFamily="18" charset="0"/>
                <a:ea typeface="华文楷体" panose="02010600040101010101" pitchFamily="2" charset="-122"/>
                <a:cs typeface="Times New Roman" panose="02020603050405020304" pitchFamily="18" charset="0"/>
              </a:rPr>
              <a:t>和</a:t>
            </a:r>
            <a:r>
              <a:rPr lang="en-US" altLang="zh-CN" sz="2600" dirty="0">
                <a:latin typeface="Times New Roman" panose="02020603050405020304" pitchFamily="18" charset="0"/>
                <a:ea typeface="华文楷体" panose="02010600040101010101" pitchFamily="2" charset="-122"/>
                <a:cs typeface="Times New Roman" panose="02020603050405020304" pitchFamily="18" charset="0"/>
              </a:rPr>
              <a:t>b</a:t>
            </a:r>
            <a:r>
              <a:rPr lang="zh-CN" altLang="en-US" sz="2600" dirty="0">
                <a:latin typeface="Times New Roman" panose="02020603050405020304" pitchFamily="18" charset="0"/>
                <a:ea typeface="华文楷体" panose="02010600040101010101" pitchFamily="2" charset="-122"/>
                <a:cs typeface="Times New Roman" panose="02020603050405020304" pitchFamily="18" charset="0"/>
              </a:rPr>
              <a:t>环场强不同</a:t>
            </a:r>
            <a:endParaRPr lang="en-US" altLang="zh-CN" sz="2600" dirty="0">
              <a:latin typeface="Times New Roman" panose="02020603050405020304" pitchFamily="18" charset="0"/>
              <a:ea typeface="华文楷体" panose="02010600040101010101" pitchFamily="2" charset="-122"/>
              <a:cs typeface="Times New Roman" panose="02020603050405020304" pitchFamily="18" charset="0"/>
            </a:endParaRPr>
          </a:p>
          <a:p>
            <a:endParaRPr lang="en-US" altLang="zh-CN" sz="26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6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en-US" sz="2600" dirty="0">
                <a:latin typeface="Times New Roman" panose="02020603050405020304" pitchFamily="18" charset="0"/>
                <a:ea typeface="华文楷体" panose="02010600040101010101" pitchFamily="2" charset="-122"/>
                <a:cs typeface="Times New Roman" panose="02020603050405020304" pitchFamily="18" charset="0"/>
              </a:rPr>
              <a:t>对称性：</a:t>
            </a:r>
            <a:r>
              <a:rPr lang="en-US" altLang="zh-CN" sz="2600" dirty="0">
                <a:latin typeface="Times New Roman" panose="02020603050405020304" pitchFamily="18" charset="0"/>
                <a:ea typeface="华文楷体" panose="02010600040101010101" pitchFamily="2" charset="-122"/>
                <a:cs typeface="Times New Roman" panose="02020603050405020304" pitchFamily="18" charset="0"/>
              </a:rPr>
              <a:t>a</a:t>
            </a:r>
            <a:r>
              <a:rPr lang="zh-CN" altLang="en-US" sz="2600" dirty="0">
                <a:latin typeface="Times New Roman" panose="02020603050405020304" pitchFamily="18" charset="0"/>
                <a:ea typeface="华文楷体" panose="02010600040101010101" pitchFamily="2" charset="-122"/>
                <a:cs typeface="Times New Roman" panose="02020603050405020304" pitchFamily="18" charset="0"/>
              </a:rPr>
              <a:t>和</a:t>
            </a:r>
            <a:r>
              <a:rPr lang="en-US" altLang="zh-CN" sz="2600" dirty="0">
                <a:latin typeface="Times New Roman" panose="02020603050405020304" pitchFamily="18" charset="0"/>
                <a:ea typeface="华文楷体" panose="02010600040101010101" pitchFamily="2" charset="-122"/>
                <a:cs typeface="Times New Roman" panose="02020603050405020304" pitchFamily="18" charset="0"/>
              </a:rPr>
              <a:t>b</a:t>
            </a:r>
            <a:r>
              <a:rPr lang="zh-CN" altLang="en-US" sz="2600" dirty="0">
                <a:latin typeface="Times New Roman" panose="02020603050405020304" pitchFamily="18" charset="0"/>
                <a:ea typeface="华文楷体" panose="02010600040101010101" pitchFamily="2" charset="-122"/>
                <a:cs typeface="Times New Roman" panose="02020603050405020304" pitchFamily="18" charset="0"/>
              </a:rPr>
              <a:t>环上场强处处相同</a:t>
            </a:r>
            <a:r>
              <a:rPr lang="en-US" altLang="zh-CN" sz="2600"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2600" dirty="0">
                <a:latin typeface="Times New Roman" panose="02020603050405020304" pitchFamily="18" charset="0"/>
                <a:ea typeface="华文楷体" panose="02010600040101010101" pitchFamily="2" charset="-122"/>
                <a:cs typeface="Times New Roman" panose="02020603050405020304" pitchFamily="18" charset="0"/>
              </a:rPr>
              <a:t>电场线的方向和</a:t>
            </a:r>
            <a:r>
              <a:rPr lang="en-US" altLang="zh-CN" sz="2600" dirty="0">
                <a:latin typeface="Times New Roman" panose="02020603050405020304" pitchFamily="18" charset="0"/>
                <a:ea typeface="华文楷体" panose="02010600040101010101" pitchFamily="2" charset="-122"/>
                <a:cs typeface="Times New Roman" panose="02020603050405020304" pitchFamily="18" charset="0"/>
              </a:rPr>
              <a:t>a, b</a:t>
            </a:r>
            <a:r>
              <a:rPr lang="zh-CN" altLang="en-US" sz="2600" dirty="0">
                <a:latin typeface="Times New Roman" panose="02020603050405020304" pitchFamily="18" charset="0"/>
                <a:ea typeface="华文楷体" panose="02010600040101010101" pitchFamily="2" charset="-122"/>
                <a:cs typeface="Times New Roman" panose="02020603050405020304" pitchFamily="18" charset="0"/>
              </a:rPr>
              <a:t>环的路径处处垂直</a:t>
            </a:r>
            <a:endParaRPr lang="en-US" altLang="zh-CN" sz="2600" dirty="0">
              <a:latin typeface="Times New Roman" panose="02020603050405020304" pitchFamily="18" charset="0"/>
              <a:ea typeface="华文楷体" panose="02010600040101010101" pitchFamily="2" charset="-122"/>
              <a:cs typeface="Times New Roman" panose="02020603050405020304" pitchFamily="18" charset="0"/>
            </a:endParaRPr>
          </a:p>
          <a:p>
            <a:pPr marL="285750" indent="-285750">
              <a:buFontTx/>
              <a:buChar char="-"/>
            </a:pPr>
            <a:endParaRPr lang="en-US" sz="2600" dirty="0">
              <a:latin typeface="Times New Roman" panose="02020603050405020304" pitchFamily="18" charset="0"/>
              <a:ea typeface="华文楷体" panose="02010600040101010101" pitchFamily="2" charset="-122"/>
              <a:cs typeface="Times New Roman" panose="02020603050405020304" pitchFamily="18" charset="0"/>
            </a:endParaRPr>
          </a:p>
          <a:p>
            <a:pPr marL="285750" indent="-285750">
              <a:buFontTx/>
              <a:buChar char="-"/>
            </a:pPr>
            <a:r>
              <a:rPr lang="zh-CN" altLang="en-US" sz="2600" dirty="0">
                <a:latin typeface="Times New Roman" panose="02020603050405020304" pitchFamily="18" charset="0"/>
                <a:ea typeface="华文楷体" panose="02010600040101010101" pitchFamily="2" charset="-122"/>
                <a:cs typeface="Times New Roman" panose="02020603050405020304" pitchFamily="18" charset="0"/>
              </a:rPr>
              <a:t>  把电荷从</a:t>
            </a:r>
            <a:r>
              <a:rPr lang="en-US" altLang="zh-CN" sz="2600" dirty="0">
                <a:latin typeface="Times New Roman" panose="02020603050405020304" pitchFamily="18" charset="0"/>
                <a:ea typeface="华文楷体" panose="02010600040101010101" pitchFamily="2" charset="-122"/>
                <a:cs typeface="Times New Roman" panose="02020603050405020304" pitchFamily="18" charset="0"/>
              </a:rPr>
              <a:t>a(b)</a:t>
            </a:r>
            <a:r>
              <a:rPr lang="zh-CN" altLang="en-US" sz="2600" dirty="0">
                <a:latin typeface="Times New Roman" panose="02020603050405020304" pitchFamily="18" charset="0"/>
                <a:ea typeface="华文楷体" panose="02010600040101010101" pitchFamily="2" charset="-122"/>
                <a:cs typeface="Times New Roman" panose="02020603050405020304" pitchFamily="18" charset="0"/>
              </a:rPr>
              <a:t>环上一点移动到另一点，电场不做功</a:t>
            </a:r>
            <a:endParaRPr lang="en-US" altLang="zh-CN" sz="2600" dirty="0">
              <a:latin typeface="Times New Roman" panose="02020603050405020304" pitchFamily="18" charset="0"/>
              <a:ea typeface="华文楷体" panose="02010600040101010101" pitchFamily="2" charset="-122"/>
              <a:cs typeface="Times New Roman" panose="02020603050405020304" pitchFamily="18" charset="0"/>
            </a:endParaRPr>
          </a:p>
          <a:p>
            <a:pPr marL="285750" indent="-285750">
              <a:buFontTx/>
              <a:buChar char="-"/>
            </a:pPr>
            <a:endParaRPr lang="en-US" sz="2600" dirty="0">
              <a:latin typeface="Times New Roman" panose="02020603050405020304" pitchFamily="18" charset="0"/>
              <a:ea typeface="华文楷体" panose="02010600040101010101" pitchFamily="2" charset="-122"/>
              <a:cs typeface="Times New Roman" panose="02020603050405020304" pitchFamily="18" charset="0"/>
            </a:endParaRPr>
          </a:p>
          <a:p>
            <a:pPr marL="285750" indent="-285750">
              <a:buFontTx/>
              <a:buChar char="-"/>
            </a:pPr>
            <a:r>
              <a:rPr lang="zh-CN" altLang="en-US" sz="2600" dirty="0">
                <a:latin typeface="Times New Roman" panose="02020603050405020304" pitchFamily="18" charset="0"/>
                <a:ea typeface="华文楷体" panose="02010600040101010101" pitchFamily="2" charset="-122"/>
                <a:cs typeface="Times New Roman" panose="02020603050405020304" pitchFamily="18" charset="0"/>
              </a:rPr>
              <a:t> 从</a:t>
            </a:r>
            <a:r>
              <a:rPr lang="en-US" altLang="zh-CN" sz="2600" dirty="0">
                <a:latin typeface="Times New Roman" panose="02020603050405020304" pitchFamily="18" charset="0"/>
                <a:ea typeface="华文楷体" panose="02010600040101010101" pitchFamily="2" charset="-122"/>
                <a:cs typeface="Times New Roman" panose="02020603050405020304" pitchFamily="18" charset="0"/>
              </a:rPr>
              <a:t>a</a:t>
            </a:r>
            <a:r>
              <a:rPr lang="zh-CN" altLang="en-US" sz="2600" dirty="0">
                <a:latin typeface="Times New Roman" panose="02020603050405020304" pitchFamily="18" charset="0"/>
                <a:ea typeface="华文楷体" panose="02010600040101010101" pitchFamily="2" charset="-122"/>
                <a:cs typeface="Times New Roman" panose="02020603050405020304" pitchFamily="18" charset="0"/>
              </a:rPr>
              <a:t>环上任意一点到</a:t>
            </a:r>
            <a:r>
              <a:rPr lang="en-US" altLang="zh-CN" sz="2600" dirty="0">
                <a:latin typeface="Times New Roman" panose="02020603050405020304" pitchFamily="18" charset="0"/>
                <a:ea typeface="华文楷体" panose="02010600040101010101" pitchFamily="2" charset="-122"/>
                <a:cs typeface="Times New Roman" panose="02020603050405020304" pitchFamily="18" charset="0"/>
              </a:rPr>
              <a:t>b</a:t>
            </a:r>
            <a:r>
              <a:rPr lang="zh-CN" altLang="en-US" sz="2600" dirty="0">
                <a:latin typeface="Times New Roman" panose="02020603050405020304" pitchFamily="18" charset="0"/>
                <a:ea typeface="华文楷体" panose="02010600040101010101" pitchFamily="2" charset="-122"/>
                <a:cs typeface="Times New Roman" panose="02020603050405020304" pitchFamily="18" charset="0"/>
              </a:rPr>
              <a:t>环上任意一点做功相同</a:t>
            </a:r>
            <a:endParaRPr lang="en-US" sz="2600" dirty="0">
              <a:latin typeface="Times New Roman" panose="02020603050405020304" pitchFamily="18" charset="0"/>
              <a:ea typeface="华文楷体" panose="02010600040101010101" pitchFamily="2" charset="-122"/>
              <a:cs typeface="Times New Roman" panose="02020603050405020304" pitchFamily="18" charset="0"/>
            </a:endParaRPr>
          </a:p>
          <a:p>
            <a:pPr marL="285750" indent="-285750">
              <a:buFontTx/>
              <a:buChar char="-"/>
            </a:pPr>
            <a:endParaRPr lang="en-US" sz="2200"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1" name="文本框 10">
            <a:extLst>
              <a:ext uri="{FF2B5EF4-FFF2-40B4-BE49-F238E27FC236}">
                <a16:creationId xmlns:a16="http://schemas.microsoft.com/office/drawing/2014/main" id="{20D6485F-9FAA-4E9D-9B50-AA5846001D46}"/>
              </a:ext>
            </a:extLst>
          </p:cNvPr>
          <p:cNvSpPr txBox="1"/>
          <p:nvPr/>
        </p:nvSpPr>
        <p:spPr>
          <a:xfrm>
            <a:off x="779734" y="431003"/>
            <a:ext cx="5458155" cy="584775"/>
          </a:xfrm>
          <a:prstGeom prst="rect">
            <a:avLst/>
          </a:prstGeom>
          <a:noFill/>
        </p:spPr>
        <p:txBody>
          <a:bodyPr wrap="square" rtlCol="0">
            <a:spAutoFit/>
          </a:bodyPr>
          <a:lstStyle/>
          <a:p>
            <a:pPr marL="285750" indent="-285750">
              <a:buFont typeface="Wingdings" panose="05000000000000000000" pitchFamily="2" charset="2"/>
              <a:buChar char="q"/>
            </a:pPr>
            <a:r>
              <a:rPr lang="zh-CN" altLang="en-US" sz="3200" b="1" dirty="0">
                <a:solidFill>
                  <a:srgbClr val="0066FF"/>
                </a:solidFill>
                <a:latin typeface="华文楷体" panose="02010600040101010101" pitchFamily="2" charset="-122"/>
                <a:ea typeface="华文楷体" panose="02010600040101010101" pitchFamily="2" charset="-122"/>
              </a:rPr>
              <a:t>点电荷的静电场</a:t>
            </a:r>
            <a:endParaRPr lang="en-US" altLang="zh-CN" sz="3200" b="1" dirty="0">
              <a:solidFill>
                <a:srgbClr val="0066FF"/>
              </a:solidFill>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3595506505"/>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9">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8611" name="Rectangle 3"/>
          <p:cNvSpPr/>
          <p:nvPr/>
        </p:nvSpPr>
        <p:spPr>
          <a:xfrm>
            <a:off x="1981200" y="1401763"/>
            <a:ext cx="8686800" cy="521970"/>
          </a:xfrm>
          <a:prstGeom prst="rect">
            <a:avLst/>
          </a:prstGeom>
          <a:noFill/>
          <a:ln w="9525">
            <a:noFill/>
          </a:ln>
        </p:spPr>
        <p:txBody>
          <a:bodyPr anchor="t" anchorCtr="0">
            <a:spAutoFit/>
          </a:bodyPr>
          <a:lstStyle/>
          <a:p>
            <a:r>
              <a:rPr lang="zh-CN" altLang="en-US" sz="2800" dirty="0">
                <a:solidFill>
                  <a:srgbClr val="1C1C1C"/>
                </a:solidFill>
              </a:rPr>
              <a:t>势能： 与物体间相互作用及相对位置有关的能量</a:t>
            </a:r>
            <a:r>
              <a:rPr lang="en-US" altLang="zh-CN" sz="2800" dirty="0">
                <a:solidFill>
                  <a:srgbClr val="1C1C1C"/>
                </a:solidFill>
              </a:rPr>
              <a:t>       </a:t>
            </a:r>
          </a:p>
        </p:txBody>
      </p:sp>
      <p:sp>
        <p:nvSpPr>
          <p:cNvPr id="17413" name="Text Box 6"/>
          <p:cNvSpPr txBox="1"/>
          <p:nvPr/>
        </p:nvSpPr>
        <p:spPr>
          <a:xfrm>
            <a:off x="1781503" y="5433656"/>
            <a:ext cx="2743200" cy="519113"/>
          </a:xfrm>
          <a:prstGeom prst="rect">
            <a:avLst/>
          </a:prstGeom>
          <a:noFill/>
          <a:ln w="9525">
            <a:noFill/>
          </a:ln>
        </p:spPr>
        <p:txBody>
          <a:bodyPr anchor="t" anchorCtr="0">
            <a:spAutoFit/>
          </a:bodyPr>
          <a:lstStyle/>
          <a:p>
            <a:pPr>
              <a:spcBef>
                <a:spcPct val="50000"/>
              </a:spcBef>
            </a:pPr>
            <a:r>
              <a:rPr lang="zh-CN" altLang="en-US" sz="2800" dirty="0">
                <a:solidFill>
                  <a:srgbClr val="FF0000"/>
                </a:solidFill>
              </a:rPr>
              <a:t>弹性势能</a:t>
            </a:r>
          </a:p>
        </p:txBody>
      </p:sp>
      <mc:AlternateContent xmlns:mc="http://schemas.openxmlformats.org/markup-compatibility/2006" xmlns:a14="http://schemas.microsoft.com/office/drawing/2010/main">
        <mc:Choice Requires="a14">
          <p:sp>
            <p:nvSpPr>
              <p:cNvPr id="17414" name="Object 7"/>
              <p:cNvSpPr txBox="1"/>
              <p:nvPr/>
            </p:nvSpPr>
            <p:spPr>
              <a:xfrm>
                <a:off x="3463806" y="5146851"/>
                <a:ext cx="2209800" cy="1135063"/>
              </a:xfrm>
              <a:prstGeom prst="rect">
                <a:avLst/>
              </a:prstGeom>
              <a:noFill/>
              <a:ln w="38100">
                <a:noFill/>
                <a:miter/>
              </a:ln>
            </p:spPr>
            <p:txBody>
              <a:bodyPr>
                <a:normAutofit/>
              </a:bodyPr>
              <a:lstStyle/>
              <a:p>
                <a:pPr/>
                <a14:m>
                  <m:oMathPara xmlns:m="http://schemas.openxmlformats.org/officeDocument/2006/math">
                    <m:oMathParaPr>
                      <m:jc m:val="centerGroup"/>
                    </m:oMathParaPr>
                    <m:oMath xmlns:m="http://schemas.openxmlformats.org/officeDocument/2006/math">
                      <m:sSub>
                        <m:sSubPr>
                          <m:ctrlPr>
                            <a:rPr lang="en-US" sz="2800" i="1">
                              <a:solidFill>
                                <a:srgbClr val="000000"/>
                              </a:solidFill>
                              <a:latin typeface="Cambria Math" panose="02040503050406030204" pitchFamily="18" charset="0"/>
                            </a:rPr>
                          </m:ctrlPr>
                        </m:sSubPr>
                        <m:e>
                          <m:r>
                            <a:rPr lang="en-US" sz="2800" b="0" i="1">
                              <a:solidFill>
                                <a:srgbClr val="000000"/>
                              </a:solidFill>
                              <a:latin typeface="Cambria Math" panose="02040503050406030204" pitchFamily="18" charset="0"/>
                            </a:rPr>
                            <m:t>𝐸</m:t>
                          </m:r>
                        </m:e>
                        <m:sub>
                          <m:r>
                            <m:rPr>
                              <m:sty m:val="p"/>
                            </m:rPr>
                            <a:rPr lang="en-US" sz="2800" b="0" i="0">
                              <a:solidFill>
                                <a:srgbClr val="000000"/>
                              </a:solidFill>
                              <a:latin typeface="Cambria Math" panose="02040503050406030204" pitchFamily="18" charset="0"/>
                            </a:rPr>
                            <m:t>p</m:t>
                          </m:r>
                        </m:sub>
                      </m:sSub>
                      <m:r>
                        <a:rPr lang="en-US" sz="2800" b="0" i="1">
                          <a:solidFill>
                            <a:srgbClr val="000000"/>
                          </a:solidFill>
                          <a:latin typeface="Cambria Math" panose="02040503050406030204" pitchFamily="18" charset="0"/>
                        </a:rPr>
                        <m:t>=</m:t>
                      </m:r>
                      <m:f>
                        <m:fPr>
                          <m:ctrlPr>
                            <a:rPr lang="en-US" sz="2800" i="1">
                              <a:solidFill>
                                <a:srgbClr val="000000"/>
                              </a:solidFill>
                              <a:latin typeface="Cambria Math" panose="02040503050406030204" pitchFamily="18" charset="0"/>
                            </a:rPr>
                          </m:ctrlPr>
                        </m:fPr>
                        <m:num>
                          <m:r>
                            <a:rPr lang="en-US" sz="2800" b="0" i="1">
                              <a:solidFill>
                                <a:srgbClr val="000000"/>
                              </a:solidFill>
                              <a:latin typeface="Cambria Math" panose="02040503050406030204" pitchFamily="18" charset="0"/>
                            </a:rPr>
                            <m:t>1</m:t>
                          </m:r>
                        </m:num>
                        <m:den>
                          <m:r>
                            <a:rPr lang="en-US" sz="2800" b="0" i="1">
                              <a:solidFill>
                                <a:srgbClr val="000000"/>
                              </a:solidFill>
                              <a:latin typeface="Cambria Math" panose="02040503050406030204" pitchFamily="18" charset="0"/>
                            </a:rPr>
                            <m:t>2</m:t>
                          </m:r>
                        </m:den>
                      </m:f>
                      <m:r>
                        <a:rPr lang="en-US" sz="2800" b="0" i="1">
                          <a:solidFill>
                            <a:srgbClr val="000000"/>
                          </a:solidFill>
                          <a:latin typeface="Cambria Math" panose="02040503050406030204" pitchFamily="18" charset="0"/>
                        </a:rPr>
                        <m:t>𝑘</m:t>
                      </m:r>
                      <m:sSup>
                        <m:sSupPr>
                          <m:ctrlPr>
                            <a:rPr lang="en-US" sz="2800" i="1">
                              <a:solidFill>
                                <a:srgbClr val="000000"/>
                              </a:solidFill>
                              <a:latin typeface="Cambria Math" panose="02040503050406030204" pitchFamily="18" charset="0"/>
                            </a:rPr>
                          </m:ctrlPr>
                        </m:sSupPr>
                        <m:e>
                          <m:r>
                            <a:rPr lang="en-US" sz="2800" b="0" i="1">
                              <a:solidFill>
                                <a:srgbClr val="000000"/>
                              </a:solidFill>
                              <a:latin typeface="Cambria Math" panose="02040503050406030204" pitchFamily="18" charset="0"/>
                            </a:rPr>
                            <m:t>𝑥</m:t>
                          </m:r>
                        </m:e>
                        <m:sup>
                          <m:r>
                            <a:rPr lang="en-US" sz="2800" b="0" i="1">
                              <a:solidFill>
                                <a:srgbClr val="000000"/>
                              </a:solidFill>
                              <a:latin typeface="Cambria Math" panose="02040503050406030204" pitchFamily="18" charset="0"/>
                            </a:rPr>
                            <m:t>2</m:t>
                          </m:r>
                        </m:sup>
                      </m:sSup>
                    </m:oMath>
                  </m:oMathPara>
                </a14:m>
                <a:endParaRPr lang="en-US" sz="2800" dirty="0"/>
              </a:p>
            </p:txBody>
          </p:sp>
        </mc:Choice>
        <mc:Fallback xmlns="">
          <p:sp>
            <p:nvSpPr>
              <p:cNvPr id="17414" name="Object 7"/>
              <p:cNvSpPr txBox="1">
                <a:spLocks noRot="1" noChangeAspect="1" noMove="1" noResize="1" noEditPoints="1" noAdjustHandles="1" noChangeArrowheads="1" noChangeShapeType="1" noTextEdit="1"/>
              </p:cNvSpPr>
              <p:nvPr/>
            </p:nvSpPr>
            <p:spPr>
              <a:xfrm>
                <a:off x="3463806" y="5146851"/>
                <a:ext cx="2209800" cy="1135063"/>
              </a:xfrm>
              <a:prstGeom prst="rect">
                <a:avLst/>
              </a:prstGeom>
              <a:blipFill>
                <a:blip r:embed="rId2"/>
                <a:stretch>
                  <a:fillRect/>
                </a:stretch>
              </a:blipFill>
              <a:ln w="38100">
                <a:noFill/>
                <a:miter/>
              </a:ln>
            </p:spPr>
            <p:txBody>
              <a:bodyPr/>
              <a:lstStyle/>
              <a:p>
                <a:r>
                  <a:rPr lang="en-US">
                    <a:noFill/>
                  </a:rPr>
                  <a:t> </a:t>
                </a:r>
              </a:p>
            </p:txBody>
          </p:sp>
        </mc:Fallback>
      </mc:AlternateContent>
      <p:sp>
        <p:nvSpPr>
          <p:cNvPr id="17416" name="Rectangle 9"/>
          <p:cNvSpPr/>
          <p:nvPr/>
        </p:nvSpPr>
        <p:spPr>
          <a:xfrm>
            <a:off x="1714500" y="4178038"/>
            <a:ext cx="2514600" cy="519113"/>
          </a:xfrm>
          <a:prstGeom prst="rect">
            <a:avLst/>
          </a:prstGeom>
          <a:noFill/>
          <a:ln w="9525">
            <a:noFill/>
          </a:ln>
        </p:spPr>
        <p:txBody>
          <a:bodyPr anchor="t" anchorCtr="0">
            <a:spAutoFit/>
          </a:bodyPr>
          <a:lstStyle/>
          <a:p>
            <a:r>
              <a:rPr lang="zh-CN" altLang="en-US" sz="2800" dirty="0">
                <a:solidFill>
                  <a:srgbClr val="FF0000"/>
                </a:solidFill>
              </a:rPr>
              <a:t>引力势能</a:t>
            </a:r>
          </a:p>
        </p:txBody>
      </p:sp>
      <mc:AlternateContent xmlns:mc="http://schemas.openxmlformats.org/markup-compatibility/2006" xmlns:a14="http://schemas.microsoft.com/office/drawing/2010/main">
        <mc:Choice Requires="a14">
          <p:sp>
            <p:nvSpPr>
              <p:cNvPr id="17417" name="Object 10"/>
              <p:cNvSpPr txBox="1"/>
              <p:nvPr/>
            </p:nvSpPr>
            <p:spPr>
              <a:xfrm>
                <a:off x="3396155" y="3992914"/>
                <a:ext cx="2438400" cy="1058863"/>
              </a:xfrm>
              <a:prstGeom prst="rect">
                <a:avLst/>
              </a:prstGeom>
              <a:noFill/>
              <a:ln w="38100">
                <a:noFill/>
                <a:miter/>
              </a:ln>
            </p:spPr>
            <p:txBody>
              <a:bodyPr>
                <a:normAutofit/>
              </a:bodyPr>
              <a:lstStyle/>
              <a:p>
                <a:pPr/>
                <a14:m>
                  <m:oMathPara xmlns:m="http://schemas.openxmlformats.org/officeDocument/2006/math">
                    <m:oMathParaPr>
                      <m:jc m:val="centerGroup"/>
                    </m:oMathParaPr>
                    <m:oMath xmlns:m="http://schemas.openxmlformats.org/officeDocument/2006/math">
                      <m:sSub>
                        <m:sSubPr>
                          <m:ctrlPr>
                            <a:rPr lang="en-US" sz="2800" i="1">
                              <a:solidFill>
                                <a:srgbClr val="000000"/>
                              </a:solidFill>
                              <a:latin typeface="Cambria Math" panose="02040503050406030204" pitchFamily="18" charset="0"/>
                            </a:rPr>
                          </m:ctrlPr>
                        </m:sSubPr>
                        <m:e>
                          <m:r>
                            <a:rPr lang="en-US" sz="2800" b="0" i="1">
                              <a:solidFill>
                                <a:srgbClr val="000000"/>
                              </a:solidFill>
                              <a:latin typeface="Cambria Math" panose="02040503050406030204" pitchFamily="18" charset="0"/>
                            </a:rPr>
                            <m:t>𝐸</m:t>
                          </m:r>
                        </m:e>
                        <m:sub>
                          <m:r>
                            <m:rPr>
                              <m:sty m:val="p"/>
                            </m:rPr>
                            <a:rPr lang="en-US" sz="2800" b="0" i="0">
                              <a:solidFill>
                                <a:srgbClr val="000000"/>
                              </a:solidFill>
                              <a:latin typeface="Cambria Math" panose="02040503050406030204" pitchFamily="18" charset="0"/>
                            </a:rPr>
                            <m:t>p</m:t>
                          </m:r>
                        </m:sub>
                      </m:sSub>
                      <m:r>
                        <a:rPr lang="en-US" sz="2800" b="0" i="1">
                          <a:solidFill>
                            <a:srgbClr val="000000"/>
                          </a:solidFill>
                          <a:latin typeface="Cambria Math" panose="02040503050406030204" pitchFamily="18" charset="0"/>
                        </a:rPr>
                        <m:t>=−</m:t>
                      </m:r>
                      <m:r>
                        <a:rPr lang="en-US" sz="2800" b="0" i="1">
                          <a:solidFill>
                            <a:srgbClr val="000000"/>
                          </a:solidFill>
                          <a:latin typeface="Cambria Math" panose="02040503050406030204" pitchFamily="18" charset="0"/>
                        </a:rPr>
                        <m:t>𝐺</m:t>
                      </m:r>
                      <m:f>
                        <m:fPr>
                          <m:ctrlPr>
                            <a:rPr lang="en-US" sz="2800" i="1">
                              <a:solidFill>
                                <a:srgbClr val="000000"/>
                              </a:solidFill>
                              <a:latin typeface="Cambria Math" panose="02040503050406030204" pitchFamily="18" charset="0"/>
                            </a:rPr>
                          </m:ctrlPr>
                        </m:fPr>
                        <m:num>
                          <m:r>
                            <a:rPr lang="en-US" altLang="zh-CN" sz="2800" b="0" i="1">
                              <a:solidFill>
                                <a:srgbClr val="000000"/>
                              </a:solidFill>
                              <a:latin typeface="Cambria Math" panose="02040503050406030204" pitchFamily="18" charset="0"/>
                            </a:rPr>
                            <m:t>𝑀</m:t>
                          </m:r>
                          <m:r>
                            <a:rPr lang="en-US" sz="2800" b="0" i="1">
                              <a:solidFill>
                                <a:srgbClr val="000000"/>
                              </a:solidFill>
                              <a:latin typeface="Cambria Math" panose="02040503050406030204" pitchFamily="18" charset="0"/>
                            </a:rPr>
                            <m:t>𝑚</m:t>
                          </m:r>
                        </m:num>
                        <m:den>
                          <m:r>
                            <a:rPr lang="en-US" sz="2800" b="0" i="1">
                              <a:solidFill>
                                <a:srgbClr val="000000"/>
                              </a:solidFill>
                              <a:latin typeface="Cambria Math" panose="02040503050406030204" pitchFamily="18" charset="0"/>
                            </a:rPr>
                            <m:t>𝑟</m:t>
                          </m:r>
                        </m:den>
                      </m:f>
                    </m:oMath>
                  </m:oMathPara>
                </a14:m>
                <a:endParaRPr lang="en-US" sz="2800" dirty="0"/>
              </a:p>
            </p:txBody>
          </p:sp>
        </mc:Choice>
        <mc:Fallback xmlns="">
          <p:sp>
            <p:nvSpPr>
              <p:cNvPr id="17417" name="Object 10"/>
              <p:cNvSpPr txBox="1">
                <a:spLocks noRot="1" noChangeAspect="1" noMove="1" noResize="1" noEditPoints="1" noAdjustHandles="1" noChangeArrowheads="1" noChangeShapeType="1" noTextEdit="1"/>
              </p:cNvSpPr>
              <p:nvPr/>
            </p:nvSpPr>
            <p:spPr>
              <a:xfrm>
                <a:off x="3396155" y="3992914"/>
                <a:ext cx="2438400" cy="1058863"/>
              </a:xfrm>
              <a:prstGeom prst="rect">
                <a:avLst/>
              </a:prstGeom>
              <a:blipFill>
                <a:blip r:embed="rId3"/>
                <a:stretch>
                  <a:fillRect/>
                </a:stretch>
              </a:blipFill>
              <a:ln w="38100">
                <a:noFill/>
                <a:miter/>
              </a:ln>
            </p:spPr>
            <p:txBody>
              <a:bodyPr/>
              <a:lstStyle/>
              <a:p>
                <a:r>
                  <a:rPr lang="en-US">
                    <a:noFill/>
                  </a:rPr>
                  <a:t> </a:t>
                </a:r>
              </a:p>
            </p:txBody>
          </p:sp>
        </mc:Fallback>
      </mc:AlternateContent>
      <p:sp>
        <p:nvSpPr>
          <p:cNvPr id="17418" name="Rectangle 11"/>
          <p:cNvSpPr/>
          <p:nvPr/>
        </p:nvSpPr>
        <p:spPr>
          <a:xfrm>
            <a:off x="1714500" y="2915975"/>
            <a:ext cx="2133600" cy="519113"/>
          </a:xfrm>
          <a:prstGeom prst="rect">
            <a:avLst/>
          </a:prstGeom>
          <a:noFill/>
          <a:ln w="9525">
            <a:noFill/>
          </a:ln>
        </p:spPr>
        <p:txBody>
          <a:bodyPr anchor="t" anchorCtr="0">
            <a:spAutoFit/>
          </a:bodyPr>
          <a:lstStyle/>
          <a:p>
            <a:r>
              <a:rPr lang="zh-CN" altLang="en-US" sz="2800" dirty="0">
                <a:solidFill>
                  <a:srgbClr val="FF0000"/>
                </a:solidFill>
              </a:rPr>
              <a:t>重力势能</a:t>
            </a:r>
          </a:p>
        </p:txBody>
      </p:sp>
      <mc:AlternateContent xmlns:mc="http://schemas.openxmlformats.org/markup-compatibility/2006" xmlns:a14="http://schemas.microsoft.com/office/drawing/2010/main">
        <mc:Choice Requires="a14">
          <p:sp>
            <p:nvSpPr>
              <p:cNvPr id="17419" name="Object 12"/>
              <p:cNvSpPr txBox="1"/>
              <p:nvPr/>
            </p:nvSpPr>
            <p:spPr>
              <a:xfrm>
                <a:off x="3505200" y="2820671"/>
                <a:ext cx="1981200" cy="712788"/>
              </a:xfrm>
              <a:prstGeom prst="rect">
                <a:avLst/>
              </a:prstGeom>
              <a:noFill/>
              <a:ln w="38100">
                <a:noFill/>
                <a:miter/>
              </a:ln>
            </p:spPr>
            <p:txBody>
              <a:bodyPr>
                <a:normAutofit/>
              </a:bodyPr>
              <a:lstStyle/>
              <a:p>
                <a:pPr/>
                <a14:m>
                  <m:oMathPara xmlns:m="http://schemas.openxmlformats.org/officeDocument/2006/math">
                    <m:oMathParaPr>
                      <m:jc m:val="centerGroup"/>
                    </m:oMathParaPr>
                    <m:oMath xmlns:m="http://schemas.openxmlformats.org/officeDocument/2006/math">
                      <m:sSub>
                        <m:sSubPr>
                          <m:ctrlPr>
                            <a:rPr lang="en-US" sz="2800" i="1">
                              <a:solidFill>
                                <a:srgbClr val="000000"/>
                              </a:solidFill>
                              <a:latin typeface="Cambria Math" panose="02040503050406030204" pitchFamily="18" charset="0"/>
                            </a:rPr>
                          </m:ctrlPr>
                        </m:sSubPr>
                        <m:e>
                          <m:r>
                            <a:rPr lang="en-US" sz="2800" b="0" i="1">
                              <a:solidFill>
                                <a:srgbClr val="000000"/>
                              </a:solidFill>
                              <a:latin typeface="Cambria Math" panose="02040503050406030204" pitchFamily="18" charset="0"/>
                            </a:rPr>
                            <m:t>𝐸</m:t>
                          </m:r>
                        </m:e>
                        <m:sub>
                          <m:r>
                            <m:rPr>
                              <m:sty m:val="p"/>
                            </m:rPr>
                            <a:rPr lang="en-US" sz="2800" b="0" i="0">
                              <a:solidFill>
                                <a:srgbClr val="000000"/>
                              </a:solidFill>
                              <a:latin typeface="Cambria Math" panose="02040503050406030204" pitchFamily="18" charset="0"/>
                            </a:rPr>
                            <m:t>p</m:t>
                          </m:r>
                        </m:sub>
                      </m:sSub>
                      <m:r>
                        <a:rPr lang="en-US" sz="2800" b="0" i="1">
                          <a:solidFill>
                            <a:srgbClr val="000000"/>
                          </a:solidFill>
                          <a:latin typeface="Cambria Math" panose="02040503050406030204" pitchFamily="18" charset="0"/>
                        </a:rPr>
                        <m:t>=</m:t>
                      </m:r>
                      <m:r>
                        <a:rPr lang="en-US" sz="2800" b="0" i="1">
                          <a:solidFill>
                            <a:srgbClr val="000000"/>
                          </a:solidFill>
                          <a:latin typeface="Cambria Math" panose="02040503050406030204" pitchFamily="18" charset="0"/>
                        </a:rPr>
                        <m:t>𝑚𝑔𝑧</m:t>
                      </m:r>
                    </m:oMath>
                  </m:oMathPara>
                </a14:m>
                <a:endParaRPr lang="en-US" sz="2800" dirty="0"/>
              </a:p>
            </p:txBody>
          </p:sp>
        </mc:Choice>
        <mc:Fallback xmlns="">
          <p:sp>
            <p:nvSpPr>
              <p:cNvPr id="17419" name="Object 12"/>
              <p:cNvSpPr txBox="1">
                <a:spLocks noRot="1" noChangeAspect="1" noMove="1" noResize="1" noEditPoints="1" noAdjustHandles="1" noChangeArrowheads="1" noChangeShapeType="1" noTextEdit="1"/>
              </p:cNvSpPr>
              <p:nvPr/>
            </p:nvSpPr>
            <p:spPr>
              <a:xfrm>
                <a:off x="3505200" y="2820671"/>
                <a:ext cx="1981200" cy="712788"/>
              </a:xfrm>
              <a:prstGeom prst="rect">
                <a:avLst/>
              </a:prstGeom>
              <a:blipFill>
                <a:blip r:embed="rId4"/>
                <a:stretch>
                  <a:fillRect/>
                </a:stretch>
              </a:blipFill>
              <a:ln w="38100">
                <a:noFill/>
                <a:miter/>
              </a:ln>
            </p:spPr>
            <p:txBody>
              <a:bodyPr/>
              <a:lstStyle/>
              <a:p>
                <a:r>
                  <a:rPr lang="en-US">
                    <a:noFill/>
                  </a:rPr>
                  <a:t> </a:t>
                </a:r>
              </a:p>
            </p:txBody>
          </p:sp>
        </mc:Fallback>
      </mc:AlternateContent>
      <p:sp>
        <p:nvSpPr>
          <p:cNvPr id="6" name="文本框 5"/>
          <p:cNvSpPr txBox="1"/>
          <p:nvPr/>
        </p:nvSpPr>
        <p:spPr>
          <a:xfrm>
            <a:off x="6825616" y="2625091"/>
            <a:ext cx="3574415" cy="3046095"/>
          </a:xfrm>
          <a:prstGeom prst="rect">
            <a:avLst/>
          </a:prstGeom>
          <a:noFill/>
          <a:ln w="12700">
            <a:noFill/>
          </a:ln>
        </p:spPr>
        <p:txBody>
          <a:bodyPr wrap="square" rtlCol="0">
            <a:spAutoFit/>
          </a:bodyPr>
          <a:lstStyle/>
          <a:p>
            <a:pPr>
              <a:lnSpc>
                <a:spcPct val="150000"/>
              </a:lnSpc>
            </a:pPr>
            <a:r>
              <a:rPr lang="zh-CN" altLang="en-US" sz="3200" dirty="0"/>
              <a:t>某处的</a:t>
            </a:r>
            <a:r>
              <a:rPr lang="zh-CN" altLang="en-US" sz="3200" dirty="0">
                <a:solidFill>
                  <a:srgbClr val="0066FF"/>
                </a:solidFill>
              </a:rPr>
              <a:t>势能大小</a:t>
            </a:r>
            <a:r>
              <a:rPr lang="zh-CN" altLang="en-US" sz="3200" dirty="0"/>
              <a:t>等于将质点</a:t>
            </a:r>
            <a:r>
              <a:rPr lang="zh-CN" altLang="en-US" sz="3200" dirty="0">
                <a:solidFill>
                  <a:srgbClr val="0066FF"/>
                </a:solidFill>
              </a:rPr>
              <a:t>从该处移到势能零点</a:t>
            </a:r>
            <a:r>
              <a:rPr lang="zh-CN" altLang="en-US" sz="3200" dirty="0"/>
              <a:t>处保守力所做的功。</a:t>
            </a:r>
          </a:p>
        </p:txBody>
      </p:sp>
      <p:sp>
        <p:nvSpPr>
          <p:cNvPr id="7" name="右箭头 6"/>
          <p:cNvSpPr/>
          <p:nvPr/>
        </p:nvSpPr>
        <p:spPr>
          <a:xfrm>
            <a:off x="5935346" y="3756025"/>
            <a:ext cx="822325" cy="158750"/>
          </a:xfrm>
          <a:prstGeom prst="rightArrow">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lstStyle/>
          <a:p>
            <a:pPr eaLnBrk="0" fontAlgn="base" hangingPunct="0">
              <a:spcBef>
                <a:spcPct val="0"/>
              </a:spcBef>
              <a:spcAft>
                <a:spcPct val="0"/>
              </a:spcAft>
            </a:pPr>
            <a:endParaRPr kumimoji="1" lang="zh-CN" altLang="en-US" sz="3600">
              <a:solidFill>
                <a:schemeClr val="bg2"/>
              </a:solidFill>
            </a:endParaRPr>
          </a:p>
        </p:txBody>
      </p:sp>
      <p:sp>
        <p:nvSpPr>
          <p:cNvPr id="19" name="文本框 18">
            <a:extLst>
              <a:ext uri="{FF2B5EF4-FFF2-40B4-BE49-F238E27FC236}">
                <a16:creationId xmlns:a16="http://schemas.microsoft.com/office/drawing/2014/main" id="{F846BF9B-ABDA-4514-935E-D56A8D3C0B20}"/>
              </a:ext>
            </a:extLst>
          </p:cNvPr>
          <p:cNvSpPr txBox="1"/>
          <p:nvPr/>
        </p:nvSpPr>
        <p:spPr>
          <a:xfrm>
            <a:off x="779734" y="431003"/>
            <a:ext cx="5458155" cy="584775"/>
          </a:xfrm>
          <a:prstGeom prst="rect">
            <a:avLst/>
          </a:prstGeom>
          <a:noFill/>
        </p:spPr>
        <p:txBody>
          <a:bodyPr wrap="square" rtlCol="0">
            <a:spAutoFit/>
          </a:bodyPr>
          <a:lstStyle/>
          <a:p>
            <a:pPr marL="285750" indent="-285750">
              <a:buFont typeface="Wingdings" panose="05000000000000000000" pitchFamily="2" charset="2"/>
              <a:buChar char="q"/>
            </a:pPr>
            <a:r>
              <a:rPr lang="zh-CN" altLang="en-US" sz="3200" b="1" dirty="0">
                <a:solidFill>
                  <a:srgbClr val="0066FF"/>
                </a:solidFill>
                <a:latin typeface="华文楷体" panose="02010600040101010101" pitchFamily="2" charset="-122"/>
                <a:ea typeface="华文楷体" panose="02010600040101010101" pitchFamily="2" charset="-122"/>
              </a:rPr>
              <a:t>保守力与势能</a:t>
            </a:r>
            <a:endParaRPr lang="en-US" altLang="zh-CN" sz="3200" b="1" dirty="0">
              <a:solidFill>
                <a:srgbClr val="0066FF"/>
              </a:solidFill>
              <a:latin typeface="华文楷体" panose="02010600040101010101" pitchFamily="2" charset="-122"/>
              <a:ea typeface="华文楷体" panose="0201060004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086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41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741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741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741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741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741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8611" grpId="0"/>
      <p:bldP spid="17413" grpId="0"/>
      <p:bldP spid="17414" grpId="0"/>
      <p:bldP spid="17416" grpId="0"/>
      <p:bldP spid="17417" grpId="0"/>
      <p:bldP spid="17418" grpId="0"/>
      <p:bldP spid="17419" grpId="0"/>
      <p:bldP spid="6" grpId="0"/>
      <p:bldP spid="7"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内容占位符 2">
                <a:extLst>
                  <a:ext uri="{FF2B5EF4-FFF2-40B4-BE49-F238E27FC236}">
                    <a16:creationId xmlns:a16="http://schemas.microsoft.com/office/drawing/2014/main" id="{09FDBBC9-7570-42DF-8372-F9FABA61A364}"/>
                  </a:ext>
                </a:extLst>
              </p:cNvPr>
              <p:cNvSpPr txBox="1">
                <a:spLocks/>
              </p:cNvSpPr>
              <p:nvPr/>
            </p:nvSpPr>
            <p:spPr>
              <a:xfrm>
                <a:off x="894260" y="1159865"/>
                <a:ext cx="7387950" cy="136172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r>
                  <a:rPr lang="zh-CN" altLang="en-US" dirty="0">
                    <a:latin typeface="华文楷体" panose="02010600040101010101" pitchFamily="2" charset="-122"/>
                    <a:ea typeface="华文楷体" panose="02010600040101010101" pitchFamily="2" charset="-122"/>
                  </a:rPr>
                  <a:t>静电场是保守场 </a:t>
                </a:r>
                <a14:m>
                  <m:oMath xmlns:m="http://schemas.openxmlformats.org/officeDocument/2006/math">
                    <m:r>
                      <a:rPr lang="zh-CN" altLang="en-US" b="0" i="1" smtClean="0">
                        <a:latin typeface="Cambria Math" panose="02040503050406030204" pitchFamily="18" charset="0"/>
                      </a:rPr>
                      <m:t>→</m:t>
                    </m:r>
                  </m:oMath>
                </a14:m>
                <a:r>
                  <a:rPr lang="zh-CN" altLang="en-US" dirty="0">
                    <a:latin typeface="华文楷体" panose="02010600040101010101" pitchFamily="2" charset="-122"/>
                    <a:ea typeface="华文楷体" panose="02010600040101010101" pitchFamily="2" charset="-122"/>
                  </a:rPr>
                  <a:t> 位置的标量函数，称为电场的电势（势函数</a:t>
                </a:r>
                <a14:m>
                  <m:oMath xmlns:m="http://schemas.openxmlformats.org/officeDocument/2006/math">
                    <m:r>
                      <a:rPr lang="zh-CN" altLang="en-US" b="0" i="1" smtClean="0">
                        <a:solidFill>
                          <a:srgbClr val="000000"/>
                        </a:solidFill>
                        <a:latin typeface="Cambria Math" panose="02040503050406030204" pitchFamily="18" charset="0"/>
                      </a:rPr>
                      <m:t>𝜑</m:t>
                    </m:r>
                    <m:r>
                      <a:rPr lang="en-US" altLang="zh-CN" b="0" i="1" smtClean="0">
                        <a:solidFill>
                          <a:srgbClr val="000000"/>
                        </a:solidFill>
                        <a:latin typeface="Cambria Math" panose="02040503050406030204" pitchFamily="18" charset="0"/>
                      </a:rPr>
                      <m:t>(</m:t>
                    </m:r>
                    <m:r>
                      <a:rPr lang="en-US" altLang="zh-CN" b="0" i="1" smtClean="0">
                        <a:solidFill>
                          <a:srgbClr val="000000"/>
                        </a:solidFill>
                        <a:latin typeface="Cambria Math" panose="02040503050406030204" pitchFamily="18" charset="0"/>
                      </a:rPr>
                      <m:t>𝑥</m:t>
                    </m:r>
                    <m:r>
                      <a:rPr lang="en-US" altLang="zh-CN" b="0" i="1" smtClean="0">
                        <a:solidFill>
                          <a:srgbClr val="000000"/>
                        </a:solidFill>
                        <a:latin typeface="Cambria Math" panose="02040503050406030204" pitchFamily="18" charset="0"/>
                      </a:rPr>
                      <m:t>,</m:t>
                    </m:r>
                    <m:r>
                      <a:rPr lang="en-US" altLang="zh-CN" b="0" i="1" smtClean="0">
                        <a:solidFill>
                          <a:srgbClr val="000000"/>
                        </a:solidFill>
                        <a:latin typeface="Cambria Math" panose="02040503050406030204" pitchFamily="18" charset="0"/>
                      </a:rPr>
                      <m:t>𝑦</m:t>
                    </m:r>
                    <m:r>
                      <a:rPr lang="en-US" altLang="zh-CN" b="0" i="1" smtClean="0">
                        <a:solidFill>
                          <a:srgbClr val="000000"/>
                        </a:solidFill>
                        <a:latin typeface="Cambria Math" panose="02040503050406030204" pitchFamily="18" charset="0"/>
                      </a:rPr>
                      <m:t>,</m:t>
                    </m:r>
                    <m:r>
                      <a:rPr lang="en-US" altLang="zh-CN" b="0" i="1" smtClean="0">
                        <a:solidFill>
                          <a:srgbClr val="000000"/>
                        </a:solidFill>
                        <a:latin typeface="Cambria Math" panose="02040503050406030204" pitchFamily="18" charset="0"/>
                      </a:rPr>
                      <m:t>𝑧</m:t>
                    </m:r>
                    <m:r>
                      <a:rPr lang="en-US" altLang="zh-CN" b="0" i="1" smtClean="0">
                        <a:solidFill>
                          <a:srgbClr val="000000"/>
                        </a:solidFill>
                        <a:latin typeface="Cambria Math" panose="02040503050406030204" pitchFamily="18" charset="0"/>
                      </a:rPr>
                      <m:t>)</m:t>
                    </m:r>
                  </m:oMath>
                </a14:m>
                <a:endParaRPr lang="en-US" altLang="zh-CN" dirty="0">
                  <a:latin typeface="华文楷体" panose="02010600040101010101" pitchFamily="2" charset="-122"/>
                  <a:ea typeface="华文楷体" panose="02010600040101010101" pitchFamily="2" charset="-122"/>
                </a:endParaRPr>
              </a:p>
            </p:txBody>
          </p:sp>
        </mc:Choice>
        <mc:Fallback xmlns="">
          <p:sp>
            <p:nvSpPr>
              <p:cNvPr id="2" name="内容占位符 2">
                <a:extLst>
                  <a:ext uri="{FF2B5EF4-FFF2-40B4-BE49-F238E27FC236}">
                    <a16:creationId xmlns:a16="http://schemas.microsoft.com/office/drawing/2014/main" id="{09FDBBC9-7570-42DF-8372-F9FABA61A364}"/>
                  </a:ext>
                </a:extLst>
              </p:cNvPr>
              <p:cNvSpPr txBox="1">
                <a:spLocks noRot="1" noChangeAspect="1" noMove="1" noResize="1" noEditPoints="1" noAdjustHandles="1" noChangeArrowheads="1" noChangeShapeType="1" noTextEdit="1"/>
              </p:cNvSpPr>
              <p:nvPr/>
            </p:nvSpPr>
            <p:spPr>
              <a:xfrm>
                <a:off x="894260" y="1159865"/>
                <a:ext cx="7387950" cy="1361727"/>
              </a:xfrm>
              <a:prstGeom prst="rect">
                <a:avLst/>
              </a:prstGeom>
              <a:blipFill>
                <a:blip r:embed="rId2"/>
                <a:stretch>
                  <a:fillRect l="-1733" b="-8482"/>
                </a:stretch>
              </a:blipFill>
            </p:spPr>
            <p:txBody>
              <a:bodyPr/>
              <a:lstStyle/>
              <a:p>
                <a:r>
                  <a:rPr lang="en-US">
                    <a:noFill/>
                  </a:rPr>
                  <a:t> </a:t>
                </a:r>
              </a:p>
            </p:txBody>
          </p:sp>
        </mc:Fallback>
      </mc:AlternateContent>
      <p:sp>
        <p:nvSpPr>
          <p:cNvPr id="4" name="文本框 3">
            <a:extLst>
              <a:ext uri="{FF2B5EF4-FFF2-40B4-BE49-F238E27FC236}">
                <a16:creationId xmlns:a16="http://schemas.microsoft.com/office/drawing/2014/main" id="{2F238FD3-C2BE-4231-B70B-56AD21FBADC1}"/>
              </a:ext>
            </a:extLst>
          </p:cNvPr>
          <p:cNvSpPr txBox="1"/>
          <p:nvPr/>
        </p:nvSpPr>
        <p:spPr>
          <a:xfrm>
            <a:off x="779734" y="431003"/>
            <a:ext cx="5458155" cy="584775"/>
          </a:xfrm>
          <a:prstGeom prst="rect">
            <a:avLst/>
          </a:prstGeom>
          <a:noFill/>
        </p:spPr>
        <p:txBody>
          <a:bodyPr wrap="square" rtlCol="0">
            <a:spAutoFit/>
          </a:bodyPr>
          <a:lstStyle/>
          <a:p>
            <a:pPr marL="285750" indent="-285750">
              <a:buFont typeface="Wingdings" panose="05000000000000000000" pitchFamily="2" charset="2"/>
              <a:buChar char="q"/>
            </a:pPr>
            <a:r>
              <a:rPr lang="zh-CN" altLang="en-US" sz="3200" b="1" dirty="0">
                <a:solidFill>
                  <a:srgbClr val="0066FF"/>
                </a:solidFill>
                <a:latin typeface="华文楷体" panose="02010600040101010101" pitchFamily="2" charset="-122"/>
                <a:ea typeface="华文楷体" panose="02010600040101010101" pitchFamily="2" charset="-122"/>
              </a:rPr>
              <a:t>电势</a:t>
            </a:r>
            <a:endParaRPr lang="en-US" altLang="zh-CN" sz="3200" b="1" dirty="0">
              <a:solidFill>
                <a:srgbClr val="0066FF"/>
              </a:solidFill>
              <a:latin typeface="华文楷体" panose="02010600040101010101" pitchFamily="2" charset="-122"/>
              <a:ea typeface="华文楷体" panose="02010600040101010101" pitchFamily="2" charset="-122"/>
            </a:endParaRPr>
          </a:p>
        </p:txBody>
      </p:sp>
      <p:pic>
        <p:nvPicPr>
          <p:cNvPr id="6" name="Picture 6" descr="電場- Wikiwand">
            <a:extLst>
              <a:ext uri="{FF2B5EF4-FFF2-40B4-BE49-F238E27FC236}">
                <a16:creationId xmlns:a16="http://schemas.microsoft.com/office/drawing/2014/main" id="{F68192CA-7E3F-4301-B02E-0363F2C3BA0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50439" y="1274976"/>
            <a:ext cx="2580309" cy="2580309"/>
          </a:xfrm>
          <a:prstGeom prst="rect">
            <a:avLst/>
          </a:prstGeom>
          <a:noFill/>
          <a:extLst>
            <a:ext uri="{909E8E84-426E-40DD-AFC4-6F175D3DCCD1}">
              <a14:hiddenFill xmlns:a14="http://schemas.microsoft.com/office/drawing/2010/main">
                <a:solidFill>
                  <a:srgbClr val="FFFFFF"/>
                </a:solidFill>
              </a14:hiddenFill>
            </a:ext>
          </a:extLst>
        </p:spPr>
      </p:pic>
      <p:sp>
        <p:nvSpPr>
          <p:cNvPr id="7" name="椭圆 6">
            <a:extLst>
              <a:ext uri="{FF2B5EF4-FFF2-40B4-BE49-F238E27FC236}">
                <a16:creationId xmlns:a16="http://schemas.microsoft.com/office/drawing/2014/main" id="{89F4314F-AD4A-4CB0-801D-940F349B97EB}"/>
              </a:ext>
            </a:extLst>
          </p:cNvPr>
          <p:cNvSpPr>
            <a:spLocks noChangeAspect="1"/>
          </p:cNvSpPr>
          <p:nvPr/>
        </p:nvSpPr>
        <p:spPr>
          <a:xfrm>
            <a:off x="8742048" y="1509177"/>
            <a:ext cx="2197092" cy="2197092"/>
          </a:xfrm>
          <a:prstGeom prst="ellipse">
            <a:avLst/>
          </a:prstGeom>
          <a:noFill/>
          <a:ln>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8" name="椭圆 7">
            <a:extLst>
              <a:ext uri="{FF2B5EF4-FFF2-40B4-BE49-F238E27FC236}">
                <a16:creationId xmlns:a16="http://schemas.microsoft.com/office/drawing/2014/main" id="{8A65D769-1F20-43EB-B522-64B4F7823389}"/>
              </a:ext>
            </a:extLst>
          </p:cNvPr>
          <p:cNvSpPr>
            <a:spLocks noChangeAspect="1"/>
          </p:cNvSpPr>
          <p:nvPr/>
        </p:nvSpPr>
        <p:spPr>
          <a:xfrm>
            <a:off x="8510746" y="1297722"/>
            <a:ext cx="2620002" cy="2620002"/>
          </a:xfrm>
          <a:prstGeom prst="ellipse">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9" name="椭圆 8">
            <a:extLst>
              <a:ext uri="{FF2B5EF4-FFF2-40B4-BE49-F238E27FC236}">
                <a16:creationId xmlns:a16="http://schemas.microsoft.com/office/drawing/2014/main" id="{51CA8C01-ADE0-437E-9B7E-9D5C96F89C1B}"/>
              </a:ext>
            </a:extLst>
          </p:cNvPr>
          <p:cNvSpPr/>
          <p:nvPr/>
        </p:nvSpPr>
        <p:spPr>
          <a:xfrm rot="19416383">
            <a:off x="10622404" y="1887169"/>
            <a:ext cx="176400" cy="177040"/>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0" name="椭圆 9">
            <a:extLst>
              <a:ext uri="{FF2B5EF4-FFF2-40B4-BE49-F238E27FC236}">
                <a16:creationId xmlns:a16="http://schemas.microsoft.com/office/drawing/2014/main" id="{5FCD73FC-90E6-4886-A6D0-7B1D65B8118D}"/>
              </a:ext>
            </a:extLst>
          </p:cNvPr>
          <p:cNvSpPr/>
          <p:nvPr/>
        </p:nvSpPr>
        <p:spPr>
          <a:xfrm rot="19416383">
            <a:off x="10823226" y="1752209"/>
            <a:ext cx="176400" cy="17704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1" name="文本框 10">
            <a:extLst>
              <a:ext uri="{FF2B5EF4-FFF2-40B4-BE49-F238E27FC236}">
                <a16:creationId xmlns:a16="http://schemas.microsoft.com/office/drawing/2014/main" id="{A744524A-C678-48CD-9B14-99D834078069}"/>
              </a:ext>
            </a:extLst>
          </p:cNvPr>
          <p:cNvSpPr txBox="1"/>
          <p:nvPr/>
        </p:nvSpPr>
        <p:spPr>
          <a:xfrm>
            <a:off x="10358549" y="1703086"/>
            <a:ext cx="247038" cy="369332"/>
          </a:xfrm>
          <a:prstGeom prst="rect">
            <a:avLst/>
          </a:prstGeom>
          <a:noFill/>
        </p:spPr>
        <p:txBody>
          <a:bodyPr wrap="square" rtlCol="0">
            <a:spAutoFit/>
          </a:bodyPr>
          <a:lstStyle/>
          <a:p>
            <a:r>
              <a:rPr lang="en-US" altLang="zh-CN" dirty="0">
                <a:solidFill>
                  <a:srgbClr val="00B050"/>
                </a:solidFill>
                <a:latin typeface="Times New Roman" panose="02020603050405020304" pitchFamily="18" charset="0"/>
                <a:ea typeface="华文楷体" panose="02010600040101010101" pitchFamily="2" charset="-122"/>
                <a:cs typeface="Times New Roman" panose="02020603050405020304" pitchFamily="18" charset="0"/>
              </a:rPr>
              <a:t>a</a:t>
            </a:r>
            <a:endParaRPr lang="en-US" dirty="0">
              <a:solidFill>
                <a:srgbClr val="00B050"/>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2" name="文本框 11">
            <a:extLst>
              <a:ext uri="{FF2B5EF4-FFF2-40B4-BE49-F238E27FC236}">
                <a16:creationId xmlns:a16="http://schemas.microsoft.com/office/drawing/2014/main" id="{7D3F401A-3228-46F0-A0C7-225D71A8CCD5}"/>
              </a:ext>
            </a:extLst>
          </p:cNvPr>
          <p:cNvSpPr txBox="1"/>
          <p:nvPr/>
        </p:nvSpPr>
        <p:spPr>
          <a:xfrm>
            <a:off x="10740004" y="1358766"/>
            <a:ext cx="247038" cy="369332"/>
          </a:xfrm>
          <a:prstGeom prst="rect">
            <a:avLst/>
          </a:prstGeom>
          <a:noFill/>
        </p:spPr>
        <p:txBody>
          <a:bodyPr wrap="square" rtlCol="0">
            <a:spAutoFit/>
          </a:bodyPr>
          <a:lstStyle/>
          <a:p>
            <a:r>
              <a:rPr lang="en-US"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b</a:t>
            </a:r>
          </a:p>
        </p:txBody>
      </p:sp>
      <mc:AlternateContent xmlns:mc="http://schemas.openxmlformats.org/markup-compatibility/2006" xmlns:a14="http://schemas.microsoft.com/office/drawing/2010/main">
        <mc:Choice Requires="a14">
          <p:sp>
            <p:nvSpPr>
              <p:cNvPr id="13" name="内容占位符 5">
                <a:extLst>
                  <a:ext uri="{FF2B5EF4-FFF2-40B4-BE49-F238E27FC236}">
                    <a16:creationId xmlns:a16="http://schemas.microsoft.com/office/drawing/2014/main" id="{7A7897AC-A7D0-4F75-80B3-30F65BB7EFE0}"/>
                  </a:ext>
                </a:extLst>
              </p:cNvPr>
              <p:cNvSpPr txBox="1">
                <a:spLocks/>
              </p:cNvSpPr>
              <p:nvPr/>
            </p:nvSpPr>
            <p:spPr>
              <a:xfrm>
                <a:off x="779734" y="2733047"/>
                <a:ext cx="8398971" cy="4023360"/>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buFont typeface="Arial" panose="020B0604020202020204" pitchFamily="34" charset="0"/>
                  <a:buNone/>
                </a:pPr>
                <a:r>
                  <a:rPr lang="zh-CN" altLang="en-US" dirty="0">
                    <a:solidFill>
                      <a:srgbClr val="000000"/>
                    </a:solidFill>
                    <a:latin typeface="华文楷体" panose="02010600040101010101" pitchFamily="2" charset="-122"/>
                    <a:ea typeface="华文楷体" panose="02010600040101010101" pitchFamily="2" charset="-122"/>
                  </a:rPr>
                  <a:t>规定</a:t>
                </a:r>
                <a14:m>
                  <m:oMath xmlns:m="http://schemas.openxmlformats.org/officeDocument/2006/math">
                    <m:sSub>
                      <m:sSubPr>
                        <m:ctrlPr>
                          <a:rPr lang="en-US" altLang="zh-CN" i="1" smtClean="0">
                            <a:solidFill>
                              <a:srgbClr val="0066FF"/>
                            </a:solidFill>
                            <a:latin typeface="Cambria Math" panose="02040503050406030204" pitchFamily="18" charset="0"/>
                            <a:ea typeface="华文新魏" panose="02010800040101010101" pitchFamily="2" charset="-122"/>
                          </a:rPr>
                        </m:ctrlPr>
                      </m:sSubPr>
                      <m:e>
                        <m:r>
                          <a:rPr lang="en-US" altLang="zh-CN" b="0" i="1">
                            <a:solidFill>
                              <a:srgbClr val="0066FF"/>
                            </a:solidFill>
                            <a:latin typeface="Cambria Math" panose="02040503050406030204" pitchFamily="18" charset="0"/>
                            <a:ea typeface="华文新魏" panose="02010800040101010101" pitchFamily="2" charset="-122"/>
                          </a:rPr>
                          <m:t>𝑝</m:t>
                        </m:r>
                      </m:e>
                      <m:sub>
                        <m:r>
                          <a:rPr lang="en-US" altLang="zh-CN" b="0" i="1">
                            <a:solidFill>
                              <a:srgbClr val="0066FF"/>
                            </a:solidFill>
                            <a:latin typeface="Cambria Math" panose="02040503050406030204" pitchFamily="18" charset="0"/>
                            <a:ea typeface="华文新魏" panose="02010800040101010101" pitchFamily="2" charset="-122"/>
                          </a:rPr>
                          <m:t>2</m:t>
                        </m:r>
                      </m:sub>
                    </m:sSub>
                  </m:oMath>
                </a14:m>
                <a:r>
                  <a:rPr lang="zh-CN" altLang="en-US" dirty="0">
                    <a:solidFill>
                      <a:srgbClr val="000000"/>
                    </a:solidFill>
                    <a:latin typeface="华文楷体" panose="02010600040101010101" pitchFamily="2" charset="-122"/>
                    <a:ea typeface="华文楷体" panose="02010600040101010101" pitchFamily="2" charset="-122"/>
                  </a:rPr>
                  <a:t>为势能零点，则任一点</a:t>
                </a:r>
                <a14:m>
                  <m:oMath xmlns:m="http://schemas.openxmlformats.org/officeDocument/2006/math">
                    <m:r>
                      <a:rPr lang="en-US" altLang="zh-CN" b="0" i="1" smtClean="0">
                        <a:solidFill>
                          <a:srgbClr val="0066FF"/>
                        </a:solidFill>
                        <a:latin typeface="Cambria Math" panose="02040503050406030204" pitchFamily="18" charset="0"/>
                        <a:ea typeface="华文新魏" panose="02010800040101010101" pitchFamily="2" charset="-122"/>
                      </a:rPr>
                      <m:t>𝑝</m:t>
                    </m:r>
                  </m:oMath>
                </a14:m>
                <a:r>
                  <a:rPr lang="zh-CN" altLang="en-US" dirty="0">
                    <a:solidFill>
                      <a:srgbClr val="000000"/>
                    </a:solidFill>
                    <a:latin typeface="华文楷体" panose="02010600040101010101" pitchFamily="2" charset="-122"/>
                    <a:ea typeface="华文楷体" panose="02010600040101010101" pitchFamily="2" charset="-122"/>
                  </a:rPr>
                  <a:t>的电势为</a:t>
                </a:r>
                <a:endParaRPr lang="en-US" altLang="zh-CN" dirty="0">
                  <a:solidFill>
                    <a:srgbClr val="000000"/>
                  </a:solidFill>
                  <a:latin typeface="华文楷体" panose="02010600040101010101" pitchFamily="2" charset="-122"/>
                  <a:ea typeface="华文楷体" panose="02010600040101010101" pitchFamily="2" charset="-122"/>
                </a:endParaRPr>
              </a:p>
              <a:p>
                <a:pPr marL="0" indent="0">
                  <a:lnSpc>
                    <a:spcPct val="120000"/>
                  </a:lnSpc>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zh-CN" altLang="en-US" b="1" i="1" smtClean="0">
                          <a:solidFill>
                            <a:srgbClr val="0066FF"/>
                          </a:solidFill>
                          <a:latin typeface="Cambria Math" panose="02040503050406030204" pitchFamily="18" charset="0"/>
                        </a:rPr>
                        <m:t>𝝋</m:t>
                      </m:r>
                      <m:r>
                        <a:rPr lang="en-US" altLang="zh-CN" b="1" i="1">
                          <a:solidFill>
                            <a:srgbClr val="0066FF"/>
                          </a:solidFill>
                          <a:latin typeface="Cambria Math" panose="02040503050406030204" pitchFamily="18" charset="0"/>
                        </a:rPr>
                        <m:t>=</m:t>
                      </m:r>
                      <m:nary>
                        <m:naryPr>
                          <m:ctrlPr>
                            <a:rPr lang="en-US" altLang="zh-CN" b="1" i="1">
                              <a:solidFill>
                                <a:srgbClr val="0066FF"/>
                              </a:solidFill>
                              <a:latin typeface="Cambria Math" panose="02040503050406030204" pitchFamily="18" charset="0"/>
                              <a:ea typeface="华文新魏" panose="02010800040101010101" pitchFamily="2" charset="-122"/>
                            </a:rPr>
                          </m:ctrlPr>
                        </m:naryPr>
                        <m:sub>
                          <m:r>
                            <a:rPr lang="en-US" altLang="zh-CN" b="1" i="1">
                              <a:solidFill>
                                <a:srgbClr val="0066FF"/>
                              </a:solidFill>
                              <a:latin typeface="Cambria Math" panose="02040503050406030204" pitchFamily="18" charset="0"/>
                              <a:ea typeface="华文新魏" panose="02010800040101010101" pitchFamily="2" charset="-122"/>
                            </a:rPr>
                            <m:t>𝒑</m:t>
                          </m:r>
                        </m:sub>
                        <m:sup>
                          <m:r>
                            <a:rPr lang="en-US" altLang="zh-CN" b="1" i="1">
                              <a:solidFill>
                                <a:srgbClr val="0066FF"/>
                              </a:solidFill>
                              <a:latin typeface="Cambria Math" panose="02040503050406030204" pitchFamily="18" charset="0"/>
                              <a:ea typeface="华文新魏" panose="02010800040101010101" pitchFamily="2" charset="-122"/>
                            </a:rPr>
                            <m:t>"</m:t>
                          </m:r>
                          <m:r>
                            <a:rPr lang="en-US" altLang="zh-CN" b="1" i="1">
                              <a:solidFill>
                                <a:srgbClr val="0066FF"/>
                              </a:solidFill>
                              <a:latin typeface="Cambria Math" panose="02040503050406030204" pitchFamily="18" charset="0"/>
                              <a:ea typeface="华文新魏" panose="02010800040101010101" pitchFamily="2" charset="-122"/>
                            </a:rPr>
                            <m:t>𝟎</m:t>
                          </m:r>
                          <m:r>
                            <a:rPr lang="en-US" altLang="zh-CN" b="1" i="1">
                              <a:solidFill>
                                <a:srgbClr val="0066FF"/>
                              </a:solidFill>
                              <a:latin typeface="Cambria Math" panose="02040503050406030204" pitchFamily="18" charset="0"/>
                              <a:ea typeface="华文新魏" panose="02010800040101010101" pitchFamily="2" charset="-122"/>
                            </a:rPr>
                            <m:t>"</m:t>
                          </m:r>
                        </m:sup>
                        <m:e>
                          <m:acc>
                            <m:accPr>
                              <m:chr m:val="⃗"/>
                              <m:ctrlPr>
                                <a:rPr lang="en-US" altLang="zh-CN" b="1" i="1">
                                  <a:solidFill>
                                    <a:srgbClr val="0066FF"/>
                                  </a:solidFill>
                                  <a:latin typeface="Cambria Math" panose="02040503050406030204" pitchFamily="18" charset="0"/>
                                  <a:ea typeface="华文新魏" panose="02010800040101010101" pitchFamily="2" charset="-122"/>
                                </a:rPr>
                              </m:ctrlPr>
                            </m:accPr>
                            <m:e>
                              <m:r>
                                <a:rPr lang="en-US" altLang="zh-CN" b="1" i="1">
                                  <a:solidFill>
                                    <a:srgbClr val="0066FF"/>
                                  </a:solidFill>
                                  <a:latin typeface="Cambria Math" panose="02040503050406030204" pitchFamily="18" charset="0"/>
                                  <a:ea typeface="华文新魏" panose="02010800040101010101" pitchFamily="2" charset="-122"/>
                                </a:rPr>
                                <m:t>𝑬</m:t>
                              </m:r>
                            </m:e>
                          </m:acc>
                          <m:r>
                            <m:rPr>
                              <m:brk m:alnAt="23"/>
                            </m:rPr>
                            <a:rPr lang="en-US" altLang="zh-CN" b="1" i="1">
                              <a:solidFill>
                                <a:srgbClr val="0066FF"/>
                              </a:solidFill>
                              <a:latin typeface="Cambria Math" panose="02040503050406030204" pitchFamily="18" charset="0"/>
                              <a:ea typeface="Cambria Math" panose="02040503050406030204" pitchFamily="18" charset="0"/>
                            </a:rPr>
                            <m:t>∙</m:t>
                          </m:r>
                          <m:r>
                            <a:rPr lang="en-US" altLang="zh-CN" b="1" i="1">
                              <a:solidFill>
                                <a:srgbClr val="0066FF"/>
                              </a:solidFill>
                              <a:latin typeface="Cambria Math" panose="02040503050406030204" pitchFamily="18" charset="0"/>
                              <a:ea typeface="华文新魏" panose="02010800040101010101" pitchFamily="2" charset="-122"/>
                            </a:rPr>
                            <m:t>𝒅</m:t>
                          </m:r>
                          <m:acc>
                            <m:accPr>
                              <m:chr m:val="⃗"/>
                              <m:ctrlPr>
                                <a:rPr lang="en-US" altLang="zh-CN" b="1" i="1">
                                  <a:solidFill>
                                    <a:srgbClr val="0066FF"/>
                                  </a:solidFill>
                                  <a:latin typeface="Cambria Math" panose="02040503050406030204" pitchFamily="18" charset="0"/>
                                  <a:ea typeface="华文新魏" panose="02010800040101010101" pitchFamily="2" charset="-122"/>
                                </a:rPr>
                              </m:ctrlPr>
                            </m:accPr>
                            <m:e>
                              <m:r>
                                <a:rPr lang="en-US" altLang="zh-CN" b="1" i="1">
                                  <a:solidFill>
                                    <a:srgbClr val="0066FF"/>
                                  </a:solidFill>
                                  <a:latin typeface="Cambria Math" panose="02040503050406030204" pitchFamily="18" charset="0"/>
                                  <a:ea typeface="华文新魏" panose="02010800040101010101" pitchFamily="2" charset="-122"/>
                                </a:rPr>
                                <m:t>𝒍</m:t>
                              </m:r>
                            </m:e>
                          </m:acc>
                        </m:e>
                      </m:nary>
                    </m:oMath>
                  </m:oMathPara>
                </a14:m>
                <a:endParaRPr lang="en-US" altLang="zh-CN" b="1" dirty="0">
                  <a:latin typeface="华文楷体" panose="02010600040101010101" pitchFamily="2" charset="-122"/>
                  <a:ea typeface="华文楷体" panose="02010600040101010101" pitchFamily="2" charset="-122"/>
                </a:endParaRPr>
              </a:p>
              <a:p>
                <a:pPr marL="0" indent="0">
                  <a:lnSpc>
                    <a:spcPct val="120000"/>
                  </a:lnSpc>
                  <a:buFont typeface="Arial" panose="020B0604020202020204" pitchFamily="34" charset="0"/>
                  <a:buNone/>
                </a:pPr>
                <a:r>
                  <a:rPr lang="en-US" altLang="zh-CN" dirty="0">
                    <a:latin typeface="华文楷体" panose="02010600040101010101" pitchFamily="2" charset="-122"/>
                    <a:ea typeface="华文楷体" panose="02010600040101010101" pitchFamily="2" charset="-122"/>
                  </a:rPr>
                  <a:t>- </a:t>
                </a:r>
                <a:r>
                  <a:rPr lang="zh-CN" altLang="en-US" dirty="0">
                    <a:latin typeface="华文楷体" panose="02010600040101010101" pitchFamily="2" charset="-122"/>
                    <a:ea typeface="华文楷体" panose="02010600040101010101" pitchFamily="2" charset="-122"/>
                  </a:rPr>
                  <a:t>静电场中某点的电势在数值上等于单位正电荷从该点经任意路径到电势零点处时电场力所做的功。</a:t>
                </a:r>
              </a:p>
            </p:txBody>
          </p:sp>
        </mc:Choice>
        <mc:Fallback xmlns="">
          <p:sp>
            <p:nvSpPr>
              <p:cNvPr id="13" name="内容占位符 5">
                <a:extLst>
                  <a:ext uri="{FF2B5EF4-FFF2-40B4-BE49-F238E27FC236}">
                    <a16:creationId xmlns:a16="http://schemas.microsoft.com/office/drawing/2014/main" id="{7A7897AC-A7D0-4F75-80B3-30F65BB7EFE0}"/>
                  </a:ext>
                </a:extLst>
              </p:cNvPr>
              <p:cNvSpPr txBox="1">
                <a:spLocks noRot="1" noChangeAspect="1" noMove="1" noResize="1" noEditPoints="1" noAdjustHandles="1" noChangeArrowheads="1" noChangeShapeType="1" noTextEdit="1"/>
              </p:cNvSpPr>
              <p:nvPr/>
            </p:nvSpPr>
            <p:spPr>
              <a:xfrm>
                <a:off x="779734" y="2733047"/>
                <a:ext cx="8398971" cy="4023360"/>
              </a:xfrm>
              <a:prstGeom prst="rect">
                <a:avLst/>
              </a:prstGeom>
              <a:blipFill>
                <a:blip r:embed="rId4"/>
                <a:stretch>
                  <a:fillRect l="-1524" t="-152"/>
                </a:stretch>
              </a:blipFill>
            </p:spPr>
            <p:txBody>
              <a:bodyPr/>
              <a:lstStyle/>
              <a:p>
                <a:r>
                  <a:rPr lang="en-US">
                    <a:noFill/>
                  </a:rPr>
                  <a:t> </a:t>
                </a:r>
              </a:p>
            </p:txBody>
          </p:sp>
        </mc:Fallback>
      </mc:AlternateContent>
    </p:spTree>
    <p:extLst>
      <p:ext uri="{BB962C8B-B14F-4D97-AF65-F5344CB8AC3E}">
        <p14:creationId xmlns:p14="http://schemas.microsoft.com/office/powerpoint/2010/main" val="120507823"/>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2F238FD3-C2BE-4231-B70B-56AD21FBADC1}"/>
              </a:ext>
            </a:extLst>
          </p:cNvPr>
          <p:cNvSpPr txBox="1"/>
          <p:nvPr/>
        </p:nvSpPr>
        <p:spPr>
          <a:xfrm>
            <a:off x="779734" y="431003"/>
            <a:ext cx="5458155" cy="584775"/>
          </a:xfrm>
          <a:prstGeom prst="rect">
            <a:avLst/>
          </a:prstGeom>
          <a:noFill/>
        </p:spPr>
        <p:txBody>
          <a:bodyPr wrap="square" rtlCol="0">
            <a:spAutoFit/>
          </a:bodyPr>
          <a:lstStyle/>
          <a:p>
            <a:pPr marL="285750" indent="-285750">
              <a:buFont typeface="Wingdings" panose="05000000000000000000" pitchFamily="2" charset="2"/>
              <a:buChar char="q"/>
            </a:pPr>
            <a:r>
              <a:rPr lang="zh-CN" altLang="en-US" sz="3200" b="1" dirty="0">
                <a:solidFill>
                  <a:srgbClr val="0066FF"/>
                </a:solidFill>
                <a:latin typeface="华文楷体" panose="02010600040101010101" pitchFamily="2" charset="-122"/>
                <a:ea typeface="华文楷体" panose="02010600040101010101" pitchFamily="2" charset="-122"/>
              </a:rPr>
              <a:t>电势</a:t>
            </a:r>
            <a:endParaRPr lang="en-US" altLang="zh-CN" sz="3200" b="1" dirty="0">
              <a:solidFill>
                <a:srgbClr val="0066FF"/>
              </a:solidFill>
              <a:latin typeface="华文楷体" panose="02010600040101010101" pitchFamily="2" charset="-122"/>
              <a:ea typeface="华文楷体" panose="02010600040101010101" pitchFamily="2" charset="-122"/>
            </a:endParaRPr>
          </a:p>
        </p:txBody>
      </p:sp>
      <p:pic>
        <p:nvPicPr>
          <p:cNvPr id="6" name="Picture 6" descr="電場- Wikiwand">
            <a:extLst>
              <a:ext uri="{FF2B5EF4-FFF2-40B4-BE49-F238E27FC236}">
                <a16:creationId xmlns:a16="http://schemas.microsoft.com/office/drawing/2014/main" id="{F68192CA-7E3F-4301-B02E-0363F2C3BA0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50439" y="1274976"/>
            <a:ext cx="2580309" cy="2580309"/>
          </a:xfrm>
          <a:prstGeom prst="rect">
            <a:avLst/>
          </a:prstGeom>
          <a:noFill/>
          <a:extLst>
            <a:ext uri="{909E8E84-426E-40DD-AFC4-6F175D3DCCD1}">
              <a14:hiddenFill xmlns:a14="http://schemas.microsoft.com/office/drawing/2010/main">
                <a:solidFill>
                  <a:srgbClr val="FFFFFF"/>
                </a:solidFill>
              </a14:hiddenFill>
            </a:ext>
          </a:extLst>
        </p:spPr>
      </p:pic>
      <p:sp>
        <p:nvSpPr>
          <p:cNvPr id="7" name="椭圆 6">
            <a:extLst>
              <a:ext uri="{FF2B5EF4-FFF2-40B4-BE49-F238E27FC236}">
                <a16:creationId xmlns:a16="http://schemas.microsoft.com/office/drawing/2014/main" id="{89F4314F-AD4A-4CB0-801D-940F349B97EB}"/>
              </a:ext>
            </a:extLst>
          </p:cNvPr>
          <p:cNvSpPr>
            <a:spLocks noChangeAspect="1"/>
          </p:cNvSpPr>
          <p:nvPr/>
        </p:nvSpPr>
        <p:spPr>
          <a:xfrm>
            <a:off x="8742048" y="1509177"/>
            <a:ext cx="2197092" cy="2197092"/>
          </a:xfrm>
          <a:prstGeom prst="ellipse">
            <a:avLst/>
          </a:prstGeom>
          <a:noFill/>
          <a:ln>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8" name="椭圆 7">
            <a:extLst>
              <a:ext uri="{FF2B5EF4-FFF2-40B4-BE49-F238E27FC236}">
                <a16:creationId xmlns:a16="http://schemas.microsoft.com/office/drawing/2014/main" id="{8A65D769-1F20-43EB-B522-64B4F7823389}"/>
              </a:ext>
            </a:extLst>
          </p:cNvPr>
          <p:cNvSpPr>
            <a:spLocks noChangeAspect="1"/>
          </p:cNvSpPr>
          <p:nvPr/>
        </p:nvSpPr>
        <p:spPr>
          <a:xfrm>
            <a:off x="8510746" y="1297722"/>
            <a:ext cx="2620002" cy="2620002"/>
          </a:xfrm>
          <a:prstGeom prst="ellipse">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9" name="椭圆 8">
            <a:extLst>
              <a:ext uri="{FF2B5EF4-FFF2-40B4-BE49-F238E27FC236}">
                <a16:creationId xmlns:a16="http://schemas.microsoft.com/office/drawing/2014/main" id="{51CA8C01-ADE0-437E-9B7E-9D5C96F89C1B}"/>
              </a:ext>
            </a:extLst>
          </p:cNvPr>
          <p:cNvSpPr/>
          <p:nvPr/>
        </p:nvSpPr>
        <p:spPr>
          <a:xfrm rot="19416383">
            <a:off x="10622404" y="1887169"/>
            <a:ext cx="176400" cy="177040"/>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0" name="椭圆 9">
            <a:extLst>
              <a:ext uri="{FF2B5EF4-FFF2-40B4-BE49-F238E27FC236}">
                <a16:creationId xmlns:a16="http://schemas.microsoft.com/office/drawing/2014/main" id="{5FCD73FC-90E6-4886-A6D0-7B1D65B8118D}"/>
              </a:ext>
            </a:extLst>
          </p:cNvPr>
          <p:cNvSpPr/>
          <p:nvPr/>
        </p:nvSpPr>
        <p:spPr>
          <a:xfrm rot="19416383">
            <a:off x="10823226" y="1752209"/>
            <a:ext cx="176400" cy="17704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1" name="文本框 10">
            <a:extLst>
              <a:ext uri="{FF2B5EF4-FFF2-40B4-BE49-F238E27FC236}">
                <a16:creationId xmlns:a16="http://schemas.microsoft.com/office/drawing/2014/main" id="{A744524A-C678-48CD-9B14-99D834078069}"/>
              </a:ext>
            </a:extLst>
          </p:cNvPr>
          <p:cNvSpPr txBox="1"/>
          <p:nvPr/>
        </p:nvSpPr>
        <p:spPr>
          <a:xfrm>
            <a:off x="10358549" y="1703086"/>
            <a:ext cx="247038" cy="369332"/>
          </a:xfrm>
          <a:prstGeom prst="rect">
            <a:avLst/>
          </a:prstGeom>
          <a:noFill/>
        </p:spPr>
        <p:txBody>
          <a:bodyPr wrap="square" rtlCol="0">
            <a:spAutoFit/>
          </a:bodyPr>
          <a:lstStyle/>
          <a:p>
            <a:r>
              <a:rPr lang="en-US" altLang="zh-CN" dirty="0">
                <a:solidFill>
                  <a:srgbClr val="00B050"/>
                </a:solidFill>
                <a:latin typeface="Times New Roman" panose="02020603050405020304" pitchFamily="18" charset="0"/>
                <a:ea typeface="华文楷体" panose="02010600040101010101" pitchFamily="2" charset="-122"/>
                <a:cs typeface="Times New Roman" panose="02020603050405020304" pitchFamily="18" charset="0"/>
              </a:rPr>
              <a:t>a</a:t>
            </a:r>
            <a:endParaRPr lang="en-US" dirty="0">
              <a:solidFill>
                <a:srgbClr val="00B050"/>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2" name="文本框 11">
            <a:extLst>
              <a:ext uri="{FF2B5EF4-FFF2-40B4-BE49-F238E27FC236}">
                <a16:creationId xmlns:a16="http://schemas.microsoft.com/office/drawing/2014/main" id="{7D3F401A-3228-46F0-A0C7-225D71A8CCD5}"/>
              </a:ext>
            </a:extLst>
          </p:cNvPr>
          <p:cNvSpPr txBox="1"/>
          <p:nvPr/>
        </p:nvSpPr>
        <p:spPr>
          <a:xfrm>
            <a:off x="10740004" y="1358766"/>
            <a:ext cx="247038" cy="369332"/>
          </a:xfrm>
          <a:prstGeom prst="rect">
            <a:avLst/>
          </a:prstGeom>
          <a:noFill/>
        </p:spPr>
        <p:txBody>
          <a:bodyPr wrap="square" rtlCol="0">
            <a:spAutoFit/>
          </a:bodyPr>
          <a:lstStyle/>
          <a:p>
            <a:r>
              <a:rPr lang="en-US"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b</a:t>
            </a:r>
          </a:p>
        </p:txBody>
      </p:sp>
      <mc:AlternateContent xmlns:mc="http://schemas.openxmlformats.org/markup-compatibility/2006" xmlns:a14="http://schemas.microsoft.com/office/drawing/2010/main">
        <mc:Choice Requires="a14">
          <p:sp>
            <p:nvSpPr>
              <p:cNvPr id="13" name="内容占位符 5">
                <a:extLst>
                  <a:ext uri="{FF2B5EF4-FFF2-40B4-BE49-F238E27FC236}">
                    <a16:creationId xmlns:a16="http://schemas.microsoft.com/office/drawing/2014/main" id="{7A7897AC-A7D0-4F75-80B3-30F65BB7EFE0}"/>
                  </a:ext>
                </a:extLst>
              </p:cNvPr>
              <p:cNvSpPr txBox="1">
                <a:spLocks/>
              </p:cNvSpPr>
              <p:nvPr/>
            </p:nvSpPr>
            <p:spPr>
              <a:xfrm>
                <a:off x="724010" y="1186949"/>
                <a:ext cx="8201364" cy="2151900"/>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buFont typeface="Arial" panose="020B0604020202020204" pitchFamily="34" charset="0"/>
                  <a:buNone/>
                </a:pPr>
                <a:r>
                  <a:rPr lang="zh-CN" altLang="en-US" dirty="0">
                    <a:solidFill>
                      <a:srgbClr val="000000"/>
                    </a:solidFill>
                    <a:latin typeface="华文楷体" panose="02010600040101010101" pitchFamily="2" charset="-122"/>
                    <a:ea typeface="华文楷体" panose="02010600040101010101" pitchFamily="2" charset="-122"/>
                  </a:rPr>
                  <a:t>规定</a:t>
                </a:r>
                <a14:m>
                  <m:oMath xmlns:m="http://schemas.openxmlformats.org/officeDocument/2006/math">
                    <m:sSub>
                      <m:sSubPr>
                        <m:ctrlPr>
                          <a:rPr lang="en-US" altLang="zh-CN" i="1" smtClean="0">
                            <a:solidFill>
                              <a:srgbClr val="0066FF"/>
                            </a:solidFill>
                            <a:latin typeface="Cambria Math" panose="02040503050406030204" pitchFamily="18" charset="0"/>
                            <a:ea typeface="华文新魏" panose="02010800040101010101" pitchFamily="2" charset="-122"/>
                          </a:rPr>
                        </m:ctrlPr>
                      </m:sSubPr>
                      <m:e>
                        <m:r>
                          <a:rPr lang="en-US" altLang="zh-CN" b="0" i="1">
                            <a:solidFill>
                              <a:srgbClr val="0066FF"/>
                            </a:solidFill>
                            <a:latin typeface="Cambria Math" panose="02040503050406030204" pitchFamily="18" charset="0"/>
                            <a:ea typeface="华文新魏" panose="02010800040101010101" pitchFamily="2" charset="-122"/>
                          </a:rPr>
                          <m:t>𝑝</m:t>
                        </m:r>
                      </m:e>
                      <m:sub>
                        <m:r>
                          <a:rPr lang="en-US" altLang="zh-CN" b="0" i="1">
                            <a:solidFill>
                              <a:srgbClr val="0066FF"/>
                            </a:solidFill>
                            <a:latin typeface="Cambria Math" panose="02040503050406030204" pitchFamily="18" charset="0"/>
                            <a:ea typeface="华文新魏" panose="02010800040101010101" pitchFamily="2" charset="-122"/>
                          </a:rPr>
                          <m:t>2</m:t>
                        </m:r>
                      </m:sub>
                    </m:sSub>
                  </m:oMath>
                </a14:m>
                <a:r>
                  <a:rPr lang="zh-CN" altLang="en-US" dirty="0">
                    <a:solidFill>
                      <a:srgbClr val="000000"/>
                    </a:solidFill>
                    <a:latin typeface="华文楷体" panose="02010600040101010101" pitchFamily="2" charset="-122"/>
                    <a:ea typeface="华文楷体" panose="02010600040101010101" pitchFamily="2" charset="-122"/>
                  </a:rPr>
                  <a:t>为势能零点，则任一点</a:t>
                </a:r>
                <a14:m>
                  <m:oMath xmlns:m="http://schemas.openxmlformats.org/officeDocument/2006/math">
                    <m:r>
                      <a:rPr lang="en-US" altLang="zh-CN" b="0" i="1" smtClean="0">
                        <a:solidFill>
                          <a:srgbClr val="0066FF"/>
                        </a:solidFill>
                        <a:latin typeface="Cambria Math" panose="02040503050406030204" pitchFamily="18" charset="0"/>
                        <a:ea typeface="华文新魏" panose="02010800040101010101" pitchFamily="2" charset="-122"/>
                      </a:rPr>
                      <m:t>𝑝</m:t>
                    </m:r>
                  </m:oMath>
                </a14:m>
                <a:r>
                  <a:rPr lang="zh-CN" altLang="en-US" dirty="0">
                    <a:solidFill>
                      <a:srgbClr val="000000"/>
                    </a:solidFill>
                    <a:latin typeface="华文楷体" panose="02010600040101010101" pitchFamily="2" charset="-122"/>
                    <a:ea typeface="华文楷体" panose="02010600040101010101" pitchFamily="2" charset="-122"/>
                  </a:rPr>
                  <a:t>的电势为</a:t>
                </a:r>
                <a:endParaRPr lang="en-US" altLang="zh-CN" dirty="0">
                  <a:solidFill>
                    <a:srgbClr val="000000"/>
                  </a:solidFill>
                  <a:latin typeface="华文楷体" panose="02010600040101010101" pitchFamily="2" charset="-122"/>
                  <a:ea typeface="华文楷体" panose="02010600040101010101" pitchFamily="2" charset="-122"/>
                </a:endParaRPr>
              </a:p>
              <a:p>
                <a:pPr marL="0" indent="0">
                  <a:lnSpc>
                    <a:spcPct val="120000"/>
                  </a:lnSpc>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zh-CN" altLang="en-US" b="1" i="1" smtClean="0">
                          <a:solidFill>
                            <a:srgbClr val="0066FF"/>
                          </a:solidFill>
                          <a:latin typeface="Cambria Math" panose="02040503050406030204" pitchFamily="18" charset="0"/>
                        </a:rPr>
                        <m:t>𝝋</m:t>
                      </m:r>
                      <m:r>
                        <a:rPr lang="en-US" altLang="zh-CN" b="1" i="1">
                          <a:solidFill>
                            <a:srgbClr val="0066FF"/>
                          </a:solidFill>
                          <a:latin typeface="Cambria Math" panose="02040503050406030204" pitchFamily="18" charset="0"/>
                        </a:rPr>
                        <m:t>=</m:t>
                      </m:r>
                      <m:nary>
                        <m:naryPr>
                          <m:ctrlPr>
                            <a:rPr lang="en-US" altLang="zh-CN" b="1" i="1">
                              <a:solidFill>
                                <a:srgbClr val="0066FF"/>
                              </a:solidFill>
                              <a:latin typeface="Cambria Math" panose="02040503050406030204" pitchFamily="18" charset="0"/>
                              <a:ea typeface="华文新魏" panose="02010800040101010101" pitchFamily="2" charset="-122"/>
                            </a:rPr>
                          </m:ctrlPr>
                        </m:naryPr>
                        <m:sub>
                          <m:r>
                            <a:rPr lang="en-US" altLang="zh-CN" b="1" i="1">
                              <a:solidFill>
                                <a:srgbClr val="0066FF"/>
                              </a:solidFill>
                              <a:latin typeface="Cambria Math" panose="02040503050406030204" pitchFamily="18" charset="0"/>
                              <a:ea typeface="华文新魏" panose="02010800040101010101" pitchFamily="2" charset="-122"/>
                            </a:rPr>
                            <m:t>𝒑</m:t>
                          </m:r>
                        </m:sub>
                        <m:sup>
                          <m:r>
                            <a:rPr lang="en-US" altLang="zh-CN" b="1" i="1">
                              <a:solidFill>
                                <a:srgbClr val="0066FF"/>
                              </a:solidFill>
                              <a:latin typeface="Cambria Math" panose="02040503050406030204" pitchFamily="18" charset="0"/>
                              <a:ea typeface="华文新魏" panose="02010800040101010101" pitchFamily="2" charset="-122"/>
                            </a:rPr>
                            <m:t>"</m:t>
                          </m:r>
                          <m:r>
                            <a:rPr lang="en-US" altLang="zh-CN" b="1" i="1">
                              <a:solidFill>
                                <a:srgbClr val="0066FF"/>
                              </a:solidFill>
                              <a:latin typeface="Cambria Math" panose="02040503050406030204" pitchFamily="18" charset="0"/>
                              <a:ea typeface="华文新魏" panose="02010800040101010101" pitchFamily="2" charset="-122"/>
                            </a:rPr>
                            <m:t>𝟎</m:t>
                          </m:r>
                          <m:r>
                            <a:rPr lang="en-US" altLang="zh-CN" b="1" i="1">
                              <a:solidFill>
                                <a:srgbClr val="0066FF"/>
                              </a:solidFill>
                              <a:latin typeface="Cambria Math" panose="02040503050406030204" pitchFamily="18" charset="0"/>
                              <a:ea typeface="华文新魏" panose="02010800040101010101" pitchFamily="2" charset="-122"/>
                            </a:rPr>
                            <m:t>"</m:t>
                          </m:r>
                        </m:sup>
                        <m:e>
                          <m:acc>
                            <m:accPr>
                              <m:chr m:val="⃗"/>
                              <m:ctrlPr>
                                <a:rPr lang="en-US" altLang="zh-CN" b="1" i="1">
                                  <a:solidFill>
                                    <a:srgbClr val="0066FF"/>
                                  </a:solidFill>
                                  <a:latin typeface="Cambria Math" panose="02040503050406030204" pitchFamily="18" charset="0"/>
                                  <a:ea typeface="华文新魏" panose="02010800040101010101" pitchFamily="2" charset="-122"/>
                                </a:rPr>
                              </m:ctrlPr>
                            </m:accPr>
                            <m:e>
                              <m:r>
                                <a:rPr lang="en-US" altLang="zh-CN" b="1" i="1">
                                  <a:solidFill>
                                    <a:srgbClr val="0066FF"/>
                                  </a:solidFill>
                                  <a:latin typeface="Cambria Math" panose="02040503050406030204" pitchFamily="18" charset="0"/>
                                  <a:ea typeface="华文新魏" panose="02010800040101010101" pitchFamily="2" charset="-122"/>
                                </a:rPr>
                                <m:t>𝑬</m:t>
                              </m:r>
                            </m:e>
                          </m:acc>
                          <m:r>
                            <m:rPr>
                              <m:brk m:alnAt="23"/>
                            </m:rPr>
                            <a:rPr lang="en-US" altLang="zh-CN" b="1" i="1">
                              <a:solidFill>
                                <a:srgbClr val="0066FF"/>
                              </a:solidFill>
                              <a:latin typeface="Cambria Math" panose="02040503050406030204" pitchFamily="18" charset="0"/>
                              <a:ea typeface="Cambria Math" panose="02040503050406030204" pitchFamily="18" charset="0"/>
                            </a:rPr>
                            <m:t>∙</m:t>
                          </m:r>
                          <m:r>
                            <a:rPr lang="en-US" altLang="zh-CN" b="1" i="1">
                              <a:solidFill>
                                <a:srgbClr val="0066FF"/>
                              </a:solidFill>
                              <a:latin typeface="Cambria Math" panose="02040503050406030204" pitchFamily="18" charset="0"/>
                              <a:ea typeface="华文新魏" panose="02010800040101010101" pitchFamily="2" charset="-122"/>
                            </a:rPr>
                            <m:t>𝒅</m:t>
                          </m:r>
                          <m:acc>
                            <m:accPr>
                              <m:chr m:val="⃗"/>
                              <m:ctrlPr>
                                <a:rPr lang="en-US" altLang="zh-CN" b="1" i="1">
                                  <a:solidFill>
                                    <a:srgbClr val="0066FF"/>
                                  </a:solidFill>
                                  <a:latin typeface="Cambria Math" panose="02040503050406030204" pitchFamily="18" charset="0"/>
                                  <a:ea typeface="华文新魏" panose="02010800040101010101" pitchFamily="2" charset="-122"/>
                                </a:rPr>
                              </m:ctrlPr>
                            </m:accPr>
                            <m:e>
                              <m:r>
                                <a:rPr lang="en-US" altLang="zh-CN" b="1" i="1">
                                  <a:solidFill>
                                    <a:srgbClr val="0066FF"/>
                                  </a:solidFill>
                                  <a:latin typeface="Cambria Math" panose="02040503050406030204" pitchFamily="18" charset="0"/>
                                  <a:ea typeface="华文新魏" panose="02010800040101010101" pitchFamily="2" charset="-122"/>
                                </a:rPr>
                                <m:t>𝒍</m:t>
                              </m:r>
                            </m:e>
                          </m:acc>
                        </m:e>
                      </m:nary>
                    </m:oMath>
                  </m:oMathPara>
                </a14:m>
                <a:endParaRPr lang="en-US" altLang="zh-CN" b="1" dirty="0">
                  <a:latin typeface="华文楷体" panose="02010600040101010101" pitchFamily="2" charset="-122"/>
                  <a:ea typeface="华文楷体" panose="02010600040101010101" pitchFamily="2" charset="-122"/>
                </a:endParaRPr>
              </a:p>
            </p:txBody>
          </p:sp>
        </mc:Choice>
        <mc:Fallback xmlns="">
          <p:sp>
            <p:nvSpPr>
              <p:cNvPr id="13" name="内容占位符 5">
                <a:extLst>
                  <a:ext uri="{FF2B5EF4-FFF2-40B4-BE49-F238E27FC236}">
                    <a16:creationId xmlns:a16="http://schemas.microsoft.com/office/drawing/2014/main" id="{7A7897AC-A7D0-4F75-80B3-30F65BB7EFE0}"/>
                  </a:ext>
                </a:extLst>
              </p:cNvPr>
              <p:cNvSpPr txBox="1">
                <a:spLocks noRot="1" noChangeAspect="1" noMove="1" noResize="1" noEditPoints="1" noAdjustHandles="1" noChangeArrowheads="1" noChangeShapeType="1" noTextEdit="1"/>
              </p:cNvSpPr>
              <p:nvPr/>
            </p:nvSpPr>
            <p:spPr>
              <a:xfrm>
                <a:off x="724010" y="1186949"/>
                <a:ext cx="8201364" cy="2151900"/>
              </a:xfrm>
              <a:prstGeom prst="rect">
                <a:avLst/>
              </a:prstGeom>
              <a:blipFill>
                <a:blip r:embed="rId3"/>
                <a:stretch>
                  <a:fillRect l="-1561" t="-567"/>
                </a:stretch>
              </a:blipFill>
            </p:spPr>
            <p:txBody>
              <a:bodyPr/>
              <a:lstStyle/>
              <a:p>
                <a:r>
                  <a:rPr lang="en-US">
                    <a:noFill/>
                  </a:rPr>
                  <a:t> </a:t>
                </a:r>
              </a:p>
            </p:txBody>
          </p:sp>
        </mc:Fallback>
      </mc:AlternateContent>
      <p:sp>
        <p:nvSpPr>
          <p:cNvPr id="14" name="Text Box 23">
            <a:extLst>
              <a:ext uri="{FF2B5EF4-FFF2-40B4-BE49-F238E27FC236}">
                <a16:creationId xmlns:a16="http://schemas.microsoft.com/office/drawing/2014/main" id="{FB7201E6-64A7-49AA-AFCF-3E813B858F87}"/>
              </a:ext>
            </a:extLst>
          </p:cNvPr>
          <p:cNvSpPr txBox="1">
            <a:spLocks noChangeArrowheads="1"/>
          </p:cNvSpPr>
          <p:nvPr/>
        </p:nvSpPr>
        <p:spPr bwMode="auto">
          <a:xfrm>
            <a:off x="584208" y="3611580"/>
            <a:ext cx="8570912" cy="6347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nSpc>
                <a:spcPts val="4600"/>
              </a:lnSpc>
              <a:spcBef>
                <a:spcPct val="50000"/>
              </a:spcBef>
              <a:buFontTx/>
              <a:buNone/>
            </a:pPr>
            <a:r>
              <a:rPr lang="en-US" altLang="zh-CN" sz="2800" dirty="0">
                <a:solidFill>
                  <a:srgbClr val="000000"/>
                </a:solidFill>
                <a:latin typeface="华文楷体" panose="02010600040101010101" pitchFamily="2" charset="-122"/>
                <a:ea typeface="华文楷体" panose="02010600040101010101" pitchFamily="2" charset="-122"/>
              </a:rPr>
              <a:t>- </a:t>
            </a:r>
            <a:r>
              <a:rPr lang="zh-CN" altLang="en-US" sz="2800" dirty="0">
                <a:solidFill>
                  <a:srgbClr val="000000"/>
                </a:solidFill>
                <a:latin typeface="华文楷体" panose="02010600040101010101" pitchFamily="2" charset="-122"/>
                <a:ea typeface="华文楷体" panose="02010600040101010101" pitchFamily="2" charset="-122"/>
              </a:rPr>
              <a:t>通常规定</a:t>
            </a:r>
            <a:r>
              <a:rPr lang="zh-CN" altLang="en-US" sz="2800" dirty="0">
                <a:solidFill>
                  <a:srgbClr val="FF0000"/>
                </a:solidFill>
                <a:latin typeface="华文楷体" panose="02010600040101010101" pitchFamily="2" charset="-122"/>
                <a:ea typeface="华文楷体" panose="02010600040101010101" pitchFamily="2" charset="-122"/>
              </a:rPr>
              <a:t>无穷远点</a:t>
            </a:r>
            <a:r>
              <a:rPr lang="zh-CN" altLang="en-US" sz="2800" dirty="0">
                <a:solidFill>
                  <a:srgbClr val="000000"/>
                </a:solidFill>
                <a:latin typeface="华文楷体" panose="02010600040101010101" pitchFamily="2" charset="-122"/>
                <a:ea typeface="华文楷体" panose="02010600040101010101" pitchFamily="2" charset="-122"/>
              </a:rPr>
              <a:t>的电势为零</a:t>
            </a:r>
          </a:p>
        </p:txBody>
      </p:sp>
      <p:sp>
        <p:nvSpPr>
          <p:cNvPr id="15" name="矩形 14">
            <a:extLst>
              <a:ext uri="{FF2B5EF4-FFF2-40B4-BE49-F238E27FC236}">
                <a16:creationId xmlns:a16="http://schemas.microsoft.com/office/drawing/2014/main" id="{73BBFD20-A257-47B1-8562-624A9A623517}"/>
              </a:ext>
            </a:extLst>
          </p:cNvPr>
          <p:cNvSpPr/>
          <p:nvPr/>
        </p:nvSpPr>
        <p:spPr>
          <a:xfrm>
            <a:off x="629879" y="4595054"/>
            <a:ext cx="7927170" cy="634789"/>
          </a:xfrm>
          <a:prstGeom prst="rect">
            <a:avLst/>
          </a:prstGeom>
        </p:spPr>
        <p:txBody>
          <a:bodyPr wrap="none">
            <a:spAutoFit/>
          </a:bodyPr>
          <a:lstStyle/>
          <a:p>
            <a:pPr>
              <a:lnSpc>
                <a:spcPts val="4600"/>
              </a:lnSpc>
              <a:spcBef>
                <a:spcPct val="50000"/>
              </a:spcBef>
              <a:buFontTx/>
              <a:buNone/>
            </a:pPr>
            <a:r>
              <a:rPr lang="en-US" altLang="zh-CN" sz="2800" dirty="0">
                <a:solidFill>
                  <a:srgbClr val="000000"/>
                </a:solidFill>
                <a:latin typeface="华文楷体" panose="02010600040101010101" pitchFamily="2" charset="-122"/>
                <a:ea typeface="华文楷体" panose="02010600040101010101" pitchFamily="2" charset="-122"/>
              </a:rPr>
              <a:t>- </a:t>
            </a:r>
            <a:r>
              <a:rPr lang="zh-CN" altLang="en-US" sz="2800" dirty="0">
                <a:solidFill>
                  <a:srgbClr val="000000"/>
                </a:solidFill>
                <a:latin typeface="华文楷体" panose="02010600040101010101" pitchFamily="2" charset="-122"/>
                <a:ea typeface="华文楷体" panose="02010600040101010101" pitchFamily="2" charset="-122"/>
              </a:rPr>
              <a:t>在</a:t>
            </a:r>
            <a:r>
              <a:rPr lang="zh-CN" altLang="en-US" sz="2800" dirty="0">
                <a:solidFill>
                  <a:srgbClr val="FF0000"/>
                </a:solidFill>
                <a:latin typeface="华文楷体" panose="02010600040101010101" pitchFamily="2" charset="-122"/>
                <a:ea typeface="华文楷体" panose="02010600040101010101" pitchFamily="2" charset="-122"/>
              </a:rPr>
              <a:t>实际</a:t>
            </a:r>
            <a:r>
              <a:rPr lang="zh-CN" altLang="en-US" sz="2800" dirty="0">
                <a:solidFill>
                  <a:srgbClr val="000000"/>
                </a:solidFill>
                <a:latin typeface="华文楷体" panose="02010600040101010101" pitchFamily="2" charset="-122"/>
                <a:ea typeface="华文楷体" panose="02010600040101010101" pitchFamily="2" charset="-122"/>
              </a:rPr>
              <a:t>问题中，常选</a:t>
            </a:r>
            <a:r>
              <a:rPr lang="zh-CN" altLang="en-US" sz="2800" dirty="0">
                <a:solidFill>
                  <a:srgbClr val="FF0000"/>
                </a:solidFill>
                <a:latin typeface="华文楷体" panose="02010600040101010101" pitchFamily="2" charset="-122"/>
                <a:ea typeface="华文楷体" panose="02010600040101010101" pitchFamily="2" charset="-122"/>
              </a:rPr>
              <a:t>大地</a:t>
            </a:r>
            <a:r>
              <a:rPr lang="zh-CN" altLang="en-US" sz="2800" dirty="0">
                <a:solidFill>
                  <a:srgbClr val="000000"/>
                </a:solidFill>
                <a:latin typeface="华文楷体" panose="02010600040101010101" pitchFamily="2" charset="-122"/>
                <a:ea typeface="华文楷体" panose="02010600040101010101" pitchFamily="2" charset="-122"/>
              </a:rPr>
              <a:t>或</a:t>
            </a:r>
            <a:r>
              <a:rPr lang="zh-CN" altLang="en-US" sz="2800" dirty="0">
                <a:solidFill>
                  <a:srgbClr val="FF0000"/>
                </a:solidFill>
                <a:latin typeface="华文楷体" panose="02010600040101010101" pitchFamily="2" charset="-122"/>
                <a:ea typeface="华文楷体" panose="02010600040101010101" pitchFamily="2" charset="-122"/>
              </a:rPr>
              <a:t>电器外壳</a:t>
            </a:r>
            <a:r>
              <a:rPr lang="zh-CN" altLang="en-US" sz="2800" dirty="0">
                <a:solidFill>
                  <a:srgbClr val="000000"/>
                </a:solidFill>
                <a:latin typeface="华文楷体" panose="02010600040101010101" pitchFamily="2" charset="-122"/>
                <a:ea typeface="华文楷体" panose="02010600040101010101" pitchFamily="2" charset="-122"/>
              </a:rPr>
              <a:t>的电势为零</a:t>
            </a:r>
          </a:p>
        </p:txBody>
      </p:sp>
      <mc:AlternateContent xmlns:mc="http://schemas.openxmlformats.org/markup-compatibility/2006" xmlns:a14="http://schemas.microsoft.com/office/drawing/2010/main">
        <mc:Choice Requires="a14">
          <p:sp>
            <p:nvSpPr>
              <p:cNvPr id="16" name="矩形 15">
                <a:extLst>
                  <a:ext uri="{FF2B5EF4-FFF2-40B4-BE49-F238E27FC236}">
                    <a16:creationId xmlns:a16="http://schemas.microsoft.com/office/drawing/2014/main" id="{29D66759-DAA4-4DE6-9244-3A8967A40E63}"/>
                  </a:ext>
                </a:extLst>
              </p:cNvPr>
              <p:cNvSpPr/>
              <p:nvPr/>
            </p:nvSpPr>
            <p:spPr>
              <a:xfrm>
                <a:off x="5699525" y="3401288"/>
                <a:ext cx="2404313" cy="107696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sz="2800" b="1" i="1" smtClean="0">
                          <a:solidFill>
                            <a:srgbClr val="0066FF"/>
                          </a:solidFill>
                          <a:latin typeface="Cambria Math" panose="02040503050406030204" pitchFamily="18" charset="0"/>
                        </a:rPr>
                        <m:t>𝝋</m:t>
                      </m:r>
                      <m:r>
                        <a:rPr lang="en-US" altLang="zh-CN" sz="2800" b="1" i="1">
                          <a:solidFill>
                            <a:srgbClr val="0066FF"/>
                          </a:solidFill>
                          <a:latin typeface="Cambria Math" panose="02040503050406030204" pitchFamily="18" charset="0"/>
                        </a:rPr>
                        <m:t>=</m:t>
                      </m:r>
                      <m:nary>
                        <m:naryPr>
                          <m:ctrlPr>
                            <a:rPr lang="en-US" altLang="zh-CN" sz="2800" b="1" i="1">
                              <a:solidFill>
                                <a:srgbClr val="0066FF"/>
                              </a:solidFill>
                              <a:latin typeface="Cambria Math" panose="02040503050406030204" pitchFamily="18" charset="0"/>
                              <a:ea typeface="华文新魏" panose="02010800040101010101" pitchFamily="2" charset="-122"/>
                            </a:rPr>
                          </m:ctrlPr>
                        </m:naryPr>
                        <m:sub>
                          <m:r>
                            <a:rPr lang="en-US" altLang="zh-CN" sz="2800" b="1" i="1">
                              <a:solidFill>
                                <a:srgbClr val="0066FF"/>
                              </a:solidFill>
                              <a:latin typeface="Cambria Math" panose="02040503050406030204" pitchFamily="18" charset="0"/>
                              <a:ea typeface="华文新魏" panose="02010800040101010101" pitchFamily="2" charset="-122"/>
                            </a:rPr>
                            <m:t>𝒑</m:t>
                          </m:r>
                        </m:sub>
                        <m:sup>
                          <m:r>
                            <a:rPr lang="en-US" altLang="zh-CN" sz="2800" b="1" i="1" smtClean="0">
                              <a:solidFill>
                                <a:srgbClr val="0066FF"/>
                              </a:solidFill>
                              <a:latin typeface="Cambria Math" panose="02040503050406030204" pitchFamily="18" charset="0"/>
                              <a:ea typeface="华文新魏" panose="02010800040101010101" pitchFamily="2" charset="-122"/>
                            </a:rPr>
                            <m:t>∞</m:t>
                          </m:r>
                        </m:sup>
                        <m:e>
                          <m:acc>
                            <m:accPr>
                              <m:chr m:val="⃗"/>
                              <m:ctrlPr>
                                <a:rPr lang="en-US" altLang="zh-CN" sz="2800" b="1" i="1">
                                  <a:solidFill>
                                    <a:srgbClr val="0066FF"/>
                                  </a:solidFill>
                                  <a:latin typeface="Cambria Math" panose="02040503050406030204" pitchFamily="18" charset="0"/>
                                  <a:ea typeface="华文新魏" panose="02010800040101010101" pitchFamily="2" charset="-122"/>
                                </a:rPr>
                              </m:ctrlPr>
                            </m:accPr>
                            <m:e>
                              <m:r>
                                <a:rPr lang="en-US" altLang="zh-CN" sz="2800" b="1" i="1">
                                  <a:solidFill>
                                    <a:srgbClr val="0066FF"/>
                                  </a:solidFill>
                                  <a:latin typeface="Cambria Math" panose="02040503050406030204" pitchFamily="18" charset="0"/>
                                  <a:ea typeface="华文新魏" panose="02010800040101010101" pitchFamily="2" charset="-122"/>
                                </a:rPr>
                                <m:t>𝑬</m:t>
                              </m:r>
                            </m:e>
                          </m:acc>
                          <m:r>
                            <m:rPr>
                              <m:brk m:alnAt="23"/>
                            </m:rPr>
                            <a:rPr lang="en-US" altLang="zh-CN" sz="2800" b="1" i="1">
                              <a:solidFill>
                                <a:srgbClr val="0066FF"/>
                              </a:solidFill>
                              <a:latin typeface="Cambria Math" panose="02040503050406030204" pitchFamily="18" charset="0"/>
                              <a:ea typeface="Cambria Math" panose="02040503050406030204" pitchFamily="18" charset="0"/>
                            </a:rPr>
                            <m:t>∙</m:t>
                          </m:r>
                          <m:r>
                            <a:rPr lang="en-US" altLang="zh-CN" sz="2800" b="1" i="1">
                              <a:solidFill>
                                <a:srgbClr val="0066FF"/>
                              </a:solidFill>
                              <a:latin typeface="Cambria Math" panose="02040503050406030204" pitchFamily="18" charset="0"/>
                              <a:ea typeface="华文新魏" panose="02010800040101010101" pitchFamily="2" charset="-122"/>
                            </a:rPr>
                            <m:t>𝒅</m:t>
                          </m:r>
                          <m:acc>
                            <m:accPr>
                              <m:chr m:val="⃗"/>
                              <m:ctrlPr>
                                <a:rPr lang="en-US" altLang="zh-CN" sz="2800" b="1" i="1">
                                  <a:solidFill>
                                    <a:srgbClr val="0066FF"/>
                                  </a:solidFill>
                                  <a:latin typeface="Cambria Math" panose="02040503050406030204" pitchFamily="18" charset="0"/>
                                  <a:ea typeface="华文新魏" panose="02010800040101010101" pitchFamily="2" charset="-122"/>
                                </a:rPr>
                              </m:ctrlPr>
                            </m:accPr>
                            <m:e>
                              <m:r>
                                <a:rPr lang="en-US" altLang="zh-CN" sz="2800" b="1" i="1">
                                  <a:solidFill>
                                    <a:srgbClr val="0066FF"/>
                                  </a:solidFill>
                                  <a:latin typeface="Cambria Math" panose="02040503050406030204" pitchFamily="18" charset="0"/>
                                  <a:ea typeface="华文新魏" panose="02010800040101010101" pitchFamily="2" charset="-122"/>
                                </a:rPr>
                                <m:t>𝒍</m:t>
                              </m:r>
                            </m:e>
                          </m:acc>
                        </m:e>
                      </m:nary>
                    </m:oMath>
                  </m:oMathPara>
                </a14:m>
                <a:endParaRPr lang="en-US" sz="2800" b="1" dirty="0">
                  <a:solidFill>
                    <a:srgbClr val="0066FF"/>
                  </a:solidFill>
                  <a:latin typeface="华文楷体" panose="02010600040101010101" pitchFamily="2" charset="-122"/>
                  <a:ea typeface="华文楷体" panose="02010600040101010101" pitchFamily="2" charset="-122"/>
                </a:endParaRPr>
              </a:p>
            </p:txBody>
          </p:sp>
        </mc:Choice>
        <mc:Fallback xmlns="">
          <p:sp>
            <p:nvSpPr>
              <p:cNvPr id="16" name="矩形 15">
                <a:extLst>
                  <a:ext uri="{FF2B5EF4-FFF2-40B4-BE49-F238E27FC236}">
                    <a16:creationId xmlns:a16="http://schemas.microsoft.com/office/drawing/2014/main" id="{29D66759-DAA4-4DE6-9244-3A8967A40E63}"/>
                  </a:ext>
                </a:extLst>
              </p:cNvPr>
              <p:cNvSpPr>
                <a:spLocks noRot="1" noChangeAspect="1" noMove="1" noResize="1" noEditPoints="1" noAdjustHandles="1" noChangeArrowheads="1" noChangeShapeType="1" noTextEdit="1"/>
              </p:cNvSpPr>
              <p:nvPr/>
            </p:nvSpPr>
            <p:spPr>
              <a:xfrm>
                <a:off x="5699525" y="3401288"/>
                <a:ext cx="2404313" cy="1076961"/>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587894724"/>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P spid="16"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2F238FD3-C2BE-4231-B70B-56AD21FBADC1}"/>
              </a:ext>
            </a:extLst>
          </p:cNvPr>
          <p:cNvSpPr txBox="1"/>
          <p:nvPr/>
        </p:nvSpPr>
        <p:spPr>
          <a:xfrm>
            <a:off x="779734" y="431003"/>
            <a:ext cx="5458155" cy="584775"/>
          </a:xfrm>
          <a:prstGeom prst="rect">
            <a:avLst/>
          </a:prstGeom>
          <a:noFill/>
        </p:spPr>
        <p:txBody>
          <a:bodyPr wrap="square" rtlCol="0">
            <a:spAutoFit/>
          </a:bodyPr>
          <a:lstStyle/>
          <a:p>
            <a:pPr marL="285750" indent="-285750">
              <a:buFont typeface="Wingdings" panose="05000000000000000000" pitchFamily="2" charset="2"/>
              <a:buChar char="q"/>
            </a:pPr>
            <a:r>
              <a:rPr lang="zh-CN" altLang="en-US" sz="3200" b="1" dirty="0">
                <a:solidFill>
                  <a:srgbClr val="0066FF"/>
                </a:solidFill>
                <a:latin typeface="华文楷体" panose="02010600040101010101" pitchFamily="2" charset="-122"/>
                <a:ea typeface="华文楷体" panose="02010600040101010101" pitchFamily="2" charset="-122"/>
              </a:rPr>
              <a:t>电势</a:t>
            </a:r>
            <a:endParaRPr lang="en-US" altLang="zh-CN" sz="3200" b="1" dirty="0">
              <a:solidFill>
                <a:srgbClr val="0066FF"/>
              </a:solidFill>
              <a:latin typeface="华文楷体" panose="02010600040101010101" pitchFamily="2" charset="-122"/>
              <a:ea typeface="华文楷体" panose="02010600040101010101" pitchFamily="2" charset="-122"/>
            </a:endParaRPr>
          </a:p>
        </p:txBody>
      </p:sp>
      <p:pic>
        <p:nvPicPr>
          <p:cNvPr id="6" name="Picture 6" descr="電場- Wikiwand">
            <a:extLst>
              <a:ext uri="{FF2B5EF4-FFF2-40B4-BE49-F238E27FC236}">
                <a16:creationId xmlns:a16="http://schemas.microsoft.com/office/drawing/2014/main" id="{F68192CA-7E3F-4301-B02E-0363F2C3BA0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50439" y="1274976"/>
            <a:ext cx="2580309" cy="2580309"/>
          </a:xfrm>
          <a:prstGeom prst="rect">
            <a:avLst/>
          </a:prstGeom>
          <a:noFill/>
          <a:extLst>
            <a:ext uri="{909E8E84-426E-40DD-AFC4-6F175D3DCCD1}">
              <a14:hiddenFill xmlns:a14="http://schemas.microsoft.com/office/drawing/2010/main">
                <a:solidFill>
                  <a:srgbClr val="FFFFFF"/>
                </a:solidFill>
              </a14:hiddenFill>
            </a:ext>
          </a:extLst>
        </p:spPr>
      </p:pic>
      <p:sp>
        <p:nvSpPr>
          <p:cNvPr id="7" name="椭圆 6">
            <a:extLst>
              <a:ext uri="{FF2B5EF4-FFF2-40B4-BE49-F238E27FC236}">
                <a16:creationId xmlns:a16="http://schemas.microsoft.com/office/drawing/2014/main" id="{89F4314F-AD4A-4CB0-801D-940F349B97EB}"/>
              </a:ext>
            </a:extLst>
          </p:cNvPr>
          <p:cNvSpPr>
            <a:spLocks noChangeAspect="1"/>
          </p:cNvSpPr>
          <p:nvPr/>
        </p:nvSpPr>
        <p:spPr>
          <a:xfrm>
            <a:off x="8742048" y="1509177"/>
            <a:ext cx="2197092" cy="2197092"/>
          </a:xfrm>
          <a:prstGeom prst="ellipse">
            <a:avLst/>
          </a:prstGeom>
          <a:noFill/>
          <a:ln>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8" name="椭圆 7">
            <a:extLst>
              <a:ext uri="{FF2B5EF4-FFF2-40B4-BE49-F238E27FC236}">
                <a16:creationId xmlns:a16="http://schemas.microsoft.com/office/drawing/2014/main" id="{8A65D769-1F20-43EB-B522-64B4F7823389}"/>
              </a:ext>
            </a:extLst>
          </p:cNvPr>
          <p:cNvSpPr>
            <a:spLocks noChangeAspect="1"/>
          </p:cNvSpPr>
          <p:nvPr/>
        </p:nvSpPr>
        <p:spPr>
          <a:xfrm>
            <a:off x="8510746" y="1297722"/>
            <a:ext cx="2620002" cy="2620002"/>
          </a:xfrm>
          <a:prstGeom prst="ellipse">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9" name="椭圆 8">
            <a:extLst>
              <a:ext uri="{FF2B5EF4-FFF2-40B4-BE49-F238E27FC236}">
                <a16:creationId xmlns:a16="http://schemas.microsoft.com/office/drawing/2014/main" id="{51CA8C01-ADE0-437E-9B7E-9D5C96F89C1B}"/>
              </a:ext>
            </a:extLst>
          </p:cNvPr>
          <p:cNvSpPr/>
          <p:nvPr/>
        </p:nvSpPr>
        <p:spPr>
          <a:xfrm rot="19416383">
            <a:off x="10622404" y="1887169"/>
            <a:ext cx="176400" cy="177040"/>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0" name="椭圆 9">
            <a:extLst>
              <a:ext uri="{FF2B5EF4-FFF2-40B4-BE49-F238E27FC236}">
                <a16:creationId xmlns:a16="http://schemas.microsoft.com/office/drawing/2014/main" id="{5FCD73FC-90E6-4886-A6D0-7B1D65B8118D}"/>
              </a:ext>
            </a:extLst>
          </p:cNvPr>
          <p:cNvSpPr/>
          <p:nvPr/>
        </p:nvSpPr>
        <p:spPr>
          <a:xfrm rot="19416383">
            <a:off x="10823226" y="1752209"/>
            <a:ext cx="176400" cy="17704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1" name="文本框 10">
            <a:extLst>
              <a:ext uri="{FF2B5EF4-FFF2-40B4-BE49-F238E27FC236}">
                <a16:creationId xmlns:a16="http://schemas.microsoft.com/office/drawing/2014/main" id="{A744524A-C678-48CD-9B14-99D834078069}"/>
              </a:ext>
            </a:extLst>
          </p:cNvPr>
          <p:cNvSpPr txBox="1"/>
          <p:nvPr/>
        </p:nvSpPr>
        <p:spPr>
          <a:xfrm>
            <a:off x="10358549" y="1703086"/>
            <a:ext cx="247038" cy="369332"/>
          </a:xfrm>
          <a:prstGeom prst="rect">
            <a:avLst/>
          </a:prstGeom>
          <a:noFill/>
        </p:spPr>
        <p:txBody>
          <a:bodyPr wrap="square" rtlCol="0">
            <a:spAutoFit/>
          </a:bodyPr>
          <a:lstStyle/>
          <a:p>
            <a:r>
              <a:rPr lang="en-US" altLang="zh-CN" dirty="0">
                <a:solidFill>
                  <a:srgbClr val="00B050"/>
                </a:solidFill>
                <a:latin typeface="Times New Roman" panose="02020603050405020304" pitchFamily="18" charset="0"/>
                <a:ea typeface="华文楷体" panose="02010600040101010101" pitchFamily="2" charset="-122"/>
                <a:cs typeface="Times New Roman" panose="02020603050405020304" pitchFamily="18" charset="0"/>
              </a:rPr>
              <a:t>a</a:t>
            </a:r>
            <a:endParaRPr lang="en-US" dirty="0">
              <a:solidFill>
                <a:srgbClr val="00B050"/>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2" name="文本框 11">
            <a:extLst>
              <a:ext uri="{FF2B5EF4-FFF2-40B4-BE49-F238E27FC236}">
                <a16:creationId xmlns:a16="http://schemas.microsoft.com/office/drawing/2014/main" id="{7D3F401A-3228-46F0-A0C7-225D71A8CCD5}"/>
              </a:ext>
            </a:extLst>
          </p:cNvPr>
          <p:cNvSpPr txBox="1"/>
          <p:nvPr/>
        </p:nvSpPr>
        <p:spPr>
          <a:xfrm>
            <a:off x="10740004" y="1358766"/>
            <a:ext cx="247038" cy="369332"/>
          </a:xfrm>
          <a:prstGeom prst="rect">
            <a:avLst/>
          </a:prstGeom>
          <a:noFill/>
        </p:spPr>
        <p:txBody>
          <a:bodyPr wrap="square" rtlCol="0">
            <a:spAutoFit/>
          </a:bodyPr>
          <a:lstStyle/>
          <a:p>
            <a:r>
              <a:rPr lang="en-US"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b</a:t>
            </a:r>
          </a:p>
        </p:txBody>
      </p:sp>
      <mc:AlternateContent xmlns:mc="http://schemas.openxmlformats.org/markup-compatibility/2006" xmlns:a14="http://schemas.microsoft.com/office/drawing/2010/main">
        <mc:Choice Requires="a14">
          <p:sp>
            <p:nvSpPr>
              <p:cNvPr id="17" name="矩形 16">
                <a:extLst>
                  <a:ext uri="{FF2B5EF4-FFF2-40B4-BE49-F238E27FC236}">
                    <a16:creationId xmlns:a16="http://schemas.microsoft.com/office/drawing/2014/main" id="{2CC1BC8F-984C-4CD7-8E46-3B9ED6A54D84}"/>
                  </a:ext>
                </a:extLst>
              </p:cNvPr>
              <p:cNvSpPr/>
              <p:nvPr/>
            </p:nvSpPr>
            <p:spPr>
              <a:xfrm>
                <a:off x="388759" y="3401288"/>
                <a:ext cx="8409409" cy="2397066"/>
              </a:xfrm>
              <a:prstGeom prst="rect">
                <a:avLst/>
              </a:prstGeom>
            </p:spPr>
            <p:txBody>
              <a:bodyPr wrap="square">
                <a:spAutoFit/>
              </a:bodyPr>
              <a:lstStyle/>
              <a:p>
                <a:pPr>
                  <a:lnSpc>
                    <a:spcPct val="150000"/>
                  </a:lnSpc>
                  <a:spcBef>
                    <a:spcPct val="50000"/>
                  </a:spcBef>
                </a:pP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电势大小与电势零点的选择有关</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pPr>
                  <a:lnSpc>
                    <a:spcPct val="150000"/>
                  </a:lnSpc>
                  <a:spcBef>
                    <a:spcPct val="50000"/>
                  </a:spcBef>
                </a:pP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电势零点选定后，电场中各点的电势值唯一的确定</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pPr>
                  <a:lnSpc>
                    <a:spcPct val="150000"/>
                  </a:lnSpc>
                  <a:spcBef>
                    <a:spcPct val="50000"/>
                  </a:spcBef>
                </a:pPr>
                <a:r>
                  <a:rPr lang="en-US" altLang="zh-CN" sz="2800" dirty="0">
                    <a:solidFill>
                      <a:srgbClr val="0066FF"/>
                    </a:solidFill>
                    <a:latin typeface="Times New Roman" panose="02020603050405020304" pitchFamily="18" charset="0"/>
                    <a:ea typeface="华文楷体" panose="02010600040101010101" pitchFamily="2" charset="-122"/>
                    <a:cs typeface="Times New Roman" panose="02020603050405020304" pitchFamily="18" charset="0"/>
                  </a:rPr>
                  <a:t>-  </a:t>
                </a:r>
                <a:r>
                  <a:rPr lang="zh-CN" altLang="en-US" sz="2800" dirty="0">
                    <a:solidFill>
                      <a:srgbClr val="0066FF"/>
                    </a:solidFill>
                    <a:latin typeface="Times New Roman" panose="02020603050405020304" pitchFamily="18" charset="0"/>
                    <a:ea typeface="华文楷体" panose="02010600040101010101" pitchFamily="2" charset="-122"/>
                    <a:cs typeface="Times New Roman" panose="02020603050405020304" pitchFamily="18" charset="0"/>
                  </a:rPr>
                  <a:t>单位：</a:t>
                </a:r>
                <a:r>
                  <a:rPr lang="zh-CN" altLang="en-US" sz="2800" dirty="0">
                    <a:solidFill>
                      <a:prstClr val="black"/>
                    </a:solidFill>
                    <a:latin typeface="Times New Roman" panose="02020603050405020304" pitchFamily="18" charset="0"/>
                    <a:ea typeface="华文楷体" panose="02010600040101010101" pitchFamily="2" charset="-122"/>
                    <a:cs typeface="Times New Roman" panose="02020603050405020304" pitchFamily="18" charset="0"/>
                  </a:rPr>
                  <a:t>伏</a:t>
                </a:r>
                <a:r>
                  <a:rPr lang="en-US" altLang="zh-CN" sz="2800" dirty="0">
                    <a:solidFill>
                      <a:prstClr val="black"/>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2800" dirty="0">
                    <a:solidFill>
                      <a:prstClr val="black"/>
                    </a:solidFill>
                    <a:latin typeface="Times New Roman" panose="02020603050405020304" pitchFamily="18" charset="0"/>
                    <a:ea typeface="华文楷体" panose="02010600040101010101" pitchFamily="2" charset="-122"/>
                    <a:cs typeface="Times New Roman" panose="02020603050405020304" pitchFamily="18" charset="0"/>
                  </a:rPr>
                  <a:t>特</a:t>
                </a:r>
                <a:r>
                  <a:rPr lang="en-US" altLang="zh-CN" sz="2800" dirty="0">
                    <a:solidFill>
                      <a:prstClr val="black"/>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2800" dirty="0">
                    <a:solidFill>
                      <a:prstClr val="black"/>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a:solidFill>
                      <a:prstClr val="black"/>
                    </a:solidFill>
                    <a:latin typeface="Times New Roman" panose="02020603050405020304" pitchFamily="18" charset="0"/>
                    <a:ea typeface="华文楷体" panose="02010600040101010101" pitchFamily="2" charset="-122"/>
                    <a:cs typeface="Times New Roman" panose="02020603050405020304" pitchFamily="18" charset="0"/>
                  </a:rPr>
                  <a:t>V</a:t>
                </a:r>
                <a:r>
                  <a:rPr lang="zh-CN" altLang="en-US" sz="2800" dirty="0">
                    <a:solidFill>
                      <a:prstClr val="black"/>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a:solidFill>
                      <a:prstClr val="black"/>
                    </a:solidFill>
                    <a:latin typeface="Times New Roman" panose="02020603050405020304" pitchFamily="18" charset="0"/>
                    <a:ea typeface="华文楷体" panose="02010600040101010101" pitchFamily="2" charset="-122"/>
                    <a:cs typeface="Times New Roman" panose="02020603050405020304" pitchFamily="18" charset="0"/>
                  </a:rPr>
                  <a:t>   </a:t>
                </a:r>
                <a14:m>
                  <m:oMath xmlns:m="http://schemas.openxmlformats.org/officeDocument/2006/math">
                    <m:r>
                      <a:rPr lang="en-US" altLang="zh-CN" sz="2800" b="0" i="1">
                        <a:solidFill>
                          <a:prstClr val="black"/>
                        </a:solidFill>
                        <a:latin typeface="Cambria Math" panose="02040503050406030204" pitchFamily="18" charset="0"/>
                      </a:rPr>
                      <m:t>1</m:t>
                    </m:r>
                    <m:r>
                      <a:rPr lang="en-US" altLang="zh-CN" sz="2800" b="0">
                        <a:solidFill>
                          <a:prstClr val="black"/>
                        </a:solidFill>
                        <a:latin typeface="Cambria Math" panose="02040503050406030204" pitchFamily="18" charset="0"/>
                      </a:rPr>
                      <m:t> </m:t>
                    </m:r>
                    <m:r>
                      <m:rPr>
                        <m:sty m:val="p"/>
                      </m:rPr>
                      <a:rPr lang="en-US" altLang="zh-CN" sz="2800" b="0" i="1">
                        <a:solidFill>
                          <a:prstClr val="black"/>
                        </a:solidFill>
                        <a:latin typeface="Cambria Math" panose="02040503050406030204" pitchFamily="18" charset="0"/>
                      </a:rPr>
                      <m:t>V</m:t>
                    </m:r>
                    <m:r>
                      <a:rPr lang="en-US" altLang="zh-CN" sz="2800" b="0">
                        <a:solidFill>
                          <a:prstClr val="black"/>
                        </a:solidFill>
                        <a:latin typeface="Cambria Math" panose="02040503050406030204" pitchFamily="18" charset="0"/>
                      </a:rPr>
                      <m:t>=</m:t>
                    </m:r>
                    <m:r>
                      <a:rPr lang="en-US" altLang="zh-CN" sz="2800" b="0" i="1">
                        <a:solidFill>
                          <a:prstClr val="black"/>
                        </a:solidFill>
                        <a:latin typeface="Cambria Math" panose="02040503050406030204" pitchFamily="18" charset="0"/>
                      </a:rPr>
                      <m:t>1</m:t>
                    </m:r>
                    <m:r>
                      <a:rPr lang="en-US" altLang="zh-CN" sz="2800" b="0">
                        <a:solidFill>
                          <a:prstClr val="black"/>
                        </a:solidFill>
                        <a:latin typeface="Cambria Math" panose="02040503050406030204" pitchFamily="18" charset="0"/>
                      </a:rPr>
                      <m:t> </m:t>
                    </m:r>
                    <m:r>
                      <m:rPr>
                        <m:sty m:val="p"/>
                      </m:rPr>
                      <a:rPr lang="en-US" altLang="zh-CN" sz="2800" b="0" i="1">
                        <a:solidFill>
                          <a:prstClr val="black"/>
                        </a:solidFill>
                        <a:latin typeface="Cambria Math" panose="02040503050406030204" pitchFamily="18" charset="0"/>
                      </a:rPr>
                      <m:t>J</m:t>
                    </m:r>
                    <m:r>
                      <a:rPr lang="en-US" altLang="zh-CN" sz="2800" b="0">
                        <a:solidFill>
                          <a:prstClr val="black"/>
                        </a:solidFill>
                        <a:latin typeface="Cambria Math" panose="02040503050406030204" pitchFamily="18" charset="0"/>
                      </a:rPr>
                      <m:t>/</m:t>
                    </m:r>
                    <m:r>
                      <m:rPr>
                        <m:sty m:val="p"/>
                      </m:rPr>
                      <a:rPr lang="en-US" altLang="zh-CN" sz="2800" b="0" i="1">
                        <a:solidFill>
                          <a:prstClr val="black"/>
                        </a:solidFill>
                        <a:latin typeface="Cambria Math" panose="02040503050406030204" pitchFamily="18" charset="0"/>
                      </a:rPr>
                      <m:t>C</m:t>
                    </m:r>
                  </m:oMath>
                </a14:m>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xmlns="">
          <p:sp>
            <p:nvSpPr>
              <p:cNvPr id="17" name="矩形 16">
                <a:extLst>
                  <a:ext uri="{FF2B5EF4-FFF2-40B4-BE49-F238E27FC236}">
                    <a16:creationId xmlns:a16="http://schemas.microsoft.com/office/drawing/2014/main" id="{2CC1BC8F-984C-4CD7-8E46-3B9ED6A54D84}"/>
                  </a:ext>
                </a:extLst>
              </p:cNvPr>
              <p:cNvSpPr>
                <a:spLocks noRot="1" noChangeAspect="1" noMove="1" noResize="1" noEditPoints="1" noAdjustHandles="1" noChangeArrowheads="1" noChangeShapeType="1" noTextEdit="1"/>
              </p:cNvSpPr>
              <p:nvPr/>
            </p:nvSpPr>
            <p:spPr>
              <a:xfrm>
                <a:off x="388759" y="3401288"/>
                <a:ext cx="8409409" cy="2397066"/>
              </a:xfrm>
              <a:prstGeom prst="rect">
                <a:avLst/>
              </a:prstGeom>
              <a:blipFill>
                <a:blip r:embed="rId3"/>
                <a:stretch>
                  <a:fillRect l="-1523" b="-636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矩形 17">
                <a:extLst>
                  <a:ext uri="{FF2B5EF4-FFF2-40B4-BE49-F238E27FC236}">
                    <a16:creationId xmlns:a16="http://schemas.microsoft.com/office/drawing/2014/main" id="{1A016C26-A406-4E5D-858D-2D744AE75C16}"/>
                  </a:ext>
                </a:extLst>
              </p:cNvPr>
              <p:cNvSpPr/>
              <p:nvPr/>
            </p:nvSpPr>
            <p:spPr>
              <a:xfrm>
                <a:off x="8621338" y="5560278"/>
                <a:ext cx="3230628" cy="107696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sz="2800" b="1" i="1" smtClean="0">
                          <a:solidFill>
                            <a:srgbClr val="0066FF"/>
                          </a:solidFill>
                          <a:latin typeface="Cambria Math" panose="02040503050406030204" pitchFamily="18" charset="0"/>
                        </a:rPr>
                        <m:t>𝝋</m:t>
                      </m:r>
                      <m:r>
                        <a:rPr lang="en-US" altLang="zh-CN" sz="2800" b="1" i="1">
                          <a:solidFill>
                            <a:srgbClr val="0066FF"/>
                          </a:solidFill>
                          <a:latin typeface="Cambria Math" panose="02040503050406030204" pitchFamily="18" charset="0"/>
                        </a:rPr>
                        <m:t>=</m:t>
                      </m:r>
                      <m:f>
                        <m:fPr>
                          <m:ctrlPr>
                            <a:rPr lang="en-US" altLang="zh-CN" sz="2800" b="1" i="1" smtClean="0">
                              <a:solidFill>
                                <a:srgbClr val="0066FF"/>
                              </a:solidFill>
                              <a:latin typeface="Cambria Math" panose="02040503050406030204" pitchFamily="18" charset="0"/>
                            </a:rPr>
                          </m:ctrlPr>
                        </m:fPr>
                        <m:num>
                          <m:r>
                            <a:rPr lang="en-US" altLang="zh-CN" sz="2800" b="1" i="1" smtClean="0">
                              <a:solidFill>
                                <a:srgbClr val="0066FF"/>
                              </a:solidFill>
                              <a:latin typeface="Cambria Math" panose="02040503050406030204" pitchFamily="18" charset="0"/>
                            </a:rPr>
                            <m:t>𝑨</m:t>
                          </m:r>
                        </m:num>
                        <m:den>
                          <m:r>
                            <a:rPr lang="en-US" altLang="zh-CN" sz="2800" b="1" i="1" smtClean="0">
                              <a:solidFill>
                                <a:srgbClr val="0066FF"/>
                              </a:solidFill>
                              <a:latin typeface="Cambria Math" panose="02040503050406030204" pitchFamily="18" charset="0"/>
                            </a:rPr>
                            <m:t>𝒒</m:t>
                          </m:r>
                          <m:r>
                            <a:rPr lang="en-US" altLang="zh-CN" sz="2800" b="1" i="1" baseline="-25000" smtClean="0">
                              <a:solidFill>
                                <a:srgbClr val="0066FF"/>
                              </a:solidFill>
                              <a:latin typeface="Cambria Math" panose="02040503050406030204" pitchFamily="18" charset="0"/>
                            </a:rPr>
                            <m:t>𝟎</m:t>
                          </m:r>
                        </m:den>
                      </m:f>
                      <m:r>
                        <a:rPr lang="en-US" altLang="zh-CN" sz="2800" b="1" i="1" smtClean="0">
                          <a:solidFill>
                            <a:srgbClr val="0066FF"/>
                          </a:solidFill>
                          <a:latin typeface="Cambria Math" panose="02040503050406030204" pitchFamily="18" charset="0"/>
                        </a:rPr>
                        <m:t>=</m:t>
                      </m:r>
                      <m:nary>
                        <m:naryPr>
                          <m:ctrlPr>
                            <a:rPr lang="en-US" altLang="zh-CN" sz="2800" b="1" i="1" smtClean="0">
                              <a:solidFill>
                                <a:srgbClr val="0066FF"/>
                              </a:solidFill>
                              <a:latin typeface="Cambria Math" panose="02040503050406030204" pitchFamily="18" charset="0"/>
                              <a:ea typeface="华文新魏" panose="02010800040101010101" pitchFamily="2" charset="-122"/>
                            </a:rPr>
                          </m:ctrlPr>
                        </m:naryPr>
                        <m:sub>
                          <m:r>
                            <a:rPr lang="en-US" altLang="zh-CN" sz="2800" b="1" i="1">
                              <a:solidFill>
                                <a:srgbClr val="0066FF"/>
                              </a:solidFill>
                              <a:latin typeface="Cambria Math" panose="02040503050406030204" pitchFamily="18" charset="0"/>
                              <a:ea typeface="华文新魏" panose="02010800040101010101" pitchFamily="2" charset="-122"/>
                            </a:rPr>
                            <m:t>𝒑</m:t>
                          </m:r>
                        </m:sub>
                        <m:sup>
                          <m:r>
                            <a:rPr lang="en-US" altLang="zh-CN" sz="2800" b="1" i="1" smtClean="0">
                              <a:solidFill>
                                <a:srgbClr val="0066FF"/>
                              </a:solidFill>
                              <a:latin typeface="Cambria Math" panose="02040503050406030204" pitchFamily="18" charset="0"/>
                              <a:ea typeface="华文新魏" panose="02010800040101010101" pitchFamily="2" charset="-122"/>
                            </a:rPr>
                            <m:t>∞</m:t>
                          </m:r>
                        </m:sup>
                        <m:e>
                          <m:acc>
                            <m:accPr>
                              <m:chr m:val="⃗"/>
                              <m:ctrlPr>
                                <a:rPr lang="en-US" altLang="zh-CN" sz="2800" b="1" i="1">
                                  <a:solidFill>
                                    <a:srgbClr val="0066FF"/>
                                  </a:solidFill>
                                  <a:latin typeface="Cambria Math" panose="02040503050406030204" pitchFamily="18" charset="0"/>
                                  <a:ea typeface="华文新魏" panose="02010800040101010101" pitchFamily="2" charset="-122"/>
                                </a:rPr>
                              </m:ctrlPr>
                            </m:accPr>
                            <m:e>
                              <m:r>
                                <a:rPr lang="en-US" altLang="zh-CN" sz="2800" b="1" i="1">
                                  <a:solidFill>
                                    <a:srgbClr val="0066FF"/>
                                  </a:solidFill>
                                  <a:latin typeface="Cambria Math" panose="02040503050406030204" pitchFamily="18" charset="0"/>
                                  <a:ea typeface="华文新魏" panose="02010800040101010101" pitchFamily="2" charset="-122"/>
                                </a:rPr>
                                <m:t>𝑬</m:t>
                              </m:r>
                            </m:e>
                          </m:acc>
                          <m:r>
                            <m:rPr>
                              <m:brk m:alnAt="23"/>
                            </m:rPr>
                            <a:rPr lang="en-US" altLang="zh-CN" sz="2800" b="1" i="1">
                              <a:solidFill>
                                <a:srgbClr val="0066FF"/>
                              </a:solidFill>
                              <a:latin typeface="Cambria Math" panose="02040503050406030204" pitchFamily="18" charset="0"/>
                              <a:ea typeface="Cambria Math" panose="02040503050406030204" pitchFamily="18" charset="0"/>
                            </a:rPr>
                            <m:t>∙</m:t>
                          </m:r>
                          <m:r>
                            <a:rPr lang="en-US" altLang="zh-CN" sz="2800" b="1" i="1">
                              <a:solidFill>
                                <a:srgbClr val="0066FF"/>
                              </a:solidFill>
                              <a:latin typeface="Cambria Math" panose="02040503050406030204" pitchFamily="18" charset="0"/>
                              <a:ea typeface="华文新魏" panose="02010800040101010101" pitchFamily="2" charset="-122"/>
                            </a:rPr>
                            <m:t>𝒅</m:t>
                          </m:r>
                          <m:acc>
                            <m:accPr>
                              <m:chr m:val="⃗"/>
                              <m:ctrlPr>
                                <a:rPr lang="en-US" altLang="zh-CN" sz="2800" b="1" i="1">
                                  <a:solidFill>
                                    <a:srgbClr val="0066FF"/>
                                  </a:solidFill>
                                  <a:latin typeface="Cambria Math" panose="02040503050406030204" pitchFamily="18" charset="0"/>
                                  <a:ea typeface="华文新魏" panose="02010800040101010101" pitchFamily="2" charset="-122"/>
                                </a:rPr>
                              </m:ctrlPr>
                            </m:accPr>
                            <m:e>
                              <m:r>
                                <a:rPr lang="en-US" altLang="zh-CN" sz="2800" b="1" i="1">
                                  <a:solidFill>
                                    <a:srgbClr val="0066FF"/>
                                  </a:solidFill>
                                  <a:latin typeface="Cambria Math" panose="02040503050406030204" pitchFamily="18" charset="0"/>
                                  <a:ea typeface="华文新魏" panose="02010800040101010101" pitchFamily="2" charset="-122"/>
                                </a:rPr>
                                <m:t>𝒍</m:t>
                              </m:r>
                            </m:e>
                          </m:acc>
                        </m:e>
                      </m:nary>
                    </m:oMath>
                  </m:oMathPara>
                </a14:m>
                <a:endParaRPr lang="en-US" sz="2800" dirty="0">
                  <a:solidFill>
                    <a:srgbClr val="0066FF"/>
                  </a:solidFill>
                  <a:latin typeface="华文楷体" panose="02010600040101010101" pitchFamily="2" charset="-122"/>
                  <a:ea typeface="华文楷体" panose="02010600040101010101" pitchFamily="2" charset="-122"/>
                </a:endParaRPr>
              </a:p>
            </p:txBody>
          </p:sp>
        </mc:Choice>
        <mc:Fallback xmlns="">
          <p:sp>
            <p:nvSpPr>
              <p:cNvPr id="18" name="矩形 17">
                <a:extLst>
                  <a:ext uri="{FF2B5EF4-FFF2-40B4-BE49-F238E27FC236}">
                    <a16:creationId xmlns:a16="http://schemas.microsoft.com/office/drawing/2014/main" id="{1A016C26-A406-4E5D-858D-2D744AE75C16}"/>
                  </a:ext>
                </a:extLst>
              </p:cNvPr>
              <p:cNvSpPr>
                <a:spLocks noRot="1" noChangeAspect="1" noMove="1" noResize="1" noEditPoints="1" noAdjustHandles="1" noChangeArrowheads="1" noChangeShapeType="1" noTextEdit="1"/>
              </p:cNvSpPr>
              <p:nvPr/>
            </p:nvSpPr>
            <p:spPr>
              <a:xfrm>
                <a:off x="8621338" y="5560278"/>
                <a:ext cx="3230628" cy="1076961"/>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矩形 18">
                <a:extLst>
                  <a:ext uri="{FF2B5EF4-FFF2-40B4-BE49-F238E27FC236}">
                    <a16:creationId xmlns:a16="http://schemas.microsoft.com/office/drawing/2014/main" id="{CA7F7575-EFE8-444C-9FD9-C2728C52F5E5}"/>
                  </a:ext>
                </a:extLst>
              </p:cNvPr>
              <p:cNvSpPr/>
              <p:nvPr/>
            </p:nvSpPr>
            <p:spPr>
              <a:xfrm>
                <a:off x="8798168" y="4337144"/>
                <a:ext cx="2729722" cy="107696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2800" b="1" i="1" smtClean="0">
                          <a:solidFill>
                            <a:srgbClr val="0066FF"/>
                          </a:solidFill>
                          <a:latin typeface="Cambria Math" panose="02040503050406030204" pitchFamily="18" charset="0"/>
                        </a:rPr>
                        <m:t>𝑨</m:t>
                      </m:r>
                      <m:r>
                        <a:rPr lang="en-US" altLang="zh-CN" sz="2800" b="1" i="1">
                          <a:solidFill>
                            <a:srgbClr val="0066FF"/>
                          </a:solidFill>
                          <a:latin typeface="Cambria Math" panose="02040503050406030204" pitchFamily="18" charset="0"/>
                        </a:rPr>
                        <m:t>=</m:t>
                      </m:r>
                      <m:nary>
                        <m:naryPr>
                          <m:ctrlPr>
                            <a:rPr lang="en-US" altLang="zh-CN" sz="2800" b="1" i="1">
                              <a:solidFill>
                                <a:srgbClr val="0066FF"/>
                              </a:solidFill>
                              <a:latin typeface="Cambria Math" panose="02040503050406030204" pitchFamily="18" charset="0"/>
                              <a:ea typeface="华文新魏" panose="02010800040101010101" pitchFamily="2" charset="-122"/>
                            </a:rPr>
                          </m:ctrlPr>
                        </m:naryPr>
                        <m:sub>
                          <m:r>
                            <a:rPr lang="en-US" altLang="zh-CN" sz="2800" b="1" i="1">
                              <a:solidFill>
                                <a:srgbClr val="0066FF"/>
                              </a:solidFill>
                              <a:latin typeface="Cambria Math" panose="02040503050406030204" pitchFamily="18" charset="0"/>
                              <a:ea typeface="华文新魏" panose="02010800040101010101" pitchFamily="2" charset="-122"/>
                            </a:rPr>
                            <m:t>𝒑</m:t>
                          </m:r>
                        </m:sub>
                        <m:sup>
                          <m:r>
                            <a:rPr lang="en-US" altLang="zh-CN" sz="2800" b="1" i="1" smtClean="0">
                              <a:solidFill>
                                <a:srgbClr val="0066FF"/>
                              </a:solidFill>
                              <a:latin typeface="Cambria Math" panose="02040503050406030204" pitchFamily="18" charset="0"/>
                              <a:ea typeface="华文新魏" panose="02010800040101010101" pitchFamily="2" charset="-122"/>
                            </a:rPr>
                            <m:t>∞</m:t>
                          </m:r>
                        </m:sup>
                        <m:e>
                          <m:r>
                            <a:rPr lang="en-US" altLang="zh-CN" sz="2800" b="1" i="1" smtClean="0">
                              <a:solidFill>
                                <a:srgbClr val="0066FF"/>
                              </a:solidFill>
                              <a:latin typeface="Cambria Math" panose="02040503050406030204" pitchFamily="18" charset="0"/>
                              <a:ea typeface="华文新魏" panose="02010800040101010101" pitchFamily="2" charset="-122"/>
                            </a:rPr>
                            <m:t>𝒒</m:t>
                          </m:r>
                          <m:r>
                            <a:rPr lang="en-US" altLang="zh-CN" sz="2800" b="1" i="1" baseline="-25000" smtClean="0">
                              <a:solidFill>
                                <a:srgbClr val="0066FF"/>
                              </a:solidFill>
                              <a:latin typeface="Cambria Math" panose="02040503050406030204" pitchFamily="18" charset="0"/>
                              <a:ea typeface="华文新魏" panose="02010800040101010101" pitchFamily="2" charset="-122"/>
                            </a:rPr>
                            <m:t>𝟎</m:t>
                          </m:r>
                          <m:acc>
                            <m:accPr>
                              <m:chr m:val="⃗"/>
                              <m:ctrlPr>
                                <a:rPr lang="en-US" altLang="zh-CN" sz="2800" b="1" i="1">
                                  <a:solidFill>
                                    <a:srgbClr val="0066FF"/>
                                  </a:solidFill>
                                  <a:latin typeface="Cambria Math" panose="02040503050406030204" pitchFamily="18" charset="0"/>
                                  <a:ea typeface="华文新魏" panose="02010800040101010101" pitchFamily="2" charset="-122"/>
                                </a:rPr>
                              </m:ctrlPr>
                            </m:accPr>
                            <m:e>
                              <m:r>
                                <a:rPr lang="en-US" altLang="zh-CN" sz="2800" b="1" i="1">
                                  <a:solidFill>
                                    <a:srgbClr val="0066FF"/>
                                  </a:solidFill>
                                  <a:latin typeface="Cambria Math" panose="02040503050406030204" pitchFamily="18" charset="0"/>
                                  <a:ea typeface="华文新魏" panose="02010800040101010101" pitchFamily="2" charset="-122"/>
                                </a:rPr>
                                <m:t>𝑬</m:t>
                              </m:r>
                            </m:e>
                          </m:acc>
                          <m:r>
                            <m:rPr>
                              <m:brk m:alnAt="23"/>
                            </m:rPr>
                            <a:rPr lang="en-US" altLang="zh-CN" sz="2800" b="1" i="1">
                              <a:solidFill>
                                <a:srgbClr val="0066FF"/>
                              </a:solidFill>
                              <a:latin typeface="Cambria Math" panose="02040503050406030204" pitchFamily="18" charset="0"/>
                              <a:ea typeface="Cambria Math" panose="02040503050406030204" pitchFamily="18" charset="0"/>
                            </a:rPr>
                            <m:t>∙</m:t>
                          </m:r>
                          <m:r>
                            <a:rPr lang="en-US" altLang="zh-CN" sz="2800" b="1" i="1">
                              <a:solidFill>
                                <a:srgbClr val="0066FF"/>
                              </a:solidFill>
                              <a:latin typeface="Cambria Math" panose="02040503050406030204" pitchFamily="18" charset="0"/>
                              <a:ea typeface="华文新魏" panose="02010800040101010101" pitchFamily="2" charset="-122"/>
                            </a:rPr>
                            <m:t>𝒅</m:t>
                          </m:r>
                          <m:acc>
                            <m:accPr>
                              <m:chr m:val="⃗"/>
                              <m:ctrlPr>
                                <a:rPr lang="en-US" altLang="zh-CN" sz="2800" b="1" i="1">
                                  <a:solidFill>
                                    <a:srgbClr val="0066FF"/>
                                  </a:solidFill>
                                  <a:latin typeface="Cambria Math" panose="02040503050406030204" pitchFamily="18" charset="0"/>
                                  <a:ea typeface="华文新魏" panose="02010800040101010101" pitchFamily="2" charset="-122"/>
                                </a:rPr>
                              </m:ctrlPr>
                            </m:accPr>
                            <m:e>
                              <m:r>
                                <a:rPr lang="en-US" altLang="zh-CN" sz="2800" b="1" i="1">
                                  <a:solidFill>
                                    <a:srgbClr val="0066FF"/>
                                  </a:solidFill>
                                  <a:latin typeface="Cambria Math" panose="02040503050406030204" pitchFamily="18" charset="0"/>
                                  <a:ea typeface="华文新魏" panose="02010800040101010101" pitchFamily="2" charset="-122"/>
                                </a:rPr>
                                <m:t>𝒍</m:t>
                              </m:r>
                            </m:e>
                          </m:acc>
                        </m:e>
                      </m:nary>
                    </m:oMath>
                  </m:oMathPara>
                </a14:m>
                <a:endParaRPr lang="en-US" sz="2800" dirty="0">
                  <a:solidFill>
                    <a:srgbClr val="0066FF"/>
                  </a:solidFill>
                  <a:latin typeface="华文楷体" panose="02010600040101010101" pitchFamily="2" charset="-122"/>
                  <a:ea typeface="华文楷体" panose="02010600040101010101" pitchFamily="2" charset="-122"/>
                </a:endParaRPr>
              </a:p>
            </p:txBody>
          </p:sp>
        </mc:Choice>
        <mc:Fallback xmlns="">
          <p:sp>
            <p:nvSpPr>
              <p:cNvPr id="19" name="矩形 18">
                <a:extLst>
                  <a:ext uri="{FF2B5EF4-FFF2-40B4-BE49-F238E27FC236}">
                    <a16:creationId xmlns:a16="http://schemas.microsoft.com/office/drawing/2014/main" id="{CA7F7575-EFE8-444C-9FD9-C2728C52F5E5}"/>
                  </a:ext>
                </a:extLst>
              </p:cNvPr>
              <p:cNvSpPr>
                <a:spLocks noRot="1" noChangeAspect="1" noMove="1" noResize="1" noEditPoints="1" noAdjustHandles="1" noChangeArrowheads="1" noChangeShapeType="1" noTextEdit="1"/>
              </p:cNvSpPr>
              <p:nvPr/>
            </p:nvSpPr>
            <p:spPr>
              <a:xfrm>
                <a:off x="8798168" y="4337144"/>
                <a:ext cx="2729722" cy="1076961"/>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内容占位符 5">
                <a:extLst>
                  <a:ext uri="{FF2B5EF4-FFF2-40B4-BE49-F238E27FC236}">
                    <a16:creationId xmlns:a16="http://schemas.microsoft.com/office/drawing/2014/main" id="{E1FF599A-9D61-4449-9D30-750EDD285711}"/>
                  </a:ext>
                </a:extLst>
              </p:cNvPr>
              <p:cNvSpPr txBox="1">
                <a:spLocks/>
              </p:cNvSpPr>
              <p:nvPr/>
            </p:nvSpPr>
            <p:spPr>
              <a:xfrm>
                <a:off x="724010" y="1186949"/>
                <a:ext cx="8201364" cy="2151900"/>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buFont typeface="Arial" panose="020B0604020202020204" pitchFamily="34" charset="0"/>
                  <a:buNone/>
                </a:pPr>
                <a:r>
                  <a:rPr lang="zh-CN" altLang="en-US" dirty="0">
                    <a:solidFill>
                      <a:srgbClr val="000000"/>
                    </a:solidFill>
                    <a:latin typeface="华文楷体" panose="02010600040101010101" pitchFamily="2" charset="-122"/>
                    <a:ea typeface="华文楷体" panose="02010600040101010101" pitchFamily="2" charset="-122"/>
                  </a:rPr>
                  <a:t>规定</a:t>
                </a:r>
                <a14:m>
                  <m:oMath xmlns:m="http://schemas.openxmlformats.org/officeDocument/2006/math">
                    <m:sSub>
                      <m:sSubPr>
                        <m:ctrlPr>
                          <a:rPr lang="en-US" altLang="zh-CN" i="1" smtClean="0">
                            <a:solidFill>
                              <a:srgbClr val="0066FF"/>
                            </a:solidFill>
                            <a:latin typeface="Cambria Math" panose="02040503050406030204" pitchFamily="18" charset="0"/>
                            <a:ea typeface="华文新魏" panose="02010800040101010101" pitchFamily="2" charset="-122"/>
                          </a:rPr>
                        </m:ctrlPr>
                      </m:sSubPr>
                      <m:e>
                        <m:r>
                          <a:rPr lang="en-US" altLang="zh-CN" b="0" i="1">
                            <a:solidFill>
                              <a:srgbClr val="0066FF"/>
                            </a:solidFill>
                            <a:latin typeface="Cambria Math" panose="02040503050406030204" pitchFamily="18" charset="0"/>
                            <a:ea typeface="华文新魏" panose="02010800040101010101" pitchFamily="2" charset="-122"/>
                          </a:rPr>
                          <m:t>𝑝</m:t>
                        </m:r>
                      </m:e>
                      <m:sub>
                        <m:r>
                          <a:rPr lang="en-US" altLang="zh-CN" b="0" i="1">
                            <a:solidFill>
                              <a:srgbClr val="0066FF"/>
                            </a:solidFill>
                            <a:latin typeface="Cambria Math" panose="02040503050406030204" pitchFamily="18" charset="0"/>
                            <a:ea typeface="华文新魏" panose="02010800040101010101" pitchFamily="2" charset="-122"/>
                          </a:rPr>
                          <m:t>2</m:t>
                        </m:r>
                      </m:sub>
                    </m:sSub>
                  </m:oMath>
                </a14:m>
                <a:r>
                  <a:rPr lang="zh-CN" altLang="en-US" dirty="0">
                    <a:solidFill>
                      <a:srgbClr val="000000"/>
                    </a:solidFill>
                    <a:latin typeface="华文楷体" panose="02010600040101010101" pitchFamily="2" charset="-122"/>
                    <a:ea typeface="华文楷体" panose="02010600040101010101" pitchFamily="2" charset="-122"/>
                  </a:rPr>
                  <a:t>为势能零点，则任一点</a:t>
                </a:r>
                <a14:m>
                  <m:oMath xmlns:m="http://schemas.openxmlformats.org/officeDocument/2006/math">
                    <m:r>
                      <a:rPr lang="en-US" altLang="zh-CN" b="0" i="1" smtClean="0">
                        <a:solidFill>
                          <a:srgbClr val="0066FF"/>
                        </a:solidFill>
                        <a:latin typeface="Cambria Math" panose="02040503050406030204" pitchFamily="18" charset="0"/>
                        <a:ea typeface="华文新魏" panose="02010800040101010101" pitchFamily="2" charset="-122"/>
                      </a:rPr>
                      <m:t>𝑝</m:t>
                    </m:r>
                  </m:oMath>
                </a14:m>
                <a:r>
                  <a:rPr lang="zh-CN" altLang="en-US" dirty="0">
                    <a:solidFill>
                      <a:srgbClr val="000000"/>
                    </a:solidFill>
                    <a:latin typeface="华文楷体" panose="02010600040101010101" pitchFamily="2" charset="-122"/>
                    <a:ea typeface="华文楷体" panose="02010600040101010101" pitchFamily="2" charset="-122"/>
                  </a:rPr>
                  <a:t>的电势为</a:t>
                </a:r>
                <a:endParaRPr lang="en-US" altLang="zh-CN" dirty="0">
                  <a:solidFill>
                    <a:srgbClr val="000000"/>
                  </a:solidFill>
                  <a:latin typeface="华文楷体" panose="02010600040101010101" pitchFamily="2" charset="-122"/>
                  <a:ea typeface="华文楷体" panose="02010600040101010101" pitchFamily="2" charset="-122"/>
                </a:endParaRPr>
              </a:p>
              <a:p>
                <a:pPr marL="0" indent="0">
                  <a:lnSpc>
                    <a:spcPct val="120000"/>
                  </a:lnSpc>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zh-CN" altLang="en-US" b="1" i="1" smtClean="0">
                          <a:solidFill>
                            <a:srgbClr val="0066FF"/>
                          </a:solidFill>
                          <a:latin typeface="Cambria Math" panose="02040503050406030204" pitchFamily="18" charset="0"/>
                        </a:rPr>
                        <m:t>𝝋</m:t>
                      </m:r>
                      <m:r>
                        <a:rPr lang="en-US" altLang="zh-CN" b="1" i="1">
                          <a:solidFill>
                            <a:srgbClr val="0066FF"/>
                          </a:solidFill>
                          <a:latin typeface="Cambria Math" panose="02040503050406030204" pitchFamily="18" charset="0"/>
                        </a:rPr>
                        <m:t>=</m:t>
                      </m:r>
                      <m:nary>
                        <m:naryPr>
                          <m:ctrlPr>
                            <a:rPr lang="en-US" altLang="zh-CN" b="1" i="1">
                              <a:solidFill>
                                <a:srgbClr val="0066FF"/>
                              </a:solidFill>
                              <a:latin typeface="Cambria Math" panose="02040503050406030204" pitchFamily="18" charset="0"/>
                              <a:ea typeface="华文新魏" panose="02010800040101010101" pitchFamily="2" charset="-122"/>
                            </a:rPr>
                          </m:ctrlPr>
                        </m:naryPr>
                        <m:sub>
                          <m:r>
                            <a:rPr lang="en-US" altLang="zh-CN" b="1" i="1">
                              <a:solidFill>
                                <a:srgbClr val="0066FF"/>
                              </a:solidFill>
                              <a:latin typeface="Cambria Math" panose="02040503050406030204" pitchFamily="18" charset="0"/>
                              <a:ea typeface="华文新魏" panose="02010800040101010101" pitchFamily="2" charset="-122"/>
                            </a:rPr>
                            <m:t>𝒑</m:t>
                          </m:r>
                        </m:sub>
                        <m:sup>
                          <m:r>
                            <a:rPr lang="en-US" altLang="zh-CN" b="1" i="1">
                              <a:solidFill>
                                <a:srgbClr val="0066FF"/>
                              </a:solidFill>
                              <a:latin typeface="Cambria Math" panose="02040503050406030204" pitchFamily="18" charset="0"/>
                              <a:ea typeface="华文新魏" panose="02010800040101010101" pitchFamily="2" charset="-122"/>
                            </a:rPr>
                            <m:t>"</m:t>
                          </m:r>
                          <m:r>
                            <a:rPr lang="en-US" altLang="zh-CN" b="1" i="1">
                              <a:solidFill>
                                <a:srgbClr val="0066FF"/>
                              </a:solidFill>
                              <a:latin typeface="Cambria Math" panose="02040503050406030204" pitchFamily="18" charset="0"/>
                              <a:ea typeface="华文新魏" panose="02010800040101010101" pitchFamily="2" charset="-122"/>
                            </a:rPr>
                            <m:t>𝟎</m:t>
                          </m:r>
                          <m:r>
                            <a:rPr lang="en-US" altLang="zh-CN" b="1" i="1">
                              <a:solidFill>
                                <a:srgbClr val="0066FF"/>
                              </a:solidFill>
                              <a:latin typeface="Cambria Math" panose="02040503050406030204" pitchFamily="18" charset="0"/>
                              <a:ea typeface="华文新魏" panose="02010800040101010101" pitchFamily="2" charset="-122"/>
                            </a:rPr>
                            <m:t>"</m:t>
                          </m:r>
                        </m:sup>
                        <m:e>
                          <m:acc>
                            <m:accPr>
                              <m:chr m:val="⃗"/>
                              <m:ctrlPr>
                                <a:rPr lang="en-US" altLang="zh-CN" b="1" i="1">
                                  <a:solidFill>
                                    <a:srgbClr val="0066FF"/>
                                  </a:solidFill>
                                  <a:latin typeface="Cambria Math" panose="02040503050406030204" pitchFamily="18" charset="0"/>
                                  <a:ea typeface="华文新魏" panose="02010800040101010101" pitchFamily="2" charset="-122"/>
                                </a:rPr>
                              </m:ctrlPr>
                            </m:accPr>
                            <m:e>
                              <m:r>
                                <a:rPr lang="en-US" altLang="zh-CN" b="1" i="1">
                                  <a:solidFill>
                                    <a:srgbClr val="0066FF"/>
                                  </a:solidFill>
                                  <a:latin typeface="Cambria Math" panose="02040503050406030204" pitchFamily="18" charset="0"/>
                                  <a:ea typeface="华文新魏" panose="02010800040101010101" pitchFamily="2" charset="-122"/>
                                </a:rPr>
                                <m:t>𝑬</m:t>
                              </m:r>
                            </m:e>
                          </m:acc>
                          <m:r>
                            <m:rPr>
                              <m:brk m:alnAt="23"/>
                            </m:rPr>
                            <a:rPr lang="en-US" altLang="zh-CN" b="1" i="1">
                              <a:solidFill>
                                <a:srgbClr val="0066FF"/>
                              </a:solidFill>
                              <a:latin typeface="Cambria Math" panose="02040503050406030204" pitchFamily="18" charset="0"/>
                              <a:ea typeface="Cambria Math" panose="02040503050406030204" pitchFamily="18" charset="0"/>
                            </a:rPr>
                            <m:t>∙</m:t>
                          </m:r>
                          <m:r>
                            <a:rPr lang="en-US" altLang="zh-CN" b="1" i="1">
                              <a:solidFill>
                                <a:srgbClr val="0066FF"/>
                              </a:solidFill>
                              <a:latin typeface="Cambria Math" panose="02040503050406030204" pitchFamily="18" charset="0"/>
                              <a:ea typeface="华文新魏" panose="02010800040101010101" pitchFamily="2" charset="-122"/>
                            </a:rPr>
                            <m:t>𝒅</m:t>
                          </m:r>
                          <m:acc>
                            <m:accPr>
                              <m:chr m:val="⃗"/>
                              <m:ctrlPr>
                                <a:rPr lang="en-US" altLang="zh-CN" b="1" i="1">
                                  <a:solidFill>
                                    <a:srgbClr val="0066FF"/>
                                  </a:solidFill>
                                  <a:latin typeface="Cambria Math" panose="02040503050406030204" pitchFamily="18" charset="0"/>
                                  <a:ea typeface="华文新魏" panose="02010800040101010101" pitchFamily="2" charset="-122"/>
                                </a:rPr>
                              </m:ctrlPr>
                            </m:accPr>
                            <m:e>
                              <m:r>
                                <a:rPr lang="en-US" altLang="zh-CN" b="1" i="1">
                                  <a:solidFill>
                                    <a:srgbClr val="0066FF"/>
                                  </a:solidFill>
                                  <a:latin typeface="Cambria Math" panose="02040503050406030204" pitchFamily="18" charset="0"/>
                                  <a:ea typeface="华文新魏" panose="02010800040101010101" pitchFamily="2" charset="-122"/>
                                </a:rPr>
                                <m:t>𝒍</m:t>
                              </m:r>
                            </m:e>
                          </m:acc>
                        </m:e>
                      </m:nary>
                    </m:oMath>
                  </m:oMathPara>
                </a14:m>
                <a:endParaRPr lang="en-US" altLang="zh-CN" b="1" dirty="0">
                  <a:latin typeface="华文楷体" panose="02010600040101010101" pitchFamily="2" charset="-122"/>
                  <a:ea typeface="华文楷体" panose="02010600040101010101" pitchFamily="2" charset="-122"/>
                </a:endParaRPr>
              </a:p>
            </p:txBody>
          </p:sp>
        </mc:Choice>
        <mc:Fallback xmlns="">
          <p:sp>
            <p:nvSpPr>
              <p:cNvPr id="20" name="内容占位符 5">
                <a:extLst>
                  <a:ext uri="{FF2B5EF4-FFF2-40B4-BE49-F238E27FC236}">
                    <a16:creationId xmlns:a16="http://schemas.microsoft.com/office/drawing/2014/main" id="{E1FF599A-9D61-4449-9D30-750EDD285711}"/>
                  </a:ext>
                </a:extLst>
              </p:cNvPr>
              <p:cNvSpPr txBox="1">
                <a:spLocks noRot="1" noChangeAspect="1" noMove="1" noResize="1" noEditPoints="1" noAdjustHandles="1" noChangeArrowheads="1" noChangeShapeType="1" noTextEdit="1"/>
              </p:cNvSpPr>
              <p:nvPr/>
            </p:nvSpPr>
            <p:spPr>
              <a:xfrm>
                <a:off x="724010" y="1186949"/>
                <a:ext cx="8201364" cy="2151900"/>
              </a:xfrm>
              <a:prstGeom prst="rect">
                <a:avLst/>
              </a:prstGeom>
              <a:blipFill>
                <a:blip r:embed="rId6"/>
                <a:stretch>
                  <a:fillRect l="-1561" t="-567"/>
                </a:stretch>
              </a:blipFill>
            </p:spPr>
            <p:txBody>
              <a:bodyPr/>
              <a:lstStyle/>
              <a:p>
                <a:r>
                  <a:rPr lang="en-US">
                    <a:noFill/>
                  </a:rPr>
                  <a:t> </a:t>
                </a:r>
              </a:p>
            </p:txBody>
          </p:sp>
        </mc:Fallback>
      </mc:AlternateContent>
    </p:spTree>
    <p:extLst>
      <p:ext uri="{BB962C8B-B14F-4D97-AF65-F5344CB8AC3E}">
        <p14:creationId xmlns:p14="http://schemas.microsoft.com/office/powerpoint/2010/main" val="1474611746"/>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9"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内容占位符 2">
                <a:extLst>
                  <a:ext uri="{FF2B5EF4-FFF2-40B4-BE49-F238E27FC236}">
                    <a16:creationId xmlns:a16="http://schemas.microsoft.com/office/drawing/2014/main" id="{09FDBBC9-7570-42DF-8372-F9FABA61A364}"/>
                  </a:ext>
                </a:extLst>
              </p:cNvPr>
              <p:cNvSpPr txBox="1">
                <a:spLocks/>
              </p:cNvSpPr>
              <p:nvPr/>
            </p:nvSpPr>
            <p:spPr>
              <a:xfrm>
                <a:off x="585862" y="1384100"/>
                <a:ext cx="7857676" cy="1256624"/>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r>
                  <a:rPr lang="zh-CN" altLang="en-US" dirty="0">
                    <a:latin typeface="华文楷体" panose="02010600040101010101" pitchFamily="2" charset="-122"/>
                    <a:ea typeface="华文楷体" panose="02010600040101010101" pitchFamily="2" charset="-122"/>
                  </a:rPr>
                  <a:t>   电势差（电压）：</a:t>
                </a:r>
                <a14:m>
                  <m:oMath xmlns:m="http://schemas.openxmlformats.org/officeDocument/2006/math">
                    <m:sSub>
                      <m:sSubPr>
                        <m:ctrlPr>
                          <a:rPr lang="en-US" altLang="zh-CN" i="1">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𝑈</m:t>
                        </m:r>
                      </m:e>
                      <m:sub>
                        <m:r>
                          <a:rPr lang="en-US" altLang="zh-CN" b="0" i="1" smtClean="0">
                            <a:latin typeface="Cambria Math" panose="02040503050406030204" pitchFamily="18" charset="0"/>
                            <a:ea typeface="Cambria Math" panose="02040503050406030204" pitchFamily="18" charset="0"/>
                          </a:rPr>
                          <m:t>12</m:t>
                        </m:r>
                      </m:sub>
                    </m:sSub>
                    <m:r>
                      <a:rPr lang="en-US" altLang="zh-CN" b="0" i="1" smtClean="0">
                        <a:latin typeface="Cambria Math" panose="02040503050406030204" pitchFamily="18" charset="0"/>
                        <a:ea typeface="Cambria Math" panose="02040503050406030204" pitchFamily="18" charset="0"/>
                      </a:rPr>
                      <m:t>=</m:t>
                    </m:r>
                    <m:sSub>
                      <m:sSubPr>
                        <m:ctrlPr>
                          <a:rPr lang="en-US" altLang="zh-CN" i="1">
                            <a:latin typeface="Cambria Math" panose="02040503050406030204" pitchFamily="18" charset="0"/>
                          </a:rPr>
                        </m:ctrlPr>
                      </m:sSubPr>
                      <m:e>
                        <m:r>
                          <a:rPr lang="zh-CN" altLang="en-US" b="0" i="1" smtClean="0">
                            <a:latin typeface="Cambria Math" panose="02040503050406030204" pitchFamily="18" charset="0"/>
                          </a:rPr>
                          <m:t>𝜑</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sSub>
                      <m:sSubPr>
                        <m:ctrlPr>
                          <a:rPr lang="en-US" altLang="zh-CN" i="1">
                            <a:latin typeface="Cambria Math" panose="02040503050406030204" pitchFamily="18" charset="0"/>
                          </a:rPr>
                        </m:ctrlPr>
                      </m:sSubPr>
                      <m:e>
                        <m:r>
                          <a:rPr lang="zh-CN" altLang="en-US" b="0" i="1" smtClean="0">
                            <a:latin typeface="Cambria Math" panose="02040503050406030204" pitchFamily="18" charset="0"/>
                          </a:rPr>
                          <m:t>𝜑</m:t>
                        </m:r>
                      </m:e>
                      <m:sub>
                        <m:r>
                          <a:rPr lang="en-US" altLang="zh-CN" b="0" i="1" smtClean="0">
                            <a:latin typeface="Cambria Math" panose="02040503050406030204" pitchFamily="18" charset="0"/>
                          </a:rPr>
                          <m:t>2</m:t>
                        </m:r>
                      </m:sub>
                    </m:sSub>
                    <m:r>
                      <a:rPr lang="en-US" altLang="zh-CN" b="0" i="1" smtClean="0">
                        <a:latin typeface="Cambria Math" panose="02040503050406030204" pitchFamily="18" charset="0"/>
                      </a:rPr>
                      <m:t>=</m:t>
                    </m:r>
                    <m:nary>
                      <m:naryPr>
                        <m:ctrlPr>
                          <a:rPr lang="en-US" altLang="zh-CN" i="1" smtClean="0">
                            <a:solidFill>
                              <a:srgbClr val="0066FF"/>
                            </a:solidFill>
                            <a:latin typeface="Cambria Math" panose="02040503050406030204" pitchFamily="18" charset="0"/>
                            <a:ea typeface="华文新魏" panose="02010800040101010101" pitchFamily="2" charset="-122"/>
                          </a:rPr>
                        </m:ctrlPr>
                      </m:naryPr>
                      <m:sub>
                        <m:sSub>
                          <m:sSubPr>
                            <m:ctrlPr>
                              <a:rPr lang="en-US" altLang="zh-CN" i="1">
                                <a:solidFill>
                                  <a:srgbClr val="0066FF"/>
                                </a:solidFill>
                                <a:latin typeface="Cambria Math" panose="02040503050406030204" pitchFamily="18" charset="0"/>
                                <a:ea typeface="华文新魏" panose="02010800040101010101" pitchFamily="2" charset="-122"/>
                              </a:rPr>
                            </m:ctrlPr>
                          </m:sSubPr>
                          <m:e>
                            <m:r>
                              <a:rPr lang="en-US" altLang="zh-CN" b="0" i="1" smtClean="0">
                                <a:solidFill>
                                  <a:srgbClr val="0066FF"/>
                                </a:solidFill>
                                <a:latin typeface="Cambria Math" panose="02040503050406030204" pitchFamily="18" charset="0"/>
                                <a:ea typeface="华文新魏" panose="02010800040101010101" pitchFamily="2" charset="-122"/>
                              </a:rPr>
                              <m:t>𝑝</m:t>
                            </m:r>
                          </m:e>
                          <m:sub>
                            <m:r>
                              <a:rPr lang="en-US" altLang="zh-CN" b="0" i="1" smtClean="0">
                                <a:solidFill>
                                  <a:srgbClr val="0066FF"/>
                                </a:solidFill>
                                <a:latin typeface="Cambria Math" panose="02040503050406030204" pitchFamily="18" charset="0"/>
                                <a:ea typeface="华文新魏" panose="02010800040101010101" pitchFamily="2" charset="-122"/>
                              </a:rPr>
                              <m:t>1</m:t>
                            </m:r>
                          </m:sub>
                        </m:sSub>
                      </m:sub>
                      <m:sup>
                        <m:sSub>
                          <m:sSubPr>
                            <m:ctrlPr>
                              <a:rPr lang="en-US" altLang="zh-CN" i="1">
                                <a:solidFill>
                                  <a:srgbClr val="0066FF"/>
                                </a:solidFill>
                                <a:latin typeface="Cambria Math" panose="02040503050406030204" pitchFamily="18" charset="0"/>
                                <a:ea typeface="华文新魏" panose="02010800040101010101" pitchFamily="2" charset="-122"/>
                              </a:rPr>
                            </m:ctrlPr>
                          </m:sSubPr>
                          <m:e>
                            <m:r>
                              <a:rPr lang="en-US" altLang="zh-CN" b="0" i="1" smtClean="0">
                                <a:solidFill>
                                  <a:srgbClr val="0066FF"/>
                                </a:solidFill>
                                <a:latin typeface="Cambria Math" panose="02040503050406030204" pitchFamily="18" charset="0"/>
                                <a:ea typeface="华文新魏" panose="02010800040101010101" pitchFamily="2" charset="-122"/>
                              </a:rPr>
                              <m:t>𝑝</m:t>
                            </m:r>
                          </m:e>
                          <m:sub>
                            <m:r>
                              <a:rPr lang="en-US" altLang="zh-CN" b="0" i="1" smtClean="0">
                                <a:solidFill>
                                  <a:srgbClr val="0066FF"/>
                                </a:solidFill>
                                <a:latin typeface="Cambria Math" panose="02040503050406030204" pitchFamily="18" charset="0"/>
                                <a:ea typeface="华文新魏" panose="02010800040101010101" pitchFamily="2" charset="-122"/>
                              </a:rPr>
                              <m:t>2</m:t>
                            </m:r>
                          </m:sub>
                        </m:sSub>
                      </m:sup>
                      <m:e>
                        <m:acc>
                          <m:accPr>
                            <m:chr m:val="⃗"/>
                            <m:ctrlPr>
                              <a:rPr lang="en-US" altLang="zh-CN" i="1">
                                <a:solidFill>
                                  <a:srgbClr val="0066FF"/>
                                </a:solidFill>
                                <a:latin typeface="Cambria Math" panose="02040503050406030204" pitchFamily="18" charset="0"/>
                                <a:ea typeface="华文新魏" panose="02010800040101010101" pitchFamily="2" charset="-122"/>
                              </a:rPr>
                            </m:ctrlPr>
                          </m:accPr>
                          <m:e>
                            <m:r>
                              <a:rPr lang="en-US" altLang="zh-CN" b="0" i="1" smtClean="0">
                                <a:solidFill>
                                  <a:srgbClr val="0066FF"/>
                                </a:solidFill>
                                <a:latin typeface="Cambria Math" panose="02040503050406030204" pitchFamily="18" charset="0"/>
                                <a:ea typeface="华文新魏" panose="02010800040101010101" pitchFamily="2" charset="-122"/>
                              </a:rPr>
                              <m:t>𝐸</m:t>
                            </m:r>
                          </m:e>
                        </m:acc>
                        <m:r>
                          <m:rPr>
                            <m:brk m:alnAt="23"/>
                          </m:rPr>
                          <a:rPr lang="en-US" altLang="zh-CN" b="0" i="1" smtClean="0">
                            <a:solidFill>
                              <a:srgbClr val="0066FF"/>
                            </a:solidFill>
                            <a:latin typeface="Cambria Math" panose="02040503050406030204" pitchFamily="18" charset="0"/>
                            <a:ea typeface="Cambria Math" panose="02040503050406030204" pitchFamily="18" charset="0"/>
                          </a:rPr>
                          <m:t>∙</m:t>
                        </m:r>
                        <m:r>
                          <a:rPr lang="en-US" altLang="zh-CN" b="0" i="1" smtClean="0">
                            <a:solidFill>
                              <a:srgbClr val="0066FF"/>
                            </a:solidFill>
                            <a:latin typeface="Cambria Math" panose="02040503050406030204" pitchFamily="18" charset="0"/>
                            <a:ea typeface="华文新魏" panose="02010800040101010101" pitchFamily="2" charset="-122"/>
                          </a:rPr>
                          <m:t>𝑑</m:t>
                        </m:r>
                        <m:acc>
                          <m:accPr>
                            <m:chr m:val="⃗"/>
                            <m:ctrlPr>
                              <a:rPr lang="en-US" altLang="zh-CN" i="1">
                                <a:solidFill>
                                  <a:srgbClr val="0066FF"/>
                                </a:solidFill>
                                <a:latin typeface="Cambria Math" panose="02040503050406030204" pitchFamily="18" charset="0"/>
                                <a:ea typeface="华文新魏" panose="02010800040101010101" pitchFamily="2" charset="-122"/>
                              </a:rPr>
                            </m:ctrlPr>
                          </m:accPr>
                          <m:e>
                            <m:r>
                              <a:rPr lang="en-US" altLang="zh-CN" b="0" i="1" smtClean="0">
                                <a:solidFill>
                                  <a:srgbClr val="0066FF"/>
                                </a:solidFill>
                                <a:latin typeface="Cambria Math" panose="02040503050406030204" pitchFamily="18" charset="0"/>
                                <a:ea typeface="华文新魏" panose="02010800040101010101" pitchFamily="2" charset="-122"/>
                              </a:rPr>
                              <m:t>𝑙</m:t>
                            </m:r>
                          </m:e>
                        </m:acc>
                      </m:e>
                    </m:nary>
                  </m:oMath>
                </a14:m>
                <a:endParaRPr lang="en-US" altLang="zh-CN" dirty="0">
                  <a:latin typeface="华文楷体" panose="02010600040101010101" pitchFamily="2" charset="-122"/>
                  <a:ea typeface="华文楷体" panose="02010600040101010101" pitchFamily="2" charset="-122"/>
                </a:endParaRPr>
              </a:p>
              <a:p>
                <a:pPr marL="0" indent="0">
                  <a:lnSpc>
                    <a:spcPct val="150000"/>
                  </a:lnSpc>
                  <a:buNone/>
                </a:pPr>
                <a:r>
                  <a:rPr lang="zh-CN" altLang="en-US" dirty="0">
                    <a:latin typeface="华文楷体" panose="02010600040101010101" pitchFamily="2" charset="-122"/>
                    <a:ea typeface="华文楷体" panose="02010600040101010101" pitchFamily="2" charset="-122"/>
                  </a:rPr>
                  <a:t>      </a:t>
                </a:r>
                <a:endParaRPr lang="en-US" altLang="zh-CN" dirty="0">
                  <a:latin typeface="华文楷体" panose="02010600040101010101" pitchFamily="2" charset="-122"/>
                  <a:ea typeface="华文楷体" panose="02010600040101010101" pitchFamily="2" charset="-122"/>
                </a:endParaRPr>
              </a:p>
            </p:txBody>
          </p:sp>
        </mc:Choice>
        <mc:Fallback xmlns="">
          <p:sp>
            <p:nvSpPr>
              <p:cNvPr id="2" name="内容占位符 2">
                <a:extLst>
                  <a:ext uri="{FF2B5EF4-FFF2-40B4-BE49-F238E27FC236}">
                    <a16:creationId xmlns:a16="http://schemas.microsoft.com/office/drawing/2014/main" id="{09FDBBC9-7570-42DF-8372-F9FABA61A364}"/>
                  </a:ext>
                </a:extLst>
              </p:cNvPr>
              <p:cNvSpPr txBox="1">
                <a:spLocks noRot="1" noChangeAspect="1" noMove="1" noResize="1" noEditPoints="1" noAdjustHandles="1" noChangeArrowheads="1" noChangeShapeType="1" noTextEdit="1"/>
              </p:cNvSpPr>
              <p:nvPr/>
            </p:nvSpPr>
            <p:spPr>
              <a:xfrm>
                <a:off x="585862" y="1384100"/>
                <a:ext cx="7857676" cy="1256624"/>
              </a:xfrm>
              <a:prstGeom prst="rect">
                <a:avLst/>
              </a:prstGeom>
              <a:blipFill>
                <a:blip r:embed="rId2"/>
                <a:stretch>
                  <a:fillRect/>
                </a:stretch>
              </a:blipFill>
            </p:spPr>
            <p:txBody>
              <a:bodyPr/>
              <a:lstStyle/>
              <a:p>
                <a:r>
                  <a:rPr lang="en-US">
                    <a:noFill/>
                  </a:rPr>
                  <a:t> </a:t>
                </a:r>
              </a:p>
            </p:txBody>
          </p:sp>
        </mc:Fallback>
      </mc:AlternateContent>
      <p:sp>
        <p:nvSpPr>
          <p:cNvPr id="4" name="文本框 3">
            <a:extLst>
              <a:ext uri="{FF2B5EF4-FFF2-40B4-BE49-F238E27FC236}">
                <a16:creationId xmlns:a16="http://schemas.microsoft.com/office/drawing/2014/main" id="{2F238FD3-C2BE-4231-B70B-56AD21FBADC1}"/>
              </a:ext>
            </a:extLst>
          </p:cNvPr>
          <p:cNvSpPr txBox="1"/>
          <p:nvPr/>
        </p:nvSpPr>
        <p:spPr>
          <a:xfrm>
            <a:off x="779734" y="431003"/>
            <a:ext cx="5458155" cy="584775"/>
          </a:xfrm>
          <a:prstGeom prst="rect">
            <a:avLst/>
          </a:prstGeom>
          <a:noFill/>
        </p:spPr>
        <p:txBody>
          <a:bodyPr wrap="square" rtlCol="0">
            <a:spAutoFit/>
          </a:bodyPr>
          <a:lstStyle/>
          <a:p>
            <a:pPr marL="285750" indent="-285750">
              <a:buFont typeface="Wingdings" panose="05000000000000000000" pitchFamily="2" charset="2"/>
              <a:buChar char="q"/>
            </a:pPr>
            <a:r>
              <a:rPr lang="zh-CN" altLang="en-US" sz="3200" b="1" dirty="0">
                <a:solidFill>
                  <a:srgbClr val="0066FF"/>
                </a:solidFill>
                <a:latin typeface="华文楷体" panose="02010600040101010101" pitchFamily="2" charset="-122"/>
                <a:ea typeface="华文楷体" panose="02010600040101010101" pitchFamily="2" charset="-122"/>
              </a:rPr>
              <a:t>电势差</a:t>
            </a:r>
            <a:endParaRPr lang="en-US" altLang="zh-CN" sz="3200" b="1" dirty="0">
              <a:solidFill>
                <a:srgbClr val="0066FF"/>
              </a:solidFill>
              <a:latin typeface="华文楷体" panose="02010600040101010101" pitchFamily="2" charset="-122"/>
              <a:ea typeface="华文楷体" panose="02010600040101010101" pitchFamily="2" charset="-122"/>
            </a:endParaRPr>
          </a:p>
        </p:txBody>
      </p:sp>
      <p:grpSp>
        <p:nvGrpSpPr>
          <p:cNvPr id="13" name="Group 5">
            <a:extLst>
              <a:ext uri="{FF2B5EF4-FFF2-40B4-BE49-F238E27FC236}">
                <a16:creationId xmlns:a16="http://schemas.microsoft.com/office/drawing/2014/main" id="{47DB55DB-D3A3-4D29-A196-BA8EF3EBF4A3}"/>
              </a:ext>
            </a:extLst>
          </p:cNvPr>
          <p:cNvGrpSpPr/>
          <p:nvPr/>
        </p:nvGrpSpPr>
        <p:grpSpPr>
          <a:xfrm>
            <a:off x="1350579" y="3009047"/>
            <a:ext cx="8110538" cy="2865438"/>
            <a:chOff x="384" y="1920"/>
            <a:chExt cx="5109" cy="1805"/>
          </a:xfrm>
        </p:grpSpPr>
        <p:sp>
          <p:nvSpPr>
            <p:cNvPr id="14" name="Rectangle 6">
              <a:extLst>
                <a:ext uri="{FF2B5EF4-FFF2-40B4-BE49-F238E27FC236}">
                  <a16:creationId xmlns:a16="http://schemas.microsoft.com/office/drawing/2014/main" id="{2AF5FC41-5B53-4B86-A097-1133E6767B06}"/>
                </a:ext>
              </a:extLst>
            </p:cNvPr>
            <p:cNvSpPr>
              <a:spLocks noChangeArrowheads="1"/>
            </p:cNvSpPr>
            <p:nvPr/>
          </p:nvSpPr>
          <p:spPr bwMode="auto">
            <a:xfrm>
              <a:off x="384" y="2400"/>
              <a:ext cx="5040" cy="1325"/>
            </a:xfrm>
            <a:prstGeom prst="rect">
              <a:avLst/>
            </a:prstGeom>
            <a:noFill/>
            <a:ln w="9525">
              <a:noFill/>
              <a:miter lim="800000"/>
            </a:ln>
            <a:effectLst>
              <a:outerShdw dist="107763" dir="18900000" algn="ctr" rotWithShape="0">
                <a:schemeClr val="bg2"/>
              </a:outerShdw>
            </a:effectLst>
          </p:spPr>
          <p:txBody>
            <a:bodyPr wrap="none" anchor="ctr"/>
            <a:lstStyle/>
            <a:p>
              <a:pPr eaLnBrk="0" fontAlgn="base" hangingPunct="0">
                <a:spcBef>
                  <a:spcPct val="0"/>
                </a:spcBef>
                <a:spcAft>
                  <a:spcPct val="0"/>
                </a:spcAft>
                <a:defRPr/>
              </a:pPr>
              <a:endParaRPr kumimoji="1" lang="zh-CN" altLang="en-US" sz="3600">
                <a:solidFill>
                  <a:schemeClr val="bg2"/>
                </a:solidFill>
                <a:latin typeface="+mn-ea"/>
              </a:endParaRPr>
            </a:p>
          </p:txBody>
        </p:sp>
        <p:sp>
          <p:nvSpPr>
            <p:cNvPr id="15" name="Text Box 7">
              <a:extLst>
                <a:ext uri="{FF2B5EF4-FFF2-40B4-BE49-F238E27FC236}">
                  <a16:creationId xmlns:a16="http://schemas.microsoft.com/office/drawing/2014/main" id="{799B5241-659B-4EA2-A98C-C0E5AE15E887}"/>
                </a:ext>
              </a:extLst>
            </p:cNvPr>
            <p:cNvSpPr txBox="1"/>
            <p:nvPr/>
          </p:nvSpPr>
          <p:spPr>
            <a:xfrm>
              <a:off x="1440" y="1920"/>
              <a:ext cx="2970" cy="365"/>
            </a:xfrm>
            <a:prstGeom prst="rect">
              <a:avLst/>
            </a:prstGeom>
            <a:noFill/>
            <a:ln w="9525">
              <a:noFill/>
            </a:ln>
          </p:spPr>
          <p:txBody>
            <a:bodyPr anchor="t" anchorCtr="0">
              <a:spAutoFit/>
            </a:bodyPr>
            <a:lstStyle/>
            <a:p>
              <a:pPr>
                <a:spcBef>
                  <a:spcPct val="50000"/>
                </a:spcBef>
              </a:pPr>
              <a:r>
                <a:rPr lang="zh-CN" altLang="en-US" sz="3200" dirty="0">
                  <a:solidFill>
                    <a:srgbClr val="0066FF"/>
                  </a:solidFill>
                  <a:latin typeface="+mn-ea"/>
                </a:rPr>
                <a:t>几种常见的电势差（</a:t>
              </a:r>
              <a:r>
                <a:rPr lang="en-US" altLang="zh-CN" sz="3200" dirty="0">
                  <a:solidFill>
                    <a:srgbClr val="0066FF"/>
                  </a:solidFill>
                  <a:latin typeface="+mn-ea"/>
                </a:rPr>
                <a:t>V</a:t>
              </a:r>
              <a:r>
                <a:rPr lang="zh-CN" altLang="en-US" sz="3200" dirty="0">
                  <a:solidFill>
                    <a:srgbClr val="0066FF"/>
                  </a:solidFill>
                  <a:latin typeface="+mn-ea"/>
                </a:rPr>
                <a:t>）</a:t>
              </a:r>
            </a:p>
          </p:txBody>
        </p:sp>
        <p:sp>
          <p:nvSpPr>
            <p:cNvPr id="16" name="Text Box 8">
              <a:extLst>
                <a:ext uri="{FF2B5EF4-FFF2-40B4-BE49-F238E27FC236}">
                  <a16:creationId xmlns:a16="http://schemas.microsoft.com/office/drawing/2014/main" id="{A0E99065-759A-4C7C-B0DA-675BD36F36AC}"/>
                </a:ext>
              </a:extLst>
            </p:cNvPr>
            <p:cNvSpPr txBox="1"/>
            <p:nvPr/>
          </p:nvSpPr>
          <p:spPr>
            <a:xfrm>
              <a:off x="434" y="2477"/>
              <a:ext cx="2079" cy="1162"/>
            </a:xfrm>
            <a:prstGeom prst="rect">
              <a:avLst/>
            </a:prstGeom>
            <a:noFill/>
            <a:ln w="9525">
              <a:noFill/>
            </a:ln>
          </p:spPr>
          <p:txBody>
            <a:bodyPr anchor="t" anchorCtr="0">
              <a:spAutoFit/>
            </a:bodyPr>
            <a:lstStyle/>
            <a:p>
              <a:pPr>
                <a:lnSpc>
                  <a:spcPct val="120000"/>
                </a:lnSpc>
              </a:pPr>
              <a:r>
                <a:rPr lang="zh-CN" altLang="en-US" sz="3200" dirty="0">
                  <a:latin typeface="+mn-ea"/>
                </a:rPr>
                <a:t>生物电         </a:t>
              </a:r>
              <a:r>
                <a:rPr lang="en-US" altLang="zh-CN" sz="3200" dirty="0">
                  <a:latin typeface="+mn-ea"/>
                </a:rPr>
                <a:t>10</a:t>
              </a:r>
              <a:r>
                <a:rPr lang="en-US" altLang="zh-CN" sz="3200" baseline="30000" dirty="0">
                  <a:latin typeface="+mn-ea"/>
                </a:rPr>
                <a:t>-3</a:t>
              </a:r>
            </a:p>
            <a:p>
              <a:pPr>
                <a:lnSpc>
                  <a:spcPct val="120000"/>
                </a:lnSpc>
              </a:pPr>
              <a:r>
                <a:rPr lang="zh-CN" altLang="en-US" sz="3200" dirty="0">
                  <a:latin typeface="+mn-ea"/>
                </a:rPr>
                <a:t>普通干电池  </a:t>
              </a:r>
              <a:r>
                <a:rPr lang="en-US" altLang="zh-CN" sz="3200" dirty="0">
                  <a:latin typeface="+mn-ea"/>
                </a:rPr>
                <a:t>1.5</a:t>
              </a:r>
            </a:p>
            <a:p>
              <a:pPr>
                <a:lnSpc>
                  <a:spcPct val="120000"/>
                </a:lnSpc>
              </a:pPr>
              <a:r>
                <a:rPr lang="zh-CN" altLang="en-US" sz="3200" dirty="0">
                  <a:latin typeface="+mn-ea"/>
                </a:rPr>
                <a:t>汽车电源      </a:t>
              </a:r>
              <a:r>
                <a:rPr lang="en-US" altLang="zh-CN" sz="3200" dirty="0">
                  <a:latin typeface="+mn-ea"/>
                </a:rPr>
                <a:t>12</a:t>
              </a:r>
            </a:p>
          </p:txBody>
        </p:sp>
        <p:sp>
          <p:nvSpPr>
            <p:cNvPr id="17" name="Text Box 9">
              <a:extLst>
                <a:ext uri="{FF2B5EF4-FFF2-40B4-BE49-F238E27FC236}">
                  <a16:creationId xmlns:a16="http://schemas.microsoft.com/office/drawing/2014/main" id="{A8C8721C-0E08-41D1-9D6A-1838BCA7BB90}"/>
                </a:ext>
              </a:extLst>
            </p:cNvPr>
            <p:cNvSpPr txBox="1"/>
            <p:nvPr/>
          </p:nvSpPr>
          <p:spPr>
            <a:xfrm>
              <a:off x="2661" y="2477"/>
              <a:ext cx="2832" cy="1162"/>
            </a:xfrm>
            <a:prstGeom prst="rect">
              <a:avLst/>
            </a:prstGeom>
            <a:noFill/>
            <a:ln w="9525">
              <a:noFill/>
            </a:ln>
          </p:spPr>
          <p:txBody>
            <a:bodyPr anchor="t" anchorCtr="0">
              <a:spAutoFit/>
            </a:bodyPr>
            <a:lstStyle/>
            <a:p>
              <a:pPr>
                <a:lnSpc>
                  <a:spcPct val="120000"/>
                </a:lnSpc>
              </a:pPr>
              <a:r>
                <a:rPr lang="zh-CN" altLang="en-US" sz="3200" dirty="0">
                  <a:latin typeface="+mn-ea"/>
                </a:rPr>
                <a:t>家用电器     </a:t>
              </a:r>
              <a:r>
                <a:rPr lang="en-US" altLang="zh-CN" sz="3200" dirty="0">
                  <a:latin typeface="+mn-ea"/>
                </a:rPr>
                <a:t>110</a:t>
              </a:r>
              <a:r>
                <a:rPr lang="zh-CN" altLang="en-US" sz="3200" dirty="0">
                  <a:latin typeface="+mn-ea"/>
                </a:rPr>
                <a:t>或</a:t>
              </a:r>
              <a:r>
                <a:rPr lang="en-US" altLang="zh-CN" sz="3200" dirty="0">
                  <a:latin typeface="+mn-ea"/>
                </a:rPr>
                <a:t>220     </a:t>
              </a:r>
            </a:p>
            <a:p>
              <a:pPr>
                <a:lnSpc>
                  <a:spcPct val="120000"/>
                </a:lnSpc>
              </a:pPr>
              <a:r>
                <a:rPr lang="zh-CN" altLang="en-US" sz="3200" dirty="0">
                  <a:latin typeface="+mn-ea"/>
                </a:rPr>
                <a:t>高压输电线 已达</a:t>
              </a:r>
              <a:r>
                <a:rPr lang="en-US" altLang="zh-CN" sz="3200" dirty="0">
                  <a:latin typeface="+mn-ea"/>
                </a:rPr>
                <a:t>5.5</a:t>
              </a:r>
              <a:r>
                <a:rPr lang="en-US" altLang="zh-CN" sz="3200" dirty="0">
                  <a:latin typeface="+mn-ea"/>
                  <a:sym typeface="Symbol" panose="05050102010706020507" pitchFamily="18" charset="2"/>
                </a:rPr>
                <a:t>10</a:t>
              </a:r>
              <a:r>
                <a:rPr lang="en-US" altLang="zh-CN" sz="3200" baseline="30000" dirty="0">
                  <a:latin typeface="+mn-ea"/>
                  <a:sym typeface="Symbol" panose="05050102010706020507" pitchFamily="18" charset="2"/>
                </a:rPr>
                <a:t>5</a:t>
              </a:r>
              <a:endParaRPr lang="en-US" altLang="zh-CN" sz="3200" baseline="30000" dirty="0">
                <a:latin typeface="+mn-ea"/>
              </a:endParaRPr>
            </a:p>
            <a:p>
              <a:pPr>
                <a:lnSpc>
                  <a:spcPct val="120000"/>
                </a:lnSpc>
              </a:pPr>
              <a:r>
                <a:rPr lang="zh-CN" altLang="en-US" sz="3200" dirty="0">
                  <a:latin typeface="+mn-ea"/>
                </a:rPr>
                <a:t>闪电              </a:t>
              </a:r>
              <a:r>
                <a:rPr lang="en-US" altLang="zh-CN" sz="3200" dirty="0">
                  <a:latin typeface="+mn-ea"/>
                  <a:sym typeface="Symbol" panose="05050102010706020507" pitchFamily="18" charset="2"/>
                </a:rPr>
                <a:t>10</a:t>
              </a:r>
              <a:r>
                <a:rPr lang="en-US" altLang="zh-CN" sz="3200" baseline="30000" dirty="0">
                  <a:latin typeface="+mn-ea"/>
                  <a:sym typeface="Symbol" panose="05050102010706020507" pitchFamily="18" charset="2"/>
                </a:rPr>
                <a:t>8</a:t>
              </a:r>
              <a:r>
                <a:rPr lang="en-US" altLang="zh-CN" sz="3200" dirty="0">
                  <a:latin typeface="+mn-ea"/>
                  <a:sym typeface="Symbol" panose="05050102010706020507" pitchFamily="18" charset="2"/>
                </a:rPr>
                <a:t>10</a:t>
              </a:r>
              <a:r>
                <a:rPr lang="en-US" altLang="zh-CN" sz="3200" baseline="30000" dirty="0">
                  <a:latin typeface="+mn-ea"/>
                  <a:sym typeface="Symbol" panose="05050102010706020507" pitchFamily="18" charset="2"/>
                </a:rPr>
                <a:t>9</a:t>
              </a:r>
              <a:endParaRPr lang="en-US" altLang="zh-CN" sz="3200" dirty="0">
                <a:latin typeface="+mn-ea"/>
              </a:endParaRPr>
            </a:p>
          </p:txBody>
        </p:sp>
      </p:grpSp>
      <p:pic>
        <p:nvPicPr>
          <p:cNvPr id="19" name="Picture 6" descr="電場- Wikiwand">
            <a:extLst>
              <a:ext uri="{FF2B5EF4-FFF2-40B4-BE49-F238E27FC236}">
                <a16:creationId xmlns:a16="http://schemas.microsoft.com/office/drawing/2014/main" id="{3B42567E-5269-49D8-8A79-10D25D6B73B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50439" y="1274976"/>
            <a:ext cx="2580309" cy="2580309"/>
          </a:xfrm>
          <a:prstGeom prst="rect">
            <a:avLst/>
          </a:prstGeom>
          <a:noFill/>
          <a:extLst>
            <a:ext uri="{909E8E84-426E-40DD-AFC4-6F175D3DCCD1}">
              <a14:hiddenFill xmlns:a14="http://schemas.microsoft.com/office/drawing/2010/main">
                <a:solidFill>
                  <a:srgbClr val="FFFFFF"/>
                </a:solidFill>
              </a14:hiddenFill>
            </a:ext>
          </a:extLst>
        </p:spPr>
      </p:pic>
      <p:sp>
        <p:nvSpPr>
          <p:cNvPr id="20" name="椭圆 19">
            <a:extLst>
              <a:ext uri="{FF2B5EF4-FFF2-40B4-BE49-F238E27FC236}">
                <a16:creationId xmlns:a16="http://schemas.microsoft.com/office/drawing/2014/main" id="{0397FEA2-152A-4D44-814E-946402176030}"/>
              </a:ext>
            </a:extLst>
          </p:cNvPr>
          <p:cNvSpPr>
            <a:spLocks noChangeAspect="1"/>
          </p:cNvSpPr>
          <p:nvPr/>
        </p:nvSpPr>
        <p:spPr>
          <a:xfrm>
            <a:off x="8742048" y="1509177"/>
            <a:ext cx="2197092" cy="2197092"/>
          </a:xfrm>
          <a:prstGeom prst="ellipse">
            <a:avLst/>
          </a:prstGeom>
          <a:noFill/>
          <a:ln>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21" name="椭圆 20">
            <a:extLst>
              <a:ext uri="{FF2B5EF4-FFF2-40B4-BE49-F238E27FC236}">
                <a16:creationId xmlns:a16="http://schemas.microsoft.com/office/drawing/2014/main" id="{48137679-9A18-4C8C-8ACB-7F6040301DE1}"/>
              </a:ext>
            </a:extLst>
          </p:cNvPr>
          <p:cNvSpPr>
            <a:spLocks noChangeAspect="1"/>
          </p:cNvSpPr>
          <p:nvPr/>
        </p:nvSpPr>
        <p:spPr>
          <a:xfrm>
            <a:off x="8510746" y="1297722"/>
            <a:ext cx="2620002" cy="2620002"/>
          </a:xfrm>
          <a:prstGeom prst="ellipse">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22" name="椭圆 21">
            <a:extLst>
              <a:ext uri="{FF2B5EF4-FFF2-40B4-BE49-F238E27FC236}">
                <a16:creationId xmlns:a16="http://schemas.microsoft.com/office/drawing/2014/main" id="{9C626B82-C565-47FC-94CA-0D780B2061EE}"/>
              </a:ext>
            </a:extLst>
          </p:cNvPr>
          <p:cNvSpPr/>
          <p:nvPr/>
        </p:nvSpPr>
        <p:spPr>
          <a:xfrm rot="19416383">
            <a:off x="10622404" y="1887169"/>
            <a:ext cx="176400" cy="177040"/>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23" name="椭圆 22">
            <a:extLst>
              <a:ext uri="{FF2B5EF4-FFF2-40B4-BE49-F238E27FC236}">
                <a16:creationId xmlns:a16="http://schemas.microsoft.com/office/drawing/2014/main" id="{2B2A8FE7-7FEA-4437-8861-22D36785C72F}"/>
              </a:ext>
            </a:extLst>
          </p:cNvPr>
          <p:cNvSpPr/>
          <p:nvPr/>
        </p:nvSpPr>
        <p:spPr>
          <a:xfrm rot="19416383">
            <a:off x="10823226" y="1752209"/>
            <a:ext cx="176400" cy="17704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24" name="文本框 23">
            <a:extLst>
              <a:ext uri="{FF2B5EF4-FFF2-40B4-BE49-F238E27FC236}">
                <a16:creationId xmlns:a16="http://schemas.microsoft.com/office/drawing/2014/main" id="{77F43667-123B-4AF5-BED8-2F217E1CDD45}"/>
              </a:ext>
            </a:extLst>
          </p:cNvPr>
          <p:cNvSpPr txBox="1"/>
          <p:nvPr/>
        </p:nvSpPr>
        <p:spPr>
          <a:xfrm>
            <a:off x="10358549" y="1703086"/>
            <a:ext cx="247038" cy="369332"/>
          </a:xfrm>
          <a:prstGeom prst="rect">
            <a:avLst/>
          </a:prstGeom>
          <a:noFill/>
        </p:spPr>
        <p:txBody>
          <a:bodyPr wrap="square" rtlCol="0">
            <a:spAutoFit/>
          </a:bodyPr>
          <a:lstStyle/>
          <a:p>
            <a:r>
              <a:rPr lang="en-US" altLang="zh-CN" dirty="0">
                <a:solidFill>
                  <a:srgbClr val="00B050"/>
                </a:solidFill>
                <a:latin typeface="Times New Roman" panose="02020603050405020304" pitchFamily="18" charset="0"/>
                <a:ea typeface="华文楷体" panose="02010600040101010101" pitchFamily="2" charset="-122"/>
                <a:cs typeface="Times New Roman" panose="02020603050405020304" pitchFamily="18" charset="0"/>
              </a:rPr>
              <a:t>a</a:t>
            </a:r>
            <a:endParaRPr lang="en-US" dirty="0">
              <a:solidFill>
                <a:srgbClr val="00B050"/>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25" name="文本框 24">
            <a:extLst>
              <a:ext uri="{FF2B5EF4-FFF2-40B4-BE49-F238E27FC236}">
                <a16:creationId xmlns:a16="http://schemas.microsoft.com/office/drawing/2014/main" id="{D4D49016-5769-4A04-B2B2-ABE067B5376E}"/>
              </a:ext>
            </a:extLst>
          </p:cNvPr>
          <p:cNvSpPr txBox="1"/>
          <p:nvPr/>
        </p:nvSpPr>
        <p:spPr>
          <a:xfrm>
            <a:off x="10740004" y="1358766"/>
            <a:ext cx="247038" cy="369332"/>
          </a:xfrm>
          <a:prstGeom prst="rect">
            <a:avLst/>
          </a:prstGeom>
          <a:noFill/>
        </p:spPr>
        <p:txBody>
          <a:bodyPr wrap="square" rtlCol="0">
            <a:spAutoFit/>
          </a:bodyPr>
          <a:lstStyle/>
          <a:p>
            <a:r>
              <a:rPr lang="en-US"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b</a:t>
            </a:r>
          </a:p>
        </p:txBody>
      </p:sp>
    </p:spTree>
    <p:extLst>
      <p:ext uri="{BB962C8B-B14F-4D97-AF65-F5344CB8AC3E}">
        <p14:creationId xmlns:p14="http://schemas.microsoft.com/office/powerpoint/2010/main" val="3380930034"/>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2">
            <a:extLst>
              <a:ext uri="{FF2B5EF4-FFF2-40B4-BE49-F238E27FC236}">
                <a16:creationId xmlns:a16="http://schemas.microsoft.com/office/drawing/2014/main" id="{398B24A4-51E9-48FE-A245-C821275E47D5}"/>
              </a:ext>
            </a:extLst>
          </p:cNvPr>
          <p:cNvSpPr txBox="1">
            <a:spLocks/>
          </p:cNvSpPr>
          <p:nvPr/>
        </p:nvSpPr>
        <p:spPr>
          <a:xfrm>
            <a:off x="835642" y="458949"/>
            <a:ext cx="4398510" cy="70839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571500" indent="-571500">
              <a:lnSpc>
                <a:spcPct val="150000"/>
              </a:lnSpc>
              <a:buFont typeface="Wingdings" panose="05000000000000000000" pitchFamily="2" charset="2"/>
              <a:buChar char="q"/>
            </a:pPr>
            <a:r>
              <a:rPr lang="zh-CN" altLang="en-US" sz="3200" b="1" dirty="0">
                <a:solidFill>
                  <a:srgbClr val="0066FF"/>
                </a:solidFill>
                <a:latin typeface="华文楷体" panose="02010600040101010101" pitchFamily="2" charset="-122"/>
                <a:ea typeface="华文楷体" panose="02010600040101010101" pitchFamily="2" charset="-122"/>
              </a:rPr>
              <a:t>点电荷的电势</a:t>
            </a:r>
          </a:p>
        </p:txBody>
      </p:sp>
      <mc:AlternateContent xmlns:mc="http://schemas.openxmlformats.org/markup-compatibility/2006" xmlns:a14="http://schemas.microsoft.com/office/drawing/2010/main">
        <mc:Choice Requires="a14">
          <p:sp>
            <p:nvSpPr>
              <p:cNvPr id="3" name="内容占位符 3">
                <a:extLst>
                  <a:ext uri="{FF2B5EF4-FFF2-40B4-BE49-F238E27FC236}">
                    <a16:creationId xmlns:a16="http://schemas.microsoft.com/office/drawing/2014/main" id="{F1259CE7-E192-4954-9BB1-C605672659D6}"/>
                  </a:ext>
                </a:extLst>
              </p:cNvPr>
              <p:cNvSpPr txBox="1">
                <a:spLocks/>
              </p:cNvSpPr>
              <p:nvPr/>
            </p:nvSpPr>
            <p:spPr>
              <a:xfrm>
                <a:off x="4081529" y="1222974"/>
                <a:ext cx="5540292" cy="2969915"/>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ts val="7000"/>
                  </a:lnSpc>
                  <a:buNone/>
                </a:pPr>
                <a:r>
                  <a:rPr lang="zh-CN" altLang="en-US" spc="-50" dirty="0">
                    <a:solidFill>
                      <a:prstClr val="black"/>
                    </a:solidFill>
                    <a:latin typeface="Times New Roman" panose="02020603050405020304" pitchFamily="18" charset="0"/>
                    <a:ea typeface="华文楷体" panose="02010600040101010101" pitchFamily="2" charset="-122"/>
                    <a:cs typeface="Times New Roman" panose="02020603050405020304" pitchFamily="18" charset="0"/>
                  </a:rPr>
                  <a:t>令</a:t>
                </a:r>
                <a14:m>
                  <m:oMath xmlns:m="http://schemas.openxmlformats.org/officeDocument/2006/math">
                    <m:sSub>
                      <m:sSubPr>
                        <m:ctrlPr>
                          <a:rPr lang="en-US" altLang="zh-CN" i="1" spc="-50">
                            <a:solidFill>
                              <a:prstClr val="black"/>
                            </a:solidFill>
                            <a:latin typeface="Cambria Math" panose="02040503050406030204" pitchFamily="18" charset="0"/>
                          </a:rPr>
                        </m:ctrlPr>
                      </m:sSubPr>
                      <m:e>
                        <m:r>
                          <a:rPr lang="zh-CN" altLang="en-US" b="0" i="1" spc="-50">
                            <a:solidFill>
                              <a:prstClr val="black"/>
                            </a:solidFill>
                            <a:latin typeface="Cambria Math" panose="02040503050406030204" pitchFamily="18" charset="0"/>
                          </a:rPr>
                          <m:t>𝜑</m:t>
                        </m:r>
                      </m:e>
                      <m:sub>
                        <m:r>
                          <a:rPr lang="en-US" altLang="zh-CN" b="0" i="1" spc="-50">
                            <a:solidFill>
                              <a:prstClr val="black"/>
                            </a:solidFill>
                            <a:latin typeface="Cambria Math" panose="02040503050406030204" pitchFamily="18" charset="0"/>
                            <a:ea typeface="Cambria Math" panose="02040503050406030204" pitchFamily="18" charset="0"/>
                          </a:rPr>
                          <m:t>∞</m:t>
                        </m:r>
                      </m:sub>
                    </m:sSub>
                    <m:r>
                      <a:rPr lang="en-US" altLang="zh-CN" b="0" i="1" spc="-50">
                        <a:solidFill>
                          <a:prstClr val="black"/>
                        </a:solidFill>
                        <a:latin typeface="Cambria Math" panose="02040503050406030204" pitchFamily="18" charset="0"/>
                      </a:rPr>
                      <m:t>=</m:t>
                    </m:r>
                    <m:r>
                      <a:rPr lang="en-US" altLang="zh-CN" b="0" i="1" spc="-50">
                        <a:solidFill>
                          <a:prstClr val="black"/>
                        </a:solidFill>
                        <a:latin typeface="Cambria Math" panose="02040503050406030204" pitchFamily="18" charset="0"/>
                      </a:rPr>
                      <m:t>0</m:t>
                    </m:r>
                  </m:oMath>
                </a14:m>
                <a:r>
                  <a:rPr lang="zh-CN" altLang="en-US" spc="-50" dirty="0">
                    <a:solidFill>
                      <a:prstClr val="black"/>
                    </a:solidFill>
                    <a:latin typeface="Times New Roman" panose="02020603050405020304" pitchFamily="18" charset="0"/>
                    <a:ea typeface="华文楷体" panose="02010600040101010101" pitchFamily="2" charset="-122"/>
                    <a:cs typeface="Times New Roman" panose="02020603050405020304" pitchFamily="18" charset="0"/>
                  </a:rPr>
                  <a:t>，则</a:t>
                </a:r>
                <a:endParaRPr lang="en-US" altLang="zh-CN" spc="-50" dirty="0">
                  <a:solidFill>
                    <a:prstClr val="black"/>
                  </a:solidFill>
                  <a:latin typeface="Times New Roman" panose="02020603050405020304" pitchFamily="18" charset="0"/>
                  <a:ea typeface="华文楷体" panose="02010600040101010101" pitchFamily="2" charset="-122"/>
                  <a:cs typeface="Times New Roman" panose="02020603050405020304" pitchFamily="18" charset="0"/>
                </a:endParaRPr>
              </a:p>
              <a:p>
                <a:pPr marL="0" indent="0">
                  <a:lnSpc>
                    <a:spcPts val="7000"/>
                  </a:lnSpc>
                  <a:buFont typeface="Arial" panose="020B0604020202020204" pitchFamily="34" charset="0"/>
                  <a:buNone/>
                </a:pPr>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rPr>
                          </m:ctrlPr>
                        </m:sSubPr>
                        <m:e>
                          <m:r>
                            <a:rPr lang="zh-CN" altLang="en-US" b="0" i="1">
                              <a:latin typeface="Cambria Math" panose="02040503050406030204" pitchFamily="18" charset="0"/>
                            </a:rPr>
                            <m:t>𝜑</m:t>
                          </m:r>
                        </m:e>
                        <m:sub>
                          <m:r>
                            <a:rPr lang="en-US" altLang="zh-CN" b="0" i="1">
                              <a:latin typeface="Cambria Math" panose="02040503050406030204" pitchFamily="18" charset="0"/>
                            </a:rPr>
                            <m:t>𝑟</m:t>
                          </m:r>
                        </m:sub>
                      </m:sSub>
                      <m:r>
                        <a:rPr lang="en-US" altLang="zh-CN" b="0" i="1">
                          <a:latin typeface="Cambria Math" panose="02040503050406030204" pitchFamily="18" charset="0"/>
                          <a:ea typeface="Cambria Math" panose="02040503050406030204" pitchFamily="18" charset="0"/>
                        </a:rPr>
                        <m:t>=</m:t>
                      </m:r>
                      <m:nary>
                        <m:naryPr>
                          <m:ctrlPr>
                            <a:rPr lang="en-US" altLang="zh-CN" i="1">
                              <a:latin typeface="Cambria Math" panose="02040503050406030204" pitchFamily="18" charset="0"/>
                              <a:ea typeface="Cambria Math" panose="02040503050406030204" pitchFamily="18" charset="0"/>
                            </a:rPr>
                          </m:ctrlPr>
                        </m:naryPr>
                        <m:sub>
                          <m:r>
                            <m:rPr>
                              <m:brk m:alnAt="23"/>
                            </m:rPr>
                            <a:rPr lang="en-US" altLang="zh-CN" b="0" i="1">
                              <a:latin typeface="Cambria Math" panose="02040503050406030204" pitchFamily="18" charset="0"/>
                              <a:ea typeface="Cambria Math" panose="02040503050406030204" pitchFamily="18" charset="0"/>
                            </a:rPr>
                            <m:t>𝑟</m:t>
                          </m:r>
                        </m:sub>
                        <m:sup>
                          <m:r>
                            <a:rPr lang="en-US" altLang="zh-CN" b="0" i="1">
                              <a:latin typeface="Cambria Math" panose="02040503050406030204" pitchFamily="18" charset="0"/>
                              <a:ea typeface="Cambria Math" panose="02040503050406030204" pitchFamily="18" charset="0"/>
                            </a:rPr>
                            <m:t>∞</m:t>
                          </m:r>
                        </m:sup>
                        <m:e>
                          <m:acc>
                            <m:accPr>
                              <m:chr m:val="⃗"/>
                              <m:ctrlPr>
                                <a:rPr lang="en-US" altLang="zh-CN" i="1">
                                  <a:latin typeface="Cambria Math" panose="02040503050406030204" pitchFamily="18" charset="0"/>
                                  <a:ea typeface="Cambria Math" panose="02040503050406030204" pitchFamily="18" charset="0"/>
                                </a:rPr>
                              </m:ctrlPr>
                            </m:accPr>
                            <m:e>
                              <m:r>
                                <a:rPr lang="en-US" altLang="zh-CN" b="0" i="1">
                                  <a:latin typeface="Cambria Math" panose="02040503050406030204" pitchFamily="18" charset="0"/>
                                  <a:ea typeface="Cambria Math" panose="02040503050406030204" pitchFamily="18" charset="0"/>
                                </a:rPr>
                                <m:t>𝐸</m:t>
                              </m:r>
                            </m:e>
                          </m:acc>
                          <m:r>
                            <a:rPr lang="en-US" altLang="zh-CN" b="0" i="1">
                              <a:latin typeface="Cambria Math" panose="02040503050406030204" pitchFamily="18" charset="0"/>
                              <a:ea typeface="Cambria Math" panose="02040503050406030204" pitchFamily="18" charset="0"/>
                            </a:rPr>
                            <m:t>∙</m:t>
                          </m:r>
                          <m:r>
                            <a:rPr lang="en-US" altLang="zh-CN" b="0" i="1">
                              <a:latin typeface="Cambria Math" panose="02040503050406030204" pitchFamily="18" charset="0"/>
                              <a:ea typeface="Cambria Math" panose="02040503050406030204" pitchFamily="18" charset="0"/>
                            </a:rPr>
                            <m:t>𝑑</m:t>
                          </m:r>
                          <m:acc>
                            <m:accPr>
                              <m:chr m:val="⃗"/>
                              <m:ctrlPr>
                                <a:rPr lang="en-US" altLang="zh-CN" i="1">
                                  <a:latin typeface="Cambria Math" panose="02040503050406030204" pitchFamily="18" charset="0"/>
                                  <a:ea typeface="Cambria Math" panose="02040503050406030204" pitchFamily="18" charset="0"/>
                                </a:rPr>
                              </m:ctrlPr>
                            </m:accPr>
                            <m:e>
                              <m:r>
                                <a:rPr lang="en-US" altLang="zh-CN" b="0" i="1">
                                  <a:latin typeface="Cambria Math" panose="02040503050406030204" pitchFamily="18" charset="0"/>
                                  <a:ea typeface="Cambria Math" panose="02040503050406030204" pitchFamily="18" charset="0"/>
                                </a:rPr>
                                <m:t>𝑙</m:t>
                              </m:r>
                            </m:e>
                          </m:acc>
                        </m:e>
                      </m:nary>
                      <m:r>
                        <a:rPr lang="en-US" altLang="zh-CN" b="0" i="1">
                          <a:latin typeface="Cambria Math" panose="02040503050406030204" pitchFamily="18" charset="0"/>
                          <a:ea typeface="Cambria Math" panose="02040503050406030204" pitchFamily="18" charset="0"/>
                        </a:rPr>
                        <m:t>=</m:t>
                      </m:r>
                      <m:nary>
                        <m:naryPr>
                          <m:ctrlPr>
                            <a:rPr lang="en-US" altLang="zh-CN" i="1">
                              <a:latin typeface="Cambria Math" panose="02040503050406030204" pitchFamily="18" charset="0"/>
                              <a:ea typeface="Cambria Math" panose="02040503050406030204" pitchFamily="18" charset="0"/>
                            </a:rPr>
                          </m:ctrlPr>
                        </m:naryPr>
                        <m:sub>
                          <m:r>
                            <m:rPr>
                              <m:brk m:alnAt="23"/>
                            </m:rPr>
                            <a:rPr lang="en-US" altLang="zh-CN" b="0" i="1">
                              <a:latin typeface="Cambria Math" panose="02040503050406030204" pitchFamily="18" charset="0"/>
                              <a:ea typeface="Cambria Math" panose="02040503050406030204" pitchFamily="18" charset="0"/>
                            </a:rPr>
                            <m:t>𝑟</m:t>
                          </m:r>
                        </m:sub>
                        <m:sup>
                          <m:r>
                            <a:rPr lang="en-US" altLang="zh-CN" b="0" i="1">
                              <a:latin typeface="Cambria Math" panose="02040503050406030204" pitchFamily="18" charset="0"/>
                              <a:ea typeface="Cambria Math" panose="02040503050406030204" pitchFamily="18" charset="0"/>
                            </a:rPr>
                            <m:t>∞</m:t>
                          </m:r>
                        </m:sup>
                        <m:e>
                          <m:f>
                            <m:fPr>
                              <m:ctrlPr>
                                <a:rPr lang="en-US" altLang="zh-CN" i="1">
                                  <a:latin typeface="Cambria Math" panose="02040503050406030204" pitchFamily="18" charset="0"/>
                                  <a:ea typeface="Cambria Math" panose="02040503050406030204" pitchFamily="18" charset="0"/>
                                </a:rPr>
                              </m:ctrlPr>
                            </m:fPr>
                            <m:num>
                              <m:r>
                                <a:rPr lang="en-US" altLang="zh-CN" b="0" i="1">
                                  <a:latin typeface="Cambria Math" panose="02040503050406030204" pitchFamily="18" charset="0"/>
                                  <a:ea typeface="Cambria Math" panose="02040503050406030204" pitchFamily="18" charset="0"/>
                                </a:rPr>
                                <m:t>𝑞</m:t>
                              </m:r>
                            </m:num>
                            <m:den>
                              <m:r>
                                <a:rPr lang="en-US" altLang="zh-CN" b="0" i="1">
                                  <a:latin typeface="Cambria Math" panose="02040503050406030204" pitchFamily="18" charset="0"/>
                                  <a:ea typeface="Cambria Math" panose="02040503050406030204" pitchFamily="18" charset="0"/>
                                </a:rPr>
                                <m:t>4</m:t>
                              </m:r>
                              <m:r>
                                <a:rPr lang="zh-CN" altLang="en-US" b="0" i="1">
                                  <a:latin typeface="Cambria Math" panose="02040503050406030204" pitchFamily="18" charset="0"/>
                                  <a:ea typeface="Cambria Math" panose="02040503050406030204" pitchFamily="18" charset="0"/>
                                </a:rPr>
                                <m:t>𝜋</m:t>
                              </m:r>
                              <m:sSub>
                                <m:sSubPr>
                                  <m:ctrlPr>
                                    <a:rPr lang="en-US" altLang="zh-CN" i="1">
                                      <a:latin typeface="Cambria Math" panose="02040503050406030204" pitchFamily="18" charset="0"/>
                                      <a:ea typeface="Cambria Math" panose="02040503050406030204" pitchFamily="18" charset="0"/>
                                    </a:rPr>
                                  </m:ctrlPr>
                                </m:sSubPr>
                                <m:e>
                                  <m:r>
                                    <a:rPr lang="zh-CN" altLang="en-US" b="0" i="1">
                                      <a:latin typeface="Cambria Math" panose="02040503050406030204" pitchFamily="18" charset="0"/>
                                      <a:ea typeface="Cambria Math" panose="02040503050406030204" pitchFamily="18" charset="0"/>
                                    </a:rPr>
                                    <m:t>𝜀</m:t>
                                  </m:r>
                                </m:e>
                                <m:sub>
                                  <m:r>
                                    <a:rPr lang="en-US" altLang="zh-CN" b="0" i="1">
                                      <a:latin typeface="Cambria Math" panose="02040503050406030204" pitchFamily="18" charset="0"/>
                                      <a:ea typeface="Cambria Math" panose="02040503050406030204" pitchFamily="18" charset="0"/>
                                    </a:rPr>
                                    <m:t>0</m:t>
                                  </m:r>
                                </m:sub>
                              </m:sSub>
                              <m:sSup>
                                <m:sSupPr>
                                  <m:ctrlPr>
                                    <a:rPr lang="en-US" altLang="zh-CN" i="1">
                                      <a:latin typeface="Cambria Math" panose="02040503050406030204" pitchFamily="18" charset="0"/>
                                      <a:ea typeface="Cambria Math" panose="02040503050406030204" pitchFamily="18" charset="0"/>
                                    </a:rPr>
                                  </m:ctrlPr>
                                </m:sSupPr>
                                <m:e>
                                  <m:r>
                                    <a:rPr lang="en-US" altLang="zh-CN" b="0" i="1">
                                      <a:latin typeface="Cambria Math" panose="02040503050406030204" pitchFamily="18" charset="0"/>
                                      <a:ea typeface="Cambria Math" panose="02040503050406030204" pitchFamily="18" charset="0"/>
                                    </a:rPr>
                                    <m:t>𝑟</m:t>
                                  </m:r>
                                </m:e>
                                <m:sup>
                                  <m:r>
                                    <a:rPr lang="en-US" altLang="zh-CN" b="0" i="1">
                                      <a:latin typeface="Cambria Math" panose="02040503050406030204" pitchFamily="18" charset="0"/>
                                      <a:ea typeface="Cambria Math" panose="02040503050406030204" pitchFamily="18" charset="0"/>
                                    </a:rPr>
                                    <m:t>3</m:t>
                                  </m:r>
                                </m:sup>
                              </m:sSup>
                            </m:den>
                          </m:f>
                          <m:acc>
                            <m:accPr>
                              <m:chr m:val="⃗"/>
                              <m:ctrlPr>
                                <a:rPr lang="en-US" altLang="zh-CN" i="1">
                                  <a:latin typeface="Cambria Math" panose="02040503050406030204" pitchFamily="18" charset="0"/>
                                  <a:ea typeface="Cambria Math" panose="02040503050406030204" pitchFamily="18" charset="0"/>
                                </a:rPr>
                              </m:ctrlPr>
                            </m:accPr>
                            <m:e>
                              <m:r>
                                <a:rPr lang="en-US" altLang="zh-CN" b="0" i="1">
                                  <a:latin typeface="Cambria Math" panose="02040503050406030204" pitchFamily="18" charset="0"/>
                                  <a:ea typeface="Cambria Math" panose="02040503050406030204" pitchFamily="18" charset="0"/>
                                </a:rPr>
                                <m:t>𝑟</m:t>
                              </m:r>
                            </m:e>
                          </m:acc>
                          <m:r>
                            <a:rPr lang="en-US" altLang="zh-CN" b="0" i="1">
                              <a:latin typeface="Cambria Math" panose="02040503050406030204" pitchFamily="18" charset="0"/>
                              <a:ea typeface="Cambria Math" panose="02040503050406030204" pitchFamily="18" charset="0"/>
                            </a:rPr>
                            <m:t>∙</m:t>
                          </m:r>
                          <m:r>
                            <a:rPr lang="en-US" altLang="zh-CN" b="0" i="1">
                              <a:latin typeface="Cambria Math" panose="02040503050406030204" pitchFamily="18" charset="0"/>
                              <a:ea typeface="Cambria Math" panose="02040503050406030204" pitchFamily="18" charset="0"/>
                            </a:rPr>
                            <m:t>𝑑</m:t>
                          </m:r>
                          <m:acc>
                            <m:accPr>
                              <m:chr m:val="⃗"/>
                              <m:ctrlPr>
                                <a:rPr lang="en-US" altLang="zh-CN" i="1">
                                  <a:latin typeface="Cambria Math" panose="02040503050406030204" pitchFamily="18" charset="0"/>
                                  <a:ea typeface="Cambria Math" panose="02040503050406030204" pitchFamily="18" charset="0"/>
                                </a:rPr>
                              </m:ctrlPr>
                            </m:accPr>
                            <m:e>
                              <m:r>
                                <a:rPr lang="en-US" altLang="zh-CN" b="0" i="1">
                                  <a:latin typeface="Cambria Math" panose="02040503050406030204" pitchFamily="18" charset="0"/>
                                  <a:ea typeface="Cambria Math" panose="02040503050406030204" pitchFamily="18" charset="0"/>
                                </a:rPr>
                                <m:t>𝑟</m:t>
                              </m:r>
                            </m:e>
                          </m:acc>
                        </m:e>
                      </m:nary>
                    </m:oMath>
                  </m:oMathPara>
                </a14:m>
                <a:endParaRPr lang="en-US" altLang="zh-CN" dirty="0">
                  <a:solidFill>
                    <a:srgbClr val="0000FF"/>
                  </a:solidFill>
                  <a:latin typeface="Times New Roman" panose="02020603050405020304" pitchFamily="18" charset="0"/>
                  <a:ea typeface="华文楷体" panose="02010600040101010101" pitchFamily="2" charset="-122"/>
                  <a:cs typeface="Times New Roman" panose="02020603050405020304" pitchFamily="18" charset="0"/>
                </a:endParaRPr>
              </a:p>
              <a:p>
                <a:pPr marL="0" indent="0">
                  <a:lnSpc>
                    <a:spcPts val="7000"/>
                  </a:lnSpc>
                  <a:spcBef>
                    <a:spcPts val="600"/>
                  </a:spcBef>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zh-CN" altLang="en-US" b="0" i="1" smtClean="0">
                          <a:solidFill>
                            <a:srgbClr val="0066FF"/>
                          </a:solidFill>
                          <a:latin typeface="Cambria Math" panose="02040503050406030204" pitchFamily="18" charset="0"/>
                        </a:rPr>
                        <m:t>→</m:t>
                      </m:r>
                      <m:sSub>
                        <m:sSubPr>
                          <m:ctrlPr>
                            <a:rPr lang="en-US" altLang="zh-CN" i="1">
                              <a:solidFill>
                                <a:srgbClr val="0066FF"/>
                              </a:solidFill>
                              <a:latin typeface="Cambria Math" panose="02040503050406030204" pitchFamily="18" charset="0"/>
                            </a:rPr>
                          </m:ctrlPr>
                        </m:sSubPr>
                        <m:e>
                          <m:r>
                            <a:rPr lang="zh-CN" altLang="en-US" b="0" i="1">
                              <a:solidFill>
                                <a:srgbClr val="0066FF"/>
                              </a:solidFill>
                              <a:latin typeface="Cambria Math" panose="02040503050406030204" pitchFamily="18" charset="0"/>
                            </a:rPr>
                            <m:t>𝜑</m:t>
                          </m:r>
                        </m:e>
                        <m:sub>
                          <m:r>
                            <a:rPr lang="en-US" altLang="zh-CN" b="0" i="1">
                              <a:solidFill>
                                <a:srgbClr val="0066FF"/>
                              </a:solidFill>
                              <a:latin typeface="Cambria Math" panose="02040503050406030204" pitchFamily="18" charset="0"/>
                            </a:rPr>
                            <m:t>𝑟</m:t>
                          </m:r>
                        </m:sub>
                      </m:sSub>
                      <m:r>
                        <a:rPr lang="en-US" altLang="zh-CN" b="0" i="1">
                          <a:solidFill>
                            <a:srgbClr val="0066FF"/>
                          </a:solidFill>
                          <a:latin typeface="Cambria Math" panose="02040503050406030204" pitchFamily="18" charset="0"/>
                        </a:rPr>
                        <m:t>=</m:t>
                      </m:r>
                      <m:f>
                        <m:fPr>
                          <m:ctrlPr>
                            <a:rPr lang="en-US" altLang="zh-CN" i="1">
                              <a:solidFill>
                                <a:srgbClr val="0066FF"/>
                              </a:solidFill>
                              <a:latin typeface="Cambria Math" panose="02040503050406030204" pitchFamily="18" charset="0"/>
                              <a:ea typeface="Cambria Math" panose="02040503050406030204" pitchFamily="18" charset="0"/>
                            </a:rPr>
                          </m:ctrlPr>
                        </m:fPr>
                        <m:num>
                          <m:r>
                            <a:rPr lang="en-US" altLang="zh-CN" b="0" i="1">
                              <a:solidFill>
                                <a:srgbClr val="0066FF"/>
                              </a:solidFill>
                              <a:latin typeface="Cambria Math" panose="02040503050406030204" pitchFamily="18" charset="0"/>
                              <a:ea typeface="Cambria Math" panose="02040503050406030204" pitchFamily="18" charset="0"/>
                            </a:rPr>
                            <m:t>𝑞</m:t>
                          </m:r>
                        </m:num>
                        <m:den>
                          <m:r>
                            <a:rPr lang="en-US" altLang="zh-CN" b="0" i="1">
                              <a:solidFill>
                                <a:srgbClr val="0066FF"/>
                              </a:solidFill>
                              <a:latin typeface="Cambria Math" panose="02040503050406030204" pitchFamily="18" charset="0"/>
                              <a:ea typeface="Cambria Math" panose="02040503050406030204" pitchFamily="18" charset="0"/>
                            </a:rPr>
                            <m:t>4</m:t>
                          </m:r>
                          <m:r>
                            <a:rPr lang="zh-CN" altLang="en-US" b="0" i="1">
                              <a:solidFill>
                                <a:srgbClr val="0066FF"/>
                              </a:solidFill>
                              <a:latin typeface="Cambria Math" panose="02040503050406030204" pitchFamily="18" charset="0"/>
                              <a:ea typeface="Cambria Math" panose="02040503050406030204" pitchFamily="18" charset="0"/>
                            </a:rPr>
                            <m:t>𝜋</m:t>
                          </m:r>
                          <m:sSub>
                            <m:sSubPr>
                              <m:ctrlPr>
                                <a:rPr lang="en-US" altLang="zh-CN" i="1">
                                  <a:solidFill>
                                    <a:srgbClr val="0066FF"/>
                                  </a:solidFill>
                                  <a:latin typeface="Cambria Math" panose="02040503050406030204" pitchFamily="18" charset="0"/>
                                  <a:ea typeface="Cambria Math" panose="02040503050406030204" pitchFamily="18" charset="0"/>
                                </a:rPr>
                              </m:ctrlPr>
                            </m:sSubPr>
                            <m:e>
                              <m:r>
                                <a:rPr lang="zh-CN" altLang="en-US" b="0" i="1">
                                  <a:solidFill>
                                    <a:srgbClr val="0066FF"/>
                                  </a:solidFill>
                                  <a:latin typeface="Cambria Math" panose="02040503050406030204" pitchFamily="18" charset="0"/>
                                  <a:ea typeface="Cambria Math" panose="02040503050406030204" pitchFamily="18" charset="0"/>
                                </a:rPr>
                                <m:t>𝜀</m:t>
                              </m:r>
                            </m:e>
                            <m:sub>
                              <m:r>
                                <a:rPr lang="en-US" altLang="zh-CN" b="0" i="1">
                                  <a:solidFill>
                                    <a:srgbClr val="0066FF"/>
                                  </a:solidFill>
                                  <a:latin typeface="Cambria Math" panose="02040503050406030204" pitchFamily="18" charset="0"/>
                                  <a:ea typeface="Cambria Math" panose="02040503050406030204" pitchFamily="18" charset="0"/>
                                </a:rPr>
                                <m:t>0</m:t>
                              </m:r>
                            </m:sub>
                          </m:sSub>
                          <m:r>
                            <a:rPr lang="en-US" altLang="zh-CN" b="0" i="1">
                              <a:solidFill>
                                <a:srgbClr val="0066FF"/>
                              </a:solidFill>
                              <a:latin typeface="Cambria Math" panose="02040503050406030204" pitchFamily="18" charset="0"/>
                              <a:ea typeface="Cambria Math" panose="02040503050406030204" pitchFamily="18" charset="0"/>
                            </a:rPr>
                            <m:t>𝑟</m:t>
                          </m:r>
                        </m:den>
                      </m:f>
                    </m:oMath>
                  </m:oMathPara>
                </a14:m>
                <a:endParaRPr lang="en-US" altLang="zh-CN" dirty="0">
                  <a:solidFill>
                    <a:srgbClr val="0066FF"/>
                  </a:solidFill>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xmlns="">
          <p:sp>
            <p:nvSpPr>
              <p:cNvPr id="3" name="内容占位符 3">
                <a:extLst>
                  <a:ext uri="{FF2B5EF4-FFF2-40B4-BE49-F238E27FC236}">
                    <a16:creationId xmlns:a16="http://schemas.microsoft.com/office/drawing/2014/main" id="{F1259CE7-E192-4954-9BB1-C605672659D6}"/>
                  </a:ext>
                </a:extLst>
              </p:cNvPr>
              <p:cNvSpPr txBox="1">
                <a:spLocks noRot="1" noChangeAspect="1" noMove="1" noResize="1" noEditPoints="1" noAdjustHandles="1" noChangeArrowheads="1" noChangeShapeType="1" noTextEdit="1"/>
              </p:cNvSpPr>
              <p:nvPr/>
            </p:nvSpPr>
            <p:spPr>
              <a:xfrm>
                <a:off x="4081529" y="1222974"/>
                <a:ext cx="5540292" cy="2969915"/>
              </a:xfrm>
              <a:prstGeom prst="rect">
                <a:avLst/>
              </a:prstGeom>
              <a:blipFill>
                <a:blip r:embed="rId2"/>
                <a:stretch>
                  <a:fillRect l="-2313"/>
                </a:stretch>
              </a:blipFill>
            </p:spPr>
            <p:txBody>
              <a:bodyPr/>
              <a:lstStyle/>
              <a:p>
                <a:r>
                  <a:rPr lang="en-US">
                    <a:noFill/>
                  </a:rPr>
                  <a:t> </a:t>
                </a:r>
              </a:p>
            </p:txBody>
          </p:sp>
        </mc:Fallback>
      </mc:AlternateContent>
      <p:pic>
        <p:nvPicPr>
          <p:cNvPr id="4" name="Picture 6" descr="電場- Wikiwand">
            <a:extLst>
              <a:ext uri="{FF2B5EF4-FFF2-40B4-BE49-F238E27FC236}">
                <a16:creationId xmlns:a16="http://schemas.microsoft.com/office/drawing/2014/main" id="{8BF04848-9F03-435D-8093-56A53263FE4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69" y="2320900"/>
            <a:ext cx="2580309" cy="2580309"/>
          </a:xfrm>
          <a:prstGeom prst="rect">
            <a:avLst/>
          </a:prstGeom>
          <a:noFill/>
          <a:extLst>
            <a:ext uri="{909E8E84-426E-40DD-AFC4-6F175D3DCCD1}">
              <a14:hiddenFill xmlns:a14="http://schemas.microsoft.com/office/drawing/2010/main">
                <a:solidFill>
                  <a:srgbClr val="FFFFFF"/>
                </a:solidFill>
              </a14:hiddenFill>
            </a:ext>
          </a:extLst>
        </p:spPr>
      </p:pic>
      <p:sp>
        <p:nvSpPr>
          <p:cNvPr id="5" name="椭圆 4">
            <a:extLst>
              <a:ext uri="{FF2B5EF4-FFF2-40B4-BE49-F238E27FC236}">
                <a16:creationId xmlns:a16="http://schemas.microsoft.com/office/drawing/2014/main" id="{EBBDAA8B-4CB8-4E68-BA04-5F6302A5B68C}"/>
              </a:ext>
            </a:extLst>
          </p:cNvPr>
          <p:cNvSpPr>
            <a:spLocks noChangeAspect="1"/>
          </p:cNvSpPr>
          <p:nvPr/>
        </p:nvSpPr>
        <p:spPr>
          <a:xfrm>
            <a:off x="953678" y="2555101"/>
            <a:ext cx="2197092" cy="2197092"/>
          </a:xfrm>
          <a:prstGeom prst="ellipse">
            <a:avLst/>
          </a:prstGeom>
          <a:noFill/>
          <a:ln>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椭圆 5">
            <a:extLst>
              <a:ext uri="{FF2B5EF4-FFF2-40B4-BE49-F238E27FC236}">
                <a16:creationId xmlns:a16="http://schemas.microsoft.com/office/drawing/2014/main" id="{7D55A8C7-07E3-4AFC-BD9B-F0F3CD444C14}"/>
              </a:ext>
            </a:extLst>
          </p:cNvPr>
          <p:cNvSpPr>
            <a:spLocks noChangeAspect="1"/>
          </p:cNvSpPr>
          <p:nvPr/>
        </p:nvSpPr>
        <p:spPr>
          <a:xfrm>
            <a:off x="722376" y="2343646"/>
            <a:ext cx="2620002" cy="2620002"/>
          </a:xfrm>
          <a:prstGeom prst="ellipse">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椭圆 6">
            <a:extLst>
              <a:ext uri="{FF2B5EF4-FFF2-40B4-BE49-F238E27FC236}">
                <a16:creationId xmlns:a16="http://schemas.microsoft.com/office/drawing/2014/main" id="{F49A6BE0-072E-4DE4-9E77-87C31756213E}"/>
              </a:ext>
            </a:extLst>
          </p:cNvPr>
          <p:cNvSpPr/>
          <p:nvPr/>
        </p:nvSpPr>
        <p:spPr>
          <a:xfrm rot="19416383">
            <a:off x="2834034" y="2933093"/>
            <a:ext cx="176400" cy="177040"/>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椭圆 7">
            <a:extLst>
              <a:ext uri="{FF2B5EF4-FFF2-40B4-BE49-F238E27FC236}">
                <a16:creationId xmlns:a16="http://schemas.microsoft.com/office/drawing/2014/main" id="{9498D49B-0636-4152-AFC8-DE800EE589B2}"/>
              </a:ext>
            </a:extLst>
          </p:cNvPr>
          <p:cNvSpPr/>
          <p:nvPr/>
        </p:nvSpPr>
        <p:spPr>
          <a:xfrm rot="19416383">
            <a:off x="3034856" y="2798133"/>
            <a:ext cx="176400" cy="17704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文本框 8">
            <a:extLst>
              <a:ext uri="{FF2B5EF4-FFF2-40B4-BE49-F238E27FC236}">
                <a16:creationId xmlns:a16="http://schemas.microsoft.com/office/drawing/2014/main" id="{9875B092-9EC0-467F-A18E-D9D6B7FA1DD1}"/>
              </a:ext>
            </a:extLst>
          </p:cNvPr>
          <p:cNvSpPr txBox="1"/>
          <p:nvPr/>
        </p:nvSpPr>
        <p:spPr>
          <a:xfrm>
            <a:off x="2570179" y="2749010"/>
            <a:ext cx="247038" cy="369332"/>
          </a:xfrm>
          <a:prstGeom prst="rect">
            <a:avLst/>
          </a:prstGeom>
          <a:noFill/>
        </p:spPr>
        <p:txBody>
          <a:bodyPr wrap="square" rtlCol="0">
            <a:spAutoFit/>
          </a:bodyPr>
          <a:lstStyle/>
          <a:p>
            <a:r>
              <a:rPr lang="en-US" altLang="zh-CN" dirty="0">
                <a:solidFill>
                  <a:srgbClr val="00B050"/>
                </a:solidFill>
              </a:rPr>
              <a:t>a</a:t>
            </a:r>
            <a:endParaRPr lang="en-US" dirty="0">
              <a:solidFill>
                <a:srgbClr val="00B050"/>
              </a:solidFill>
            </a:endParaRPr>
          </a:p>
        </p:txBody>
      </p:sp>
      <p:sp>
        <p:nvSpPr>
          <p:cNvPr id="10" name="文本框 9">
            <a:extLst>
              <a:ext uri="{FF2B5EF4-FFF2-40B4-BE49-F238E27FC236}">
                <a16:creationId xmlns:a16="http://schemas.microsoft.com/office/drawing/2014/main" id="{A40F8FDC-B477-4F3E-8F36-A439F7CA60B8}"/>
              </a:ext>
            </a:extLst>
          </p:cNvPr>
          <p:cNvSpPr txBox="1"/>
          <p:nvPr/>
        </p:nvSpPr>
        <p:spPr>
          <a:xfrm>
            <a:off x="2951634" y="2404690"/>
            <a:ext cx="247038" cy="369332"/>
          </a:xfrm>
          <a:prstGeom prst="rect">
            <a:avLst/>
          </a:prstGeom>
          <a:noFill/>
        </p:spPr>
        <p:txBody>
          <a:bodyPr wrap="square" rtlCol="0">
            <a:spAutoFit/>
          </a:bodyPr>
          <a:lstStyle/>
          <a:p>
            <a:r>
              <a:rPr lang="en-US" dirty="0">
                <a:solidFill>
                  <a:srgbClr val="FF0000"/>
                </a:solidFill>
              </a:rPr>
              <a:t>b</a:t>
            </a:r>
          </a:p>
        </p:txBody>
      </p:sp>
      <p:sp>
        <p:nvSpPr>
          <p:cNvPr id="11" name="矩形 10">
            <a:extLst>
              <a:ext uri="{FF2B5EF4-FFF2-40B4-BE49-F238E27FC236}">
                <a16:creationId xmlns:a16="http://schemas.microsoft.com/office/drawing/2014/main" id="{B4E6019C-4806-417D-B0FA-E65C7C52D992}"/>
              </a:ext>
            </a:extLst>
          </p:cNvPr>
          <p:cNvSpPr/>
          <p:nvPr/>
        </p:nvSpPr>
        <p:spPr>
          <a:xfrm>
            <a:off x="3812420" y="4194206"/>
            <a:ext cx="7182652" cy="1538883"/>
          </a:xfrm>
          <a:prstGeom prst="rect">
            <a:avLst/>
          </a:prstGeom>
        </p:spPr>
        <p:txBody>
          <a:bodyPr wrap="square">
            <a:spAutoFit/>
          </a:bodyPr>
          <a:lstStyle/>
          <a:p>
            <a:pPr marL="285750" indent="-285750">
              <a:lnSpc>
                <a:spcPct val="100000"/>
              </a:lnSpc>
              <a:spcBef>
                <a:spcPts val="600"/>
              </a:spcBef>
              <a:buFontTx/>
              <a:buChar char="-"/>
            </a:pPr>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球对称分布</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pPr marL="285750" indent="-285750">
              <a:lnSpc>
                <a:spcPct val="100000"/>
              </a:lnSpc>
              <a:spcBef>
                <a:spcPts val="600"/>
              </a:spcBef>
              <a:buFontTx/>
              <a:buChar char="-"/>
            </a:pPr>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负电荷的电势小于零，正电荷电势大于零</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pPr marL="285750" indent="-285750">
              <a:lnSpc>
                <a:spcPct val="100000"/>
              </a:lnSpc>
              <a:spcBef>
                <a:spcPts val="600"/>
              </a:spcBef>
              <a:buFontTx/>
              <a:buChar char="-"/>
            </a:pPr>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等势面</a:t>
            </a:r>
          </a:p>
        </p:txBody>
      </p:sp>
    </p:spTree>
    <p:extLst>
      <p:ext uri="{BB962C8B-B14F-4D97-AF65-F5344CB8AC3E}">
        <p14:creationId xmlns:p14="http://schemas.microsoft.com/office/powerpoint/2010/main" val="971653132"/>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Object 46">
                <a:extLst>
                  <a:ext uri="{FF2B5EF4-FFF2-40B4-BE49-F238E27FC236}">
                    <a16:creationId xmlns:a16="http://schemas.microsoft.com/office/drawing/2014/main" id="{BDD66652-DF79-4531-95B9-88EE393FEA2D}"/>
                  </a:ext>
                </a:extLst>
              </p:cNvPr>
              <p:cNvSpPr txBox="1"/>
              <p:nvPr/>
            </p:nvSpPr>
            <p:spPr bwMode="auto">
              <a:xfrm>
                <a:off x="6132238" y="1467151"/>
                <a:ext cx="3355975" cy="554038"/>
              </a:xfrm>
              <a:prstGeom prst="rect">
                <a:avLst/>
              </a:prstGeom>
              <a:noFill/>
              <a:ln>
                <a:noFill/>
              </a:ln>
            </p:spPr>
            <p:txBody>
              <a:bodyPr>
                <a:normAutofit/>
              </a:bodyPr>
              <a:lstStyle/>
              <a:p>
                <a:pPr/>
                <a14:m>
                  <m:oMathPara xmlns:m="http://schemas.openxmlformats.org/officeDocument/2006/math">
                    <m:oMathParaPr>
                      <m:jc m:val="centerGroup"/>
                    </m:oMathParaPr>
                    <m:oMath xmlns:m="http://schemas.openxmlformats.org/officeDocument/2006/math">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𝑞</m:t>
                          </m:r>
                        </m:e>
                        <m:sub>
                          <m:r>
                            <a:rPr lang="en-US" sz="2800" i="1">
                              <a:solidFill>
                                <a:srgbClr val="000000"/>
                              </a:solidFill>
                              <a:latin typeface="Cambria Math" panose="02040503050406030204" pitchFamily="18" charset="0"/>
                            </a:rPr>
                            <m:t>1</m:t>
                          </m:r>
                        </m:sub>
                      </m:sSub>
                      <m:r>
                        <a:rPr lang="en-US" sz="2800" i="1">
                          <a:solidFill>
                            <a:srgbClr val="000000"/>
                          </a:solidFill>
                          <a:latin typeface="Cambria Math" panose="02040503050406030204" pitchFamily="18" charset="0"/>
                        </a:rPr>
                        <m:t>,</m:t>
                      </m:r>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𝑞</m:t>
                          </m:r>
                        </m:e>
                        <m:sub>
                          <m:r>
                            <a:rPr lang="en-US" sz="2800" i="1">
                              <a:solidFill>
                                <a:srgbClr val="000000"/>
                              </a:solidFill>
                              <a:latin typeface="Cambria Math" panose="02040503050406030204" pitchFamily="18" charset="0"/>
                            </a:rPr>
                            <m:t>2</m:t>
                          </m:r>
                        </m:sub>
                      </m:sSub>
                      <m:r>
                        <a:rPr lang="en-US" sz="2800" i="1">
                          <a:solidFill>
                            <a:srgbClr val="000000"/>
                          </a:solidFill>
                          <a:latin typeface="Cambria Math" panose="02040503050406030204" pitchFamily="18" charset="0"/>
                        </a:rPr>
                        <m:t>,⋯,</m:t>
                      </m:r>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𝑞</m:t>
                          </m:r>
                        </m:e>
                        <m:sub>
                          <m:r>
                            <a:rPr lang="en-US" sz="2800" i="1">
                              <a:solidFill>
                                <a:srgbClr val="000000"/>
                              </a:solidFill>
                              <a:latin typeface="Cambria Math" panose="02040503050406030204" pitchFamily="18" charset="0"/>
                            </a:rPr>
                            <m:t>𝑖</m:t>
                          </m:r>
                        </m:sub>
                      </m:sSub>
                      <m:r>
                        <a:rPr lang="en-US" sz="2800" i="1">
                          <a:solidFill>
                            <a:srgbClr val="000000"/>
                          </a:solidFill>
                          <a:latin typeface="Cambria Math" panose="02040503050406030204" pitchFamily="18" charset="0"/>
                        </a:rPr>
                        <m:t>,⋯,</m:t>
                      </m:r>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𝑞</m:t>
                          </m:r>
                        </m:e>
                        <m:sub>
                          <m:r>
                            <a:rPr lang="en-US" sz="2800" i="1">
                              <a:solidFill>
                                <a:srgbClr val="000000"/>
                              </a:solidFill>
                              <a:latin typeface="Cambria Math" panose="02040503050406030204" pitchFamily="18" charset="0"/>
                            </a:rPr>
                            <m:t>𝑛</m:t>
                          </m:r>
                        </m:sub>
                      </m:sSub>
                    </m:oMath>
                  </m:oMathPara>
                </a14:m>
                <a:endParaRPr lang="en-US" sz="2800" dirty="0"/>
              </a:p>
            </p:txBody>
          </p:sp>
        </mc:Choice>
        <mc:Fallback xmlns="">
          <p:sp>
            <p:nvSpPr>
              <p:cNvPr id="3" name="Object 46">
                <a:extLst>
                  <a:ext uri="{FF2B5EF4-FFF2-40B4-BE49-F238E27FC236}">
                    <a16:creationId xmlns:a16="http://schemas.microsoft.com/office/drawing/2014/main" id="{BDD66652-DF79-4531-95B9-88EE393FEA2D}"/>
                  </a:ext>
                </a:extLst>
              </p:cNvPr>
              <p:cNvSpPr txBox="1">
                <a:spLocks noRot="1" noChangeAspect="1" noMove="1" noResize="1" noEditPoints="1" noAdjustHandles="1" noChangeArrowheads="1" noChangeShapeType="1" noTextEdit="1"/>
              </p:cNvSpPr>
              <p:nvPr/>
            </p:nvSpPr>
            <p:spPr bwMode="auto">
              <a:xfrm>
                <a:off x="6132238" y="1467151"/>
                <a:ext cx="3355975" cy="554038"/>
              </a:xfrm>
              <a:prstGeom prst="rect">
                <a:avLst/>
              </a:prstGeom>
              <a:blipFill>
                <a:blip r:embed="rId2"/>
                <a:stretch>
                  <a:fillRect/>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Object 48">
                <a:extLst>
                  <a:ext uri="{FF2B5EF4-FFF2-40B4-BE49-F238E27FC236}">
                    <a16:creationId xmlns:a16="http://schemas.microsoft.com/office/drawing/2014/main" id="{12C5F7B9-9615-4F0B-AC81-5906D9C9891D}"/>
                  </a:ext>
                </a:extLst>
              </p:cNvPr>
              <p:cNvSpPr txBox="1"/>
              <p:nvPr/>
            </p:nvSpPr>
            <p:spPr bwMode="auto">
              <a:xfrm>
                <a:off x="6606920" y="2394263"/>
                <a:ext cx="2590800" cy="1192213"/>
              </a:xfrm>
              <a:prstGeom prst="rect">
                <a:avLst/>
              </a:prstGeom>
              <a:noFill/>
              <a:ln>
                <a:noFill/>
              </a:ln>
              <a:effectLst/>
            </p:spPr>
            <p:txBody>
              <a:bodyPr>
                <a:noAutofit/>
              </a:bodyPr>
              <a:lstStyle/>
              <a:p>
                <a:pPr/>
                <a14:m>
                  <m:oMathPara xmlns:m="http://schemas.openxmlformats.org/officeDocument/2006/math">
                    <m:oMathParaPr>
                      <m:jc m:val="centerGroup"/>
                    </m:oMathParaPr>
                    <m:oMath xmlns:m="http://schemas.openxmlformats.org/officeDocument/2006/math">
                      <m:r>
                        <a:rPr lang="zh-CN" altLang="en-US" sz="2800" b="1" i="1" smtClean="0">
                          <a:solidFill>
                            <a:schemeClr val="tx1"/>
                          </a:solidFill>
                          <a:latin typeface="Cambria Math" panose="02040503050406030204" pitchFamily="18" charset="0"/>
                        </a:rPr>
                        <m:t>𝝋</m:t>
                      </m:r>
                      <m:r>
                        <a:rPr lang="en-US" sz="2800" b="1" i="1">
                          <a:solidFill>
                            <a:schemeClr val="tx1"/>
                          </a:solidFill>
                          <a:latin typeface="Cambria Math" panose="02040503050406030204" pitchFamily="18" charset="0"/>
                        </a:rPr>
                        <m:t>=</m:t>
                      </m:r>
                      <m:nary>
                        <m:naryPr>
                          <m:chr m:val="∑"/>
                          <m:ctrlPr>
                            <a:rPr lang="en-US" sz="2800" b="1" i="1">
                              <a:solidFill>
                                <a:schemeClr val="tx1"/>
                              </a:solidFill>
                              <a:latin typeface="Cambria Math" panose="02040503050406030204" pitchFamily="18" charset="0"/>
                            </a:rPr>
                          </m:ctrlPr>
                        </m:naryPr>
                        <m:sub>
                          <m:r>
                            <a:rPr lang="en-US" sz="2800" b="1" i="1">
                              <a:solidFill>
                                <a:schemeClr val="tx1"/>
                              </a:solidFill>
                              <a:latin typeface="Cambria Math" panose="02040503050406030204" pitchFamily="18" charset="0"/>
                            </a:rPr>
                            <m:t>𝒊</m:t>
                          </m:r>
                          <m:r>
                            <a:rPr lang="en-US" sz="2800" b="1" i="1">
                              <a:solidFill>
                                <a:schemeClr val="tx1"/>
                              </a:solidFill>
                              <a:latin typeface="Cambria Math" panose="02040503050406030204" pitchFamily="18" charset="0"/>
                            </a:rPr>
                            <m:t>=</m:t>
                          </m:r>
                          <m:r>
                            <a:rPr lang="en-US" sz="2800" b="1" i="1">
                              <a:solidFill>
                                <a:schemeClr val="tx1"/>
                              </a:solidFill>
                              <a:latin typeface="Cambria Math" panose="02040503050406030204" pitchFamily="18" charset="0"/>
                            </a:rPr>
                            <m:t>𝟏</m:t>
                          </m:r>
                        </m:sub>
                        <m:sup>
                          <m:r>
                            <a:rPr lang="en-US" sz="2800" b="1" i="1">
                              <a:solidFill>
                                <a:schemeClr val="tx1"/>
                              </a:solidFill>
                              <a:latin typeface="Cambria Math" panose="02040503050406030204" pitchFamily="18" charset="0"/>
                            </a:rPr>
                            <m:t>𝒏</m:t>
                          </m:r>
                        </m:sup>
                        <m:e>
                          <m:f>
                            <m:fPr>
                              <m:ctrlPr>
                                <a:rPr lang="en-US" sz="2800" b="1" i="1">
                                  <a:solidFill>
                                    <a:schemeClr val="tx1"/>
                                  </a:solidFill>
                                  <a:latin typeface="Cambria Math" panose="02040503050406030204" pitchFamily="18" charset="0"/>
                                </a:rPr>
                              </m:ctrlPr>
                            </m:fPr>
                            <m:num>
                              <m:sSub>
                                <m:sSubPr>
                                  <m:ctrlPr>
                                    <a:rPr lang="en-US" sz="2800" b="1" i="1">
                                      <a:solidFill>
                                        <a:schemeClr val="tx1"/>
                                      </a:solidFill>
                                      <a:latin typeface="Cambria Math" panose="02040503050406030204" pitchFamily="18" charset="0"/>
                                    </a:rPr>
                                  </m:ctrlPr>
                                </m:sSubPr>
                                <m:e>
                                  <m:r>
                                    <a:rPr lang="en-US" sz="2800" b="1" i="1">
                                      <a:solidFill>
                                        <a:schemeClr val="tx1"/>
                                      </a:solidFill>
                                      <a:latin typeface="Cambria Math" panose="02040503050406030204" pitchFamily="18" charset="0"/>
                                    </a:rPr>
                                    <m:t>𝒒</m:t>
                                  </m:r>
                                </m:e>
                                <m:sub>
                                  <m:r>
                                    <a:rPr lang="en-US" sz="2800" b="1" i="1">
                                      <a:solidFill>
                                        <a:schemeClr val="tx1"/>
                                      </a:solidFill>
                                      <a:latin typeface="Cambria Math" panose="02040503050406030204" pitchFamily="18" charset="0"/>
                                    </a:rPr>
                                    <m:t>𝒊</m:t>
                                  </m:r>
                                </m:sub>
                              </m:sSub>
                            </m:num>
                            <m:den>
                              <m:r>
                                <a:rPr lang="en-US" sz="2800" b="1" i="1">
                                  <a:solidFill>
                                    <a:schemeClr val="tx1"/>
                                  </a:solidFill>
                                  <a:latin typeface="Cambria Math" panose="02040503050406030204" pitchFamily="18" charset="0"/>
                                </a:rPr>
                                <m:t>𝟒</m:t>
                              </m:r>
                              <m:r>
                                <a:rPr lang="en-US" sz="2800" b="1" i="1">
                                  <a:solidFill>
                                    <a:schemeClr val="tx1"/>
                                  </a:solidFill>
                                  <a:latin typeface="Cambria Math" panose="02040503050406030204" pitchFamily="18" charset="0"/>
                                </a:rPr>
                                <m:t>𝝅</m:t>
                              </m:r>
                              <m:sSub>
                                <m:sSubPr>
                                  <m:ctrlPr>
                                    <a:rPr lang="en-US" sz="2800" b="1" i="1">
                                      <a:solidFill>
                                        <a:schemeClr val="tx1"/>
                                      </a:solidFill>
                                      <a:latin typeface="Cambria Math" panose="02040503050406030204" pitchFamily="18" charset="0"/>
                                    </a:rPr>
                                  </m:ctrlPr>
                                </m:sSubPr>
                                <m:e>
                                  <m:r>
                                    <a:rPr lang="en-US" sz="2800" b="1" i="1">
                                      <a:solidFill>
                                        <a:schemeClr val="tx1"/>
                                      </a:solidFill>
                                      <a:latin typeface="Cambria Math" panose="02040503050406030204" pitchFamily="18" charset="0"/>
                                    </a:rPr>
                                    <m:t>𝜺</m:t>
                                  </m:r>
                                </m:e>
                                <m:sub>
                                  <m:r>
                                    <a:rPr lang="en-US" sz="2800" b="1" i="1">
                                      <a:solidFill>
                                        <a:schemeClr val="tx1"/>
                                      </a:solidFill>
                                      <a:latin typeface="Cambria Math" panose="02040503050406030204" pitchFamily="18" charset="0"/>
                                    </a:rPr>
                                    <m:t>𝟎</m:t>
                                  </m:r>
                                </m:sub>
                              </m:sSub>
                              <m:sSub>
                                <m:sSubPr>
                                  <m:ctrlPr>
                                    <a:rPr lang="en-US" sz="2800" b="1" i="1">
                                      <a:solidFill>
                                        <a:schemeClr val="tx1"/>
                                      </a:solidFill>
                                      <a:latin typeface="Cambria Math" panose="02040503050406030204" pitchFamily="18" charset="0"/>
                                    </a:rPr>
                                  </m:ctrlPr>
                                </m:sSubPr>
                                <m:e>
                                  <m:r>
                                    <a:rPr lang="en-US" sz="2800" b="1" i="1">
                                      <a:solidFill>
                                        <a:schemeClr val="tx1"/>
                                      </a:solidFill>
                                      <a:latin typeface="Cambria Math" panose="02040503050406030204" pitchFamily="18" charset="0"/>
                                    </a:rPr>
                                    <m:t>𝒓</m:t>
                                  </m:r>
                                </m:e>
                                <m:sub>
                                  <m:r>
                                    <a:rPr lang="en-US" sz="2800" b="1" i="1">
                                      <a:solidFill>
                                        <a:schemeClr val="tx1"/>
                                      </a:solidFill>
                                      <a:latin typeface="Cambria Math" panose="02040503050406030204" pitchFamily="18" charset="0"/>
                                    </a:rPr>
                                    <m:t>𝒊</m:t>
                                  </m:r>
                                </m:sub>
                              </m:sSub>
                            </m:den>
                          </m:f>
                        </m:e>
                      </m:nary>
                    </m:oMath>
                  </m:oMathPara>
                </a14:m>
                <a:endParaRPr lang="en-US" sz="2800" b="1" dirty="0">
                  <a:solidFill>
                    <a:schemeClr val="tx1"/>
                  </a:solidFill>
                </a:endParaRPr>
              </a:p>
            </p:txBody>
          </p:sp>
        </mc:Choice>
        <mc:Fallback xmlns="">
          <p:sp>
            <p:nvSpPr>
              <p:cNvPr id="4" name="Object 48">
                <a:extLst>
                  <a:ext uri="{FF2B5EF4-FFF2-40B4-BE49-F238E27FC236}">
                    <a16:creationId xmlns:a16="http://schemas.microsoft.com/office/drawing/2014/main" id="{12C5F7B9-9615-4F0B-AC81-5906D9C9891D}"/>
                  </a:ext>
                </a:extLst>
              </p:cNvPr>
              <p:cNvSpPr txBox="1">
                <a:spLocks noRot="1" noChangeAspect="1" noMove="1" noResize="1" noEditPoints="1" noAdjustHandles="1" noChangeArrowheads="1" noChangeShapeType="1" noTextEdit="1"/>
              </p:cNvSpPr>
              <p:nvPr/>
            </p:nvSpPr>
            <p:spPr bwMode="auto">
              <a:xfrm>
                <a:off x="6606920" y="2394263"/>
                <a:ext cx="2590800" cy="1192213"/>
              </a:xfrm>
              <a:prstGeom prst="rect">
                <a:avLst/>
              </a:prstGeom>
              <a:blipFill>
                <a:blip r:embed="rId3"/>
                <a:stretch>
                  <a:fillRect b="-1538"/>
                </a:stretch>
              </a:blipFill>
              <a:ln>
                <a:noFill/>
              </a:ln>
              <a:effectLst/>
            </p:spPr>
            <p:txBody>
              <a:bodyPr/>
              <a:lstStyle/>
              <a:p>
                <a:r>
                  <a:rPr lang="zh-CN" altLang="en-US">
                    <a:noFill/>
                  </a:rPr>
                  <a:t> </a:t>
                </a:r>
              </a:p>
            </p:txBody>
          </p:sp>
        </mc:Fallback>
      </mc:AlternateContent>
      <p:grpSp>
        <p:nvGrpSpPr>
          <p:cNvPr id="5" name="Group 52">
            <a:extLst>
              <a:ext uri="{FF2B5EF4-FFF2-40B4-BE49-F238E27FC236}">
                <a16:creationId xmlns:a16="http://schemas.microsoft.com/office/drawing/2014/main" id="{545A9D6D-0420-4DFE-BCCB-102BDB260262}"/>
              </a:ext>
            </a:extLst>
          </p:cNvPr>
          <p:cNvGrpSpPr>
            <a:grpSpLocks/>
          </p:cNvGrpSpPr>
          <p:nvPr/>
        </p:nvGrpSpPr>
        <p:grpSpPr bwMode="auto">
          <a:xfrm>
            <a:off x="2415646" y="1252440"/>
            <a:ext cx="2693987" cy="2379760"/>
            <a:chOff x="3235" y="845"/>
            <a:chExt cx="2185" cy="1926"/>
          </a:xfrm>
        </p:grpSpPr>
        <p:sp>
          <p:nvSpPr>
            <p:cNvPr id="6" name="Text Box 53">
              <a:extLst>
                <a:ext uri="{FF2B5EF4-FFF2-40B4-BE49-F238E27FC236}">
                  <a16:creationId xmlns:a16="http://schemas.microsoft.com/office/drawing/2014/main" id="{6908B0B6-6D83-4FD7-AAFA-B0D84E2D4E6C}"/>
                </a:ext>
              </a:extLst>
            </p:cNvPr>
            <p:cNvSpPr txBox="1">
              <a:spLocks noChangeArrowheads="1"/>
            </p:cNvSpPr>
            <p:nvPr/>
          </p:nvSpPr>
          <p:spPr bwMode="auto">
            <a:xfrm>
              <a:off x="3669" y="1536"/>
              <a:ext cx="150" cy="4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zh-CN" sz="2800">
                <a:solidFill>
                  <a:srgbClr val="000000"/>
                </a:solidFill>
              </a:endParaRPr>
            </a:p>
          </p:txBody>
        </p:sp>
        <mc:AlternateContent xmlns:mc="http://schemas.openxmlformats.org/markup-compatibility/2006" xmlns:a14="http://schemas.microsoft.com/office/drawing/2010/main">
          <mc:Choice Requires="a14">
            <p:sp>
              <p:nvSpPr>
                <p:cNvPr id="7" name="Object 54">
                  <a:extLst>
                    <a:ext uri="{FF2B5EF4-FFF2-40B4-BE49-F238E27FC236}">
                      <a16:creationId xmlns:a16="http://schemas.microsoft.com/office/drawing/2014/main" id="{C9CB37FC-F2F8-414D-90D2-A822A2AC0884}"/>
                    </a:ext>
                  </a:extLst>
                </p:cNvPr>
                <p:cNvSpPr txBox="1"/>
                <p:nvPr/>
              </p:nvSpPr>
              <p:spPr bwMode="auto">
                <a:xfrm>
                  <a:off x="3878" y="1690"/>
                  <a:ext cx="271" cy="355"/>
                </a:xfrm>
                <a:prstGeom prst="rect">
                  <a:avLst/>
                </a:prstGeom>
                <a:noFill/>
                <a:ln>
                  <a:noFill/>
                </a:ln>
                <a:effectLst/>
              </p:spPr>
              <p:txBody>
                <a:bodyPr>
                  <a:noAutofit/>
                </a:bodyPr>
                <a:lstStyle/>
                <a:p>
                  <a:pPr/>
                  <a14:m>
                    <m:oMathPara xmlns:m="http://schemas.openxmlformats.org/officeDocument/2006/math">
                      <m:oMathParaPr>
                        <m:jc m:val="centerGroup"/>
                      </m:oMathParaPr>
                      <m:oMath xmlns:m="http://schemas.openxmlformats.org/officeDocument/2006/math">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𝑞</m:t>
                            </m:r>
                          </m:e>
                          <m:sub>
                            <m:r>
                              <a:rPr lang="en-US" sz="2800" i="1">
                                <a:solidFill>
                                  <a:srgbClr val="000000"/>
                                </a:solidFill>
                                <a:latin typeface="Cambria Math" panose="02040503050406030204" pitchFamily="18" charset="0"/>
                              </a:rPr>
                              <m:t>1</m:t>
                            </m:r>
                          </m:sub>
                        </m:sSub>
                      </m:oMath>
                    </m:oMathPara>
                  </a14:m>
                  <a:endParaRPr lang="en-US" sz="2800" dirty="0"/>
                </a:p>
              </p:txBody>
            </p:sp>
          </mc:Choice>
          <mc:Fallback xmlns="">
            <p:sp>
              <p:nvSpPr>
                <p:cNvPr id="7" name="Object 54">
                  <a:extLst>
                    <a:ext uri="{FF2B5EF4-FFF2-40B4-BE49-F238E27FC236}">
                      <a16:creationId xmlns:a16="http://schemas.microsoft.com/office/drawing/2014/main" id="{C9CB37FC-F2F8-414D-90D2-A822A2AC0884}"/>
                    </a:ext>
                  </a:extLst>
                </p:cNvPr>
                <p:cNvSpPr txBox="1">
                  <a:spLocks noRot="1" noChangeAspect="1" noMove="1" noResize="1" noEditPoints="1" noAdjustHandles="1" noChangeArrowheads="1" noChangeShapeType="1" noTextEdit="1"/>
                </p:cNvSpPr>
                <p:nvPr/>
              </p:nvSpPr>
              <p:spPr bwMode="auto">
                <a:xfrm>
                  <a:off x="3878" y="1690"/>
                  <a:ext cx="271" cy="355"/>
                </a:xfrm>
                <a:prstGeom prst="rect">
                  <a:avLst/>
                </a:prstGeom>
                <a:blipFill>
                  <a:blip r:embed="rId4"/>
                  <a:stretch>
                    <a:fillRect r="-7273"/>
                  </a:stretch>
                </a:blipFill>
                <a:ln>
                  <a:noFill/>
                </a:ln>
                <a:effectLst/>
              </p:spPr>
              <p:txBody>
                <a:bodyPr/>
                <a:lstStyle/>
                <a:p>
                  <a:r>
                    <a:rPr lang="en-US">
                      <a:noFill/>
                    </a:rPr>
                    <a:t> </a:t>
                  </a:r>
                </a:p>
              </p:txBody>
            </p:sp>
          </mc:Fallback>
        </mc:AlternateContent>
        <p:sp>
          <p:nvSpPr>
            <p:cNvPr id="8" name="Text Box 55">
              <a:extLst>
                <a:ext uri="{FF2B5EF4-FFF2-40B4-BE49-F238E27FC236}">
                  <a16:creationId xmlns:a16="http://schemas.microsoft.com/office/drawing/2014/main" id="{8354D4C5-C8F2-4C48-8F23-BF78094949C2}"/>
                </a:ext>
              </a:extLst>
            </p:cNvPr>
            <p:cNvSpPr txBox="1">
              <a:spLocks noChangeArrowheads="1"/>
            </p:cNvSpPr>
            <p:nvPr/>
          </p:nvSpPr>
          <p:spPr bwMode="auto">
            <a:xfrm>
              <a:off x="4005" y="1440"/>
              <a:ext cx="150" cy="4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zh-CN" sz="2800">
                <a:solidFill>
                  <a:srgbClr val="000000"/>
                </a:solidFill>
              </a:endParaRPr>
            </a:p>
          </p:txBody>
        </p:sp>
        <mc:AlternateContent xmlns:mc="http://schemas.openxmlformats.org/markup-compatibility/2006" xmlns:a14="http://schemas.microsoft.com/office/drawing/2010/main">
          <mc:Choice Requires="a14">
            <p:sp>
              <p:nvSpPr>
                <p:cNvPr id="9" name="Object 56">
                  <a:extLst>
                    <a:ext uri="{FF2B5EF4-FFF2-40B4-BE49-F238E27FC236}">
                      <a16:creationId xmlns:a16="http://schemas.microsoft.com/office/drawing/2014/main" id="{FE4060BD-F22E-4355-B7A2-F22CD465829F}"/>
                    </a:ext>
                  </a:extLst>
                </p:cNvPr>
                <p:cNvSpPr txBox="1"/>
                <p:nvPr/>
              </p:nvSpPr>
              <p:spPr bwMode="auto">
                <a:xfrm>
                  <a:off x="4267" y="1412"/>
                  <a:ext cx="256" cy="336"/>
                </a:xfrm>
                <a:prstGeom prst="rect">
                  <a:avLst/>
                </a:prstGeom>
                <a:noFill/>
                <a:ln>
                  <a:noFill/>
                </a:ln>
                <a:effectLst/>
              </p:spPr>
              <p:txBody>
                <a:bodyPr>
                  <a:noAutofit/>
                </a:bodyPr>
                <a:lstStyle/>
                <a:p>
                  <a:pPr/>
                  <a14:m>
                    <m:oMathPara xmlns:m="http://schemas.openxmlformats.org/officeDocument/2006/math">
                      <m:oMathParaPr>
                        <m:jc m:val="centerGroup"/>
                      </m:oMathParaPr>
                      <m:oMath xmlns:m="http://schemas.openxmlformats.org/officeDocument/2006/math">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𝑞</m:t>
                            </m:r>
                          </m:e>
                          <m:sub>
                            <m:r>
                              <a:rPr lang="en-US" sz="2800" i="1">
                                <a:solidFill>
                                  <a:srgbClr val="000000"/>
                                </a:solidFill>
                                <a:latin typeface="Cambria Math" panose="02040503050406030204" pitchFamily="18" charset="0"/>
                              </a:rPr>
                              <m:t>2</m:t>
                            </m:r>
                          </m:sub>
                        </m:sSub>
                      </m:oMath>
                    </m:oMathPara>
                  </a14:m>
                  <a:endParaRPr lang="en-US" sz="2800"/>
                </a:p>
              </p:txBody>
            </p:sp>
          </mc:Choice>
          <mc:Fallback xmlns="">
            <p:sp>
              <p:nvSpPr>
                <p:cNvPr id="9" name="Object 56">
                  <a:extLst>
                    <a:ext uri="{FF2B5EF4-FFF2-40B4-BE49-F238E27FC236}">
                      <a16:creationId xmlns:a16="http://schemas.microsoft.com/office/drawing/2014/main" id="{FE4060BD-F22E-4355-B7A2-F22CD465829F}"/>
                    </a:ext>
                  </a:extLst>
                </p:cNvPr>
                <p:cNvSpPr txBox="1">
                  <a:spLocks noRot="1" noChangeAspect="1" noMove="1" noResize="1" noEditPoints="1" noAdjustHandles="1" noChangeArrowheads="1" noChangeShapeType="1" noTextEdit="1"/>
                </p:cNvSpPr>
                <p:nvPr/>
              </p:nvSpPr>
              <p:spPr bwMode="auto">
                <a:xfrm>
                  <a:off x="4267" y="1412"/>
                  <a:ext cx="256" cy="336"/>
                </a:xfrm>
                <a:prstGeom prst="rect">
                  <a:avLst/>
                </a:prstGeom>
                <a:blipFill>
                  <a:blip r:embed="rId5"/>
                  <a:stretch>
                    <a:fillRect r="-13462"/>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Object 57">
                  <a:extLst>
                    <a:ext uri="{FF2B5EF4-FFF2-40B4-BE49-F238E27FC236}">
                      <a16:creationId xmlns:a16="http://schemas.microsoft.com/office/drawing/2014/main" id="{63DFC111-2CB9-406B-A7BD-3A3D54EB3312}"/>
                    </a:ext>
                  </a:extLst>
                </p:cNvPr>
                <p:cNvSpPr txBox="1"/>
                <p:nvPr/>
              </p:nvSpPr>
              <p:spPr bwMode="auto">
                <a:xfrm>
                  <a:off x="4416" y="1942"/>
                  <a:ext cx="261" cy="394"/>
                </a:xfrm>
                <a:prstGeom prst="rect">
                  <a:avLst/>
                </a:prstGeom>
                <a:noFill/>
                <a:ln>
                  <a:noFill/>
                </a:ln>
                <a:effectLst/>
              </p:spPr>
              <p:txBody>
                <a:bodyPr>
                  <a:noAutofit/>
                </a:bodyPr>
                <a:lstStyle/>
                <a:p>
                  <a:pPr/>
                  <a14:m>
                    <m:oMathPara xmlns:m="http://schemas.openxmlformats.org/officeDocument/2006/math">
                      <m:oMathParaPr>
                        <m:jc m:val="centerGroup"/>
                      </m:oMathParaPr>
                      <m:oMath xmlns:m="http://schemas.openxmlformats.org/officeDocument/2006/math">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𝑞</m:t>
                            </m:r>
                          </m:e>
                          <m:sub>
                            <m:r>
                              <a:rPr lang="en-US" sz="2800" i="1">
                                <a:solidFill>
                                  <a:srgbClr val="000000"/>
                                </a:solidFill>
                                <a:latin typeface="Cambria Math" panose="02040503050406030204" pitchFamily="18" charset="0"/>
                              </a:rPr>
                              <m:t>𝑖</m:t>
                            </m:r>
                          </m:sub>
                        </m:sSub>
                      </m:oMath>
                    </m:oMathPara>
                  </a14:m>
                  <a:endParaRPr lang="en-US" sz="2800" dirty="0"/>
                </a:p>
              </p:txBody>
            </p:sp>
          </mc:Choice>
          <mc:Fallback xmlns="">
            <p:sp>
              <p:nvSpPr>
                <p:cNvPr id="10" name="Object 57">
                  <a:extLst>
                    <a:ext uri="{FF2B5EF4-FFF2-40B4-BE49-F238E27FC236}">
                      <a16:creationId xmlns:a16="http://schemas.microsoft.com/office/drawing/2014/main" id="{63DFC111-2CB9-406B-A7BD-3A3D54EB3312}"/>
                    </a:ext>
                  </a:extLst>
                </p:cNvPr>
                <p:cNvSpPr txBox="1">
                  <a:spLocks noRot="1" noChangeAspect="1" noMove="1" noResize="1" noEditPoints="1" noAdjustHandles="1" noChangeArrowheads="1" noChangeShapeType="1" noTextEdit="1"/>
                </p:cNvSpPr>
                <p:nvPr/>
              </p:nvSpPr>
              <p:spPr bwMode="auto">
                <a:xfrm>
                  <a:off x="4416" y="1942"/>
                  <a:ext cx="261" cy="394"/>
                </a:xfrm>
                <a:prstGeom prst="rect">
                  <a:avLst/>
                </a:prstGeom>
                <a:blipFill>
                  <a:blip r:embed="rId6"/>
                  <a:stretch>
                    <a:fillRect r="-11321"/>
                  </a:stretch>
                </a:blipFill>
                <a:ln>
                  <a:noFill/>
                </a:ln>
                <a:effectLst/>
              </p:spPr>
              <p:txBody>
                <a:bodyPr/>
                <a:lstStyle/>
                <a:p>
                  <a:r>
                    <a:rPr lang="zh-CN" altLang="en-US">
                      <a:noFill/>
                    </a:rPr>
                    <a:t> </a:t>
                  </a:r>
                </a:p>
              </p:txBody>
            </p:sp>
          </mc:Fallback>
        </mc:AlternateContent>
        <p:sp>
          <p:nvSpPr>
            <p:cNvPr id="11" name="Text Box 58">
              <a:extLst>
                <a:ext uri="{FF2B5EF4-FFF2-40B4-BE49-F238E27FC236}">
                  <a16:creationId xmlns:a16="http://schemas.microsoft.com/office/drawing/2014/main" id="{98A5FB42-8132-4C39-9640-BA694FAFA49B}"/>
                </a:ext>
              </a:extLst>
            </p:cNvPr>
            <p:cNvSpPr txBox="1">
              <a:spLocks noChangeArrowheads="1"/>
            </p:cNvSpPr>
            <p:nvPr/>
          </p:nvSpPr>
          <p:spPr bwMode="auto">
            <a:xfrm>
              <a:off x="3757" y="1623"/>
              <a:ext cx="223" cy="4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800">
                  <a:solidFill>
                    <a:srgbClr val="000000"/>
                  </a:solidFill>
                </a:rPr>
                <a:t>.</a:t>
              </a:r>
            </a:p>
          </p:txBody>
        </p:sp>
        <p:sp>
          <p:nvSpPr>
            <p:cNvPr id="12" name="Text Box 59">
              <a:extLst>
                <a:ext uri="{FF2B5EF4-FFF2-40B4-BE49-F238E27FC236}">
                  <a16:creationId xmlns:a16="http://schemas.microsoft.com/office/drawing/2014/main" id="{80AFBDEA-1CE8-42FC-9EB5-A2C67FB7987C}"/>
                </a:ext>
              </a:extLst>
            </p:cNvPr>
            <p:cNvSpPr txBox="1">
              <a:spLocks noChangeArrowheads="1"/>
            </p:cNvSpPr>
            <p:nvPr/>
          </p:nvSpPr>
          <p:spPr bwMode="auto">
            <a:xfrm>
              <a:off x="4677" y="1694"/>
              <a:ext cx="223" cy="4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800">
                  <a:solidFill>
                    <a:srgbClr val="000000"/>
                  </a:solidFill>
                </a:rPr>
                <a:t>.</a:t>
              </a:r>
            </a:p>
          </p:txBody>
        </p:sp>
        <p:sp>
          <p:nvSpPr>
            <p:cNvPr id="13" name="Text Box 60">
              <a:extLst>
                <a:ext uri="{FF2B5EF4-FFF2-40B4-BE49-F238E27FC236}">
                  <a16:creationId xmlns:a16="http://schemas.microsoft.com/office/drawing/2014/main" id="{76E15D6F-FC54-4A4F-B025-33F3E0F9B255}"/>
                </a:ext>
              </a:extLst>
            </p:cNvPr>
            <p:cNvSpPr txBox="1">
              <a:spLocks noChangeArrowheads="1"/>
            </p:cNvSpPr>
            <p:nvPr/>
          </p:nvSpPr>
          <p:spPr bwMode="auto">
            <a:xfrm>
              <a:off x="4293" y="1901"/>
              <a:ext cx="223" cy="4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800">
                  <a:solidFill>
                    <a:srgbClr val="000000"/>
                  </a:solidFill>
                </a:rPr>
                <a:t>.</a:t>
              </a:r>
            </a:p>
          </p:txBody>
        </p:sp>
        <p:sp>
          <p:nvSpPr>
            <p:cNvPr id="14" name="Text Box 61">
              <a:extLst>
                <a:ext uri="{FF2B5EF4-FFF2-40B4-BE49-F238E27FC236}">
                  <a16:creationId xmlns:a16="http://schemas.microsoft.com/office/drawing/2014/main" id="{F0914A78-881A-48A7-9B21-EF4C12FB3667}"/>
                </a:ext>
              </a:extLst>
            </p:cNvPr>
            <p:cNvSpPr txBox="1">
              <a:spLocks noChangeArrowheads="1"/>
            </p:cNvSpPr>
            <p:nvPr/>
          </p:nvSpPr>
          <p:spPr bwMode="auto">
            <a:xfrm>
              <a:off x="3785" y="2006"/>
              <a:ext cx="223" cy="4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800">
                  <a:solidFill>
                    <a:srgbClr val="000000"/>
                  </a:solidFill>
                </a:rPr>
                <a:t>.</a:t>
              </a:r>
            </a:p>
          </p:txBody>
        </p:sp>
        <p:sp>
          <p:nvSpPr>
            <p:cNvPr id="15" name="Text Box 62">
              <a:extLst>
                <a:ext uri="{FF2B5EF4-FFF2-40B4-BE49-F238E27FC236}">
                  <a16:creationId xmlns:a16="http://schemas.microsoft.com/office/drawing/2014/main" id="{04374355-DC14-4F97-9E30-FBCF55918EAB}"/>
                </a:ext>
              </a:extLst>
            </p:cNvPr>
            <p:cNvSpPr txBox="1">
              <a:spLocks noChangeArrowheads="1"/>
            </p:cNvSpPr>
            <p:nvPr/>
          </p:nvSpPr>
          <p:spPr bwMode="auto">
            <a:xfrm>
              <a:off x="3235" y="1146"/>
              <a:ext cx="223" cy="4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800">
                  <a:solidFill>
                    <a:srgbClr val="000000"/>
                  </a:solidFill>
                </a:rPr>
                <a:t>.</a:t>
              </a:r>
            </a:p>
          </p:txBody>
        </p:sp>
        <p:sp>
          <p:nvSpPr>
            <p:cNvPr id="16" name="Text Box 63">
              <a:extLst>
                <a:ext uri="{FF2B5EF4-FFF2-40B4-BE49-F238E27FC236}">
                  <a16:creationId xmlns:a16="http://schemas.microsoft.com/office/drawing/2014/main" id="{E1EBC5E3-037D-4650-B3D7-2D42C36EC398}"/>
                </a:ext>
              </a:extLst>
            </p:cNvPr>
            <p:cNvSpPr txBox="1">
              <a:spLocks noChangeArrowheads="1"/>
            </p:cNvSpPr>
            <p:nvPr/>
          </p:nvSpPr>
          <p:spPr bwMode="auto">
            <a:xfrm>
              <a:off x="3238" y="2160"/>
              <a:ext cx="223" cy="4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800">
                  <a:solidFill>
                    <a:srgbClr val="000000"/>
                  </a:solidFill>
                </a:rPr>
                <a:t>.</a:t>
              </a:r>
            </a:p>
          </p:txBody>
        </p:sp>
        <p:sp>
          <p:nvSpPr>
            <p:cNvPr id="17" name="Text Box 64">
              <a:extLst>
                <a:ext uri="{FF2B5EF4-FFF2-40B4-BE49-F238E27FC236}">
                  <a16:creationId xmlns:a16="http://schemas.microsoft.com/office/drawing/2014/main" id="{1102C83D-E6FB-4BBD-AA6B-CAC114607F01}"/>
                </a:ext>
              </a:extLst>
            </p:cNvPr>
            <p:cNvSpPr txBox="1">
              <a:spLocks noChangeArrowheads="1"/>
            </p:cNvSpPr>
            <p:nvPr/>
          </p:nvSpPr>
          <p:spPr bwMode="auto">
            <a:xfrm>
              <a:off x="4822" y="2342"/>
              <a:ext cx="223" cy="4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800">
                  <a:solidFill>
                    <a:srgbClr val="000000"/>
                  </a:solidFill>
                </a:rPr>
                <a:t>.</a:t>
              </a:r>
            </a:p>
          </p:txBody>
        </p:sp>
        <p:sp>
          <p:nvSpPr>
            <p:cNvPr id="18" name="Text Box 65">
              <a:extLst>
                <a:ext uri="{FF2B5EF4-FFF2-40B4-BE49-F238E27FC236}">
                  <a16:creationId xmlns:a16="http://schemas.microsoft.com/office/drawing/2014/main" id="{5B634E64-6FF6-4A4E-A58F-FD74A751004F}"/>
                </a:ext>
              </a:extLst>
            </p:cNvPr>
            <p:cNvSpPr txBox="1">
              <a:spLocks noChangeArrowheads="1"/>
            </p:cNvSpPr>
            <p:nvPr/>
          </p:nvSpPr>
          <p:spPr bwMode="auto">
            <a:xfrm>
              <a:off x="5001" y="1078"/>
              <a:ext cx="223" cy="4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800">
                  <a:solidFill>
                    <a:srgbClr val="000000"/>
                  </a:solidFill>
                </a:rPr>
                <a:t>.</a:t>
              </a:r>
            </a:p>
          </p:txBody>
        </p:sp>
        <p:sp>
          <p:nvSpPr>
            <p:cNvPr id="19" name="Text Box 66">
              <a:extLst>
                <a:ext uri="{FF2B5EF4-FFF2-40B4-BE49-F238E27FC236}">
                  <a16:creationId xmlns:a16="http://schemas.microsoft.com/office/drawing/2014/main" id="{52D60BCC-2B12-4369-8CAE-B8BE957125C1}"/>
                </a:ext>
              </a:extLst>
            </p:cNvPr>
            <p:cNvSpPr txBox="1">
              <a:spLocks noChangeArrowheads="1"/>
            </p:cNvSpPr>
            <p:nvPr/>
          </p:nvSpPr>
          <p:spPr bwMode="auto">
            <a:xfrm>
              <a:off x="5013" y="2045"/>
              <a:ext cx="223" cy="4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800">
                  <a:solidFill>
                    <a:srgbClr val="000000"/>
                  </a:solidFill>
                </a:rPr>
                <a:t>.</a:t>
              </a:r>
            </a:p>
          </p:txBody>
        </p:sp>
        <mc:AlternateContent xmlns:mc="http://schemas.openxmlformats.org/markup-compatibility/2006" xmlns:a14="http://schemas.microsoft.com/office/drawing/2010/main">
          <mc:Choice Requires="a14">
            <p:sp>
              <p:nvSpPr>
                <p:cNvPr id="20" name="Object 67">
                  <a:extLst>
                    <a:ext uri="{FF2B5EF4-FFF2-40B4-BE49-F238E27FC236}">
                      <a16:creationId xmlns:a16="http://schemas.microsoft.com/office/drawing/2014/main" id="{49A4C88F-7CA0-4A24-ADA5-E2105FBAC95C}"/>
                    </a:ext>
                  </a:extLst>
                </p:cNvPr>
                <p:cNvSpPr txBox="1"/>
                <p:nvPr/>
              </p:nvSpPr>
              <p:spPr bwMode="auto">
                <a:xfrm>
                  <a:off x="3344" y="1160"/>
                  <a:ext cx="262" cy="365"/>
                </a:xfrm>
                <a:prstGeom prst="rect">
                  <a:avLst/>
                </a:prstGeom>
                <a:noFill/>
                <a:ln>
                  <a:noFill/>
                </a:ln>
                <a:effectLst/>
              </p:spPr>
              <p:txBody>
                <a:bodyPr>
                  <a:noAutofit/>
                </a:bodyPr>
                <a:lstStyle/>
                <a:p>
                  <a:pPr/>
                  <a14:m>
                    <m:oMathPara xmlns:m="http://schemas.openxmlformats.org/officeDocument/2006/math">
                      <m:oMathParaPr>
                        <m:jc m:val="centerGroup"/>
                      </m:oMathParaPr>
                      <m:oMath xmlns:m="http://schemas.openxmlformats.org/officeDocument/2006/math">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𝑞</m:t>
                            </m:r>
                          </m:e>
                          <m:sub>
                            <m:r>
                              <a:rPr lang="en-US" sz="2800" i="1">
                                <a:solidFill>
                                  <a:srgbClr val="000000"/>
                                </a:solidFill>
                                <a:latin typeface="Cambria Math" panose="02040503050406030204" pitchFamily="18" charset="0"/>
                              </a:rPr>
                              <m:t>3</m:t>
                            </m:r>
                          </m:sub>
                        </m:sSub>
                      </m:oMath>
                    </m:oMathPara>
                  </a14:m>
                  <a:endParaRPr lang="en-US" sz="2800"/>
                </a:p>
              </p:txBody>
            </p:sp>
          </mc:Choice>
          <mc:Fallback xmlns="">
            <p:sp>
              <p:nvSpPr>
                <p:cNvPr id="20" name="Object 67">
                  <a:extLst>
                    <a:ext uri="{FF2B5EF4-FFF2-40B4-BE49-F238E27FC236}">
                      <a16:creationId xmlns:a16="http://schemas.microsoft.com/office/drawing/2014/main" id="{49A4C88F-7CA0-4A24-ADA5-E2105FBAC95C}"/>
                    </a:ext>
                  </a:extLst>
                </p:cNvPr>
                <p:cNvSpPr txBox="1">
                  <a:spLocks noRot="1" noChangeAspect="1" noMove="1" noResize="1" noEditPoints="1" noAdjustHandles="1" noChangeArrowheads="1" noChangeShapeType="1" noTextEdit="1"/>
                </p:cNvSpPr>
                <p:nvPr/>
              </p:nvSpPr>
              <p:spPr bwMode="auto">
                <a:xfrm>
                  <a:off x="3344" y="1160"/>
                  <a:ext cx="262" cy="365"/>
                </a:xfrm>
                <a:prstGeom prst="rect">
                  <a:avLst/>
                </a:prstGeom>
                <a:blipFill>
                  <a:blip r:embed="rId7"/>
                  <a:stretch>
                    <a:fillRect r="-13208"/>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Object 68">
                  <a:extLst>
                    <a:ext uri="{FF2B5EF4-FFF2-40B4-BE49-F238E27FC236}">
                      <a16:creationId xmlns:a16="http://schemas.microsoft.com/office/drawing/2014/main" id="{CB641C8D-80F4-4C6C-9A5A-F4250EBD7F42}"/>
                    </a:ext>
                  </a:extLst>
                </p:cNvPr>
                <p:cNvSpPr txBox="1"/>
                <p:nvPr/>
              </p:nvSpPr>
              <p:spPr bwMode="auto">
                <a:xfrm>
                  <a:off x="3343" y="2242"/>
                  <a:ext cx="264" cy="347"/>
                </a:xfrm>
                <a:prstGeom prst="rect">
                  <a:avLst/>
                </a:prstGeom>
                <a:noFill/>
                <a:ln>
                  <a:noFill/>
                </a:ln>
                <a:effectLst/>
              </p:spPr>
              <p:txBody>
                <a:bodyPr>
                  <a:noAutofit/>
                </a:bodyPr>
                <a:lstStyle/>
                <a:p>
                  <a:pPr/>
                  <a14:m>
                    <m:oMathPara xmlns:m="http://schemas.openxmlformats.org/officeDocument/2006/math">
                      <m:oMathParaPr>
                        <m:jc m:val="centerGroup"/>
                      </m:oMathParaPr>
                      <m:oMath xmlns:m="http://schemas.openxmlformats.org/officeDocument/2006/math">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𝑞</m:t>
                            </m:r>
                          </m:e>
                          <m:sub>
                            <m:r>
                              <a:rPr lang="en-US" sz="2800" i="1">
                                <a:solidFill>
                                  <a:srgbClr val="000000"/>
                                </a:solidFill>
                                <a:latin typeface="Cambria Math" panose="02040503050406030204" pitchFamily="18" charset="0"/>
                              </a:rPr>
                              <m:t>4</m:t>
                            </m:r>
                          </m:sub>
                        </m:sSub>
                      </m:oMath>
                    </m:oMathPara>
                  </a14:m>
                  <a:endParaRPr lang="en-US" sz="2800"/>
                </a:p>
              </p:txBody>
            </p:sp>
          </mc:Choice>
          <mc:Fallback xmlns="">
            <p:sp>
              <p:nvSpPr>
                <p:cNvPr id="21" name="Object 68">
                  <a:extLst>
                    <a:ext uri="{FF2B5EF4-FFF2-40B4-BE49-F238E27FC236}">
                      <a16:creationId xmlns:a16="http://schemas.microsoft.com/office/drawing/2014/main" id="{CB641C8D-80F4-4C6C-9A5A-F4250EBD7F42}"/>
                    </a:ext>
                  </a:extLst>
                </p:cNvPr>
                <p:cNvSpPr txBox="1">
                  <a:spLocks noRot="1" noChangeAspect="1" noMove="1" noResize="1" noEditPoints="1" noAdjustHandles="1" noChangeArrowheads="1" noChangeShapeType="1" noTextEdit="1"/>
                </p:cNvSpPr>
                <p:nvPr/>
              </p:nvSpPr>
              <p:spPr bwMode="auto">
                <a:xfrm>
                  <a:off x="3343" y="2242"/>
                  <a:ext cx="264" cy="347"/>
                </a:xfrm>
                <a:prstGeom prst="rect">
                  <a:avLst/>
                </a:prstGeom>
                <a:blipFill>
                  <a:blip r:embed="rId8"/>
                  <a:stretch>
                    <a:fillRect r="-11111"/>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Object 69">
                  <a:extLst>
                    <a:ext uri="{FF2B5EF4-FFF2-40B4-BE49-F238E27FC236}">
                      <a16:creationId xmlns:a16="http://schemas.microsoft.com/office/drawing/2014/main" id="{3538257F-6D08-4906-8B10-2D3646316685}"/>
                    </a:ext>
                  </a:extLst>
                </p:cNvPr>
                <p:cNvSpPr txBox="1"/>
                <p:nvPr/>
              </p:nvSpPr>
              <p:spPr bwMode="auto">
                <a:xfrm>
                  <a:off x="5160" y="1134"/>
                  <a:ext cx="260" cy="335"/>
                </a:xfrm>
                <a:prstGeom prst="rect">
                  <a:avLst/>
                </a:prstGeom>
                <a:noFill/>
                <a:ln>
                  <a:noFill/>
                </a:ln>
                <a:effectLst/>
              </p:spPr>
              <p:txBody>
                <a:bodyPr>
                  <a:noAutofit/>
                </a:bodyPr>
                <a:lstStyle/>
                <a:p>
                  <a:pPr/>
                  <a14:m>
                    <m:oMathPara xmlns:m="http://schemas.openxmlformats.org/officeDocument/2006/math">
                      <m:oMathParaPr>
                        <m:jc m:val="centerGroup"/>
                      </m:oMathParaPr>
                      <m:oMath xmlns:m="http://schemas.openxmlformats.org/officeDocument/2006/math">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𝑞</m:t>
                            </m:r>
                          </m:e>
                          <m:sub>
                            <m:r>
                              <a:rPr lang="en-US" sz="2800" i="1">
                                <a:solidFill>
                                  <a:srgbClr val="000000"/>
                                </a:solidFill>
                                <a:latin typeface="Cambria Math" panose="02040503050406030204" pitchFamily="18" charset="0"/>
                              </a:rPr>
                              <m:t>𝑛</m:t>
                            </m:r>
                          </m:sub>
                        </m:sSub>
                      </m:oMath>
                    </m:oMathPara>
                  </a14:m>
                  <a:endParaRPr lang="en-US" sz="2800" dirty="0"/>
                </a:p>
              </p:txBody>
            </p:sp>
          </mc:Choice>
          <mc:Fallback xmlns="">
            <p:sp>
              <p:nvSpPr>
                <p:cNvPr id="22" name="Object 69">
                  <a:extLst>
                    <a:ext uri="{FF2B5EF4-FFF2-40B4-BE49-F238E27FC236}">
                      <a16:creationId xmlns:a16="http://schemas.microsoft.com/office/drawing/2014/main" id="{3538257F-6D08-4906-8B10-2D3646316685}"/>
                    </a:ext>
                  </a:extLst>
                </p:cNvPr>
                <p:cNvSpPr txBox="1">
                  <a:spLocks noRot="1" noChangeAspect="1" noMove="1" noResize="1" noEditPoints="1" noAdjustHandles="1" noChangeArrowheads="1" noChangeShapeType="1" noTextEdit="1"/>
                </p:cNvSpPr>
                <p:nvPr/>
              </p:nvSpPr>
              <p:spPr bwMode="auto">
                <a:xfrm>
                  <a:off x="5160" y="1134"/>
                  <a:ext cx="260" cy="335"/>
                </a:xfrm>
                <a:prstGeom prst="rect">
                  <a:avLst/>
                </a:prstGeom>
                <a:blipFill>
                  <a:blip r:embed="rId9"/>
                  <a:stretch>
                    <a:fillRect r="-38462" b="-11765"/>
                  </a:stretch>
                </a:blipFill>
                <a:ln>
                  <a:noFill/>
                </a:ln>
                <a:effectLst/>
              </p:spPr>
              <p:txBody>
                <a:bodyPr/>
                <a:lstStyle/>
                <a:p>
                  <a:r>
                    <a:rPr lang="zh-CN" altLang="en-US">
                      <a:noFill/>
                    </a:rPr>
                    <a:t> </a:t>
                  </a:r>
                </a:p>
              </p:txBody>
            </p:sp>
          </mc:Fallback>
        </mc:AlternateContent>
        <p:sp>
          <p:nvSpPr>
            <p:cNvPr id="23" name="Text Box 70">
              <a:extLst>
                <a:ext uri="{FF2B5EF4-FFF2-40B4-BE49-F238E27FC236}">
                  <a16:creationId xmlns:a16="http://schemas.microsoft.com/office/drawing/2014/main" id="{6F3BF909-ED1B-4636-8146-F936F9942E94}"/>
                </a:ext>
              </a:extLst>
            </p:cNvPr>
            <p:cNvSpPr txBox="1">
              <a:spLocks noChangeArrowheads="1"/>
            </p:cNvSpPr>
            <p:nvPr/>
          </p:nvSpPr>
          <p:spPr bwMode="auto">
            <a:xfrm>
              <a:off x="4495" y="1046"/>
              <a:ext cx="223" cy="4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800">
                  <a:solidFill>
                    <a:srgbClr val="000000"/>
                  </a:solidFill>
                </a:rPr>
                <a:t>.</a:t>
              </a:r>
            </a:p>
          </p:txBody>
        </p:sp>
        <p:sp>
          <p:nvSpPr>
            <p:cNvPr id="24" name="Text Box 71">
              <a:extLst>
                <a:ext uri="{FF2B5EF4-FFF2-40B4-BE49-F238E27FC236}">
                  <a16:creationId xmlns:a16="http://schemas.microsoft.com/office/drawing/2014/main" id="{A6D48C52-E658-4730-AC50-BD1A1A3EB201}"/>
                </a:ext>
              </a:extLst>
            </p:cNvPr>
            <p:cNvSpPr txBox="1">
              <a:spLocks noChangeArrowheads="1"/>
            </p:cNvSpPr>
            <p:nvPr/>
          </p:nvSpPr>
          <p:spPr bwMode="auto">
            <a:xfrm>
              <a:off x="4149" y="1364"/>
              <a:ext cx="223" cy="4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800">
                  <a:solidFill>
                    <a:srgbClr val="000000"/>
                  </a:solidFill>
                </a:rPr>
                <a:t>.</a:t>
              </a:r>
            </a:p>
          </p:txBody>
        </p:sp>
        <p:sp>
          <p:nvSpPr>
            <p:cNvPr id="25" name="Text Box 72">
              <a:extLst>
                <a:ext uri="{FF2B5EF4-FFF2-40B4-BE49-F238E27FC236}">
                  <a16:creationId xmlns:a16="http://schemas.microsoft.com/office/drawing/2014/main" id="{E6D37B4A-C63D-4C53-9683-D86AE6E3AB07}"/>
                </a:ext>
              </a:extLst>
            </p:cNvPr>
            <p:cNvSpPr txBox="1">
              <a:spLocks noChangeArrowheads="1"/>
            </p:cNvSpPr>
            <p:nvPr/>
          </p:nvSpPr>
          <p:spPr bwMode="auto">
            <a:xfrm>
              <a:off x="3957" y="845"/>
              <a:ext cx="223" cy="4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800">
                  <a:solidFill>
                    <a:srgbClr val="000000"/>
                  </a:solidFill>
                </a:rPr>
                <a:t>.</a:t>
              </a:r>
            </a:p>
          </p:txBody>
        </p:sp>
        <p:sp>
          <p:nvSpPr>
            <p:cNvPr id="26" name="Text Box 73">
              <a:extLst>
                <a:ext uri="{FF2B5EF4-FFF2-40B4-BE49-F238E27FC236}">
                  <a16:creationId xmlns:a16="http://schemas.microsoft.com/office/drawing/2014/main" id="{11745CCA-FA71-4EDA-BC66-FB97C0AD1097}"/>
                </a:ext>
              </a:extLst>
            </p:cNvPr>
            <p:cNvSpPr txBox="1">
              <a:spLocks noChangeArrowheads="1"/>
            </p:cNvSpPr>
            <p:nvPr/>
          </p:nvSpPr>
          <p:spPr bwMode="auto">
            <a:xfrm>
              <a:off x="4187" y="2342"/>
              <a:ext cx="223" cy="4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800">
                  <a:solidFill>
                    <a:srgbClr val="000000"/>
                  </a:solidFill>
                </a:rPr>
                <a:t>.</a:t>
              </a:r>
            </a:p>
          </p:txBody>
        </p:sp>
        <mc:AlternateContent xmlns:mc="http://schemas.openxmlformats.org/markup-compatibility/2006" xmlns:a14="http://schemas.microsoft.com/office/drawing/2010/main">
          <mc:Choice Requires="a14">
            <p:sp>
              <p:nvSpPr>
                <p:cNvPr id="27" name="Object 74">
                  <a:extLst>
                    <a:ext uri="{FF2B5EF4-FFF2-40B4-BE49-F238E27FC236}">
                      <a16:creationId xmlns:a16="http://schemas.microsoft.com/office/drawing/2014/main" id="{0F0BB88E-F7FC-4F49-AF20-350124B5D173}"/>
                    </a:ext>
                  </a:extLst>
                </p:cNvPr>
                <p:cNvSpPr txBox="1"/>
                <p:nvPr/>
              </p:nvSpPr>
              <p:spPr bwMode="auto">
                <a:xfrm>
                  <a:off x="4295" y="2404"/>
                  <a:ext cx="264" cy="367"/>
                </a:xfrm>
                <a:prstGeom prst="rect">
                  <a:avLst/>
                </a:prstGeom>
                <a:noFill/>
                <a:ln>
                  <a:noFill/>
                </a:ln>
                <a:effectLst/>
              </p:spPr>
              <p:txBody>
                <a:bodyPr>
                  <a:noAutofit/>
                </a:bodyPr>
                <a:lstStyle/>
                <a:p>
                  <a:pPr/>
                  <a14:m>
                    <m:oMathPara xmlns:m="http://schemas.openxmlformats.org/officeDocument/2006/math">
                      <m:oMathParaPr>
                        <m:jc m:val="centerGroup"/>
                      </m:oMathParaPr>
                      <m:oMath xmlns:m="http://schemas.openxmlformats.org/officeDocument/2006/math">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𝑞</m:t>
                            </m:r>
                          </m:e>
                          <m:sub>
                            <m:r>
                              <a:rPr lang="en-US" sz="2800" i="1">
                                <a:solidFill>
                                  <a:srgbClr val="000000"/>
                                </a:solidFill>
                                <a:latin typeface="Cambria Math" panose="02040503050406030204" pitchFamily="18" charset="0"/>
                              </a:rPr>
                              <m:t>5</m:t>
                            </m:r>
                          </m:sub>
                        </m:sSub>
                      </m:oMath>
                    </m:oMathPara>
                  </a14:m>
                  <a:endParaRPr lang="en-US" sz="2800"/>
                </a:p>
              </p:txBody>
            </p:sp>
          </mc:Choice>
          <mc:Fallback xmlns="">
            <p:sp>
              <p:nvSpPr>
                <p:cNvPr id="27" name="Object 74">
                  <a:extLst>
                    <a:ext uri="{FF2B5EF4-FFF2-40B4-BE49-F238E27FC236}">
                      <a16:creationId xmlns:a16="http://schemas.microsoft.com/office/drawing/2014/main" id="{0F0BB88E-F7FC-4F49-AF20-350124B5D173}"/>
                    </a:ext>
                  </a:extLst>
                </p:cNvPr>
                <p:cNvSpPr txBox="1">
                  <a:spLocks noRot="1" noChangeAspect="1" noMove="1" noResize="1" noEditPoints="1" noAdjustHandles="1" noChangeArrowheads="1" noChangeShapeType="1" noTextEdit="1"/>
                </p:cNvSpPr>
                <p:nvPr/>
              </p:nvSpPr>
              <p:spPr bwMode="auto">
                <a:xfrm>
                  <a:off x="4295" y="2404"/>
                  <a:ext cx="264" cy="367"/>
                </a:xfrm>
                <a:prstGeom prst="rect">
                  <a:avLst/>
                </a:prstGeom>
                <a:blipFill>
                  <a:blip r:embed="rId10"/>
                  <a:stretch>
                    <a:fillRect r="-13208"/>
                  </a:stretch>
                </a:blipFill>
                <a:ln>
                  <a:noFill/>
                </a:ln>
                <a:effectLst/>
              </p:spPr>
              <p:txBody>
                <a:bodyPr/>
                <a:lstStyle/>
                <a:p>
                  <a:r>
                    <a:rPr lang="en-US">
                      <a:noFill/>
                    </a:rPr>
                    <a:t> </a:t>
                  </a:r>
                </a:p>
              </p:txBody>
            </p:sp>
          </mc:Fallback>
        </mc:AlternateContent>
      </p:grpSp>
      <p:sp>
        <p:nvSpPr>
          <p:cNvPr id="32" name="Rectangle 85">
            <a:extLst>
              <a:ext uri="{FF2B5EF4-FFF2-40B4-BE49-F238E27FC236}">
                <a16:creationId xmlns:a16="http://schemas.microsoft.com/office/drawing/2014/main" id="{189B05E6-73E5-4724-ABFE-7833A8238E75}"/>
              </a:ext>
            </a:extLst>
          </p:cNvPr>
          <p:cNvSpPr>
            <a:spLocks noChangeArrowheads="1"/>
          </p:cNvSpPr>
          <p:nvPr/>
        </p:nvSpPr>
        <p:spPr bwMode="auto">
          <a:xfrm>
            <a:off x="1502637" y="2540955"/>
            <a:ext cx="579437" cy="604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buFontTx/>
              <a:buNone/>
            </a:pPr>
            <a:r>
              <a:rPr lang="en-US" altLang="zh-CN" sz="2800" dirty="0">
                <a:solidFill>
                  <a:srgbClr val="2D23A9"/>
                </a:solidFill>
              </a:rPr>
              <a:t>. </a:t>
            </a:r>
            <a:r>
              <a:rPr lang="en-US" altLang="zh-CN" sz="2800" i="1" dirty="0">
                <a:solidFill>
                  <a:srgbClr val="2D23A9"/>
                </a:solidFill>
              </a:rPr>
              <a:t>P</a:t>
            </a:r>
          </a:p>
        </p:txBody>
      </p:sp>
      <p:sp>
        <p:nvSpPr>
          <p:cNvPr id="34" name="Text Box 6">
            <a:extLst>
              <a:ext uri="{FF2B5EF4-FFF2-40B4-BE49-F238E27FC236}">
                <a16:creationId xmlns:a16="http://schemas.microsoft.com/office/drawing/2014/main" id="{6571E9C2-57F5-485C-B10B-D68011D2D8DE}"/>
              </a:ext>
            </a:extLst>
          </p:cNvPr>
          <p:cNvSpPr txBox="1">
            <a:spLocks noChangeArrowheads="1"/>
          </p:cNvSpPr>
          <p:nvPr/>
        </p:nvSpPr>
        <p:spPr bwMode="auto">
          <a:xfrm>
            <a:off x="949633" y="3664326"/>
            <a:ext cx="4874472" cy="6498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457200" indent="-457200" eaLnBrk="1" hangingPunct="1">
              <a:lnSpc>
                <a:spcPct val="120000"/>
              </a:lnSpc>
              <a:spcBef>
                <a:spcPct val="50000"/>
              </a:spcBef>
              <a:buFont typeface="Wingdings" panose="05000000000000000000" pitchFamily="2" charset="2"/>
              <a:buChar char="q"/>
            </a:pPr>
            <a:r>
              <a:rPr lang="zh-CN" altLang="en-US" b="1" dirty="0">
                <a:solidFill>
                  <a:srgbClr val="0066FF"/>
                </a:solidFill>
                <a:latin typeface="华文楷体" panose="02010600040101010101" pitchFamily="2" charset="-122"/>
                <a:ea typeface="华文楷体" panose="02010600040101010101" pitchFamily="2" charset="-122"/>
              </a:rPr>
              <a:t>任意带电体的电势</a:t>
            </a:r>
          </a:p>
        </p:txBody>
      </p:sp>
      <mc:AlternateContent xmlns:mc="http://schemas.openxmlformats.org/markup-compatibility/2006">
        <mc:Choice xmlns:a14="http://schemas.microsoft.com/office/drawing/2010/main" Requires="a14">
          <p:sp>
            <p:nvSpPr>
              <p:cNvPr id="62" name="矩形 61">
                <a:extLst>
                  <a:ext uri="{FF2B5EF4-FFF2-40B4-BE49-F238E27FC236}">
                    <a16:creationId xmlns:a16="http://schemas.microsoft.com/office/drawing/2014/main" id="{29CE5C63-AA16-4FE1-99AB-EFB89593F770}"/>
                  </a:ext>
                </a:extLst>
              </p:cNvPr>
              <p:cNvSpPr/>
              <p:nvPr/>
            </p:nvSpPr>
            <p:spPr>
              <a:xfrm>
                <a:off x="4065069" y="4564367"/>
                <a:ext cx="2208833" cy="1351780"/>
              </a:xfrm>
              <a:prstGeom prst="rect">
                <a:avLst/>
              </a:prstGeom>
            </p:spPr>
            <p:txBody>
              <a:bodyPr wrap="square">
                <a:spAutoFit/>
              </a:bodyPr>
              <a:lstStyle/>
              <a:p>
                <a:pPr>
                  <a:lnSpc>
                    <a:spcPct val="120000"/>
                  </a:lnSpc>
                </a:pPr>
                <a14:m>
                  <m:oMathPara xmlns:m="http://schemas.openxmlformats.org/officeDocument/2006/math">
                    <m:oMathParaPr>
                      <m:jc m:val="centerGroup"/>
                    </m:oMathParaPr>
                    <m:oMath xmlns:m="http://schemas.openxmlformats.org/officeDocument/2006/math">
                      <m:r>
                        <a:rPr lang="zh-CN" altLang="en-US" sz="2600" b="1" i="1" smtClean="0">
                          <a:solidFill>
                            <a:srgbClr val="FF0000"/>
                          </a:solidFill>
                          <a:latin typeface="Cambria Math" panose="02040503050406030204" pitchFamily="18" charset="0"/>
                        </a:rPr>
                        <m:t>𝝋</m:t>
                      </m:r>
                      <m:r>
                        <a:rPr lang="en-US" altLang="zh-CN" sz="2600" b="1" i="1" smtClean="0">
                          <a:solidFill>
                            <a:srgbClr val="FF0000"/>
                          </a:solidFill>
                          <a:latin typeface="Cambria Math" panose="02040503050406030204" pitchFamily="18" charset="0"/>
                        </a:rPr>
                        <m:t>=</m:t>
                      </m:r>
                      <m:nary>
                        <m:naryPr>
                          <m:limLoc m:val="undOvr"/>
                          <m:subHide m:val="on"/>
                          <m:supHide m:val="on"/>
                          <m:ctrlPr>
                            <a:rPr lang="en-US" altLang="zh-CN" sz="2600" b="1" i="1">
                              <a:solidFill>
                                <a:srgbClr val="FF0000"/>
                              </a:solidFill>
                              <a:latin typeface="Cambria Math" panose="02040503050406030204" pitchFamily="18" charset="0"/>
                            </a:rPr>
                          </m:ctrlPr>
                        </m:naryPr>
                        <m:sub/>
                        <m:sup/>
                        <m:e>
                          <m:f>
                            <m:fPr>
                              <m:ctrlPr>
                                <a:rPr lang="en-US" altLang="zh-CN" sz="2600" b="1" i="1">
                                  <a:solidFill>
                                    <a:srgbClr val="FF0000"/>
                                  </a:solidFill>
                                  <a:latin typeface="Cambria Math" panose="02040503050406030204" pitchFamily="18" charset="0"/>
                                  <a:ea typeface="Cambria Math" panose="02040503050406030204" pitchFamily="18" charset="0"/>
                                </a:rPr>
                              </m:ctrlPr>
                            </m:fPr>
                            <m:num>
                              <m:r>
                                <a:rPr lang="en-US" altLang="zh-CN" sz="2600" b="1" i="1" smtClean="0">
                                  <a:solidFill>
                                    <a:srgbClr val="FF0000"/>
                                  </a:solidFill>
                                  <a:latin typeface="Cambria Math" panose="02040503050406030204" pitchFamily="18" charset="0"/>
                                  <a:ea typeface="Cambria Math" panose="02040503050406030204" pitchFamily="18" charset="0"/>
                                </a:rPr>
                                <m:t>𝒅𝒒</m:t>
                              </m:r>
                            </m:num>
                            <m:den>
                              <m:r>
                                <a:rPr lang="en-US" altLang="zh-CN" sz="2600" b="1" i="1" smtClean="0">
                                  <a:solidFill>
                                    <a:srgbClr val="FF0000"/>
                                  </a:solidFill>
                                  <a:latin typeface="Cambria Math" panose="02040503050406030204" pitchFamily="18" charset="0"/>
                                  <a:ea typeface="Cambria Math" panose="02040503050406030204" pitchFamily="18" charset="0"/>
                                </a:rPr>
                                <m:t>𝟒</m:t>
                              </m:r>
                              <m:r>
                                <a:rPr lang="zh-CN" altLang="en-US" sz="2600" b="1" i="1" smtClean="0">
                                  <a:solidFill>
                                    <a:srgbClr val="FF0000"/>
                                  </a:solidFill>
                                  <a:latin typeface="Cambria Math" panose="02040503050406030204" pitchFamily="18" charset="0"/>
                                  <a:ea typeface="Cambria Math" panose="02040503050406030204" pitchFamily="18" charset="0"/>
                                </a:rPr>
                                <m:t>𝝅</m:t>
                              </m:r>
                              <m:sSub>
                                <m:sSubPr>
                                  <m:ctrlPr>
                                    <a:rPr lang="en-US" altLang="zh-CN" sz="2600" b="1" i="1">
                                      <a:solidFill>
                                        <a:srgbClr val="FF0000"/>
                                      </a:solidFill>
                                      <a:latin typeface="Cambria Math" panose="02040503050406030204" pitchFamily="18" charset="0"/>
                                      <a:ea typeface="Cambria Math" panose="02040503050406030204" pitchFamily="18" charset="0"/>
                                    </a:rPr>
                                  </m:ctrlPr>
                                </m:sSubPr>
                                <m:e>
                                  <m:r>
                                    <a:rPr lang="zh-CN" altLang="en-US" sz="2600" b="1" i="1" smtClean="0">
                                      <a:solidFill>
                                        <a:srgbClr val="FF0000"/>
                                      </a:solidFill>
                                      <a:latin typeface="Cambria Math" panose="02040503050406030204" pitchFamily="18" charset="0"/>
                                      <a:ea typeface="Cambria Math" panose="02040503050406030204" pitchFamily="18" charset="0"/>
                                    </a:rPr>
                                    <m:t>𝜺</m:t>
                                  </m:r>
                                </m:e>
                                <m:sub>
                                  <m:r>
                                    <a:rPr lang="en-US" altLang="zh-CN" sz="2600" b="1" i="1" smtClean="0">
                                      <a:solidFill>
                                        <a:srgbClr val="FF0000"/>
                                      </a:solidFill>
                                      <a:latin typeface="Cambria Math" panose="02040503050406030204" pitchFamily="18" charset="0"/>
                                      <a:ea typeface="Cambria Math" panose="02040503050406030204" pitchFamily="18" charset="0"/>
                                    </a:rPr>
                                    <m:t>𝟎</m:t>
                                  </m:r>
                                </m:sub>
                              </m:sSub>
                              <m:r>
                                <a:rPr lang="en-US" altLang="zh-CN" sz="2600" b="1" i="1" smtClean="0">
                                  <a:solidFill>
                                    <a:srgbClr val="FF0000"/>
                                  </a:solidFill>
                                  <a:latin typeface="Cambria Math" panose="02040503050406030204" pitchFamily="18" charset="0"/>
                                  <a:ea typeface="Cambria Math" panose="02040503050406030204" pitchFamily="18" charset="0"/>
                                </a:rPr>
                                <m:t>𝒓</m:t>
                              </m:r>
                            </m:den>
                          </m:f>
                        </m:e>
                      </m:nary>
                    </m:oMath>
                  </m:oMathPara>
                </a14:m>
                <a:endParaRPr lang="en-US" sz="2600" dirty="0">
                  <a:solidFill>
                    <a:srgbClr val="FF0000"/>
                  </a:solidFill>
                </a:endParaRPr>
              </a:p>
            </p:txBody>
          </p:sp>
        </mc:Choice>
        <mc:Fallback>
          <p:sp>
            <p:nvSpPr>
              <p:cNvPr id="62" name="矩形 61">
                <a:extLst>
                  <a:ext uri="{FF2B5EF4-FFF2-40B4-BE49-F238E27FC236}">
                    <a16:creationId xmlns:a16="http://schemas.microsoft.com/office/drawing/2014/main" id="{29CE5C63-AA16-4FE1-99AB-EFB89593F770}"/>
                  </a:ext>
                </a:extLst>
              </p:cNvPr>
              <p:cNvSpPr>
                <a:spLocks noRot="1" noChangeAspect="1" noMove="1" noResize="1" noEditPoints="1" noAdjustHandles="1" noChangeArrowheads="1" noChangeShapeType="1" noTextEdit="1"/>
              </p:cNvSpPr>
              <p:nvPr/>
            </p:nvSpPr>
            <p:spPr>
              <a:xfrm>
                <a:off x="4065069" y="4564367"/>
                <a:ext cx="2208833" cy="1351780"/>
              </a:xfrm>
              <a:prstGeom prst="rect">
                <a:avLst/>
              </a:prstGeom>
              <a:blipFill>
                <a:blip r:embed="rId11"/>
                <a:stretch>
                  <a:fillRect/>
                </a:stretch>
              </a:blipFill>
            </p:spPr>
            <p:txBody>
              <a:bodyPr/>
              <a:lstStyle/>
              <a:p>
                <a:r>
                  <a:rPr lang="en-US">
                    <a:noFill/>
                  </a:rPr>
                  <a:t> </a:t>
                </a:r>
              </a:p>
            </p:txBody>
          </p:sp>
        </mc:Fallback>
      </mc:AlternateContent>
      <p:sp>
        <p:nvSpPr>
          <p:cNvPr id="63" name="标题 2">
            <a:extLst>
              <a:ext uri="{FF2B5EF4-FFF2-40B4-BE49-F238E27FC236}">
                <a16:creationId xmlns:a16="http://schemas.microsoft.com/office/drawing/2014/main" id="{6169CF73-E5C5-41F5-AA9D-976622216DEA}"/>
              </a:ext>
            </a:extLst>
          </p:cNvPr>
          <p:cNvSpPr txBox="1">
            <a:spLocks/>
          </p:cNvSpPr>
          <p:nvPr/>
        </p:nvSpPr>
        <p:spPr>
          <a:xfrm>
            <a:off x="821334" y="544043"/>
            <a:ext cx="4779879" cy="70839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571500" indent="-571500">
              <a:lnSpc>
                <a:spcPct val="150000"/>
              </a:lnSpc>
              <a:buFont typeface="Wingdings" panose="05000000000000000000" pitchFamily="2" charset="2"/>
              <a:buChar char="q"/>
            </a:pPr>
            <a:r>
              <a:rPr lang="zh-CN" altLang="en-US" sz="3200" b="1" dirty="0">
                <a:solidFill>
                  <a:srgbClr val="0066FF"/>
                </a:solidFill>
                <a:latin typeface="华文楷体" panose="02010600040101010101" pitchFamily="2" charset="-122"/>
                <a:ea typeface="华文楷体" panose="02010600040101010101" pitchFamily="2" charset="-122"/>
              </a:rPr>
              <a:t>点电荷系的电势</a:t>
            </a:r>
            <a:endParaRPr lang="en-US" altLang="zh-CN" sz="3200" b="1" dirty="0">
              <a:solidFill>
                <a:srgbClr val="0066FF"/>
              </a:solidFill>
              <a:latin typeface="华文楷体" panose="02010600040101010101" pitchFamily="2" charset="-122"/>
              <a:ea typeface="华文楷体" panose="02010600040101010101" pitchFamily="2" charset="-122"/>
            </a:endParaRPr>
          </a:p>
          <a:p>
            <a:pPr marL="571500" indent="-571500">
              <a:lnSpc>
                <a:spcPct val="150000"/>
              </a:lnSpc>
              <a:buFont typeface="Wingdings" panose="05000000000000000000" pitchFamily="2" charset="2"/>
              <a:buChar char="q"/>
            </a:pPr>
            <a:endParaRPr lang="zh-CN" altLang="en-US" sz="3200" b="1" dirty="0">
              <a:solidFill>
                <a:srgbClr val="0066FF"/>
              </a:solidFill>
              <a:latin typeface="华文楷体" panose="02010600040101010101" pitchFamily="2" charset="-122"/>
              <a:ea typeface="华文楷体" panose="02010600040101010101" pitchFamily="2" charset="-122"/>
            </a:endParaRPr>
          </a:p>
        </p:txBody>
      </p:sp>
      <p:grpSp>
        <p:nvGrpSpPr>
          <p:cNvPr id="64" name="Group 47">
            <a:extLst>
              <a:ext uri="{FF2B5EF4-FFF2-40B4-BE49-F238E27FC236}">
                <a16:creationId xmlns:a16="http://schemas.microsoft.com/office/drawing/2014/main" id="{53FD8FED-ABCC-4DDD-9E78-002346612A06}"/>
              </a:ext>
            </a:extLst>
          </p:cNvPr>
          <p:cNvGrpSpPr>
            <a:grpSpLocks/>
          </p:cNvGrpSpPr>
          <p:nvPr/>
        </p:nvGrpSpPr>
        <p:grpSpPr bwMode="auto">
          <a:xfrm>
            <a:off x="1289428" y="4184747"/>
            <a:ext cx="2144827" cy="2389839"/>
            <a:chOff x="386" y="1791"/>
            <a:chExt cx="1541" cy="1793"/>
          </a:xfrm>
        </p:grpSpPr>
        <p:sp>
          <p:nvSpPr>
            <p:cNvPr id="65" name="Freeform 23" descr="浅色上对角线">
              <a:extLst>
                <a:ext uri="{FF2B5EF4-FFF2-40B4-BE49-F238E27FC236}">
                  <a16:creationId xmlns:a16="http://schemas.microsoft.com/office/drawing/2014/main" id="{E9351596-EBDE-408B-B74F-5FFF8EDC2143}"/>
                </a:ext>
              </a:extLst>
            </p:cNvPr>
            <p:cNvSpPr>
              <a:spLocks/>
            </p:cNvSpPr>
            <p:nvPr/>
          </p:nvSpPr>
          <p:spPr bwMode="auto">
            <a:xfrm>
              <a:off x="386" y="2152"/>
              <a:ext cx="1541" cy="618"/>
            </a:xfrm>
            <a:custGeom>
              <a:avLst/>
              <a:gdLst>
                <a:gd name="T0" fmla="*/ 1163 w 1541"/>
                <a:gd name="T1" fmla="*/ 481 h 618"/>
                <a:gd name="T2" fmla="*/ 1021 w 1541"/>
                <a:gd name="T3" fmla="*/ 566 h 618"/>
                <a:gd name="T4" fmla="*/ 284 w 1541"/>
                <a:gd name="T5" fmla="*/ 566 h 618"/>
                <a:gd name="T6" fmla="*/ 57 w 1541"/>
                <a:gd name="T7" fmla="*/ 254 h 618"/>
                <a:gd name="T8" fmla="*/ 624 w 1541"/>
                <a:gd name="T9" fmla="*/ 28 h 618"/>
                <a:gd name="T10" fmla="*/ 1134 w 1541"/>
                <a:gd name="T11" fmla="*/ 84 h 618"/>
                <a:gd name="T12" fmla="*/ 1531 w 1541"/>
                <a:gd name="T13" fmla="*/ 169 h 618"/>
                <a:gd name="T14" fmla="*/ 1163 w 1541"/>
                <a:gd name="T15" fmla="*/ 481 h 618"/>
                <a:gd name="T16" fmla="*/ 0 60000 65536"/>
                <a:gd name="T17" fmla="*/ 0 60000 65536"/>
                <a:gd name="T18" fmla="*/ 0 60000 65536"/>
                <a:gd name="T19" fmla="*/ 0 60000 65536"/>
                <a:gd name="T20" fmla="*/ 0 60000 65536"/>
                <a:gd name="T21" fmla="*/ 0 60000 65536"/>
                <a:gd name="T22" fmla="*/ 0 60000 65536"/>
                <a:gd name="T23" fmla="*/ 0 60000 65536"/>
                <a:gd name="T24" fmla="*/ 0 w 1541"/>
                <a:gd name="T25" fmla="*/ 0 h 618"/>
                <a:gd name="T26" fmla="*/ 1541 w 1541"/>
                <a:gd name="T27" fmla="*/ 618 h 61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541" h="618">
                  <a:moveTo>
                    <a:pt x="1163" y="481"/>
                  </a:moveTo>
                  <a:cubicBezTo>
                    <a:pt x="1078" y="547"/>
                    <a:pt x="1167" y="552"/>
                    <a:pt x="1021" y="566"/>
                  </a:cubicBezTo>
                  <a:cubicBezTo>
                    <a:pt x="875" y="580"/>
                    <a:pt x="445" y="618"/>
                    <a:pt x="284" y="566"/>
                  </a:cubicBezTo>
                  <a:cubicBezTo>
                    <a:pt x="123" y="514"/>
                    <a:pt x="0" y="344"/>
                    <a:pt x="57" y="254"/>
                  </a:cubicBezTo>
                  <a:cubicBezTo>
                    <a:pt x="114" y="164"/>
                    <a:pt x="445" y="56"/>
                    <a:pt x="624" y="28"/>
                  </a:cubicBezTo>
                  <a:cubicBezTo>
                    <a:pt x="803" y="0"/>
                    <a:pt x="983" y="61"/>
                    <a:pt x="1134" y="84"/>
                  </a:cubicBezTo>
                  <a:cubicBezTo>
                    <a:pt x="1285" y="107"/>
                    <a:pt x="1521" y="98"/>
                    <a:pt x="1531" y="169"/>
                  </a:cubicBezTo>
                  <a:cubicBezTo>
                    <a:pt x="1541" y="240"/>
                    <a:pt x="1248" y="415"/>
                    <a:pt x="1163" y="481"/>
                  </a:cubicBezTo>
                  <a:close/>
                </a:path>
              </a:pathLst>
            </a:custGeom>
            <a:pattFill prst="ltUpDiag">
              <a:fgClr>
                <a:schemeClr val="accent1"/>
              </a:fgClr>
              <a:bgClr>
                <a:schemeClr val="bg1"/>
              </a:bgClr>
            </a:pattFill>
            <a:ln w="12699">
              <a:solidFill>
                <a:schemeClr val="tx1"/>
              </a:solidFill>
              <a:round/>
              <a:headEnd type="none" w="sm" len="sm"/>
              <a:tailEnd type="none" w="sm" len="sm"/>
            </a:ln>
          </p:spPr>
          <p:txBody>
            <a:bodyPr/>
            <a:lstStyle/>
            <a:p>
              <a:endParaRPr lang="en-US" sz="2200"/>
            </a:p>
          </p:txBody>
        </p:sp>
        <mc:AlternateContent xmlns:mc="http://schemas.openxmlformats.org/markup-compatibility/2006" xmlns:a14="http://schemas.microsoft.com/office/drawing/2010/main">
          <mc:Choice Requires="a14">
            <p:sp>
              <p:nvSpPr>
                <p:cNvPr id="66" name="Object 25">
                  <a:extLst>
                    <a:ext uri="{FF2B5EF4-FFF2-40B4-BE49-F238E27FC236}">
                      <a16:creationId xmlns:a16="http://schemas.microsoft.com/office/drawing/2014/main" id="{3DFC9DC5-B96A-40D1-BEC1-7600D23BB832}"/>
                    </a:ext>
                  </a:extLst>
                </p:cNvPr>
                <p:cNvSpPr txBox="1"/>
                <p:nvPr/>
              </p:nvSpPr>
              <p:spPr bwMode="auto">
                <a:xfrm>
                  <a:off x="892" y="3189"/>
                  <a:ext cx="618" cy="395"/>
                </a:xfrm>
                <a:prstGeom prst="rect">
                  <a:avLst/>
                </a:prstGeom>
                <a:noFill/>
                <a:ln>
                  <a:noFill/>
                </a:ln>
                <a:effectLst/>
              </p:spPr>
              <p:txBody>
                <a:bodyPr>
                  <a:normAutofit/>
                </a:bodyPr>
                <a:lstStyle/>
                <a:p>
                  <a:pPr/>
                  <a14:m>
                    <m:oMathPara xmlns:m="http://schemas.openxmlformats.org/officeDocument/2006/math">
                      <m:oMathParaPr>
                        <m:jc m:val="centerGroup"/>
                      </m:oMathParaPr>
                      <m:oMath xmlns:m="http://schemas.openxmlformats.org/officeDocument/2006/math">
                        <m:r>
                          <a:rPr lang="en-US" i="1">
                            <a:solidFill>
                              <a:srgbClr val="000000"/>
                            </a:solidFill>
                            <a:latin typeface="Cambria Math" panose="02040503050406030204" pitchFamily="18" charset="0"/>
                          </a:rPr>
                          <m:t>𝑑</m:t>
                        </m:r>
                        <m:r>
                          <a:rPr lang="en-US" i="1">
                            <a:solidFill>
                              <a:srgbClr val="000000"/>
                            </a:solidFill>
                            <a:latin typeface="Cambria Math" panose="02040503050406030204" pitchFamily="18" charset="0"/>
                          </a:rPr>
                          <m:t>𝜑</m:t>
                        </m:r>
                      </m:oMath>
                    </m:oMathPara>
                  </a14:m>
                  <a:endParaRPr lang="en-US" dirty="0"/>
                </a:p>
              </p:txBody>
            </p:sp>
          </mc:Choice>
          <mc:Fallback xmlns="">
            <p:sp>
              <p:nvSpPr>
                <p:cNvPr id="66" name="Object 25">
                  <a:extLst>
                    <a:ext uri="{FF2B5EF4-FFF2-40B4-BE49-F238E27FC236}">
                      <a16:creationId xmlns:a16="http://schemas.microsoft.com/office/drawing/2014/main" id="{3DFC9DC5-B96A-40D1-BEC1-7600D23BB832}"/>
                    </a:ext>
                  </a:extLst>
                </p:cNvPr>
                <p:cNvSpPr txBox="1">
                  <a:spLocks noRot="1" noChangeAspect="1" noMove="1" noResize="1" noEditPoints="1" noAdjustHandles="1" noChangeArrowheads="1" noChangeShapeType="1" noTextEdit="1"/>
                </p:cNvSpPr>
                <p:nvPr/>
              </p:nvSpPr>
              <p:spPr bwMode="auto">
                <a:xfrm>
                  <a:off x="892" y="3189"/>
                  <a:ext cx="618" cy="395"/>
                </a:xfrm>
                <a:prstGeom prst="rect">
                  <a:avLst/>
                </a:prstGeom>
                <a:blipFill>
                  <a:blip r:embed="rId12"/>
                  <a:stretch>
                    <a:fillRect/>
                  </a:stretch>
                </a:blipFill>
                <a:ln>
                  <a:noFill/>
                </a:ln>
                <a:effectLst/>
              </p:spPr>
              <p:txBody>
                <a:bodyPr/>
                <a:lstStyle/>
                <a:p>
                  <a:r>
                    <a:rPr lang="zh-CN" altLang="en-US">
                      <a:noFill/>
                    </a:rPr>
                    <a:t> </a:t>
                  </a:r>
                </a:p>
              </p:txBody>
            </p:sp>
          </mc:Fallback>
        </mc:AlternateContent>
        <p:sp>
          <p:nvSpPr>
            <p:cNvPr id="67" name="Oval 26">
              <a:extLst>
                <a:ext uri="{FF2B5EF4-FFF2-40B4-BE49-F238E27FC236}">
                  <a16:creationId xmlns:a16="http://schemas.microsoft.com/office/drawing/2014/main" id="{E22BE223-922C-4AD1-A102-6FBE167A6D95}"/>
                </a:ext>
              </a:extLst>
            </p:cNvPr>
            <p:cNvSpPr>
              <a:spLocks noChangeArrowheads="1"/>
            </p:cNvSpPr>
            <p:nvPr/>
          </p:nvSpPr>
          <p:spPr bwMode="auto">
            <a:xfrm>
              <a:off x="1378" y="3067"/>
              <a:ext cx="48" cy="48"/>
            </a:xfrm>
            <a:prstGeom prst="ellipse">
              <a:avLst/>
            </a:prstGeom>
            <a:solidFill>
              <a:schemeClr val="tx1"/>
            </a:solidFill>
            <a:ln w="12699">
              <a:solidFill>
                <a:schemeClr val="tx1"/>
              </a:solidFill>
              <a:round/>
              <a:headEnd type="none" w="sm" len="sm"/>
              <a:tailEnd type="none" w="sm" len="sm"/>
            </a:ln>
          </p:spPr>
          <p:txBody>
            <a:bodyPr wrap="none" anchor="ctr"/>
            <a:lstStyle>
              <a:lvl1pPr>
                <a:defRPr kumimoji="1" sz="2400">
                  <a:solidFill>
                    <a:srgbClr val="FF3300"/>
                  </a:solidFill>
                  <a:latin typeface="Times New Roman" panose="02020603050405020304" pitchFamily="18" charset="0"/>
                  <a:ea typeface="宋体" panose="02010600030101010101" pitchFamily="2" charset="-122"/>
                </a:defRPr>
              </a:lvl1pPr>
              <a:lvl2pPr marL="742950" indent="-285750">
                <a:defRPr kumimoji="1" sz="2400">
                  <a:solidFill>
                    <a:srgbClr val="FF3300"/>
                  </a:solidFill>
                  <a:latin typeface="Times New Roman" panose="02020603050405020304" pitchFamily="18" charset="0"/>
                  <a:ea typeface="宋体" panose="02010600030101010101" pitchFamily="2" charset="-122"/>
                </a:defRPr>
              </a:lvl2pPr>
              <a:lvl3pPr marL="1143000" indent="-228600">
                <a:defRPr kumimoji="1" sz="2400">
                  <a:solidFill>
                    <a:srgbClr val="FF3300"/>
                  </a:solidFill>
                  <a:latin typeface="Times New Roman" panose="02020603050405020304" pitchFamily="18" charset="0"/>
                  <a:ea typeface="宋体" panose="02010600030101010101" pitchFamily="2" charset="-122"/>
                </a:defRPr>
              </a:lvl3pPr>
              <a:lvl4pPr marL="1600200" indent="-228600">
                <a:defRPr kumimoji="1" sz="2400">
                  <a:solidFill>
                    <a:srgbClr val="FF3300"/>
                  </a:solidFill>
                  <a:latin typeface="Times New Roman" panose="02020603050405020304" pitchFamily="18" charset="0"/>
                  <a:ea typeface="宋体" panose="02010600030101010101" pitchFamily="2" charset="-122"/>
                </a:defRPr>
              </a:lvl4pPr>
              <a:lvl5pPr marL="2057400" indent="-228600">
                <a:defRPr kumimoji="1" sz="2400">
                  <a:solidFill>
                    <a:srgbClr val="FF33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9pPr>
            </a:lstStyle>
            <a:p>
              <a:endParaRPr lang="zh-CN" altLang="en-US" sz="2200"/>
            </a:p>
          </p:txBody>
        </p:sp>
        <p:sp>
          <p:nvSpPr>
            <p:cNvPr id="69" name="Line 28">
              <a:extLst>
                <a:ext uri="{FF2B5EF4-FFF2-40B4-BE49-F238E27FC236}">
                  <a16:creationId xmlns:a16="http://schemas.microsoft.com/office/drawing/2014/main" id="{72EAB53D-6571-4CD3-8063-4E71E64F3CD8}"/>
                </a:ext>
              </a:extLst>
            </p:cNvPr>
            <p:cNvSpPr>
              <a:spLocks noChangeShapeType="1"/>
            </p:cNvSpPr>
            <p:nvPr/>
          </p:nvSpPr>
          <p:spPr bwMode="auto">
            <a:xfrm>
              <a:off x="872" y="2466"/>
              <a:ext cx="528" cy="624"/>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sz="2200"/>
            </a:p>
          </p:txBody>
        </p:sp>
        <mc:AlternateContent xmlns:mc="http://schemas.openxmlformats.org/markup-compatibility/2006" xmlns:a14="http://schemas.microsoft.com/office/drawing/2010/main">
          <mc:Choice Requires="a14">
            <p:sp>
              <p:nvSpPr>
                <p:cNvPr id="70" name="Object 29">
                  <a:extLst>
                    <a:ext uri="{FF2B5EF4-FFF2-40B4-BE49-F238E27FC236}">
                      <a16:creationId xmlns:a16="http://schemas.microsoft.com/office/drawing/2014/main" id="{3E350FE0-7E1F-463C-BD7D-5D42A41331AF}"/>
                    </a:ext>
                  </a:extLst>
                </p:cNvPr>
                <p:cNvSpPr txBox="1"/>
                <p:nvPr/>
              </p:nvSpPr>
              <p:spPr bwMode="auto">
                <a:xfrm>
                  <a:off x="754" y="2699"/>
                  <a:ext cx="417" cy="537"/>
                </a:xfrm>
                <a:prstGeom prst="rect">
                  <a:avLst/>
                </a:prstGeom>
                <a:noFill/>
                <a:ln>
                  <a:noFill/>
                </a:ln>
                <a:effectLst/>
              </p:spPr>
              <p:txBody>
                <a:bodyPr>
                  <a:normAutofit/>
                </a:bodyPr>
                <a:lstStyle/>
                <a:p>
                  <a:pPr/>
                  <a14:m>
                    <m:oMathPara xmlns:m="http://schemas.openxmlformats.org/officeDocument/2006/math">
                      <m:oMathParaPr>
                        <m:jc m:val="centerGroup"/>
                      </m:oMathParaPr>
                      <m:oMath xmlns:m="http://schemas.openxmlformats.org/officeDocument/2006/math">
                        <m:sSub>
                          <m:sSubPr>
                            <m:ctrlPr>
                              <a:rPr lang="en-US" i="1">
                                <a:solidFill>
                                  <a:srgbClr val="000000"/>
                                </a:solidFill>
                                <a:latin typeface="Cambria Math" panose="02040503050406030204" pitchFamily="18" charset="0"/>
                              </a:rPr>
                            </m:ctrlPr>
                          </m:sSubPr>
                          <m:e>
                            <m:acc>
                              <m:accPr>
                                <m:chr m:val="⃗"/>
                                <m:ctrlPr>
                                  <a:rPr lang="en-US" i="1">
                                    <a:solidFill>
                                      <a:srgbClr val="000000"/>
                                    </a:solidFill>
                                    <a:latin typeface="Cambria Math" panose="02040503050406030204" pitchFamily="18" charset="0"/>
                                  </a:rPr>
                                </m:ctrlPr>
                              </m:accPr>
                              <m:e>
                                <m:r>
                                  <a:rPr lang="en-US" i="1">
                                    <a:solidFill>
                                      <a:srgbClr val="000000"/>
                                    </a:solidFill>
                                    <a:latin typeface="Cambria Math" panose="02040503050406030204" pitchFamily="18" charset="0"/>
                                  </a:rPr>
                                  <m:t>𝑟</m:t>
                                </m:r>
                              </m:e>
                            </m:acc>
                          </m:e>
                          <m:sub>
                            <m:r>
                              <a:rPr lang="en-US" i="1">
                                <a:solidFill>
                                  <a:srgbClr val="000000"/>
                                </a:solidFill>
                                <a:latin typeface="Cambria Math" panose="02040503050406030204" pitchFamily="18" charset="0"/>
                              </a:rPr>
                              <m:t>12</m:t>
                            </m:r>
                          </m:sub>
                        </m:sSub>
                      </m:oMath>
                    </m:oMathPara>
                  </a14:m>
                  <a:endParaRPr lang="en-US"/>
                </a:p>
              </p:txBody>
            </p:sp>
          </mc:Choice>
          <mc:Fallback xmlns="">
            <p:sp>
              <p:nvSpPr>
                <p:cNvPr id="70" name="Object 29">
                  <a:extLst>
                    <a:ext uri="{FF2B5EF4-FFF2-40B4-BE49-F238E27FC236}">
                      <a16:creationId xmlns:a16="http://schemas.microsoft.com/office/drawing/2014/main" id="{3E350FE0-7E1F-463C-BD7D-5D42A41331AF}"/>
                    </a:ext>
                  </a:extLst>
                </p:cNvPr>
                <p:cNvSpPr txBox="1">
                  <a:spLocks noRot="1" noChangeAspect="1" noMove="1" noResize="1" noEditPoints="1" noAdjustHandles="1" noChangeArrowheads="1" noChangeShapeType="1" noTextEdit="1"/>
                </p:cNvSpPr>
                <p:nvPr/>
              </p:nvSpPr>
              <p:spPr bwMode="auto">
                <a:xfrm>
                  <a:off x="754" y="2699"/>
                  <a:ext cx="417" cy="537"/>
                </a:xfrm>
                <a:prstGeom prst="rect">
                  <a:avLst/>
                </a:prstGeom>
                <a:blipFill>
                  <a:blip r:embed="rId13"/>
                  <a:stretch>
                    <a:fillRect t="-11966" r="-11579"/>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1" name="Object 31">
                  <a:extLst>
                    <a:ext uri="{FF2B5EF4-FFF2-40B4-BE49-F238E27FC236}">
                      <a16:creationId xmlns:a16="http://schemas.microsoft.com/office/drawing/2014/main" id="{716681F5-A1B8-40EC-A011-11CE5007538B}"/>
                    </a:ext>
                  </a:extLst>
                </p:cNvPr>
                <p:cNvSpPr txBox="1"/>
                <p:nvPr/>
              </p:nvSpPr>
              <p:spPr bwMode="auto">
                <a:xfrm>
                  <a:off x="1015" y="2184"/>
                  <a:ext cx="364" cy="384"/>
                </a:xfrm>
                <a:prstGeom prst="rect">
                  <a:avLst/>
                </a:prstGeom>
                <a:noFill/>
                <a:ln>
                  <a:noFill/>
                </a:ln>
                <a:effectLst/>
              </p:spPr>
              <p:txBody>
                <a:bodyPr>
                  <a:normAutofit/>
                </a:bodyPr>
                <a:lstStyle/>
                <a:p>
                  <a:pPr/>
                  <a14:m>
                    <m:oMathPara xmlns:m="http://schemas.openxmlformats.org/officeDocument/2006/math">
                      <m:oMathParaPr>
                        <m:jc m:val="centerGroup"/>
                      </m:oMathParaPr>
                      <m:oMath xmlns:m="http://schemas.openxmlformats.org/officeDocument/2006/math">
                        <m:r>
                          <a:rPr lang="en-US" i="1">
                            <a:solidFill>
                              <a:srgbClr val="000000"/>
                            </a:solidFill>
                            <a:latin typeface="Cambria Math" panose="02040503050406030204" pitchFamily="18" charset="0"/>
                          </a:rPr>
                          <m:t>𝑑𝑞</m:t>
                        </m:r>
                      </m:oMath>
                    </m:oMathPara>
                  </a14:m>
                  <a:endParaRPr lang="en-US"/>
                </a:p>
              </p:txBody>
            </p:sp>
          </mc:Choice>
          <mc:Fallback xmlns="">
            <p:sp>
              <p:nvSpPr>
                <p:cNvPr id="71" name="Object 31">
                  <a:extLst>
                    <a:ext uri="{FF2B5EF4-FFF2-40B4-BE49-F238E27FC236}">
                      <a16:creationId xmlns:a16="http://schemas.microsoft.com/office/drawing/2014/main" id="{716681F5-A1B8-40EC-A011-11CE5007538B}"/>
                    </a:ext>
                  </a:extLst>
                </p:cNvPr>
                <p:cNvSpPr txBox="1">
                  <a:spLocks noRot="1" noChangeAspect="1" noMove="1" noResize="1" noEditPoints="1" noAdjustHandles="1" noChangeArrowheads="1" noChangeShapeType="1" noTextEdit="1"/>
                </p:cNvSpPr>
                <p:nvPr/>
              </p:nvSpPr>
              <p:spPr bwMode="auto">
                <a:xfrm>
                  <a:off x="1015" y="2184"/>
                  <a:ext cx="364" cy="384"/>
                </a:xfrm>
                <a:prstGeom prst="rect">
                  <a:avLst/>
                </a:prstGeom>
                <a:blipFill>
                  <a:blip r:embed="rId14"/>
                  <a:stretch>
                    <a:fillRect/>
                  </a:stretch>
                </a:blipFill>
                <a:ln>
                  <a:noFill/>
                </a:ln>
                <a:effectLst/>
              </p:spPr>
              <p:txBody>
                <a:bodyPr/>
                <a:lstStyle/>
                <a:p>
                  <a:r>
                    <a:rPr lang="en-US">
                      <a:noFill/>
                    </a:rPr>
                    <a:t> </a:t>
                  </a:r>
                </a:p>
              </p:txBody>
            </p:sp>
          </mc:Fallback>
        </mc:AlternateContent>
        <p:sp>
          <p:nvSpPr>
            <p:cNvPr id="72" name="Text Box 33">
              <a:extLst>
                <a:ext uri="{FF2B5EF4-FFF2-40B4-BE49-F238E27FC236}">
                  <a16:creationId xmlns:a16="http://schemas.microsoft.com/office/drawing/2014/main" id="{C83BCFFC-599A-4C2C-B5EE-AF0999E3DA40}"/>
                </a:ext>
              </a:extLst>
            </p:cNvPr>
            <p:cNvSpPr txBox="1">
              <a:spLocks noChangeArrowheads="1"/>
            </p:cNvSpPr>
            <p:nvPr/>
          </p:nvSpPr>
          <p:spPr bwMode="auto">
            <a:xfrm>
              <a:off x="1462" y="1791"/>
              <a:ext cx="279" cy="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type="none" w="sm" len="sm"/>
                  <a:tailEnd type="none" w="sm" len="sm"/>
                </a14:hiddenLine>
              </a:ext>
            </a:extLst>
          </p:spPr>
          <p:txBody>
            <a:bodyPr wrap="none">
              <a:spAutoFit/>
            </a:bodyPr>
            <a:lstStyle>
              <a:lvl1pPr>
                <a:defRPr kumimoji="1" sz="2400">
                  <a:solidFill>
                    <a:srgbClr val="FF3300"/>
                  </a:solidFill>
                  <a:latin typeface="Times New Roman" panose="02020603050405020304" pitchFamily="18" charset="0"/>
                  <a:ea typeface="宋体" panose="02010600030101010101" pitchFamily="2" charset="-122"/>
                </a:defRPr>
              </a:lvl1pPr>
              <a:lvl2pPr marL="742950" indent="-285750">
                <a:defRPr kumimoji="1" sz="2400">
                  <a:solidFill>
                    <a:srgbClr val="FF3300"/>
                  </a:solidFill>
                  <a:latin typeface="Times New Roman" panose="02020603050405020304" pitchFamily="18" charset="0"/>
                  <a:ea typeface="宋体" panose="02010600030101010101" pitchFamily="2" charset="-122"/>
                </a:defRPr>
              </a:lvl2pPr>
              <a:lvl3pPr marL="1143000" indent="-228600">
                <a:defRPr kumimoji="1" sz="2400">
                  <a:solidFill>
                    <a:srgbClr val="FF3300"/>
                  </a:solidFill>
                  <a:latin typeface="Times New Roman" panose="02020603050405020304" pitchFamily="18" charset="0"/>
                  <a:ea typeface="宋体" panose="02010600030101010101" pitchFamily="2" charset="-122"/>
                </a:defRPr>
              </a:lvl3pPr>
              <a:lvl4pPr marL="1600200" indent="-228600">
                <a:defRPr kumimoji="1" sz="2400">
                  <a:solidFill>
                    <a:srgbClr val="FF3300"/>
                  </a:solidFill>
                  <a:latin typeface="Times New Roman" panose="02020603050405020304" pitchFamily="18" charset="0"/>
                  <a:ea typeface="宋体" panose="02010600030101010101" pitchFamily="2" charset="-122"/>
                </a:defRPr>
              </a:lvl4pPr>
              <a:lvl5pPr marL="2057400" indent="-228600">
                <a:defRPr kumimoji="1" sz="2400">
                  <a:solidFill>
                    <a:srgbClr val="FF33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9pPr>
            </a:lstStyle>
            <a:p>
              <a:r>
                <a:rPr lang="en-US" altLang="zh-CN" sz="2200" b="1" i="1"/>
                <a:t>Q</a:t>
              </a:r>
            </a:p>
          </p:txBody>
        </p:sp>
        <p:sp>
          <p:nvSpPr>
            <p:cNvPr id="73" name="Rectangle 38">
              <a:extLst>
                <a:ext uri="{FF2B5EF4-FFF2-40B4-BE49-F238E27FC236}">
                  <a16:creationId xmlns:a16="http://schemas.microsoft.com/office/drawing/2014/main" id="{454A3647-7AD4-4E5E-BBCE-89AA6161EF52}"/>
                </a:ext>
              </a:extLst>
            </p:cNvPr>
            <p:cNvSpPr>
              <a:spLocks noChangeArrowheads="1"/>
            </p:cNvSpPr>
            <p:nvPr/>
          </p:nvSpPr>
          <p:spPr bwMode="auto">
            <a:xfrm>
              <a:off x="782" y="2387"/>
              <a:ext cx="85" cy="85"/>
            </a:xfrm>
            <a:prstGeom prst="rect">
              <a:avLst/>
            </a:prstGeom>
            <a:solidFill>
              <a:schemeClr val="accent1"/>
            </a:solidFill>
            <a:ln w="12699">
              <a:solidFill>
                <a:schemeClr val="tx1"/>
              </a:solidFill>
              <a:miter lim="800000"/>
              <a:headEnd type="none" w="sm" len="sm"/>
              <a:tailEnd type="none" w="sm" len="sm"/>
            </a:ln>
          </p:spPr>
          <p:txBody>
            <a:bodyPr wrap="none" anchor="ctr"/>
            <a:lstStyle>
              <a:lvl1pPr>
                <a:defRPr kumimoji="1" sz="2400">
                  <a:solidFill>
                    <a:srgbClr val="FF3300"/>
                  </a:solidFill>
                  <a:latin typeface="Times New Roman" panose="02020603050405020304" pitchFamily="18" charset="0"/>
                  <a:ea typeface="宋体" panose="02010600030101010101" pitchFamily="2" charset="-122"/>
                </a:defRPr>
              </a:lvl1pPr>
              <a:lvl2pPr marL="742950" indent="-285750">
                <a:defRPr kumimoji="1" sz="2400">
                  <a:solidFill>
                    <a:srgbClr val="FF3300"/>
                  </a:solidFill>
                  <a:latin typeface="Times New Roman" panose="02020603050405020304" pitchFamily="18" charset="0"/>
                  <a:ea typeface="宋体" panose="02010600030101010101" pitchFamily="2" charset="-122"/>
                </a:defRPr>
              </a:lvl2pPr>
              <a:lvl3pPr marL="1143000" indent="-228600">
                <a:defRPr kumimoji="1" sz="2400">
                  <a:solidFill>
                    <a:srgbClr val="FF3300"/>
                  </a:solidFill>
                  <a:latin typeface="Times New Roman" panose="02020603050405020304" pitchFamily="18" charset="0"/>
                  <a:ea typeface="宋体" panose="02010600030101010101" pitchFamily="2" charset="-122"/>
                </a:defRPr>
              </a:lvl3pPr>
              <a:lvl4pPr marL="1600200" indent="-228600">
                <a:defRPr kumimoji="1" sz="2400">
                  <a:solidFill>
                    <a:srgbClr val="FF3300"/>
                  </a:solidFill>
                  <a:latin typeface="Times New Roman" panose="02020603050405020304" pitchFamily="18" charset="0"/>
                  <a:ea typeface="宋体" panose="02010600030101010101" pitchFamily="2" charset="-122"/>
                </a:defRPr>
              </a:lvl4pPr>
              <a:lvl5pPr marL="2057400" indent="-228600">
                <a:defRPr kumimoji="1" sz="2400">
                  <a:solidFill>
                    <a:srgbClr val="FF33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9pPr>
            </a:lstStyle>
            <a:p>
              <a:endParaRPr lang="zh-CN" altLang="en-US" sz="2200"/>
            </a:p>
          </p:txBody>
        </p:sp>
      </p:grpSp>
      <p:sp>
        <p:nvSpPr>
          <p:cNvPr id="75" name="Rectangle 40">
            <a:extLst>
              <a:ext uri="{FF2B5EF4-FFF2-40B4-BE49-F238E27FC236}">
                <a16:creationId xmlns:a16="http://schemas.microsoft.com/office/drawing/2014/main" id="{7B71C970-E22B-45DD-9FE4-6D858EF5B0CF}"/>
              </a:ext>
            </a:extLst>
          </p:cNvPr>
          <p:cNvSpPr>
            <a:spLocks noChangeArrowheads="1"/>
          </p:cNvSpPr>
          <p:nvPr/>
        </p:nvSpPr>
        <p:spPr bwMode="auto">
          <a:xfrm>
            <a:off x="6851122" y="4522241"/>
            <a:ext cx="198002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type="none" w="sm" len="sm"/>
                <a:tailEnd type="none" w="sm" len="sm"/>
              </a14:hiddenLine>
            </a:ext>
          </a:extLst>
        </p:spPr>
        <p:txBody>
          <a:bodyPr wrap="none">
            <a:spAutoFit/>
          </a:bodyPr>
          <a:lstStyle>
            <a:lvl1pPr>
              <a:defRPr kumimoji="1" sz="2400">
                <a:solidFill>
                  <a:srgbClr val="FF3300"/>
                </a:solidFill>
                <a:latin typeface="Times New Roman" panose="02020603050405020304" pitchFamily="18" charset="0"/>
                <a:ea typeface="宋体" panose="02010600030101010101" pitchFamily="2" charset="-122"/>
              </a:defRPr>
            </a:lvl1pPr>
            <a:lvl2pPr marL="742950" indent="-285750">
              <a:defRPr kumimoji="1" sz="2400">
                <a:solidFill>
                  <a:srgbClr val="FF3300"/>
                </a:solidFill>
                <a:latin typeface="Times New Roman" panose="02020603050405020304" pitchFamily="18" charset="0"/>
                <a:ea typeface="宋体" panose="02010600030101010101" pitchFamily="2" charset="-122"/>
              </a:defRPr>
            </a:lvl2pPr>
            <a:lvl3pPr marL="1143000" indent="-228600">
              <a:defRPr kumimoji="1" sz="2400">
                <a:solidFill>
                  <a:srgbClr val="FF3300"/>
                </a:solidFill>
                <a:latin typeface="Times New Roman" panose="02020603050405020304" pitchFamily="18" charset="0"/>
                <a:ea typeface="宋体" panose="02010600030101010101" pitchFamily="2" charset="-122"/>
              </a:defRPr>
            </a:lvl3pPr>
            <a:lvl4pPr marL="1600200" indent="-228600">
              <a:defRPr kumimoji="1" sz="2400">
                <a:solidFill>
                  <a:srgbClr val="FF3300"/>
                </a:solidFill>
                <a:latin typeface="Times New Roman" panose="02020603050405020304" pitchFamily="18" charset="0"/>
                <a:ea typeface="宋体" panose="02010600030101010101" pitchFamily="2" charset="-122"/>
              </a:defRPr>
            </a:lvl4pPr>
            <a:lvl5pPr marL="2057400" indent="-228600">
              <a:defRPr kumimoji="1" sz="2400">
                <a:solidFill>
                  <a:srgbClr val="FF33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9pPr>
          </a:lstStyle>
          <a:p>
            <a:r>
              <a:rPr lang="zh-CN" altLang="en-US" sz="2800" b="1" dirty="0">
                <a:solidFill>
                  <a:srgbClr val="FF0000"/>
                </a:solidFill>
                <a:latin typeface="华文楷体" panose="02010600040101010101" pitchFamily="2" charset="-122"/>
                <a:ea typeface="华文楷体" panose="02010600040101010101" pitchFamily="2" charset="-122"/>
                <a:sym typeface="Monotype Sorts"/>
              </a:rPr>
              <a:t>体电荷分布</a:t>
            </a:r>
          </a:p>
        </p:txBody>
      </p:sp>
      <mc:AlternateContent xmlns:mc="http://schemas.openxmlformats.org/markup-compatibility/2006" xmlns:a14="http://schemas.microsoft.com/office/drawing/2010/main">
        <mc:Choice Requires="a14">
          <p:sp>
            <p:nvSpPr>
              <p:cNvPr id="76" name="Object 41">
                <a:extLst>
                  <a:ext uri="{FF2B5EF4-FFF2-40B4-BE49-F238E27FC236}">
                    <a16:creationId xmlns:a16="http://schemas.microsoft.com/office/drawing/2014/main" id="{DEA799D0-5B19-4F3B-B108-41740D15E9D6}"/>
                  </a:ext>
                </a:extLst>
              </p:cNvPr>
              <p:cNvSpPr txBox="1"/>
              <p:nvPr/>
            </p:nvSpPr>
            <p:spPr bwMode="auto">
              <a:xfrm>
                <a:off x="8689176" y="4522241"/>
                <a:ext cx="2520950" cy="631825"/>
              </a:xfrm>
              <a:prstGeom prst="rect">
                <a:avLst/>
              </a:prstGeom>
              <a:noFill/>
              <a:ln>
                <a:noFill/>
              </a:ln>
            </p:spPr>
            <p:txBody>
              <a:bodyPr>
                <a:normAutofit/>
              </a:bodyPr>
              <a:lstStyle/>
              <a:p>
                <a:pPr/>
                <a14:m>
                  <m:oMathPara xmlns:m="http://schemas.openxmlformats.org/officeDocument/2006/math">
                    <m:oMathParaPr>
                      <m:jc m:val="centerGroup"/>
                    </m:oMathParaPr>
                    <m:oMath xmlns:m="http://schemas.openxmlformats.org/officeDocument/2006/math">
                      <m:r>
                        <a:rPr lang="en-US" sz="2800" i="1">
                          <a:solidFill>
                            <a:srgbClr val="000000"/>
                          </a:solidFill>
                          <a:latin typeface="Cambria Math" panose="02040503050406030204" pitchFamily="18" charset="0"/>
                        </a:rPr>
                        <m:t>𝑑𝑞</m:t>
                      </m:r>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𝜌</m:t>
                      </m:r>
                      <m:r>
                        <a:rPr lang="en-US" sz="2800" i="1">
                          <a:solidFill>
                            <a:srgbClr val="000000"/>
                          </a:solidFill>
                          <a:latin typeface="Cambria Math" panose="02040503050406030204" pitchFamily="18" charset="0"/>
                        </a:rPr>
                        <m:t>𝑑</m:t>
                      </m:r>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𝑉</m:t>
                          </m:r>
                        </m:e>
                        <m:sub/>
                      </m:sSub>
                    </m:oMath>
                  </m:oMathPara>
                </a14:m>
                <a:endParaRPr lang="en-US" sz="2800" dirty="0"/>
              </a:p>
            </p:txBody>
          </p:sp>
        </mc:Choice>
        <mc:Fallback xmlns="">
          <p:sp>
            <p:nvSpPr>
              <p:cNvPr id="76" name="Object 41">
                <a:extLst>
                  <a:ext uri="{FF2B5EF4-FFF2-40B4-BE49-F238E27FC236}">
                    <a16:creationId xmlns:a16="http://schemas.microsoft.com/office/drawing/2014/main" id="{DEA799D0-5B19-4F3B-B108-41740D15E9D6}"/>
                  </a:ext>
                </a:extLst>
              </p:cNvPr>
              <p:cNvSpPr txBox="1">
                <a:spLocks noRot="1" noChangeAspect="1" noMove="1" noResize="1" noEditPoints="1" noAdjustHandles="1" noChangeArrowheads="1" noChangeShapeType="1" noTextEdit="1"/>
              </p:cNvSpPr>
              <p:nvPr/>
            </p:nvSpPr>
            <p:spPr bwMode="auto">
              <a:xfrm>
                <a:off x="8689176" y="4522241"/>
                <a:ext cx="2520950" cy="631825"/>
              </a:xfrm>
              <a:prstGeom prst="rect">
                <a:avLst/>
              </a:prstGeom>
              <a:blipFill>
                <a:blip r:embed="rId15"/>
                <a:stretch>
                  <a:fillRect/>
                </a:stretch>
              </a:blipFill>
              <a:ln>
                <a:noFill/>
              </a:ln>
            </p:spPr>
            <p:txBody>
              <a:bodyPr/>
              <a:lstStyle/>
              <a:p>
                <a:r>
                  <a:rPr lang="zh-CN" altLang="en-US">
                    <a:noFill/>
                  </a:rPr>
                  <a:t> </a:t>
                </a:r>
              </a:p>
            </p:txBody>
          </p:sp>
        </mc:Fallback>
      </mc:AlternateContent>
      <p:sp>
        <p:nvSpPr>
          <p:cNvPr id="77" name="Rectangle 43">
            <a:extLst>
              <a:ext uri="{FF2B5EF4-FFF2-40B4-BE49-F238E27FC236}">
                <a16:creationId xmlns:a16="http://schemas.microsoft.com/office/drawing/2014/main" id="{F20EA76D-5D01-4DFB-ABE0-62CFC7855A52}"/>
              </a:ext>
            </a:extLst>
          </p:cNvPr>
          <p:cNvSpPr>
            <a:spLocks noChangeArrowheads="1"/>
          </p:cNvSpPr>
          <p:nvPr/>
        </p:nvSpPr>
        <p:spPr bwMode="auto">
          <a:xfrm>
            <a:off x="6851122" y="5152478"/>
            <a:ext cx="198002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type="none" w="sm" len="sm"/>
                <a:tailEnd type="none" w="sm" len="sm"/>
              </a14:hiddenLine>
            </a:ext>
          </a:extLst>
        </p:spPr>
        <p:txBody>
          <a:bodyPr wrap="none">
            <a:spAutoFit/>
          </a:bodyPr>
          <a:lstStyle>
            <a:lvl1pPr>
              <a:defRPr kumimoji="1" sz="2400">
                <a:solidFill>
                  <a:srgbClr val="FF3300"/>
                </a:solidFill>
                <a:latin typeface="Times New Roman" panose="02020603050405020304" pitchFamily="18" charset="0"/>
                <a:ea typeface="宋体" panose="02010600030101010101" pitchFamily="2" charset="-122"/>
              </a:defRPr>
            </a:lvl1pPr>
            <a:lvl2pPr marL="742950" indent="-285750">
              <a:defRPr kumimoji="1" sz="2400">
                <a:solidFill>
                  <a:srgbClr val="FF3300"/>
                </a:solidFill>
                <a:latin typeface="Times New Roman" panose="02020603050405020304" pitchFamily="18" charset="0"/>
                <a:ea typeface="宋体" panose="02010600030101010101" pitchFamily="2" charset="-122"/>
              </a:defRPr>
            </a:lvl2pPr>
            <a:lvl3pPr marL="1143000" indent="-228600">
              <a:defRPr kumimoji="1" sz="2400">
                <a:solidFill>
                  <a:srgbClr val="FF3300"/>
                </a:solidFill>
                <a:latin typeface="Times New Roman" panose="02020603050405020304" pitchFamily="18" charset="0"/>
                <a:ea typeface="宋体" panose="02010600030101010101" pitchFamily="2" charset="-122"/>
              </a:defRPr>
            </a:lvl3pPr>
            <a:lvl4pPr marL="1600200" indent="-228600">
              <a:defRPr kumimoji="1" sz="2400">
                <a:solidFill>
                  <a:srgbClr val="FF3300"/>
                </a:solidFill>
                <a:latin typeface="Times New Roman" panose="02020603050405020304" pitchFamily="18" charset="0"/>
                <a:ea typeface="宋体" panose="02010600030101010101" pitchFamily="2" charset="-122"/>
              </a:defRPr>
            </a:lvl4pPr>
            <a:lvl5pPr marL="2057400" indent="-228600">
              <a:defRPr kumimoji="1" sz="2400">
                <a:solidFill>
                  <a:srgbClr val="FF33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9pPr>
          </a:lstStyle>
          <a:p>
            <a:r>
              <a:rPr lang="zh-CN" altLang="en-US" sz="2800" b="1" dirty="0">
                <a:solidFill>
                  <a:srgbClr val="FF0000"/>
                </a:solidFill>
                <a:latin typeface="华文楷体" panose="02010600040101010101" pitchFamily="2" charset="-122"/>
                <a:ea typeface="华文楷体" panose="02010600040101010101" pitchFamily="2" charset="-122"/>
                <a:sym typeface="Monotype Sorts"/>
              </a:rPr>
              <a:t>面电荷分布</a:t>
            </a:r>
          </a:p>
        </p:txBody>
      </p:sp>
      <mc:AlternateContent xmlns:mc="http://schemas.openxmlformats.org/markup-compatibility/2006" xmlns:a14="http://schemas.microsoft.com/office/drawing/2010/main">
        <mc:Choice Requires="a14">
          <p:sp>
            <p:nvSpPr>
              <p:cNvPr id="78" name="Object 44">
                <a:extLst>
                  <a:ext uri="{FF2B5EF4-FFF2-40B4-BE49-F238E27FC236}">
                    <a16:creationId xmlns:a16="http://schemas.microsoft.com/office/drawing/2014/main" id="{0DCAEADA-296D-42E3-A451-8601C6C2BA2F}"/>
                  </a:ext>
                </a:extLst>
              </p:cNvPr>
              <p:cNvSpPr txBox="1"/>
              <p:nvPr/>
            </p:nvSpPr>
            <p:spPr bwMode="auto">
              <a:xfrm>
                <a:off x="8706111" y="5132881"/>
                <a:ext cx="2484437" cy="669925"/>
              </a:xfrm>
              <a:prstGeom prst="rect">
                <a:avLst/>
              </a:prstGeom>
              <a:noFill/>
              <a:ln>
                <a:noFill/>
              </a:ln>
            </p:spPr>
            <p:txBody>
              <a:bodyPr>
                <a:normAutofit/>
              </a:bodyPr>
              <a:lstStyle/>
              <a:p>
                <a:pPr/>
                <a14:m>
                  <m:oMathPara xmlns:m="http://schemas.openxmlformats.org/officeDocument/2006/math">
                    <m:oMathParaPr>
                      <m:jc m:val="centerGroup"/>
                    </m:oMathParaPr>
                    <m:oMath xmlns:m="http://schemas.openxmlformats.org/officeDocument/2006/math">
                      <m:r>
                        <a:rPr lang="en-US" sz="2800" i="1">
                          <a:solidFill>
                            <a:srgbClr val="000000"/>
                          </a:solidFill>
                          <a:latin typeface="Cambria Math" panose="02040503050406030204" pitchFamily="18" charset="0"/>
                        </a:rPr>
                        <m:t>𝑑𝑞</m:t>
                      </m:r>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𝜎</m:t>
                      </m:r>
                      <m:r>
                        <a:rPr lang="en-US" sz="2800" i="1">
                          <a:solidFill>
                            <a:srgbClr val="000000"/>
                          </a:solidFill>
                          <a:latin typeface="Cambria Math" panose="02040503050406030204" pitchFamily="18" charset="0"/>
                        </a:rPr>
                        <m:t>𝑑</m:t>
                      </m:r>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𝑆</m:t>
                          </m:r>
                        </m:e>
                        <m:sub/>
                      </m:sSub>
                    </m:oMath>
                  </m:oMathPara>
                </a14:m>
                <a:endParaRPr lang="en-US" sz="2800" dirty="0"/>
              </a:p>
            </p:txBody>
          </p:sp>
        </mc:Choice>
        <mc:Fallback xmlns="">
          <p:sp>
            <p:nvSpPr>
              <p:cNvPr id="78" name="Object 44">
                <a:extLst>
                  <a:ext uri="{FF2B5EF4-FFF2-40B4-BE49-F238E27FC236}">
                    <a16:creationId xmlns:a16="http://schemas.microsoft.com/office/drawing/2014/main" id="{0DCAEADA-296D-42E3-A451-8601C6C2BA2F}"/>
                  </a:ext>
                </a:extLst>
              </p:cNvPr>
              <p:cNvSpPr txBox="1">
                <a:spLocks noRot="1" noChangeAspect="1" noMove="1" noResize="1" noEditPoints="1" noAdjustHandles="1" noChangeArrowheads="1" noChangeShapeType="1" noTextEdit="1"/>
              </p:cNvSpPr>
              <p:nvPr/>
            </p:nvSpPr>
            <p:spPr bwMode="auto">
              <a:xfrm>
                <a:off x="8706111" y="5132881"/>
                <a:ext cx="2484437" cy="669925"/>
              </a:xfrm>
              <a:prstGeom prst="rect">
                <a:avLst/>
              </a:prstGeom>
              <a:blipFill>
                <a:blip r:embed="rId16"/>
                <a:stretch>
                  <a:fillRect/>
                </a:stretch>
              </a:blipFill>
              <a:ln>
                <a:noFill/>
              </a:ln>
            </p:spPr>
            <p:txBody>
              <a:bodyPr/>
              <a:lstStyle/>
              <a:p>
                <a:r>
                  <a:rPr lang="zh-CN" altLang="en-US">
                    <a:noFill/>
                  </a:rPr>
                  <a:t> </a:t>
                </a:r>
              </a:p>
            </p:txBody>
          </p:sp>
        </mc:Fallback>
      </mc:AlternateContent>
      <p:sp>
        <p:nvSpPr>
          <p:cNvPr id="79" name="Rectangle 45">
            <a:extLst>
              <a:ext uri="{FF2B5EF4-FFF2-40B4-BE49-F238E27FC236}">
                <a16:creationId xmlns:a16="http://schemas.microsoft.com/office/drawing/2014/main" id="{92F055B9-8DA4-49D7-879A-F1C22013C519}"/>
              </a:ext>
            </a:extLst>
          </p:cNvPr>
          <p:cNvSpPr>
            <a:spLocks noChangeArrowheads="1"/>
          </p:cNvSpPr>
          <p:nvPr/>
        </p:nvSpPr>
        <p:spPr bwMode="auto">
          <a:xfrm>
            <a:off x="6851122" y="5873203"/>
            <a:ext cx="198002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type="none" w="sm" len="sm"/>
                <a:tailEnd type="none" w="sm" len="sm"/>
              </a14:hiddenLine>
            </a:ext>
          </a:extLst>
        </p:spPr>
        <p:txBody>
          <a:bodyPr wrap="none">
            <a:spAutoFit/>
          </a:bodyPr>
          <a:lstStyle>
            <a:lvl1pPr>
              <a:defRPr kumimoji="1" sz="2400">
                <a:solidFill>
                  <a:srgbClr val="FF3300"/>
                </a:solidFill>
                <a:latin typeface="Times New Roman" panose="02020603050405020304" pitchFamily="18" charset="0"/>
                <a:ea typeface="宋体" panose="02010600030101010101" pitchFamily="2" charset="-122"/>
              </a:defRPr>
            </a:lvl1pPr>
            <a:lvl2pPr marL="742950" indent="-285750">
              <a:defRPr kumimoji="1" sz="2400">
                <a:solidFill>
                  <a:srgbClr val="FF3300"/>
                </a:solidFill>
                <a:latin typeface="Times New Roman" panose="02020603050405020304" pitchFamily="18" charset="0"/>
                <a:ea typeface="宋体" panose="02010600030101010101" pitchFamily="2" charset="-122"/>
              </a:defRPr>
            </a:lvl2pPr>
            <a:lvl3pPr marL="1143000" indent="-228600">
              <a:defRPr kumimoji="1" sz="2400">
                <a:solidFill>
                  <a:srgbClr val="FF3300"/>
                </a:solidFill>
                <a:latin typeface="Times New Roman" panose="02020603050405020304" pitchFamily="18" charset="0"/>
                <a:ea typeface="宋体" panose="02010600030101010101" pitchFamily="2" charset="-122"/>
              </a:defRPr>
            </a:lvl3pPr>
            <a:lvl4pPr marL="1600200" indent="-228600">
              <a:defRPr kumimoji="1" sz="2400">
                <a:solidFill>
                  <a:srgbClr val="FF3300"/>
                </a:solidFill>
                <a:latin typeface="Times New Roman" panose="02020603050405020304" pitchFamily="18" charset="0"/>
                <a:ea typeface="宋体" panose="02010600030101010101" pitchFamily="2" charset="-122"/>
              </a:defRPr>
            </a:lvl4pPr>
            <a:lvl5pPr marL="2057400" indent="-228600">
              <a:defRPr kumimoji="1" sz="2400">
                <a:solidFill>
                  <a:srgbClr val="FF33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9pPr>
          </a:lstStyle>
          <a:p>
            <a:r>
              <a:rPr lang="zh-CN" altLang="en-US" sz="2800" b="1" dirty="0">
                <a:solidFill>
                  <a:srgbClr val="FF0000"/>
                </a:solidFill>
                <a:latin typeface="华文楷体" panose="02010600040101010101" pitchFamily="2" charset="-122"/>
                <a:ea typeface="华文楷体" panose="02010600040101010101" pitchFamily="2" charset="-122"/>
                <a:sym typeface="Monotype Sorts"/>
              </a:rPr>
              <a:t>线电荷分布</a:t>
            </a:r>
          </a:p>
        </p:txBody>
      </p:sp>
      <mc:AlternateContent xmlns:mc="http://schemas.openxmlformats.org/markup-compatibility/2006" xmlns:a14="http://schemas.microsoft.com/office/drawing/2010/main">
        <mc:Choice Requires="a14">
          <p:sp>
            <p:nvSpPr>
              <p:cNvPr id="80" name="Object 46">
                <a:extLst>
                  <a:ext uri="{FF2B5EF4-FFF2-40B4-BE49-F238E27FC236}">
                    <a16:creationId xmlns:a16="http://schemas.microsoft.com/office/drawing/2014/main" id="{BC1F6C01-AC0A-465D-BDAF-7D0BCB6050DE}"/>
                  </a:ext>
                </a:extLst>
              </p:cNvPr>
              <p:cNvSpPr txBox="1"/>
              <p:nvPr/>
            </p:nvSpPr>
            <p:spPr bwMode="auto">
              <a:xfrm>
                <a:off x="8798185" y="5853606"/>
                <a:ext cx="2335212" cy="669925"/>
              </a:xfrm>
              <a:prstGeom prst="rect">
                <a:avLst/>
              </a:prstGeom>
              <a:noFill/>
              <a:ln>
                <a:noFill/>
              </a:ln>
            </p:spPr>
            <p:txBody>
              <a:bodyPr>
                <a:normAutofit/>
              </a:bodyPr>
              <a:lstStyle/>
              <a:p>
                <a:pPr/>
                <a14:m>
                  <m:oMathPara xmlns:m="http://schemas.openxmlformats.org/officeDocument/2006/math">
                    <m:oMathParaPr>
                      <m:jc m:val="centerGroup"/>
                    </m:oMathParaPr>
                    <m:oMath xmlns:m="http://schemas.openxmlformats.org/officeDocument/2006/math">
                      <m:r>
                        <a:rPr lang="en-US" sz="2800" i="1">
                          <a:solidFill>
                            <a:srgbClr val="000000"/>
                          </a:solidFill>
                          <a:latin typeface="Cambria Math" panose="02040503050406030204" pitchFamily="18" charset="0"/>
                        </a:rPr>
                        <m:t>𝑑𝑞</m:t>
                      </m:r>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𝜆</m:t>
                      </m:r>
                      <m:r>
                        <a:rPr lang="en-US" sz="2800" i="1">
                          <a:solidFill>
                            <a:srgbClr val="000000"/>
                          </a:solidFill>
                          <a:latin typeface="Cambria Math" panose="02040503050406030204" pitchFamily="18" charset="0"/>
                        </a:rPr>
                        <m:t>𝑑</m:t>
                      </m:r>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𝑙</m:t>
                          </m:r>
                        </m:e>
                        <m:sub/>
                      </m:sSub>
                    </m:oMath>
                  </m:oMathPara>
                </a14:m>
                <a:endParaRPr lang="en-US" sz="2800" dirty="0"/>
              </a:p>
            </p:txBody>
          </p:sp>
        </mc:Choice>
        <mc:Fallback xmlns="">
          <p:sp>
            <p:nvSpPr>
              <p:cNvPr id="80" name="Object 46">
                <a:extLst>
                  <a:ext uri="{FF2B5EF4-FFF2-40B4-BE49-F238E27FC236}">
                    <a16:creationId xmlns:a16="http://schemas.microsoft.com/office/drawing/2014/main" id="{BC1F6C01-AC0A-465D-BDAF-7D0BCB6050DE}"/>
                  </a:ext>
                </a:extLst>
              </p:cNvPr>
              <p:cNvSpPr txBox="1">
                <a:spLocks noRot="1" noChangeAspect="1" noMove="1" noResize="1" noEditPoints="1" noAdjustHandles="1" noChangeArrowheads="1" noChangeShapeType="1" noTextEdit="1"/>
              </p:cNvSpPr>
              <p:nvPr/>
            </p:nvSpPr>
            <p:spPr bwMode="auto">
              <a:xfrm>
                <a:off x="8798185" y="5853606"/>
                <a:ext cx="2335212" cy="669925"/>
              </a:xfrm>
              <a:prstGeom prst="rect">
                <a:avLst/>
              </a:prstGeom>
              <a:blipFill>
                <a:blip r:embed="rId17"/>
                <a:stretch>
                  <a:fillRect/>
                </a:stretch>
              </a:blipFill>
              <a:ln>
                <a:noFill/>
              </a:ln>
            </p:spPr>
            <p:txBody>
              <a:bodyPr/>
              <a:lstStyle/>
              <a:p>
                <a:r>
                  <a:rPr lang="zh-CN" altLang="en-US">
                    <a:noFill/>
                  </a:rPr>
                  <a:t> </a:t>
                </a:r>
              </a:p>
            </p:txBody>
          </p:sp>
        </mc:Fallback>
      </mc:AlternateContent>
      <p:sp>
        <p:nvSpPr>
          <p:cNvPr id="93" name="标题 2">
            <a:extLst>
              <a:ext uri="{FF2B5EF4-FFF2-40B4-BE49-F238E27FC236}">
                <a16:creationId xmlns:a16="http://schemas.microsoft.com/office/drawing/2014/main" id="{9360E7EC-D3BA-4116-A757-4716166770AC}"/>
              </a:ext>
            </a:extLst>
          </p:cNvPr>
          <p:cNvSpPr txBox="1">
            <a:spLocks/>
          </p:cNvSpPr>
          <p:nvPr/>
        </p:nvSpPr>
        <p:spPr>
          <a:xfrm>
            <a:off x="6273902" y="739878"/>
            <a:ext cx="3355975" cy="70839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zh-CN" altLang="en-US" sz="2800" b="1" dirty="0">
                <a:solidFill>
                  <a:srgbClr val="0066FF"/>
                </a:solidFill>
                <a:latin typeface="华文楷体" panose="02010600040101010101" pitchFamily="2" charset="-122"/>
                <a:ea typeface="华文楷体" panose="02010600040101010101" pitchFamily="2" charset="-122"/>
              </a:rPr>
              <a:t>电势叠加原理</a:t>
            </a:r>
          </a:p>
        </p:txBody>
      </p:sp>
    </p:spTree>
    <p:extLst>
      <p:ext uri="{BB962C8B-B14F-4D97-AF65-F5344CB8AC3E}">
        <p14:creationId xmlns:p14="http://schemas.microsoft.com/office/powerpoint/2010/main" val="9621526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6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6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7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7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7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78"/>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79"/>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8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34" grpId="0"/>
      <p:bldP spid="62" grpId="0"/>
      <p:bldP spid="75" grpId="0"/>
      <p:bldP spid="76" grpId="0"/>
      <p:bldP spid="77" grpId="0"/>
      <p:bldP spid="78" grpId="0"/>
      <p:bldP spid="79" grpId="0"/>
      <p:bldP spid="80" grpId="0"/>
      <p:bldP spid="93"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65612" name="Group 12"/>
          <p:cNvGrpSpPr/>
          <p:nvPr/>
        </p:nvGrpSpPr>
        <p:grpSpPr>
          <a:xfrm>
            <a:off x="1395412" y="1642198"/>
            <a:ext cx="5772151" cy="533400"/>
            <a:chOff x="710" y="1037"/>
            <a:chExt cx="3636" cy="336"/>
          </a:xfrm>
        </p:grpSpPr>
        <p:sp>
          <p:nvSpPr>
            <p:cNvPr id="33795" name="Rectangle 6"/>
            <p:cNvSpPr/>
            <p:nvPr/>
          </p:nvSpPr>
          <p:spPr>
            <a:xfrm>
              <a:off x="710" y="1041"/>
              <a:ext cx="3636" cy="330"/>
            </a:xfrm>
            <a:prstGeom prst="rect">
              <a:avLst/>
            </a:prstGeom>
            <a:noFill/>
            <a:ln w="9525">
              <a:noFill/>
            </a:ln>
          </p:spPr>
          <p:txBody>
            <a:bodyPr wrap="none" anchor="t" anchorCtr="0">
              <a:spAutoFit/>
            </a:bodyPr>
            <a:lstStyle/>
            <a:p>
              <a:pPr>
                <a:spcBef>
                  <a:spcPct val="50000"/>
                </a:spcBef>
              </a:pPr>
              <a:r>
                <a:rPr lang="en-US" altLang="zh-CN" sz="2800" dirty="0">
                  <a:latin typeface="+mn-ea"/>
                </a:rPr>
                <a:t>- </a:t>
              </a:r>
              <a:r>
                <a:rPr lang="zh-CN" altLang="en-US" sz="2800" dirty="0">
                  <a:latin typeface="+mn-ea"/>
                </a:rPr>
                <a:t>已知在积分路径上    的函数表达式</a:t>
              </a:r>
            </a:p>
          </p:txBody>
        </p:sp>
        <mc:AlternateContent xmlns:mc="http://schemas.openxmlformats.org/markup-compatibility/2006" xmlns:a14="http://schemas.microsoft.com/office/drawing/2010/main">
          <mc:Choice Requires="a14">
            <p:sp>
              <p:nvSpPr>
                <p:cNvPr id="33796" name="Object 5"/>
                <p:cNvSpPr txBox="1"/>
                <p:nvPr/>
              </p:nvSpPr>
              <p:spPr>
                <a:xfrm>
                  <a:off x="2670" y="1037"/>
                  <a:ext cx="336" cy="336"/>
                </a:xfrm>
                <a:prstGeom prst="rect">
                  <a:avLst/>
                </a:prstGeom>
                <a:noFill/>
                <a:ln w="38100">
                  <a:noFill/>
                  <a:miter/>
                </a:ln>
              </p:spPr>
              <p:txBody>
                <a:bodyPr>
                  <a:noAutofit/>
                </a:bodyPr>
                <a:lstStyle/>
                <a:p>
                  <a:pPr/>
                  <a14:m>
                    <m:oMathPara xmlns:m="http://schemas.openxmlformats.org/officeDocument/2006/math">
                      <m:oMathParaPr>
                        <m:jc m:val="left"/>
                      </m:oMathParaPr>
                      <m:oMath xmlns:m="http://schemas.openxmlformats.org/officeDocument/2006/math">
                        <m:acc>
                          <m:accPr>
                            <m:chr m:val="⃑"/>
                            <m:ctrlPr>
                              <a:rPr lang="zh-CN" altLang="en-US" sz="2800" i="1">
                                <a:solidFill>
                                  <a:srgbClr val="000000"/>
                                </a:solidFill>
                                <a:latin typeface="Cambria Math" panose="02040503050406030204" pitchFamily="18" charset="0"/>
                              </a:rPr>
                            </m:ctrlPr>
                          </m:accPr>
                          <m:e>
                            <m:r>
                              <a:rPr lang="zh-CN" altLang="en-US" sz="2800" i="1">
                                <a:solidFill>
                                  <a:srgbClr val="000000"/>
                                </a:solidFill>
                                <a:latin typeface="Cambria Math" panose="02040503050406030204" pitchFamily="18" charset="0"/>
                              </a:rPr>
                              <m:t>𝐸</m:t>
                            </m:r>
                          </m:e>
                        </m:acc>
                      </m:oMath>
                    </m:oMathPara>
                  </a14:m>
                  <a:endParaRPr lang="zh-CN" altLang="en-US" sz="2800" dirty="0"/>
                </a:p>
              </p:txBody>
            </p:sp>
          </mc:Choice>
          <mc:Fallback xmlns="">
            <p:sp>
              <p:nvSpPr>
                <p:cNvPr id="33796" name="Object 5"/>
                <p:cNvSpPr txBox="1">
                  <a:spLocks noRot="1" noChangeAspect="1" noMove="1" noResize="1" noEditPoints="1" noAdjustHandles="1" noChangeArrowheads="1" noChangeShapeType="1" noTextEdit="1"/>
                </p:cNvSpPr>
                <p:nvPr/>
              </p:nvSpPr>
              <p:spPr>
                <a:xfrm>
                  <a:off x="2670" y="1037"/>
                  <a:ext cx="336" cy="336"/>
                </a:xfrm>
                <a:prstGeom prst="rect">
                  <a:avLst/>
                </a:prstGeom>
                <a:blipFill>
                  <a:blip r:embed="rId2"/>
                  <a:stretch>
                    <a:fillRect/>
                  </a:stretch>
                </a:blipFill>
                <a:ln w="38100">
                  <a:noFill/>
                  <a:miter/>
                </a:ln>
              </p:spPr>
              <p:txBody>
                <a:bodyPr/>
                <a:lstStyle/>
                <a:p>
                  <a:r>
                    <a:rPr lang="zh-CN" altLang="en-US">
                      <a:noFill/>
                    </a:rPr>
                    <a:t> </a:t>
                  </a:r>
                </a:p>
              </p:txBody>
            </p:sp>
          </mc:Fallback>
        </mc:AlternateContent>
      </p:grpSp>
      <p:sp>
        <p:nvSpPr>
          <p:cNvPr id="665607" name="Text Box 7"/>
          <p:cNvSpPr txBox="1"/>
          <p:nvPr/>
        </p:nvSpPr>
        <p:spPr>
          <a:xfrm>
            <a:off x="3148445" y="3595487"/>
            <a:ext cx="4606204" cy="580159"/>
          </a:xfrm>
          <a:prstGeom prst="rect">
            <a:avLst/>
          </a:prstGeom>
          <a:noFill/>
          <a:ln w="9525">
            <a:noFill/>
          </a:ln>
        </p:spPr>
        <p:txBody>
          <a:bodyPr wrap="square" anchor="t" anchorCtr="0">
            <a:spAutoFit/>
          </a:bodyPr>
          <a:lstStyle/>
          <a:p>
            <a:pPr>
              <a:lnSpc>
                <a:spcPct val="120000"/>
              </a:lnSpc>
            </a:pPr>
            <a:r>
              <a:rPr lang="zh-CN" altLang="en-US" sz="2800" dirty="0">
                <a:latin typeface="+mn-ea"/>
              </a:rPr>
              <a:t>一般选无限远处电势为零</a:t>
            </a:r>
            <a:endParaRPr lang="en-US" altLang="zh-CN" sz="2800" dirty="0">
              <a:latin typeface="+mn-ea"/>
            </a:endParaRPr>
          </a:p>
        </p:txBody>
      </p:sp>
      <mc:AlternateContent xmlns:mc="http://schemas.openxmlformats.org/markup-compatibility/2006" xmlns:a14="http://schemas.microsoft.com/office/drawing/2010/main">
        <mc:Choice Requires="a14">
          <p:sp>
            <p:nvSpPr>
              <p:cNvPr id="33800" name="Object 8"/>
              <p:cNvSpPr txBox="1"/>
              <p:nvPr/>
            </p:nvSpPr>
            <p:spPr>
              <a:xfrm>
                <a:off x="3905914" y="2270783"/>
                <a:ext cx="4053522" cy="842962"/>
              </a:xfrm>
              <a:prstGeom prst="rect">
                <a:avLst/>
              </a:prstGeom>
              <a:noFill/>
              <a:ln w="38100">
                <a:noFill/>
                <a:miter/>
              </a:ln>
            </p:spPr>
            <p:txBody>
              <a:bodyPr>
                <a:noAutofit/>
              </a:bodyPr>
              <a:lstStyle/>
              <a:p>
                <a:pPr/>
                <a14:m>
                  <m:oMathPara xmlns:m="http://schemas.openxmlformats.org/officeDocument/2006/math">
                    <m:oMathParaPr>
                      <m:jc m:val="left"/>
                    </m:oMathParaPr>
                    <m:oMath xmlns:m="http://schemas.openxmlformats.org/officeDocument/2006/math">
                      <m:sSub>
                        <m:sSubPr>
                          <m:ctrlPr>
                            <a:rPr lang="zh-CN" altLang="en-US" sz="3200" i="1">
                              <a:solidFill>
                                <a:srgbClr val="000000"/>
                              </a:solidFill>
                              <a:latin typeface="Cambria Math" panose="02040503050406030204" pitchFamily="18" charset="0"/>
                            </a:rPr>
                          </m:ctrlPr>
                        </m:sSubPr>
                        <m:e>
                          <m:r>
                            <a:rPr lang="zh-CN" altLang="en-US" sz="3200" i="1">
                              <a:solidFill>
                                <a:srgbClr val="000000"/>
                              </a:solidFill>
                              <a:latin typeface="Cambria Math" panose="02040503050406030204" pitchFamily="18" charset="0"/>
                            </a:rPr>
                            <m:t>𝑉</m:t>
                          </m:r>
                        </m:e>
                        <m:sub>
                          <m:r>
                            <a:rPr lang="zh-CN" altLang="en-US" sz="3200" i="1">
                              <a:solidFill>
                                <a:srgbClr val="000000"/>
                              </a:solidFill>
                              <a:latin typeface="Cambria Math" panose="02040503050406030204" pitchFamily="18" charset="0"/>
                            </a:rPr>
                            <m:t>𝐴</m:t>
                          </m:r>
                        </m:sub>
                      </m:sSub>
                      <m:r>
                        <a:rPr lang="zh-CN" altLang="en-US" sz="3200" i="1">
                          <a:solidFill>
                            <a:srgbClr val="000000"/>
                          </a:solidFill>
                          <a:latin typeface="Cambria Math" panose="02040503050406030204" pitchFamily="18" charset="0"/>
                        </a:rPr>
                        <m:t>=</m:t>
                      </m:r>
                      <m:nary>
                        <m:naryPr>
                          <m:ctrlPr>
                            <a:rPr lang="zh-CN" altLang="en-US" sz="3200" i="1">
                              <a:solidFill>
                                <a:srgbClr val="000000"/>
                              </a:solidFill>
                              <a:latin typeface="Cambria Math" panose="02040503050406030204" pitchFamily="18" charset="0"/>
                            </a:rPr>
                          </m:ctrlPr>
                        </m:naryPr>
                        <m:sub>
                          <m:r>
                            <a:rPr lang="zh-CN" altLang="en-US" sz="3200" i="1">
                              <a:solidFill>
                                <a:srgbClr val="000000"/>
                              </a:solidFill>
                              <a:latin typeface="Cambria Math" panose="02040503050406030204" pitchFamily="18" charset="0"/>
                            </a:rPr>
                            <m:t>𝐴</m:t>
                          </m:r>
                        </m:sub>
                        <m:sup>
                          <m:r>
                            <a:rPr lang="zh-CN" altLang="en-US" sz="3200" i="1">
                              <a:solidFill>
                                <a:srgbClr val="000000"/>
                              </a:solidFill>
                              <a:latin typeface="Cambria Math" panose="02040503050406030204" pitchFamily="18" charset="0"/>
                            </a:rPr>
                            <m:t>𝐵</m:t>
                          </m:r>
                        </m:sup>
                        <m:e>
                          <m:acc>
                            <m:accPr>
                              <m:chr m:val="⃑"/>
                              <m:ctrlPr>
                                <a:rPr lang="zh-CN" altLang="en-US" sz="3200" i="1">
                                  <a:solidFill>
                                    <a:srgbClr val="000000"/>
                                  </a:solidFill>
                                  <a:latin typeface="Cambria Math" panose="02040503050406030204" pitchFamily="18" charset="0"/>
                                </a:rPr>
                              </m:ctrlPr>
                            </m:accPr>
                            <m:e>
                              <m:r>
                                <a:rPr lang="zh-CN" altLang="en-US" sz="3200" i="1">
                                  <a:solidFill>
                                    <a:srgbClr val="000000"/>
                                  </a:solidFill>
                                  <a:latin typeface="Cambria Math" panose="02040503050406030204" pitchFamily="18" charset="0"/>
                                </a:rPr>
                                <m:t>𝐸</m:t>
                              </m:r>
                            </m:e>
                          </m:acc>
                          <m:r>
                            <a:rPr lang="zh-CN" altLang="en-US" sz="3200" i="1">
                              <a:solidFill>
                                <a:srgbClr val="000000"/>
                              </a:solidFill>
                              <a:latin typeface="Cambria Math" panose="02040503050406030204" pitchFamily="18" charset="0"/>
                            </a:rPr>
                            <m:t>⋅</m:t>
                          </m:r>
                          <m:r>
                            <m:rPr>
                              <m:sty m:val="p"/>
                            </m:rPr>
                            <a:rPr lang="zh-CN" altLang="en-US" sz="3200" i="0">
                              <a:solidFill>
                                <a:srgbClr val="000000"/>
                              </a:solidFill>
                              <a:latin typeface="Cambria Math" panose="02040503050406030204" pitchFamily="18" charset="0"/>
                            </a:rPr>
                            <m:t>d</m:t>
                          </m:r>
                          <m:acc>
                            <m:accPr>
                              <m:chr m:val="⃑"/>
                              <m:ctrlPr>
                                <a:rPr lang="zh-CN" altLang="en-US" sz="3200" i="1">
                                  <a:solidFill>
                                    <a:srgbClr val="000000"/>
                                  </a:solidFill>
                                  <a:latin typeface="Cambria Math" panose="02040503050406030204" pitchFamily="18" charset="0"/>
                                </a:rPr>
                              </m:ctrlPr>
                            </m:accPr>
                            <m:e>
                              <m:r>
                                <a:rPr lang="zh-CN" altLang="en-US" sz="3200" i="1">
                                  <a:solidFill>
                                    <a:srgbClr val="000000"/>
                                  </a:solidFill>
                                  <a:latin typeface="Cambria Math" panose="02040503050406030204" pitchFamily="18" charset="0"/>
                                </a:rPr>
                                <m:t>𝑙</m:t>
                              </m:r>
                            </m:e>
                          </m:acc>
                        </m:e>
                      </m:nary>
                      <m:r>
                        <a:rPr lang="zh-CN" altLang="en-US" sz="3200" i="1">
                          <a:solidFill>
                            <a:srgbClr val="000000"/>
                          </a:solidFill>
                          <a:latin typeface="Cambria Math" panose="02040503050406030204" pitchFamily="18" charset="0"/>
                        </a:rPr>
                        <m:t>+</m:t>
                      </m:r>
                      <m:sSub>
                        <m:sSubPr>
                          <m:ctrlPr>
                            <a:rPr lang="zh-CN" altLang="en-US" sz="3200" i="1">
                              <a:solidFill>
                                <a:srgbClr val="000000"/>
                              </a:solidFill>
                              <a:latin typeface="Cambria Math" panose="02040503050406030204" pitchFamily="18" charset="0"/>
                            </a:rPr>
                          </m:ctrlPr>
                        </m:sSubPr>
                        <m:e>
                          <m:r>
                            <a:rPr lang="zh-CN" altLang="en-US" sz="3200" i="1">
                              <a:solidFill>
                                <a:srgbClr val="000000"/>
                              </a:solidFill>
                              <a:latin typeface="Cambria Math" panose="02040503050406030204" pitchFamily="18" charset="0"/>
                            </a:rPr>
                            <m:t>𝑉</m:t>
                          </m:r>
                        </m:e>
                        <m:sub>
                          <m:r>
                            <a:rPr lang="zh-CN" altLang="en-US" sz="3200" i="1">
                              <a:solidFill>
                                <a:srgbClr val="000000"/>
                              </a:solidFill>
                              <a:latin typeface="Cambria Math" panose="02040503050406030204" pitchFamily="18" charset="0"/>
                            </a:rPr>
                            <m:t>𝐵</m:t>
                          </m:r>
                        </m:sub>
                      </m:sSub>
                    </m:oMath>
                  </m:oMathPara>
                </a14:m>
                <a:endParaRPr lang="zh-CN" altLang="en-US" sz="3200" dirty="0"/>
              </a:p>
            </p:txBody>
          </p:sp>
        </mc:Choice>
        <mc:Fallback xmlns="">
          <p:sp>
            <p:nvSpPr>
              <p:cNvPr id="33800" name="Object 8"/>
              <p:cNvSpPr txBox="1">
                <a:spLocks noRot="1" noChangeAspect="1" noMove="1" noResize="1" noEditPoints="1" noAdjustHandles="1" noChangeArrowheads="1" noChangeShapeType="1" noTextEdit="1"/>
              </p:cNvSpPr>
              <p:nvPr/>
            </p:nvSpPr>
            <p:spPr>
              <a:xfrm>
                <a:off x="3905914" y="2270783"/>
                <a:ext cx="4053522" cy="842962"/>
              </a:xfrm>
              <a:prstGeom prst="rect">
                <a:avLst/>
              </a:prstGeom>
              <a:blipFill>
                <a:blip r:embed="rId3"/>
                <a:stretch>
                  <a:fillRect b="-35507"/>
                </a:stretch>
              </a:blipFill>
              <a:ln w="38100">
                <a:noFill/>
                <a:miter/>
              </a:ln>
            </p:spPr>
            <p:txBody>
              <a:bodyPr/>
              <a:lstStyle/>
              <a:p>
                <a:r>
                  <a:rPr lang="zh-CN" altLang="en-US">
                    <a:noFill/>
                  </a:rPr>
                  <a:t> </a:t>
                </a:r>
              </a:p>
            </p:txBody>
          </p:sp>
        </mc:Fallback>
      </mc:AlternateContent>
      <p:sp>
        <p:nvSpPr>
          <p:cNvPr id="665609" name="Text Box 9"/>
          <p:cNvSpPr txBox="1"/>
          <p:nvPr/>
        </p:nvSpPr>
        <p:spPr>
          <a:xfrm>
            <a:off x="1592407" y="4394078"/>
            <a:ext cx="6629400" cy="523220"/>
          </a:xfrm>
          <a:prstGeom prst="rect">
            <a:avLst/>
          </a:prstGeom>
          <a:noFill/>
          <a:ln w="9525">
            <a:noFill/>
          </a:ln>
        </p:spPr>
        <p:txBody>
          <a:bodyPr anchor="t" anchorCtr="0">
            <a:spAutoFit/>
          </a:bodyPr>
          <a:lstStyle/>
          <a:p>
            <a:pPr>
              <a:spcBef>
                <a:spcPct val="50000"/>
              </a:spcBef>
            </a:pPr>
            <a:r>
              <a:rPr lang="en-US" altLang="zh-CN" sz="2800" dirty="0">
                <a:latin typeface="+mn-ea"/>
              </a:rPr>
              <a:t>- </a:t>
            </a:r>
            <a:r>
              <a:rPr lang="zh-CN" altLang="en-US" sz="2800" dirty="0">
                <a:latin typeface="+mn-ea"/>
              </a:rPr>
              <a:t>利用点电荷电势的叠加原理</a:t>
            </a:r>
          </a:p>
        </p:txBody>
      </p:sp>
      <mc:AlternateContent xmlns:mc="http://schemas.openxmlformats.org/markup-compatibility/2006" xmlns:a14="http://schemas.microsoft.com/office/drawing/2010/main">
        <mc:Choice Requires="a14">
          <p:sp>
            <p:nvSpPr>
              <p:cNvPr id="665610" name="Object 10"/>
              <p:cNvSpPr txBox="1"/>
              <p:nvPr/>
            </p:nvSpPr>
            <p:spPr>
              <a:xfrm>
                <a:off x="4134284" y="5230915"/>
                <a:ext cx="4265179" cy="1096962"/>
              </a:xfrm>
              <a:prstGeom prst="rect">
                <a:avLst/>
              </a:prstGeom>
              <a:noFill/>
              <a:ln w="12700" cap="flat" cmpd="sng">
                <a:noFill/>
                <a:prstDash val="solid"/>
                <a:miter/>
                <a:headEnd type="none" w="med" len="med"/>
                <a:tailEnd type="none" w="med" len="med"/>
              </a:ln>
            </p:spPr>
            <p:txBody>
              <a:bodyPr>
                <a:noAutofit/>
              </a:bodyPr>
              <a:lstStyle/>
              <a:p>
                <a:pPr/>
                <a14:m>
                  <m:oMathPara xmlns:m="http://schemas.openxmlformats.org/officeDocument/2006/math">
                    <m:oMathParaPr>
                      <m:jc m:val="left"/>
                    </m:oMathParaPr>
                    <m:oMath xmlns:m="http://schemas.openxmlformats.org/officeDocument/2006/math">
                      <m:r>
                        <a:rPr lang="zh-CN" altLang="en-US" sz="3200" i="1">
                          <a:solidFill>
                            <a:srgbClr val="000000"/>
                          </a:solidFill>
                          <a:latin typeface="Cambria Math" panose="02040503050406030204" pitchFamily="18" charset="0"/>
                        </a:rPr>
                        <m:t>𝑉</m:t>
                      </m:r>
                      <m:r>
                        <a:rPr lang="zh-CN" altLang="en-US" sz="3200" i="1">
                          <a:solidFill>
                            <a:srgbClr val="000000"/>
                          </a:solidFill>
                          <a:latin typeface="Cambria Math" panose="02040503050406030204" pitchFamily="18" charset="0"/>
                        </a:rPr>
                        <m:t>=</m:t>
                      </m:r>
                      <m:f>
                        <m:fPr>
                          <m:ctrlPr>
                            <a:rPr lang="zh-CN" altLang="en-US" sz="3200" i="1">
                              <a:solidFill>
                                <a:srgbClr val="000000"/>
                              </a:solidFill>
                              <a:latin typeface="Cambria Math" panose="02040503050406030204" pitchFamily="18" charset="0"/>
                            </a:rPr>
                          </m:ctrlPr>
                        </m:fPr>
                        <m:num>
                          <m:r>
                            <a:rPr lang="zh-CN" altLang="en-US" sz="3200" i="1">
                              <a:solidFill>
                                <a:srgbClr val="000000"/>
                              </a:solidFill>
                              <a:latin typeface="Cambria Math" panose="02040503050406030204" pitchFamily="18" charset="0"/>
                            </a:rPr>
                            <m:t>1</m:t>
                          </m:r>
                        </m:num>
                        <m:den>
                          <m:r>
                            <a:rPr lang="zh-CN" altLang="en-US" sz="3200" i="1">
                              <a:solidFill>
                                <a:srgbClr val="000000"/>
                              </a:solidFill>
                              <a:latin typeface="Cambria Math" panose="02040503050406030204" pitchFamily="18" charset="0"/>
                            </a:rPr>
                            <m:t>4</m:t>
                          </m:r>
                          <m:r>
                            <m:rPr>
                              <m:sty m:val="p"/>
                            </m:rPr>
                            <a:rPr lang="zh-CN" altLang="en-US" sz="3200" i="0">
                              <a:solidFill>
                                <a:srgbClr val="000000"/>
                              </a:solidFill>
                              <a:latin typeface="Cambria Math" panose="02040503050406030204" pitchFamily="18" charset="0"/>
                            </a:rPr>
                            <m:t>π</m:t>
                          </m:r>
                          <m:sSub>
                            <m:sSubPr>
                              <m:ctrlPr>
                                <a:rPr lang="zh-CN" altLang="en-US" sz="3200" i="1">
                                  <a:solidFill>
                                    <a:srgbClr val="000000"/>
                                  </a:solidFill>
                                  <a:latin typeface="Cambria Math" panose="02040503050406030204" pitchFamily="18" charset="0"/>
                                </a:rPr>
                              </m:ctrlPr>
                            </m:sSubPr>
                            <m:e>
                              <m:r>
                                <m:rPr>
                                  <m:sty m:val="p"/>
                                </m:rPr>
                                <a:rPr lang="zh-CN" altLang="en-US" sz="3200" i="1">
                                  <a:solidFill>
                                    <a:srgbClr val="000000"/>
                                  </a:solidFill>
                                  <a:latin typeface="Cambria Math" panose="02040503050406030204" pitchFamily="18" charset="0"/>
                                </a:rPr>
                                <m:t>ε</m:t>
                              </m:r>
                            </m:e>
                            <m:sub>
                              <m:r>
                                <a:rPr lang="zh-CN" altLang="en-US" sz="3200" i="1">
                                  <a:solidFill>
                                    <a:srgbClr val="000000"/>
                                  </a:solidFill>
                                  <a:latin typeface="Cambria Math" panose="02040503050406030204" pitchFamily="18" charset="0"/>
                                </a:rPr>
                                <m:t>0</m:t>
                              </m:r>
                            </m:sub>
                          </m:sSub>
                        </m:den>
                      </m:f>
                      <m:nary>
                        <m:naryPr>
                          <m:subHide m:val="on"/>
                          <m:supHide m:val="on"/>
                          <m:ctrlPr>
                            <a:rPr lang="zh-CN" altLang="en-US" sz="3200" i="1">
                              <a:solidFill>
                                <a:srgbClr val="000000"/>
                              </a:solidFill>
                              <a:latin typeface="Cambria Math" panose="02040503050406030204" pitchFamily="18" charset="0"/>
                            </a:rPr>
                          </m:ctrlPr>
                        </m:naryPr>
                        <m:sub/>
                        <m:sup/>
                        <m:e>
                          <m:f>
                            <m:fPr>
                              <m:ctrlPr>
                                <a:rPr lang="zh-CN" altLang="en-US" sz="3200" i="1">
                                  <a:solidFill>
                                    <a:srgbClr val="000000"/>
                                  </a:solidFill>
                                  <a:latin typeface="Cambria Math" panose="02040503050406030204" pitchFamily="18" charset="0"/>
                                </a:rPr>
                              </m:ctrlPr>
                            </m:fPr>
                            <m:num>
                              <m:r>
                                <m:rPr>
                                  <m:sty m:val="p"/>
                                </m:rPr>
                                <a:rPr lang="zh-CN" altLang="en-US" sz="3200" i="0">
                                  <a:solidFill>
                                    <a:srgbClr val="000000"/>
                                  </a:solidFill>
                                  <a:latin typeface="Cambria Math" panose="02040503050406030204" pitchFamily="18" charset="0"/>
                                </a:rPr>
                                <m:t>d</m:t>
                              </m:r>
                              <m:r>
                                <a:rPr lang="zh-CN" altLang="en-US" sz="3200" i="1">
                                  <a:solidFill>
                                    <a:srgbClr val="000000"/>
                                  </a:solidFill>
                                  <a:latin typeface="Cambria Math" panose="02040503050406030204" pitchFamily="18" charset="0"/>
                                </a:rPr>
                                <m:t>𝑞</m:t>
                              </m:r>
                            </m:num>
                            <m:den>
                              <m:r>
                                <a:rPr lang="zh-CN" altLang="en-US" sz="3200" i="1">
                                  <a:solidFill>
                                    <a:srgbClr val="000000"/>
                                  </a:solidFill>
                                  <a:latin typeface="Cambria Math" panose="02040503050406030204" pitchFamily="18" charset="0"/>
                                </a:rPr>
                                <m:t>𝑟</m:t>
                              </m:r>
                            </m:den>
                          </m:f>
                        </m:e>
                      </m:nary>
                    </m:oMath>
                  </m:oMathPara>
                </a14:m>
                <a:endParaRPr lang="zh-CN" altLang="en-US" sz="3200" dirty="0"/>
              </a:p>
            </p:txBody>
          </p:sp>
        </mc:Choice>
        <mc:Fallback xmlns="">
          <p:sp>
            <p:nvSpPr>
              <p:cNvPr id="665610" name="Object 10"/>
              <p:cNvSpPr txBox="1">
                <a:spLocks noRot="1" noChangeAspect="1" noMove="1" noResize="1" noEditPoints="1" noAdjustHandles="1" noChangeArrowheads="1" noChangeShapeType="1" noTextEdit="1"/>
              </p:cNvSpPr>
              <p:nvPr/>
            </p:nvSpPr>
            <p:spPr>
              <a:xfrm>
                <a:off x="4134284" y="5230915"/>
                <a:ext cx="4265179" cy="1096962"/>
              </a:xfrm>
              <a:prstGeom prst="rect">
                <a:avLst/>
              </a:prstGeom>
              <a:blipFill>
                <a:blip r:embed="rId4"/>
                <a:stretch>
                  <a:fillRect/>
                </a:stretch>
              </a:blipFill>
              <a:ln w="12700" cap="flat" cmpd="sng">
                <a:noFill/>
                <a:prstDash val="solid"/>
                <a:miter/>
                <a:headEnd type="none" w="med" len="med"/>
                <a:tailEnd type="none" w="med" len="med"/>
              </a:ln>
            </p:spPr>
            <p:txBody>
              <a:bodyPr/>
              <a:lstStyle/>
              <a:p>
                <a:r>
                  <a:rPr lang="zh-CN" altLang="en-US">
                    <a:noFill/>
                  </a:rPr>
                  <a:t> </a:t>
                </a:r>
              </a:p>
            </p:txBody>
          </p:sp>
        </mc:Fallback>
      </mc:AlternateContent>
      <p:sp>
        <p:nvSpPr>
          <p:cNvPr id="2" name="标题 2">
            <a:extLst>
              <a:ext uri="{FF2B5EF4-FFF2-40B4-BE49-F238E27FC236}">
                <a16:creationId xmlns:a16="http://schemas.microsoft.com/office/drawing/2014/main" id="{3F72E8D0-6490-FADF-8374-667935711BC4}"/>
              </a:ext>
            </a:extLst>
          </p:cNvPr>
          <p:cNvSpPr txBox="1">
            <a:spLocks/>
          </p:cNvSpPr>
          <p:nvPr/>
        </p:nvSpPr>
        <p:spPr>
          <a:xfrm>
            <a:off x="821334" y="544043"/>
            <a:ext cx="4779879" cy="70839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571500" indent="-571500">
              <a:lnSpc>
                <a:spcPct val="150000"/>
              </a:lnSpc>
              <a:buFont typeface="Wingdings" panose="05000000000000000000" pitchFamily="2" charset="2"/>
              <a:buChar char="q"/>
            </a:pPr>
            <a:r>
              <a:rPr lang="zh-CN" altLang="en-US" sz="3200" b="1" dirty="0">
                <a:solidFill>
                  <a:srgbClr val="0066FF"/>
                </a:solidFill>
                <a:latin typeface="华文楷体" panose="02010600040101010101" pitchFamily="2" charset="-122"/>
                <a:ea typeface="华文楷体" panose="02010600040101010101" pitchFamily="2" charset="-122"/>
              </a:rPr>
              <a:t>带电体的电势</a:t>
            </a:r>
            <a:endParaRPr lang="en-US" altLang="zh-CN" sz="3200" b="1" dirty="0">
              <a:solidFill>
                <a:srgbClr val="0066FF"/>
              </a:solidFill>
              <a:latin typeface="华文楷体" panose="02010600040101010101" pitchFamily="2" charset="-122"/>
              <a:ea typeface="华文楷体" panose="02010600040101010101" pitchFamily="2" charset="-122"/>
            </a:endParaRPr>
          </a:p>
          <a:p>
            <a:pPr marL="571500" indent="-571500">
              <a:lnSpc>
                <a:spcPct val="150000"/>
              </a:lnSpc>
              <a:buFont typeface="Wingdings" panose="05000000000000000000" pitchFamily="2" charset="2"/>
              <a:buChar char="q"/>
            </a:pPr>
            <a:endParaRPr lang="zh-CN" altLang="en-US" sz="3200" b="1" dirty="0">
              <a:solidFill>
                <a:srgbClr val="0066FF"/>
              </a:solidFill>
              <a:latin typeface="华文楷体" panose="02010600040101010101" pitchFamily="2" charset="-122"/>
              <a:ea typeface="华文楷体" panose="0201060004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656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380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6560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6560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656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5607" grpId="0"/>
      <p:bldP spid="33800" grpId="0"/>
      <p:bldP spid="665609" grpId="0"/>
      <p:bldP spid="665610"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70660" name="Object 4">
                <a:extLst>
                  <a:ext uri="{FF2B5EF4-FFF2-40B4-BE49-F238E27FC236}">
                    <a16:creationId xmlns:a16="http://schemas.microsoft.com/office/drawing/2014/main" id="{5875FE62-A467-44CA-BAF1-8FA0C0E000CB}"/>
                  </a:ext>
                </a:extLst>
              </p:cNvPr>
              <p:cNvSpPr txBox="1"/>
              <p:nvPr/>
            </p:nvSpPr>
            <p:spPr bwMode="auto">
              <a:xfrm>
                <a:off x="2180525" y="2264415"/>
                <a:ext cx="3181499" cy="1093094"/>
              </a:xfrm>
              <a:prstGeom prst="rect">
                <a:avLst/>
              </a:prstGeom>
              <a:noFill/>
              <a:ln>
                <a:noFill/>
              </a:ln>
            </p:spPr>
            <p:txBody>
              <a:bodyPr>
                <a:noAutofit/>
              </a:bodyPr>
              <a:lstStyle/>
              <a:p>
                <a:pPr/>
                <a14:m>
                  <m:oMathPara xmlns:m="http://schemas.openxmlformats.org/officeDocument/2006/math">
                    <m:oMathParaPr>
                      <m:jc m:val="centerGroup"/>
                    </m:oMathParaPr>
                    <m:oMath xmlns:m="http://schemas.openxmlformats.org/officeDocument/2006/math">
                      <m:r>
                        <a:rPr lang="en-US" sz="2800" b="0" i="1">
                          <a:solidFill>
                            <a:srgbClr val="000000"/>
                          </a:solidFill>
                          <a:latin typeface="Cambria Math" panose="02040503050406030204" pitchFamily="18" charset="0"/>
                        </a:rPr>
                        <m:t>=</m:t>
                      </m:r>
                      <m:f>
                        <m:fPr>
                          <m:ctrlPr>
                            <a:rPr lang="en-US" sz="2800" i="1">
                              <a:solidFill>
                                <a:srgbClr val="000000"/>
                              </a:solidFill>
                              <a:latin typeface="Cambria Math" panose="02040503050406030204" pitchFamily="18" charset="0"/>
                            </a:rPr>
                          </m:ctrlPr>
                        </m:fPr>
                        <m:num>
                          <m:r>
                            <a:rPr lang="en-US" sz="2800" b="0" i="1">
                              <a:solidFill>
                                <a:srgbClr val="000000"/>
                              </a:solidFill>
                              <a:latin typeface="Cambria Math" panose="02040503050406030204" pitchFamily="18" charset="0"/>
                            </a:rPr>
                            <m:t>𝑞</m:t>
                          </m:r>
                        </m:num>
                        <m:den>
                          <m:r>
                            <a:rPr lang="en-US" sz="2800" b="0" i="1">
                              <a:solidFill>
                                <a:srgbClr val="000000"/>
                              </a:solidFill>
                              <a:latin typeface="Cambria Math" panose="02040503050406030204" pitchFamily="18" charset="0"/>
                            </a:rPr>
                            <m:t>4</m:t>
                          </m:r>
                          <m:r>
                            <a:rPr lang="en-US" sz="2800" b="0" i="1">
                              <a:solidFill>
                                <a:srgbClr val="000000"/>
                              </a:solidFill>
                              <a:latin typeface="Cambria Math" panose="02040503050406030204" pitchFamily="18" charset="0"/>
                            </a:rPr>
                            <m:t>𝜋</m:t>
                          </m:r>
                          <m:sSub>
                            <m:sSubPr>
                              <m:ctrlPr>
                                <a:rPr lang="en-US" sz="2800" i="1">
                                  <a:solidFill>
                                    <a:srgbClr val="000000"/>
                                  </a:solidFill>
                                  <a:latin typeface="Cambria Math" panose="02040503050406030204" pitchFamily="18" charset="0"/>
                                </a:rPr>
                              </m:ctrlPr>
                            </m:sSubPr>
                            <m:e>
                              <m:r>
                                <a:rPr lang="en-US" sz="2800" b="0" i="1">
                                  <a:solidFill>
                                    <a:srgbClr val="000000"/>
                                  </a:solidFill>
                                  <a:latin typeface="Cambria Math" panose="02040503050406030204" pitchFamily="18" charset="0"/>
                                </a:rPr>
                                <m:t>𝜀</m:t>
                              </m:r>
                            </m:e>
                            <m:sub>
                              <m:r>
                                <a:rPr lang="en-US" sz="2800" b="0" i="1">
                                  <a:solidFill>
                                    <a:srgbClr val="000000"/>
                                  </a:solidFill>
                                  <a:latin typeface="Cambria Math" panose="02040503050406030204" pitchFamily="18" charset="0"/>
                                </a:rPr>
                                <m:t>0</m:t>
                              </m:r>
                            </m:sub>
                          </m:sSub>
                        </m:den>
                      </m:f>
                      <m:d>
                        <m:dPr>
                          <m:ctrlPr>
                            <a:rPr lang="en-US" sz="2800" i="1">
                              <a:solidFill>
                                <a:srgbClr val="000000"/>
                              </a:solidFill>
                              <a:latin typeface="Cambria Math" panose="02040503050406030204" pitchFamily="18" charset="0"/>
                            </a:rPr>
                          </m:ctrlPr>
                        </m:dPr>
                        <m:e>
                          <m:f>
                            <m:fPr>
                              <m:ctrlPr>
                                <a:rPr lang="en-US" sz="2800" i="1">
                                  <a:solidFill>
                                    <a:srgbClr val="000000"/>
                                  </a:solidFill>
                                  <a:latin typeface="Cambria Math" panose="02040503050406030204" pitchFamily="18" charset="0"/>
                                </a:rPr>
                              </m:ctrlPr>
                            </m:fPr>
                            <m:num>
                              <m:r>
                                <a:rPr lang="en-US" sz="2800" b="0" i="1">
                                  <a:solidFill>
                                    <a:srgbClr val="000000"/>
                                  </a:solidFill>
                                  <a:latin typeface="Cambria Math" panose="02040503050406030204" pitchFamily="18" charset="0"/>
                                </a:rPr>
                                <m:t>1</m:t>
                              </m:r>
                            </m:num>
                            <m:den>
                              <m:sSub>
                                <m:sSubPr>
                                  <m:ctrlPr>
                                    <a:rPr lang="en-US" sz="2800" i="1">
                                      <a:solidFill>
                                        <a:srgbClr val="000000"/>
                                      </a:solidFill>
                                      <a:latin typeface="Cambria Math" panose="02040503050406030204" pitchFamily="18" charset="0"/>
                                    </a:rPr>
                                  </m:ctrlPr>
                                </m:sSubPr>
                                <m:e>
                                  <m:r>
                                    <a:rPr lang="en-US" sz="2800" b="0" i="1">
                                      <a:solidFill>
                                        <a:srgbClr val="000000"/>
                                      </a:solidFill>
                                      <a:latin typeface="Cambria Math" panose="02040503050406030204" pitchFamily="18" charset="0"/>
                                    </a:rPr>
                                    <m:t>𝑟</m:t>
                                  </m:r>
                                </m:e>
                                <m:sub>
                                  <m:r>
                                    <a:rPr lang="en-US" sz="2800" b="0" i="1">
                                      <a:solidFill>
                                        <a:srgbClr val="000000"/>
                                      </a:solidFill>
                                      <a:latin typeface="Cambria Math" panose="02040503050406030204" pitchFamily="18" charset="0"/>
                                    </a:rPr>
                                    <m:t>+</m:t>
                                  </m:r>
                                </m:sub>
                              </m:sSub>
                            </m:den>
                          </m:f>
                          <m:r>
                            <a:rPr lang="en-US" sz="2800" b="0" i="1">
                              <a:solidFill>
                                <a:srgbClr val="000000"/>
                              </a:solidFill>
                              <a:latin typeface="Cambria Math" panose="02040503050406030204" pitchFamily="18" charset="0"/>
                            </a:rPr>
                            <m:t>−</m:t>
                          </m:r>
                          <m:f>
                            <m:fPr>
                              <m:ctrlPr>
                                <a:rPr lang="en-US" sz="2800" i="1">
                                  <a:solidFill>
                                    <a:srgbClr val="000000"/>
                                  </a:solidFill>
                                  <a:latin typeface="Cambria Math" panose="02040503050406030204" pitchFamily="18" charset="0"/>
                                </a:rPr>
                              </m:ctrlPr>
                            </m:fPr>
                            <m:num>
                              <m:r>
                                <a:rPr lang="en-US" sz="2800" b="0" i="1">
                                  <a:solidFill>
                                    <a:srgbClr val="000000"/>
                                  </a:solidFill>
                                  <a:latin typeface="Cambria Math" panose="02040503050406030204" pitchFamily="18" charset="0"/>
                                </a:rPr>
                                <m:t>1</m:t>
                              </m:r>
                            </m:num>
                            <m:den>
                              <m:sSub>
                                <m:sSubPr>
                                  <m:ctrlPr>
                                    <a:rPr lang="en-US" sz="2800" i="1">
                                      <a:solidFill>
                                        <a:srgbClr val="000000"/>
                                      </a:solidFill>
                                      <a:latin typeface="Cambria Math" panose="02040503050406030204" pitchFamily="18" charset="0"/>
                                    </a:rPr>
                                  </m:ctrlPr>
                                </m:sSubPr>
                                <m:e>
                                  <m:r>
                                    <a:rPr lang="en-US" sz="2800" b="0" i="1">
                                      <a:solidFill>
                                        <a:srgbClr val="000000"/>
                                      </a:solidFill>
                                      <a:latin typeface="Cambria Math" panose="02040503050406030204" pitchFamily="18" charset="0"/>
                                    </a:rPr>
                                    <m:t>𝑟</m:t>
                                  </m:r>
                                </m:e>
                                <m:sub>
                                  <m:r>
                                    <a:rPr lang="en-US" sz="2800" b="0" i="1">
                                      <a:solidFill>
                                        <a:srgbClr val="000000"/>
                                      </a:solidFill>
                                      <a:latin typeface="Cambria Math" panose="02040503050406030204" pitchFamily="18" charset="0"/>
                                    </a:rPr>
                                    <m:t>−</m:t>
                                  </m:r>
                                </m:sub>
                              </m:sSub>
                            </m:den>
                          </m:f>
                        </m:e>
                      </m:d>
                    </m:oMath>
                  </m:oMathPara>
                </a14:m>
                <a:endParaRPr lang="en-US" sz="2800" dirty="0"/>
              </a:p>
            </p:txBody>
          </p:sp>
        </mc:Choice>
        <mc:Fallback xmlns="">
          <p:sp>
            <p:nvSpPr>
              <p:cNvPr id="70660" name="Object 4">
                <a:extLst>
                  <a:ext uri="{FF2B5EF4-FFF2-40B4-BE49-F238E27FC236}">
                    <a16:creationId xmlns:a16="http://schemas.microsoft.com/office/drawing/2014/main" id="{5875FE62-A467-44CA-BAF1-8FA0C0E000CB}"/>
                  </a:ext>
                </a:extLst>
              </p:cNvPr>
              <p:cNvSpPr txBox="1">
                <a:spLocks noRot="1" noChangeAspect="1" noMove="1" noResize="1" noEditPoints="1" noAdjustHandles="1" noChangeArrowheads="1" noChangeShapeType="1" noTextEdit="1"/>
              </p:cNvSpPr>
              <p:nvPr/>
            </p:nvSpPr>
            <p:spPr bwMode="auto">
              <a:xfrm>
                <a:off x="2180525" y="2264415"/>
                <a:ext cx="3181499" cy="1093094"/>
              </a:xfrm>
              <a:prstGeom prst="rect">
                <a:avLst/>
              </a:prstGeom>
              <a:blipFill>
                <a:blip r:embed="rId2"/>
                <a:stretch>
                  <a:fillRect/>
                </a:stretch>
              </a:blipFill>
              <a:ln>
                <a:noFill/>
              </a:ln>
            </p:spPr>
            <p:txBody>
              <a:bodyPr/>
              <a:lstStyle/>
              <a:p>
                <a:r>
                  <a:rPr lang="zh-CN" altLang="en-US">
                    <a:noFill/>
                  </a:rPr>
                  <a:t> </a:t>
                </a:r>
              </a:p>
            </p:txBody>
          </p:sp>
        </mc:Fallback>
      </mc:AlternateContent>
      <p:grpSp>
        <p:nvGrpSpPr>
          <p:cNvPr id="2" name="Group 6">
            <a:extLst>
              <a:ext uri="{FF2B5EF4-FFF2-40B4-BE49-F238E27FC236}">
                <a16:creationId xmlns:a16="http://schemas.microsoft.com/office/drawing/2014/main" id="{156282B3-74E6-436F-AF00-BB643CC2BCAC}"/>
              </a:ext>
            </a:extLst>
          </p:cNvPr>
          <p:cNvGrpSpPr>
            <a:grpSpLocks/>
          </p:cNvGrpSpPr>
          <p:nvPr/>
        </p:nvGrpSpPr>
        <p:grpSpPr bwMode="auto">
          <a:xfrm>
            <a:off x="7177502" y="1073149"/>
            <a:ext cx="3401598" cy="2514600"/>
            <a:chOff x="3792" y="1440"/>
            <a:chExt cx="1576" cy="1392"/>
          </a:xfrm>
        </p:grpSpPr>
        <p:grpSp>
          <p:nvGrpSpPr>
            <p:cNvPr id="10273" name="Group 7">
              <a:extLst>
                <a:ext uri="{FF2B5EF4-FFF2-40B4-BE49-F238E27FC236}">
                  <a16:creationId xmlns:a16="http://schemas.microsoft.com/office/drawing/2014/main" id="{1AA03662-E14E-469A-B94D-F6CC43204774}"/>
                </a:ext>
              </a:extLst>
            </p:cNvPr>
            <p:cNvGrpSpPr>
              <a:grpSpLocks/>
            </p:cNvGrpSpPr>
            <p:nvPr/>
          </p:nvGrpSpPr>
          <p:grpSpPr bwMode="auto">
            <a:xfrm>
              <a:off x="3792" y="1536"/>
              <a:ext cx="1296" cy="1296"/>
              <a:chOff x="3792" y="1536"/>
              <a:chExt cx="1296" cy="1296"/>
            </a:xfrm>
          </p:grpSpPr>
          <p:sp>
            <p:nvSpPr>
              <p:cNvPr id="10278" name="Line 8">
                <a:extLst>
                  <a:ext uri="{FF2B5EF4-FFF2-40B4-BE49-F238E27FC236}">
                    <a16:creationId xmlns:a16="http://schemas.microsoft.com/office/drawing/2014/main" id="{D448D2B9-7F8E-43CC-A75D-43A537E23877}"/>
                  </a:ext>
                </a:extLst>
              </p:cNvPr>
              <p:cNvSpPr>
                <a:spLocks noChangeShapeType="1"/>
              </p:cNvSpPr>
              <p:nvPr/>
            </p:nvSpPr>
            <p:spPr bwMode="auto">
              <a:xfrm>
                <a:off x="3792" y="2197"/>
                <a:ext cx="1296" cy="0"/>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sz="2800"/>
              </a:p>
            </p:txBody>
          </p:sp>
          <p:sp>
            <p:nvSpPr>
              <p:cNvPr id="10279" name="Line 9">
                <a:extLst>
                  <a:ext uri="{FF2B5EF4-FFF2-40B4-BE49-F238E27FC236}">
                    <a16:creationId xmlns:a16="http://schemas.microsoft.com/office/drawing/2014/main" id="{A9AA01AE-9EED-46F9-8FE9-A719ED90CD95}"/>
                  </a:ext>
                </a:extLst>
              </p:cNvPr>
              <p:cNvSpPr>
                <a:spLocks noChangeShapeType="1"/>
              </p:cNvSpPr>
              <p:nvPr/>
            </p:nvSpPr>
            <p:spPr bwMode="auto">
              <a:xfrm>
                <a:off x="4368" y="1536"/>
                <a:ext cx="0" cy="1296"/>
              </a:xfrm>
              <a:prstGeom prst="line">
                <a:avLst/>
              </a:prstGeom>
              <a:noFill/>
              <a:ln w="28575">
                <a:solidFill>
                  <a:schemeClr val="tx1"/>
                </a:solidFill>
                <a:round/>
                <a:headEnd type="triangle" w="med" len="med"/>
                <a:tailEnd type="none" w="sm" len="sm"/>
              </a:ln>
              <a:extLst>
                <a:ext uri="{909E8E84-426E-40DD-AFC4-6F175D3DCCD1}">
                  <a14:hiddenFill xmlns:a14="http://schemas.microsoft.com/office/drawing/2010/main">
                    <a:noFill/>
                  </a14:hiddenFill>
                </a:ext>
              </a:extLst>
            </p:spPr>
            <p:txBody>
              <a:bodyPr wrap="none" anchor="ctr"/>
              <a:lstStyle/>
              <a:p>
                <a:endParaRPr lang="en-US" sz="2800"/>
              </a:p>
            </p:txBody>
          </p:sp>
        </p:grpSp>
        <p:sp>
          <p:nvSpPr>
            <p:cNvPr id="10274" name="Object 11">
              <a:extLst>
                <a:ext uri="{FF2B5EF4-FFF2-40B4-BE49-F238E27FC236}">
                  <a16:creationId xmlns:a16="http://schemas.microsoft.com/office/drawing/2014/main" id="{8DB07275-251B-41DD-81C6-13ACF07B1D63}"/>
                </a:ext>
              </a:extLst>
            </p:cNvPr>
            <p:cNvSpPr txBox="1"/>
            <p:nvPr/>
          </p:nvSpPr>
          <p:spPr bwMode="auto">
            <a:xfrm>
              <a:off x="4080" y="1440"/>
              <a:ext cx="259" cy="288"/>
            </a:xfrm>
            <a:prstGeom prst="rect">
              <a:avLst/>
            </a:prstGeom>
            <a:noFill/>
            <a:ln>
              <a:noFill/>
            </a:ln>
            <a:effectLst/>
          </p:spPr>
          <p:txBody>
            <a:bodyPr>
              <a:normAutofit/>
            </a:bodyPr>
            <a:lstStyle/>
            <a:p>
              <a:endParaRPr lang="en-US" sz="2800" dirty="0"/>
            </a:p>
          </p:txBody>
        </p:sp>
        <mc:AlternateContent xmlns:mc="http://schemas.openxmlformats.org/markup-compatibility/2006" xmlns:a14="http://schemas.microsoft.com/office/drawing/2010/main">
          <mc:Choice Requires="a14">
            <p:sp>
              <p:nvSpPr>
                <p:cNvPr id="10276" name="Object 13">
                  <a:extLst>
                    <a:ext uri="{FF2B5EF4-FFF2-40B4-BE49-F238E27FC236}">
                      <a16:creationId xmlns:a16="http://schemas.microsoft.com/office/drawing/2014/main" id="{0E849F5A-5111-44D1-88E1-9C6F695C56D8}"/>
                    </a:ext>
                  </a:extLst>
                </p:cNvPr>
                <p:cNvSpPr txBox="1"/>
                <p:nvPr/>
              </p:nvSpPr>
              <p:spPr bwMode="auto">
                <a:xfrm>
                  <a:off x="5136" y="2064"/>
                  <a:ext cx="232" cy="232"/>
                </a:xfrm>
                <a:prstGeom prst="rect">
                  <a:avLst/>
                </a:prstGeom>
                <a:noFill/>
                <a:ln>
                  <a:noFill/>
                </a:ln>
                <a:effectLst/>
              </p:spPr>
              <p:txBody>
                <a:bodyPr>
                  <a:noAutofit/>
                </a:bodyPr>
                <a:lstStyle/>
                <a:p>
                  <a:pPr/>
                  <a14:m>
                    <m:oMathPara xmlns:m="http://schemas.openxmlformats.org/officeDocument/2006/math">
                      <m:oMathParaPr>
                        <m:jc m:val="centerGroup"/>
                      </m:oMathParaPr>
                      <m:oMath xmlns:m="http://schemas.openxmlformats.org/officeDocument/2006/math">
                        <m:r>
                          <a:rPr lang="en-US" altLang="zh-CN" sz="2800" i="1">
                            <a:solidFill>
                              <a:srgbClr val="000000"/>
                            </a:solidFill>
                            <a:latin typeface="Cambria Math" panose="02040503050406030204" pitchFamily="18" charset="0"/>
                          </a:rPr>
                          <m:t>𝑥</m:t>
                        </m:r>
                      </m:oMath>
                    </m:oMathPara>
                  </a14:m>
                  <a:endParaRPr lang="en-US" altLang="zh-CN" sz="2800" dirty="0"/>
                </a:p>
                <a:p>
                  <a:endParaRPr lang="en-US" sz="2800" dirty="0"/>
                </a:p>
              </p:txBody>
            </p:sp>
          </mc:Choice>
          <mc:Fallback xmlns="">
            <p:sp>
              <p:nvSpPr>
                <p:cNvPr id="10276" name="Object 13">
                  <a:extLst>
                    <a:ext uri="{FF2B5EF4-FFF2-40B4-BE49-F238E27FC236}">
                      <a16:creationId xmlns:a16="http://schemas.microsoft.com/office/drawing/2014/main" id="{0E849F5A-5111-44D1-88E1-9C6F695C56D8}"/>
                    </a:ext>
                  </a:extLst>
                </p:cNvPr>
                <p:cNvSpPr txBox="1">
                  <a:spLocks noRot="1" noChangeAspect="1" noMove="1" noResize="1" noEditPoints="1" noAdjustHandles="1" noChangeArrowheads="1" noChangeShapeType="1" noTextEdit="1"/>
                </p:cNvSpPr>
                <p:nvPr/>
              </p:nvSpPr>
              <p:spPr bwMode="auto">
                <a:xfrm>
                  <a:off x="5136" y="2064"/>
                  <a:ext cx="232" cy="232"/>
                </a:xfrm>
                <a:prstGeom prst="rect">
                  <a:avLst/>
                </a:prstGeom>
                <a:blipFill>
                  <a:blip r:embed="rId3"/>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277" name="Object 14">
                  <a:extLst>
                    <a:ext uri="{FF2B5EF4-FFF2-40B4-BE49-F238E27FC236}">
                      <a16:creationId xmlns:a16="http://schemas.microsoft.com/office/drawing/2014/main" id="{629DF1FE-2C97-40B1-B6EA-1F7FD8C4242D}"/>
                    </a:ext>
                  </a:extLst>
                </p:cNvPr>
                <p:cNvSpPr txBox="1"/>
                <p:nvPr/>
              </p:nvSpPr>
              <p:spPr bwMode="auto">
                <a:xfrm>
                  <a:off x="4368" y="2208"/>
                  <a:ext cx="206" cy="288"/>
                </a:xfrm>
                <a:prstGeom prst="rect">
                  <a:avLst/>
                </a:prstGeom>
                <a:noFill/>
                <a:ln>
                  <a:noFill/>
                </a:ln>
                <a:effectLst/>
              </p:spPr>
              <p:txBody>
                <a:bodyPr>
                  <a:normAutofit/>
                </a:bodyPr>
                <a:lstStyle/>
                <a:p>
                  <a:pPr/>
                  <a14:m>
                    <m:oMathPara xmlns:m="http://schemas.openxmlformats.org/officeDocument/2006/math">
                      <m:oMathParaPr>
                        <m:jc m:val="centerGroup"/>
                      </m:oMathParaPr>
                      <m:oMath xmlns:m="http://schemas.openxmlformats.org/officeDocument/2006/math">
                        <m:r>
                          <a:rPr lang="en-US" sz="2800" b="0" i="1">
                            <a:solidFill>
                              <a:srgbClr val="000000"/>
                            </a:solidFill>
                            <a:latin typeface="Cambria Math" panose="02040503050406030204" pitchFamily="18" charset="0"/>
                          </a:rPr>
                          <m:t>0</m:t>
                        </m:r>
                      </m:oMath>
                    </m:oMathPara>
                  </a14:m>
                  <a:endParaRPr lang="en-US" sz="2800"/>
                </a:p>
              </p:txBody>
            </p:sp>
          </mc:Choice>
          <mc:Fallback xmlns="">
            <p:sp>
              <p:nvSpPr>
                <p:cNvPr id="10277" name="Object 14">
                  <a:extLst>
                    <a:ext uri="{FF2B5EF4-FFF2-40B4-BE49-F238E27FC236}">
                      <a16:creationId xmlns:a16="http://schemas.microsoft.com/office/drawing/2014/main" id="{629DF1FE-2C97-40B1-B6EA-1F7FD8C4242D}"/>
                    </a:ext>
                  </a:extLst>
                </p:cNvPr>
                <p:cNvSpPr txBox="1">
                  <a:spLocks noRot="1" noChangeAspect="1" noMove="1" noResize="1" noEditPoints="1" noAdjustHandles="1" noChangeArrowheads="1" noChangeShapeType="1" noTextEdit="1"/>
                </p:cNvSpPr>
                <p:nvPr/>
              </p:nvSpPr>
              <p:spPr bwMode="auto">
                <a:xfrm>
                  <a:off x="4368" y="2208"/>
                  <a:ext cx="206" cy="288"/>
                </a:xfrm>
                <a:prstGeom prst="rect">
                  <a:avLst/>
                </a:prstGeom>
                <a:blipFill>
                  <a:blip r:embed="rId6"/>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Object 13">
                  <a:extLst>
                    <a:ext uri="{FF2B5EF4-FFF2-40B4-BE49-F238E27FC236}">
                      <a16:creationId xmlns:a16="http://schemas.microsoft.com/office/drawing/2014/main" id="{349F8324-849B-1390-3FAE-41D4D9E2359D}"/>
                    </a:ext>
                  </a:extLst>
                </p:cNvPr>
                <p:cNvSpPr txBox="1"/>
                <p:nvPr/>
              </p:nvSpPr>
              <p:spPr bwMode="auto">
                <a:xfrm>
                  <a:off x="4061" y="1466"/>
                  <a:ext cx="232" cy="232"/>
                </a:xfrm>
                <a:prstGeom prst="rect">
                  <a:avLst/>
                </a:prstGeom>
                <a:noFill/>
                <a:ln>
                  <a:noFill/>
                </a:ln>
                <a:effectLst/>
              </p:spPr>
              <p:txBody>
                <a:bodyPr>
                  <a:noAutofit/>
                </a:bodyPr>
                <a:lstStyle/>
                <a:p>
                  <a:pPr/>
                  <a14:m>
                    <m:oMathPara xmlns:m="http://schemas.openxmlformats.org/officeDocument/2006/math">
                      <m:oMathParaPr>
                        <m:jc m:val="centerGroup"/>
                      </m:oMathParaPr>
                      <m:oMath xmlns:m="http://schemas.openxmlformats.org/officeDocument/2006/math">
                        <m:r>
                          <m:rPr>
                            <m:sty m:val="p"/>
                          </m:rPr>
                          <a:rPr lang="en-US" altLang="zh-CN" sz="2800" i="1" smtClean="0">
                            <a:solidFill>
                              <a:srgbClr val="000000"/>
                            </a:solidFill>
                            <a:latin typeface="Cambria Math" panose="02040503050406030204" pitchFamily="18" charset="0"/>
                          </a:rPr>
                          <m:t>y</m:t>
                        </m:r>
                      </m:oMath>
                    </m:oMathPara>
                  </a14:m>
                  <a:endParaRPr lang="en-US" sz="2800" dirty="0"/>
                </a:p>
              </p:txBody>
            </p:sp>
          </mc:Choice>
          <mc:Fallback xmlns="">
            <p:sp>
              <p:nvSpPr>
                <p:cNvPr id="3" name="Object 13">
                  <a:extLst>
                    <a:ext uri="{FF2B5EF4-FFF2-40B4-BE49-F238E27FC236}">
                      <a16:creationId xmlns:a16="http://schemas.microsoft.com/office/drawing/2014/main" id="{349F8324-849B-1390-3FAE-41D4D9E2359D}"/>
                    </a:ext>
                  </a:extLst>
                </p:cNvPr>
                <p:cNvSpPr txBox="1">
                  <a:spLocks noRot="1" noChangeAspect="1" noMove="1" noResize="1" noEditPoints="1" noAdjustHandles="1" noChangeArrowheads="1" noChangeShapeType="1" noTextEdit="1"/>
                </p:cNvSpPr>
                <p:nvPr/>
              </p:nvSpPr>
              <p:spPr bwMode="auto">
                <a:xfrm>
                  <a:off x="4061" y="1466"/>
                  <a:ext cx="232" cy="232"/>
                </a:xfrm>
                <a:prstGeom prst="rect">
                  <a:avLst/>
                </a:prstGeom>
                <a:blipFill>
                  <a:blip r:embed="rId7"/>
                  <a:stretch>
                    <a:fillRect b="-11765"/>
                  </a:stretch>
                </a:blipFill>
                <a:ln>
                  <a:noFill/>
                </a:ln>
                <a:effectLst/>
              </p:spPr>
              <p:txBody>
                <a:bodyPr/>
                <a:lstStyle/>
                <a:p>
                  <a:r>
                    <a:rPr lang="zh-CN" altLang="en-US">
                      <a:noFill/>
                    </a:rPr>
                    <a:t> </a:t>
                  </a:r>
                </a:p>
              </p:txBody>
            </p:sp>
          </mc:Fallback>
        </mc:AlternateContent>
      </p:grpSp>
      <p:grpSp>
        <p:nvGrpSpPr>
          <p:cNvPr id="4" name="Group 15">
            <a:extLst>
              <a:ext uri="{FF2B5EF4-FFF2-40B4-BE49-F238E27FC236}">
                <a16:creationId xmlns:a16="http://schemas.microsoft.com/office/drawing/2014/main" id="{0E4B43AF-50FD-4997-80C3-0E53059ECBB2}"/>
              </a:ext>
            </a:extLst>
          </p:cNvPr>
          <p:cNvGrpSpPr>
            <a:grpSpLocks/>
          </p:cNvGrpSpPr>
          <p:nvPr/>
        </p:nvGrpSpPr>
        <p:grpSpPr bwMode="auto">
          <a:xfrm>
            <a:off x="7150100" y="1993899"/>
            <a:ext cx="2592388" cy="812800"/>
            <a:chOff x="3456" y="3220"/>
            <a:chExt cx="1633" cy="512"/>
          </a:xfrm>
        </p:grpSpPr>
        <p:grpSp>
          <p:nvGrpSpPr>
            <p:cNvPr id="10265" name="Group 16">
              <a:extLst>
                <a:ext uri="{FF2B5EF4-FFF2-40B4-BE49-F238E27FC236}">
                  <a16:creationId xmlns:a16="http://schemas.microsoft.com/office/drawing/2014/main" id="{D54C2531-5431-4124-8A46-1E771969500E}"/>
                </a:ext>
              </a:extLst>
            </p:cNvPr>
            <p:cNvGrpSpPr>
              <a:grpSpLocks/>
            </p:cNvGrpSpPr>
            <p:nvPr/>
          </p:nvGrpSpPr>
          <p:grpSpPr bwMode="auto">
            <a:xfrm>
              <a:off x="3888" y="3300"/>
              <a:ext cx="720" cy="432"/>
              <a:chOff x="3888" y="3300"/>
              <a:chExt cx="720" cy="432"/>
            </a:xfrm>
          </p:grpSpPr>
          <p:grpSp>
            <p:nvGrpSpPr>
              <p:cNvPr id="10268" name="Group 17">
                <a:extLst>
                  <a:ext uri="{FF2B5EF4-FFF2-40B4-BE49-F238E27FC236}">
                    <a16:creationId xmlns:a16="http://schemas.microsoft.com/office/drawing/2014/main" id="{403E7EA3-32E0-410D-8539-4DC6B9057265}"/>
                  </a:ext>
                </a:extLst>
              </p:cNvPr>
              <p:cNvGrpSpPr>
                <a:grpSpLocks/>
              </p:cNvGrpSpPr>
              <p:nvPr/>
            </p:nvGrpSpPr>
            <p:grpSpPr bwMode="auto">
              <a:xfrm>
                <a:off x="3888" y="3456"/>
                <a:ext cx="720" cy="48"/>
                <a:chOff x="3888" y="3504"/>
                <a:chExt cx="720" cy="48"/>
              </a:xfrm>
            </p:grpSpPr>
            <p:sp>
              <p:nvSpPr>
                <p:cNvPr id="10271" name="Oval 18">
                  <a:extLst>
                    <a:ext uri="{FF2B5EF4-FFF2-40B4-BE49-F238E27FC236}">
                      <a16:creationId xmlns:a16="http://schemas.microsoft.com/office/drawing/2014/main" id="{5B765181-11BF-438B-B12F-348BD87698C0}"/>
                    </a:ext>
                  </a:extLst>
                </p:cNvPr>
                <p:cNvSpPr>
                  <a:spLocks noChangeArrowheads="1"/>
                </p:cNvSpPr>
                <p:nvPr/>
              </p:nvSpPr>
              <p:spPr bwMode="auto">
                <a:xfrm>
                  <a:off x="3888" y="3504"/>
                  <a:ext cx="48" cy="48"/>
                </a:xfrm>
                <a:prstGeom prst="ellipse">
                  <a:avLst/>
                </a:prstGeom>
                <a:solidFill>
                  <a:srgbClr val="CC0000"/>
                </a:solidFill>
                <a:ln w="12700">
                  <a:solidFill>
                    <a:schemeClr val="tx1"/>
                  </a:solidFill>
                  <a:round/>
                  <a:headEnd type="none" w="sm" len="sm"/>
                  <a:tailEnd type="none" w="sm" len="sm"/>
                </a:ln>
              </p:spPr>
              <p:txBody>
                <a:bodyPr wrap="none" anchor="ctr"/>
                <a:lstStyle>
                  <a:lvl1pPr>
                    <a:defRPr kumimoji="1" sz="2400">
                      <a:solidFill>
                        <a:srgbClr val="FF3300"/>
                      </a:solidFill>
                      <a:latin typeface="Times New Roman" panose="02020603050405020304" pitchFamily="18" charset="0"/>
                      <a:ea typeface="宋体" panose="02010600030101010101" pitchFamily="2" charset="-122"/>
                    </a:defRPr>
                  </a:lvl1pPr>
                  <a:lvl2pPr marL="742950" indent="-285750">
                    <a:defRPr kumimoji="1" sz="2400">
                      <a:solidFill>
                        <a:srgbClr val="FF3300"/>
                      </a:solidFill>
                      <a:latin typeface="Times New Roman" panose="02020603050405020304" pitchFamily="18" charset="0"/>
                      <a:ea typeface="宋体" panose="02010600030101010101" pitchFamily="2" charset="-122"/>
                    </a:defRPr>
                  </a:lvl2pPr>
                  <a:lvl3pPr marL="1143000" indent="-228600">
                    <a:defRPr kumimoji="1" sz="2400">
                      <a:solidFill>
                        <a:srgbClr val="FF3300"/>
                      </a:solidFill>
                      <a:latin typeface="Times New Roman" panose="02020603050405020304" pitchFamily="18" charset="0"/>
                      <a:ea typeface="宋体" panose="02010600030101010101" pitchFamily="2" charset="-122"/>
                    </a:defRPr>
                  </a:lvl3pPr>
                  <a:lvl4pPr marL="1600200" indent="-228600">
                    <a:defRPr kumimoji="1" sz="2400">
                      <a:solidFill>
                        <a:srgbClr val="FF3300"/>
                      </a:solidFill>
                      <a:latin typeface="Times New Roman" panose="02020603050405020304" pitchFamily="18" charset="0"/>
                      <a:ea typeface="宋体" panose="02010600030101010101" pitchFamily="2" charset="-122"/>
                    </a:defRPr>
                  </a:lvl4pPr>
                  <a:lvl5pPr marL="2057400" indent="-228600">
                    <a:defRPr kumimoji="1" sz="2400">
                      <a:solidFill>
                        <a:srgbClr val="FF33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9pPr>
                </a:lstStyle>
                <a:p>
                  <a:endParaRPr lang="zh-CN" altLang="en-US" sz="2800"/>
                </a:p>
              </p:txBody>
            </p:sp>
            <p:sp>
              <p:nvSpPr>
                <p:cNvPr id="10272" name="Oval 19">
                  <a:extLst>
                    <a:ext uri="{FF2B5EF4-FFF2-40B4-BE49-F238E27FC236}">
                      <a16:creationId xmlns:a16="http://schemas.microsoft.com/office/drawing/2014/main" id="{3DA9B612-5D24-4776-98B4-149994231AA1}"/>
                    </a:ext>
                  </a:extLst>
                </p:cNvPr>
                <p:cNvSpPr>
                  <a:spLocks noChangeArrowheads="1"/>
                </p:cNvSpPr>
                <p:nvPr/>
              </p:nvSpPr>
              <p:spPr bwMode="auto">
                <a:xfrm>
                  <a:off x="4560" y="3504"/>
                  <a:ext cx="48" cy="48"/>
                </a:xfrm>
                <a:prstGeom prst="ellipse">
                  <a:avLst/>
                </a:prstGeom>
                <a:solidFill>
                  <a:srgbClr val="CC0000"/>
                </a:solidFill>
                <a:ln w="12700">
                  <a:solidFill>
                    <a:schemeClr val="tx1"/>
                  </a:solidFill>
                  <a:round/>
                  <a:headEnd type="none" w="sm" len="sm"/>
                  <a:tailEnd type="none" w="sm" len="sm"/>
                </a:ln>
              </p:spPr>
              <p:txBody>
                <a:bodyPr wrap="none" anchor="ctr"/>
                <a:lstStyle>
                  <a:lvl1pPr>
                    <a:defRPr kumimoji="1" sz="2400">
                      <a:solidFill>
                        <a:srgbClr val="FF3300"/>
                      </a:solidFill>
                      <a:latin typeface="Times New Roman" panose="02020603050405020304" pitchFamily="18" charset="0"/>
                      <a:ea typeface="宋体" panose="02010600030101010101" pitchFamily="2" charset="-122"/>
                    </a:defRPr>
                  </a:lvl1pPr>
                  <a:lvl2pPr marL="742950" indent="-285750">
                    <a:defRPr kumimoji="1" sz="2400">
                      <a:solidFill>
                        <a:srgbClr val="FF3300"/>
                      </a:solidFill>
                      <a:latin typeface="Times New Roman" panose="02020603050405020304" pitchFamily="18" charset="0"/>
                      <a:ea typeface="宋体" panose="02010600030101010101" pitchFamily="2" charset="-122"/>
                    </a:defRPr>
                  </a:lvl2pPr>
                  <a:lvl3pPr marL="1143000" indent="-228600">
                    <a:defRPr kumimoji="1" sz="2400">
                      <a:solidFill>
                        <a:srgbClr val="FF3300"/>
                      </a:solidFill>
                      <a:latin typeface="Times New Roman" panose="02020603050405020304" pitchFamily="18" charset="0"/>
                      <a:ea typeface="宋体" panose="02010600030101010101" pitchFamily="2" charset="-122"/>
                    </a:defRPr>
                  </a:lvl3pPr>
                  <a:lvl4pPr marL="1600200" indent="-228600">
                    <a:defRPr kumimoji="1" sz="2400">
                      <a:solidFill>
                        <a:srgbClr val="FF3300"/>
                      </a:solidFill>
                      <a:latin typeface="Times New Roman" panose="02020603050405020304" pitchFamily="18" charset="0"/>
                      <a:ea typeface="宋体" panose="02010600030101010101" pitchFamily="2" charset="-122"/>
                    </a:defRPr>
                  </a:lvl4pPr>
                  <a:lvl5pPr marL="2057400" indent="-228600">
                    <a:defRPr kumimoji="1" sz="2400">
                      <a:solidFill>
                        <a:srgbClr val="FF33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9pPr>
                </a:lstStyle>
                <a:p>
                  <a:endParaRPr lang="zh-CN" altLang="en-US" sz="2800"/>
                </a:p>
              </p:txBody>
            </p:sp>
          </p:grpSp>
          <p:sp>
            <p:nvSpPr>
              <p:cNvPr id="10269" name="Line 20">
                <a:extLst>
                  <a:ext uri="{FF2B5EF4-FFF2-40B4-BE49-F238E27FC236}">
                    <a16:creationId xmlns:a16="http://schemas.microsoft.com/office/drawing/2014/main" id="{62DDF624-6DD5-4273-973B-9989F777F0FA}"/>
                  </a:ext>
                </a:extLst>
              </p:cNvPr>
              <p:cNvSpPr>
                <a:spLocks noChangeShapeType="1"/>
              </p:cNvSpPr>
              <p:nvPr/>
            </p:nvSpPr>
            <p:spPr bwMode="auto">
              <a:xfrm>
                <a:off x="3936" y="3502"/>
                <a:ext cx="624" cy="0"/>
              </a:xfrm>
              <a:prstGeom prst="line">
                <a:avLst/>
              </a:prstGeom>
              <a:noFill/>
              <a:ln w="38100">
                <a:solidFill>
                  <a:srgbClr val="000099"/>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sz="2800"/>
              </a:p>
            </p:txBody>
          </p:sp>
          <mc:AlternateContent xmlns:mc="http://schemas.openxmlformats.org/markup-compatibility/2006" xmlns:a14="http://schemas.microsoft.com/office/drawing/2010/main">
            <mc:Choice Requires="a14">
              <p:sp>
                <p:nvSpPr>
                  <p:cNvPr id="10270" name="Object 21">
                    <a:extLst>
                      <a:ext uri="{FF2B5EF4-FFF2-40B4-BE49-F238E27FC236}">
                        <a16:creationId xmlns:a16="http://schemas.microsoft.com/office/drawing/2014/main" id="{1E2829FB-A731-4515-9313-A7617532BF1B}"/>
                      </a:ext>
                    </a:extLst>
                  </p:cNvPr>
                  <p:cNvSpPr txBox="1"/>
                  <p:nvPr/>
                </p:nvSpPr>
                <p:spPr bwMode="auto">
                  <a:xfrm>
                    <a:off x="3996" y="3300"/>
                    <a:ext cx="276" cy="432"/>
                  </a:xfrm>
                  <a:prstGeom prst="rect">
                    <a:avLst/>
                  </a:prstGeom>
                  <a:noFill/>
                  <a:ln>
                    <a:noFill/>
                  </a:ln>
                  <a:effectLst/>
                </p:spPr>
                <p:txBody>
                  <a:bodyPr>
                    <a:normAutofit/>
                  </a:bodyPr>
                  <a:lstStyle/>
                  <a:p>
                    <a:pPr/>
                    <a14:m>
                      <m:oMathPara xmlns:m="http://schemas.openxmlformats.org/officeDocument/2006/math">
                        <m:oMathParaPr>
                          <m:jc m:val="centerGroup"/>
                        </m:oMathParaPr>
                        <m:oMath xmlns:m="http://schemas.openxmlformats.org/officeDocument/2006/math">
                          <m:acc>
                            <m:accPr>
                              <m:chr m:val="⃗"/>
                              <m:ctrlPr>
                                <a:rPr lang="en-US" sz="2800" i="1">
                                  <a:solidFill>
                                    <a:srgbClr val="000000"/>
                                  </a:solidFill>
                                  <a:latin typeface="Cambria Math" panose="02040503050406030204" pitchFamily="18" charset="0"/>
                                </a:rPr>
                              </m:ctrlPr>
                            </m:accPr>
                            <m:e>
                              <m:r>
                                <a:rPr lang="en-US" sz="2800" b="0" i="1">
                                  <a:solidFill>
                                    <a:srgbClr val="000000"/>
                                  </a:solidFill>
                                  <a:latin typeface="Cambria Math" panose="02040503050406030204" pitchFamily="18" charset="0"/>
                                </a:rPr>
                                <m:t>𝑙</m:t>
                              </m:r>
                            </m:e>
                          </m:acc>
                        </m:oMath>
                      </m:oMathPara>
                    </a14:m>
                    <a:endParaRPr lang="en-US" sz="2800"/>
                  </a:p>
                </p:txBody>
              </p:sp>
            </mc:Choice>
            <mc:Fallback xmlns="">
              <p:sp>
                <p:nvSpPr>
                  <p:cNvPr id="10270" name="Object 21">
                    <a:extLst>
                      <a:ext uri="{FF2B5EF4-FFF2-40B4-BE49-F238E27FC236}">
                        <a16:creationId xmlns:a16="http://schemas.microsoft.com/office/drawing/2014/main" id="{1E2829FB-A731-4515-9313-A7617532BF1B}"/>
                      </a:ext>
                    </a:extLst>
                  </p:cNvPr>
                  <p:cNvSpPr txBox="1">
                    <a:spLocks noRot="1" noChangeAspect="1" noMove="1" noResize="1" noEditPoints="1" noAdjustHandles="1" noChangeArrowheads="1" noChangeShapeType="1" noTextEdit="1"/>
                  </p:cNvSpPr>
                  <p:nvPr/>
                </p:nvSpPr>
                <p:spPr bwMode="auto">
                  <a:xfrm>
                    <a:off x="3996" y="3300"/>
                    <a:ext cx="276" cy="432"/>
                  </a:xfrm>
                  <a:prstGeom prst="rect">
                    <a:avLst/>
                  </a:prstGeom>
                  <a:blipFill>
                    <a:blip r:embed="rId8"/>
                    <a:stretch>
                      <a:fillRect t="-13393" r="-30986"/>
                    </a:stretch>
                  </a:blipFill>
                  <a:ln>
                    <a:noFill/>
                  </a:ln>
                  <a:effectLst/>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10266" name="Object 22">
                  <a:extLst>
                    <a:ext uri="{FF2B5EF4-FFF2-40B4-BE49-F238E27FC236}">
                      <a16:creationId xmlns:a16="http://schemas.microsoft.com/office/drawing/2014/main" id="{8DCEC3BF-4601-4BEC-A751-FDDB24C023E0}"/>
                    </a:ext>
                  </a:extLst>
                </p:cNvPr>
                <p:cNvSpPr txBox="1"/>
                <p:nvPr/>
              </p:nvSpPr>
              <p:spPr bwMode="auto">
                <a:xfrm>
                  <a:off x="3456" y="3220"/>
                  <a:ext cx="432" cy="294"/>
                </a:xfrm>
                <a:prstGeom prst="rect">
                  <a:avLst/>
                </a:prstGeom>
                <a:noFill/>
                <a:ln>
                  <a:noFill/>
                </a:ln>
                <a:effectLst/>
              </p:spPr>
              <p:txBody>
                <a:bodyPr>
                  <a:normAutofit fontScale="85000" lnSpcReduction="10000"/>
                </a:bodyPr>
                <a:lstStyle/>
                <a:p>
                  <a:pPr/>
                  <a14:m>
                    <m:oMathPara xmlns:m="http://schemas.openxmlformats.org/officeDocument/2006/math">
                      <m:oMathParaPr>
                        <m:jc m:val="centerGroup"/>
                      </m:oMathParaPr>
                      <m:oMath xmlns:m="http://schemas.openxmlformats.org/officeDocument/2006/math">
                        <m:r>
                          <a:rPr lang="en-US" sz="2800" b="0" i="1">
                            <a:solidFill>
                              <a:srgbClr val="000000"/>
                            </a:solidFill>
                            <a:latin typeface="Cambria Math" panose="02040503050406030204" pitchFamily="18" charset="0"/>
                          </a:rPr>
                          <m:t>−</m:t>
                        </m:r>
                        <m:r>
                          <a:rPr lang="en-US" sz="2800" b="0" i="1">
                            <a:solidFill>
                              <a:srgbClr val="000000"/>
                            </a:solidFill>
                            <a:latin typeface="Cambria Math" panose="02040503050406030204" pitchFamily="18" charset="0"/>
                          </a:rPr>
                          <m:t>𝑞</m:t>
                        </m:r>
                      </m:oMath>
                    </m:oMathPara>
                  </a14:m>
                  <a:endParaRPr lang="en-US" sz="2800"/>
                </a:p>
              </p:txBody>
            </p:sp>
          </mc:Choice>
          <mc:Fallback xmlns="">
            <p:sp>
              <p:nvSpPr>
                <p:cNvPr id="10266" name="Object 22">
                  <a:extLst>
                    <a:ext uri="{FF2B5EF4-FFF2-40B4-BE49-F238E27FC236}">
                      <a16:creationId xmlns:a16="http://schemas.microsoft.com/office/drawing/2014/main" id="{8DCEC3BF-4601-4BEC-A751-FDDB24C023E0}"/>
                    </a:ext>
                  </a:extLst>
                </p:cNvPr>
                <p:cNvSpPr txBox="1">
                  <a:spLocks noRot="1" noChangeAspect="1" noMove="1" noResize="1" noEditPoints="1" noAdjustHandles="1" noChangeArrowheads="1" noChangeShapeType="1" noTextEdit="1"/>
                </p:cNvSpPr>
                <p:nvPr/>
              </p:nvSpPr>
              <p:spPr bwMode="auto">
                <a:xfrm>
                  <a:off x="3456" y="3220"/>
                  <a:ext cx="432" cy="294"/>
                </a:xfrm>
                <a:prstGeom prst="rect">
                  <a:avLst/>
                </a:prstGeom>
                <a:blipFill>
                  <a:blip r:embed="rId9"/>
                  <a:stretch>
                    <a:fillRect b="-10390"/>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267" name="Object 23">
                  <a:extLst>
                    <a:ext uri="{FF2B5EF4-FFF2-40B4-BE49-F238E27FC236}">
                      <a16:creationId xmlns:a16="http://schemas.microsoft.com/office/drawing/2014/main" id="{6EEEB695-FE03-4A6C-BAB9-3F4C5E6D5B75}"/>
                    </a:ext>
                  </a:extLst>
                </p:cNvPr>
                <p:cNvSpPr txBox="1"/>
                <p:nvPr/>
              </p:nvSpPr>
              <p:spPr bwMode="auto">
                <a:xfrm>
                  <a:off x="4677" y="3247"/>
                  <a:ext cx="412" cy="302"/>
                </a:xfrm>
                <a:prstGeom prst="rect">
                  <a:avLst/>
                </a:prstGeom>
                <a:noFill/>
                <a:ln>
                  <a:noFill/>
                </a:ln>
                <a:effectLst/>
              </p:spPr>
              <p:txBody>
                <a:bodyPr>
                  <a:normAutofit fontScale="85000" lnSpcReduction="10000"/>
                </a:bodyPr>
                <a:lstStyle/>
                <a:p>
                  <a:pPr/>
                  <a14:m>
                    <m:oMathPara xmlns:m="http://schemas.openxmlformats.org/officeDocument/2006/math">
                      <m:oMathParaPr>
                        <m:jc m:val="centerGroup"/>
                      </m:oMathParaPr>
                      <m:oMath xmlns:m="http://schemas.openxmlformats.org/officeDocument/2006/math">
                        <m:r>
                          <a:rPr lang="en-US" sz="2800" b="0" i="1">
                            <a:solidFill>
                              <a:srgbClr val="000000"/>
                            </a:solidFill>
                            <a:latin typeface="Cambria Math" panose="02040503050406030204" pitchFamily="18" charset="0"/>
                          </a:rPr>
                          <m:t>+</m:t>
                        </m:r>
                        <m:r>
                          <a:rPr lang="en-US" sz="2800" b="0" i="1">
                            <a:solidFill>
                              <a:srgbClr val="000000"/>
                            </a:solidFill>
                            <a:latin typeface="Cambria Math" panose="02040503050406030204" pitchFamily="18" charset="0"/>
                          </a:rPr>
                          <m:t>𝑞</m:t>
                        </m:r>
                      </m:oMath>
                    </m:oMathPara>
                  </a14:m>
                  <a:endParaRPr lang="en-US" sz="2800"/>
                </a:p>
              </p:txBody>
            </p:sp>
          </mc:Choice>
          <mc:Fallback xmlns="">
            <p:sp>
              <p:nvSpPr>
                <p:cNvPr id="10267" name="Object 23">
                  <a:extLst>
                    <a:ext uri="{FF2B5EF4-FFF2-40B4-BE49-F238E27FC236}">
                      <a16:creationId xmlns:a16="http://schemas.microsoft.com/office/drawing/2014/main" id="{6EEEB695-FE03-4A6C-BAB9-3F4C5E6D5B75}"/>
                    </a:ext>
                  </a:extLst>
                </p:cNvPr>
                <p:cNvSpPr txBox="1">
                  <a:spLocks noRot="1" noChangeAspect="1" noMove="1" noResize="1" noEditPoints="1" noAdjustHandles="1" noChangeArrowheads="1" noChangeShapeType="1" noTextEdit="1"/>
                </p:cNvSpPr>
                <p:nvPr/>
              </p:nvSpPr>
              <p:spPr bwMode="auto">
                <a:xfrm>
                  <a:off x="4677" y="3247"/>
                  <a:ext cx="412" cy="302"/>
                </a:xfrm>
                <a:prstGeom prst="rect">
                  <a:avLst/>
                </a:prstGeom>
                <a:blipFill>
                  <a:blip r:embed="rId10"/>
                  <a:stretch>
                    <a:fillRect b="-7595"/>
                  </a:stretch>
                </a:blipFill>
                <a:ln>
                  <a:noFill/>
                </a:ln>
                <a:effectLst/>
              </p:spPr>
              <p:txBody>
                <a:bodyPr/>
                <a:lstStyle/>
                <a:p>
                  <a:r>
                    <a:rPr lang="zh-CN" altLang="en-US">
                      <a:noFill/>
                    </a:rPr>
                    <a:t> </a:t>
                  </a:r>
                </a:p>
              </p:txBody>
            </p:sp>
          </mc:Fallback>
        </mc:AlternateContent>
      </p:grpSp>
      <p:sp>
        <p:nvSpPr>
          <p:cNvPr id="10261" name="Line 25">
            <a:extLst>
              <a:ext uri="{FF2B5EF4-FFF2-40B4-BE49-F238E27FC236}">
                <a16:creationId xmlns:a16="http://schemas.microsoft.com/office/drawing/2014/main" id="{18B1E343-56DE-4472-B110-A7F1F53F86C4}"/>
              </a:ext>
            </a:extLst>
          </p:cNvPr>
          <p:cNvSpPr>
            <a:spLocks noChangeShapeType="1"/>
          </p:cNvSpPr>
          <p:nvPr/>
        </p:nvSpPr>
        <p:spPr bwMode="auto">
          <a:xfrm flipV="1">
            <a:off x="7912100" y="996949"/>
            <a:ext cx="1905000" cy="1371600"/>
          </a:xfrm>
          <a:prstGeom prst="line">
            <a:avLst/>
          </a:prstGeom>
          <a:noFill/>
          <a:ln w="127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sz="2800"/>
          </a:p>
        </p:txBody>
      </p:sp>
      <p:sp>
        <p:nvSpPr>
          <p:cNvPr id="10262" name="Line 26">
            <a:extLst>
              <a:ext uri="{FF2B5EF4-FFF2-40B4-BE49-F238E27FC236}">
                <a16:creationId xmlns:a16="http://schemas.microsoft.com/office/drawing/2014/main" id="{320FEE43-46B6-4F20-8105-B8C9637C67B0}"/>
              </a:ext>
            </a:extLst>
          </p:cNvPr>
          <p:cNvSpPr>
            <a:spLocks noChangeShapeType="1"/>
          </p:cNvSpPr>
          <p:nvPr/>
        </p:nvSpPr>
        <p:spPr bwMode="auto">
          <a:xfrm flipV="1">
            <a:off x="8944648" y="996948"/>
            <a:ext cx="872452" cy="1393573"/>
          </a:xfrm>
          <a:prstGeom prst="line">
            <a:avLst/>
          </a:prstGeom>
          <a:noFill/>
          <a:ln w="127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sz="2800"/>
          </a:p>
        </p:txBody>
      </p:sp>
      <mc:AlternateContent xmlns:mc="http://schemas.openxmlformats.org/markup-compatibility/2006" xmlns:a14="http://schemas.microsoft.com/office/drawing/2010/main">
        <mc:Choice Requires="a14">
          <p:sp>
            <p:nvSpPr>
              <p:cNvPr id="10263" name="Object 27">
                <a:extLst>
                  <a:ext uri="{FF2B5EF4-FFF2-40B4-BE49-F238E27FC236}">
                    <a16:creationId xmlns:a16="http://schemas.microsoft.com/office/drawing/2014/main" id="{D929C209-8EDD-4DE2-9802-CAE75D615E24}"/>
                  </a:ext>
                </a:extLst>
              </p:cNvPr>
              <p:cNvSpPr txBox="1"/>
              <p:nvPr/>
            </p:nvSpPr>
            <p:spPr bwMode="auto">
              <a:xfrm>
                <a:off x="8123767" y="1408429"/>
                <a:ext cx="398345" cy="548640"/>
              </a:xfrm>
              <a:prstGeom prst="rect">
                <a:avLst/>
              </a:prstGeom>
              <a:noFill/>
              <a:ln>
                <a:noFill/>
              </a:ln>
              <a:effectLst/>
            </p:spPr>
            <p:txBody>
              <a:bodyPr>
                <a:normAutofit fontScale="92500"/>
              </a:bodyPr>
              <a:lstStyle/>
              <a:p>
                <a:pPr/>
                <a14:m>
                  <m:oMathPara xmlns:m="http://schemas.openxmlformats.org/officeDocument/2006/math">
                    <m:oMathParaPr>
                      <m:jc m:val="centerGroup"/>
                    </m:oMathParaPr>
                    <m:oMath xmlns:m="http://schemas.openxmlformats.org/officeDocument/2006/math">
                      <m:sSub>
                        <m:sSubPr>
                          <m:ctrlPr>
                            <a:rPr lang="en-US" sz="2800" i="1">
                              <a:solidFill>
                                <a:srgbClr val="000000"/>
                              </a:solidFill>
                              <a:latin typeface="Cambria Math" panose="02040503050406030204" pitchFamily="18" charset="0"/>
                            </a:rPr>
                          </m:ctrlPr>
                        </m:sSubPr>
                        <m:e>
                          <m:acc>
                            <m:accPr>
                              <m:chr m:val="⃗"/>
                              <m:ctrlPr>
                                <a:rPr lang="en-US" sz="2800" i="1">
                                  <a:solidFill>
                                    <a:srgbClr val="000000"/>
                                  </a:solidFill>
                                  <a:latin typeface="Cambria Math" panose="02040503050406030204" pitchFamily="18" charset="0"/>
                                </a:rPr>
                              </m:ctrlPr>
                            </m:accPr>
                            <m:e>
                              <m:r>
                                <a:rPr lang="en-US" sz="2800" b="0" i="1">
                                  <a:solidFill>
                                    <a:srgbClr val="000000"/>
                                  </a:solidFill>
                                  <a:latin typeface="Cambria Math" panose="02040503050406030204" pitchFamily="18" charset="0"/>
                                </a:rPr>
                                <m:t>𝑟</m:t>
                              </m:r>
                            </m:e>
                          </m:acc>
                        </m:e>
                        <m:sub>
                          <m:r>
                            <a:rPr lang="en-US" sz="2800" b="0" i="1">
                              <a:solidFill>
                                <a:srgbClr val="000000"/>
                              </a:solidFill>
                              <a:latin typeface="Cambria Math" panose="02040503050406030204" pitchFamily="18" charset="0"/>
                            </a:rPr>
                            <m:t>−</m:t>
                          </m:r>
                        </m:sub>
                      </m:sSub>
                    </m:oMath>
                  </m:oMathPara>
                </a14:m>
                <a:endParaRPr lang="en-US" sz="2800"/>
              </a:p>
            </p:txBody>
          </p:sp>
        </mc:Choice>
        <mc:Fallback xmlns="">
          <p:sp>
            <p:nvSpPr>
              <p:cNvPr id="10263" name="Object 27">
                <a:extLst>
                  <a:ext uri="{FF2B5EF4-FFF2-40B4-BE49-F238E27FC236}">
                    <a16:creationId xmlns:a16="http://schemas.microsoft.com/office/drawing/2014/main" id="{D929C209-8EDD-4DE2-9802-CAE75D615E24}"/>
                  </a:ext>
                </a:extLst>
              </p:cNvPr>
              <p:cNvSpPr txBox="1">
                <a:spLocks noRot="1" noChangeAspect="1" noMove="1" noResize="1" noEditPoints="1" noAdjustHandles="1" noChangeArrowheads="1" noChangeShapeType="1" noTextEdit="1"/>
              </p:cNvSpPr>
              <p:nvPr/>
            </p:nvSpPr>
            <p:spPr bwMode="auto">
              <a:xfrm>
                <a:off x="8123767" y="1408429"/>
                <a:ext cx="398345" cy="548640"/>
              </a:xfrm>
              <a:prstGeom prst="rect">
                <a:avLst/>
              </a:prstGeom>
              <a:blipFill>
                <a:blip r:embed="rId11"/>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264" name="Object 28">
                <a:extLst>
                  <a:ext uri="{FF2B5EF4-FFF2-40B4-BE49-F238E27FC236}">
                    <a16:creationId xmlns:a16="http://schemas.microsoft.com/office/drawing/2014/main" id="{968BA0B1-55B5-4EEA-87F7-55F578916A3C}"/>
                  </a:ext>
                </a:extLst>
              </p:cNvPr>
              <p:cNvSpPr txBox="1"/>
              <p:nvPr/>
            </p:nvSpPr>
            <p:spPr bwMode="auto">
              <a:xfrm>
                <a:off x="9393767" y="1477009"/>
                <a:ext cx="396875" cy="548640"/>
              </a:xfrm>
              <a:prstGeom prst="rect">
                <a:avLst/>
              </a:prstGeom>
              <a:noFill/>
              <a:ln>
                <a:noFill/>
              </a:ln>
              <a:effectLst/>
            </p:spPr>
            <p:txBody>
              <a:bodyPr>
                <a:normAutofit fontScale="92500"/>
              </a:bodyPr>
              <a:lstStyle/>
              <a:p>
                <a:pPr/>
                <a14:m>
                  <m:oMathPara xmlns:m="http://schemas.openxmlformats.org/officeDocument/2006/math">
                    <m:oMathParaPr>
                      <m:jc m:val="centerGroup"/>
                    </m:oMathParaPr>
                    <m:oMath xmlns:m="http://schemas.openxmlformats.org/officeDocument/2006/math">
                      <m:sSub>
                        <m:sSubPr>
                          <m:ctrlPr>
                            <a:rPr lang="en-US" sz="2800" i="1">
                              <a:solidFill>
                                <a:srgbClr val="000000"/>
                              </a:solidFill>
                              <a:latin typeface="Cambria Math" panose="02040503050406030204" pitchFamily="18" charset="0"/>
                            </a:rPr>
                          </m:ctrlPr>
                        </m:sSubPr>
                        <m:e>
                          <m:acc>
                            <m:accPr>
                              <m:chr m:val="⃗"/>
                              <m:ctrlPr>
                                <a:rPr lang="en-US" sz="2800" i="1">
                                  <a:solidFill>
                                    <a:srgbClr val="000000"/>
                                  </a:solidFill>
                                  <a:latin typeface="Cambria Math" panose="02040503050406030204" pitchFamily="18" charset="0"/>
                                </a:rPr>
                              </m:ctrlPr>
                            </m:accPr>
                            <m:e>
                              <m:r>
                                <a:rPr lang="en-US" sz="2800" b="0" i="1">
                                  <a:solidFill>
                                    <a:srgbClr val="000000"/>
                                  </a:solidFill>
                                  <a:latin typeface="Cambria Math" panose="02040503050406030204" pitchFamily="18" charset="0"/>
                                </a:rPr>
                                <m:t>𝑟</m:t>
                              </m:r>
                            </m:e>
                          </m:acc>
                        </m:e>
                        <m:sub>
                          <m:r>
                            <a:rPr lang="en-US" sz="2800" b="0" i="1">
                              <a:solidFill>
                                <a:srgbClr val="000000"/>
                              </a:solidFill>
                              <a:latin typeface="Cambria Math" panose="02040503050406030204" pitchFamily="18" charset="0"/>
                            </a:rPr>
                            <m:t>+</m:t>
                          </m:r>
                        </m:sub>
                      </m:sSub>
                    </m:oMath>
                  </m:oMathPara>
                </a14:m>
                <a:endParaRPr lang="en-US" sz="2800" dirty="0"/>
              </a:p>
            </p:txBody>
          </p:sp>
        </mc:Choice>
        <mc:Fallback xmlns="">
          <p:sp>
            <p:nvSpPr>
              <p:cNvPr id="10264" name="Object 28">
                <a:extLst>
                  <a:ext uri="{FF2B5EF4-FFF2-40B4-BE49-F238E27FC236}">
                    <a16:creationId xmlns:a16="http://schemas.microsoft.com/office/drawing/2014/main" id="{968BA0B1-55B5-4EEA-87F7-55F578916A3C}"/>
                  </a:ext>
                </a:extLst>
              </p:cNvPr>
              <p:cNvSpPr txBox="1">
                <a:spLocks noRot="1" noChangeAspect="1" noMove="1" noResize="1" noEditPoints="1" noAdjustHandles="1" noChangeArrowheads="1" noChangeShapeType="1" noTextEdit="1"/>
              </p:cNvSpPr>
              <p:nvPr/>
            </p:nvSpPr>
            <p:spPr bwMode="auto">
              <a:xfrm>
                <a:off x="9393767" y="1477009"/>
                <a:ext cx="396875" cy="548640"/>
              </a:xfrm>
              <a:prstGeom prst="rect">
                <a:avLst/>
              </a:prstGeom>
              <a:blipFill>
                <a:blip r:embed="rId12"/>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0685" name="Object 29">
                <a:extLst>
                  <a:ext uri="{FF2B5EF4-FFF2-40B4-BE49-F238E27FC236}">
                    <a16:creationId xmlns:a16="http://schemas.microsoft.com/office/drawing/2014/main" id="{885594BB-5F40-47D3-AE27-792B71120FE4}"/>
                  </a:ext>
                </a:extLst>
              </p:cNvPr>
              <p:cNvSpPr txBox="1"/>
              <p:nvPr/>
            </p:nvSpPr>
            <p:spPr bwMode="auto">
              <a:xfrm>
                <a:off x="8597900" y="1987549"/>
                <a:ext cx="388938" cy="546100"/>
              </a:xfrm>
              <a:prstGeom prst="rect">
                <a:avLst/>
              </a:prstGeom>
              <a:noFill/>
              <a:ln>
                <a:noFill/>
              </a:ln>
              <a:effectLst/>
            </p:spPr>
            <p:txBody>
              <a:bodyPr>
                <a:normAutofit/>
              </a:bodyPr>
              <a:lstStyle/>
              <a:p>
                <a:pPr/>
                <a14:m>
                  <m:oMathPara xmlns:m="http://schemas.openxmlformats.org/officeDocument/2006/math">
                    <m:oMathParaPr>
                      <m:jc m:val="centerGroup"/>
                    </m:oMathParaPr>
                    <m:oMath xmlns:m="http://schemas.openxmlformats.org/officeDocument/2006/math">
                      <m:r>
                        <a:rPr lang="en-US" sz="2800" b="0" i="1">
                          <a:solidFill>
                            <a:srgbClr val="000000"/>
                          </a:solidFill>
                          <a:latin typeface="Cambria Math" panose="02040503050406030204" pitchFamily="18" charset="0"/>
                        </a:rPr>
                        <m:t>𝜃</m:t>
                      </m:r>
                    </m:oMath>
                  </m:oMathPara>
                </a14:m>
                <a:endParaRPr lang="en-US" sz="2800" dirty="0"/>
              </a:p>
            </p:txBody>
          </p:sp>
        </mc:Choice>
        <mc:Fallback xmlns="">
          <p:sp>
            <p:nvSpPr>
              <p:cNvPr id="70685" name="Object 29">
                <a:extLst>
                  <a:ext uri="{FF2B5EF4-FFF2-40B4-BE49-F238E27FC236}">
                    <a16:creationId xmlns:a16="http://schemas.microsoft.com/office/drawing/2014/main" id="{885594BB-5F40-47D3-AE27-792B71120FE4}"/>
                  </a:ext>
                </a:extLst>
              </p:cNvPr>
              <p:cNvSpPr txBox="1">
                <a:spLocks noRot="1" noChangeAspect="1" noMove="1" noResize="1" noEditPoints="1" noAdjustHandles="1" noChangeArrowheads="1" noChangeShapeType="1" noTextEdit="1"/>
              </p:cNvSpPr>
              <p:nvPr/>
            </p:nvSpPr>
            <p:spPr bwMode="auto">
              <a:xfrm>
                <a:off x="8597900" y="1987549"/>
                <a:ext cx="388938" cy="546100"/>
              </a:xfrm>
              <a:prstGeom prst="rect">
                <a:avLst/>
              </a:prstGeom>
              <a:blipFill>
                <a:blip r:embed="rId13"/>
                <a:stretch>
                  <a:fillRect/>
                </a:stretch>
              </a:blipFill>
              <a:ln>
                <a:noFill/>
              </a:ln>
              <a:effectLst/>
            </p:spPr>
            <p:txBody>
              <a:bodyPr/>
              <a:lstStyle/>
              <a:p>
                <a:r>
                  <a:rPr lang="zh-CN" altLang="en-US">
                    <a:noFill/>
                  </a:rPr>
                  <a:t> </a:t>
                </a:r>
              </a:p>
            </p:txBody>
          </p:sp>
        </mc:Fallback>
      </mc:AlternateContent>
      <p:grpSp>
        <p:nvGrpSpPr>
          <p:cNvPr id="8" name="Group 30">
            <a:extLst>
              <a:ext uri="{FF2B5EF4-FFF2-40B4-BE49-F238E27FC236}">
                <a16:creationId xmlns:a16="http://schemas.microsoft.com/office/drawing/2014/main" id="{AD3F5AB5-323C-430F-B53C-07EABC17F352}"/>
              </a:ext>
            </a:extLst>
          </p:cNvPr>
          <p:cNvGrpSpPr>
            <a:grpSpLocks/>
          </p:cNvGrpSpPr>
          <p:nvPr/>
        </p:nvGrpSpPr>
        <p:grpSpPr bwMode="auto">
          <a:xfrm>
            <a:off x="8447447" y="669133"/>
            <a:ext cx="1904999" cy="1760585"/>
            <a:chOff x="4176" y="1152"/>
            <a:chExt cx="1180" cy="1104"/>
          </a:xfrm>
        </p:grpSpPr>
        <p:grpSp>
          <p:nvGrpSpPr>
            <p:cNvPr id="10257" name="Group 31">
              <a:extLst>
                <a:ext uri="{FF2B5EF4-FFF2-40B4-BE49-F238E27FC236}">
                  <a16:creationId xmlns:a16="http://schemas.microsoft.com/office/drawing/2014/main" id="{426AE978-62FE-48CA-B575-64138F31B08B}"/>
                </a:ext>
              </a:extLst>
            </p:cNvPr>
            <p:cNvGrpSpPr>
              <a:grpSpLocks/>
            </p:cNvGrpSpPr>
            <p:nvPr/>
          </p:nvGrpSpPr>
          <p:grpSpPr bwMode="auto">
            <a:xfrm>
              <a:off x="4176" y="1344"/>
              <a:ext cx="864" cy="912"/>
              <a:chOff x="4128" y="1056"/>
              <a:chExt cx="1056" cy="1056"/>
            </a:xfrm>
          </p:grpSpPr>
          <p:sp>
            <p:nvSpPr>
              <p:cNvPr id="10259" name="Line 32">
                <a:extLst>
                  <a:ext uri="{FF2B5EF4-FFF2-40B4-BE49-F238E27FC236}">
                    <a16:creationId xmlns:a16="http://schemas.microsoft.com/office/drawing/2014/main" id="{F7389394-CC06-46F2-94E3-48507B9F50FB}"/>
                  </a:ext>
                </a:extLst>
              </p:cNvPr>
              <p:cNvSpPr>
                <a:spLocks noChangeShapeType="1"/>
              </p:cNvSpPr>
              <p:nvPr/>
            </p:nvSpPr>
            <p:spPr bwMode="auto">
              <a:xfrm flipV="1">
                <a:off x="4128" y="1056"/>
                <a:ext cx="1056" cy="1056"/>
              </a:xfrm>
              <a:prstGeom prst="line">
                <a:avLst/>
              </a:prstGeom>
              <a:noFill/>
              <a:ln w="28575">
                <a:solidFill>
                  <a:schemeClr val="tx1"/>
                </a:solidFill>
                <a:prstDash val="sysDot"/>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sz="2800"/>
              </a:p>
            </p:txBody>
          </p:sp>
          <mc:AlternateContent xmlns:mc="http://schemas.openxmlformats.org/markup-compatibility/2006" xmlns:a14="http://schemas.microsoft.com/office/drawing/2010/main">
            <mc:Choice Requires="a14">
              <p:sp>
                <p:nvSpPr>
                  <p:cNvPr id="10260" name="Object 33">
                    <a:extLst>
                      <a:ext uri="{FF2B5EF4-FFF2-40B4-BE49-F238E27FC236}">
                        <a16:creationId xmlns:a16="http://schemas.microsoft.com/office/drawing/2014/main" id="{6960FFD2-0174-437A-9801-BFFE90732A89}"/>
                      </a:ext>
                    </a:extLst>
                  </p:cNvPr>
                  <p:cNvSpPr txBox="1"/>
                  <p:nvPr/>
                </p:nvSpPr>
                <p:spPr bwMode="auto">
                  <a:xfrm>
                    <a:off x="4402" y="1446"/>
                    <a:ext cx="279" cy="364"/>
                  </a:xfrm>
                  <a:prstGeom prst="rect">
                    <a:avLst/>
                  </a:prstGeom>
                  <a:noFill/>
                  <a:ln>
                    <a:noFill/>
                  </a:ln>
                  <a:effectLst/>
                </p:spPr>
                <p:txBody>
                  <a:bodyPr>
                    <a:normAutofit fontScale="92500"/>
                  </a:bodyPr>
                  <a:lstStyle/>
                  <a:p>
                    <a:pPr/>
                    <a14:m>
                      <m:oMathPara xmlns:m="http://schemas.openxmlformats.org/officeDocument/2006/math">
                        <m:oMathParaPr>
                          <m:jc m:val="centerGroup"/>
                        </m:oMathParaPr>
                        <m:oMath xmlns:m="http://schemas.openxmlformats.org/officeDocument/2006/math">
                          <m:acc>
                            <m:accPr>
                              <m:chr m:val="⃗"/>
                              <m:ctrlPr>
                                <a:rPr lang="en-US" sz="2800" i="1">
                                  <a:solidFill>
                                    <a:srgbClr val="000000"/>
                                  </a:solidFill>
                                  <a:latin typeface="Cambria Math" panose="02040503050406030204" pitchFamily="18" charset="0"/>
                                </a:rPr>
                              </m:ctrlPr>
                            </m:accPr>
                            <m:e>
                              <m:r>
                                <a:rPr lang="en-US" sz="2800" b="0" i="1">
                                  <a:solidFill>
                                    <a:srgbClr val="000000"/>
                                  </a:solidFill>
                                  <a:latin typeface="Cambria Math" panose="02040503050406030204" pitchFamily="18" charset="0"/>
                                </a:rPr>
                                <m:t>𝑟</m:t>
                              </m:r>
                            </m:e>
                          </m:acc>
                        </m:oMath>
                      </m:oMathPara>
                    </a14:m>
                    <a:endParaRPr lang="en-US" sz="2800" dirty="0"/>
                  </a:p>
                </p:txBody>
              </p:sp>
            </mc:Choice>
            <mc:Fallback xmlns="">
              <p:sp>
                <p:nvSpPr>
                  <p:cNvPr id="10260" name="Object 33">
                    <a:extLst>
                      <a:ext uri="{FF2B5EF4-FFF2-40B4-BE49-F238E27FC236}">
                        <a16:creationId xmlns:a16="http://schemas.microsoft.com/office/drawing/2014/main" id="{6960FFD2-0174-437A-9801-BFFE90732A89}"/>
                      </a:ext>
                    </a:extLst>
                  </p:cNvPr>
                  <p:cNvSpPr txBox="1">
                    <a:spLocks noRot="1" noChangeAspect="1" noMove="1" noResize="1" noEditPoints="1" noAdjustHandles="1" noChangeArrowheads="1" noChangeShapeType="1" noTextEdit="1"/>
                  </p:cNvSpPr>
                  <p:nvPr/>
                </p:nvSpPr>
                <p:spPr bwMode="auto">
                  <a:xfrm>
                    <a:off x="4402" y="1446"/>
                    <a:ext cx="279" cy="364"/>
                  </a:xfrm>
                  <a:prstGeom prst="rect">
                    <a:avLst/>
                  </a:prstGeom>
                  <a:blipFill>
                    <a:blip r:embed="rId14"/>
                    <a:stretch>
                      <a:fillRect/>
                    </a:stretch>
                  </a:blipFill>
                  <a:ln>
                    <a:noFill/>
                  </a:ln>
                  <a:effectLst/>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10258" name="Object 34">
                  <a:extLst>
                    <a:ext uri="{FF2B5EF4-FFF2-40B4-BE49-F238E27FC236}">
                      <a16:creationId xmlns:a16="http://schemas.microsoft.com/office/drawing/2014/main" id="{689EEDA3-B471-4A9E-AC01-5DB478065FF7}"/>
                    </a:ext>
                  </a:extLst>
                </p:cNvPr>
                <p:cNvSpPr txBox="1"/>
                <p:nvPr/>
              </p:nvSpPr>
              <p:spPr bwMode="auto">
                <a:xfrm>
                  <a:off x="5088" y="1152"/>
                  <a:ext cx="268" cy="291"/>
                </a:xfrm>
                <a:prstGeom prst="rect">
                  <a:avLst/>
                </a:prstGeom>
                <a:noFill/>
                <a:ln>
                  <a:noFill/>
                </a:ln>
                <a:effectLst/>
              </p:spPr>
              <p:txBody>
                <a:bodyPr>
                  <a:normAutofit fontScale="85000" lnSpcReduction="10000"/>
                </a:bodyPr>
                <a:lstStyle/>
                <a:p>
                  <a:pPr/>
                  <a14:m>
                    <m:oMathPara xmlns:m="http://schemas.openxmlformats.org/officeDocument/2006/math">
                      <m:oMathParaPr>
                        <m:jc m:val="centerGroup"/>
                      </m:oMathParaPr>
                      <m:oMath xmlns:m="http://schemas.openxmlformats.org/officeDocument/2006/math">
                        <m:r>
                          <a:rPr lang="en-US" sz="2800" b="0" i="1">
                            <a:solidFill>
                              <a:srgbClr val="000000"/>
                            </a:solidFill>
                            <a:latin typeface="Cambria Math" panose="02040503050406030204" pitchFamily="18" charset="0"/>
                          </a:rPr>
                          <m:t>𝑃</m:t>
                        </m:r>
                      </m:oMath>
                    </m:oMathPara>
                  </a14:m>
                  <a:endParaRPr lang="en-US" sz="2800"/>
                </a:p>
              </p:txBody>
            </p:sp>
          </mc:Choice>
          <mc:Fallback xmlns="">
            <p:sp>
              <p:nvSpPr>
                <p:cNvPr id="10258" name="Object 34">
                  <a:extLst>
                    <a:ext uri="{FF2B5EF4-FFF2-40B4-BE49-F238E27FC236}">
                      <a16:creationId xmlns:a16="http://schemas.microsoft.com/office/drawing/2014/main" id="{689EEDA3-B471-4A9E-AC01-5DB478065FF7}"/>
                    </a:ext>
                  </a:extLst>
                </p:cNvPr>
                <p:cNvSpPr txBox="1">
                  <a:spLocks noRot="1" noChangeAspect="1" noMove="1" noResize="1" noEditPoints="1" noAdjustHandles="1" noChangeArrowheads="1" noChangeShapeType="1" noTextEdit="1"/>
                </p:cNvSpPr>
                <p:nvPr/>
              </p:nvSpPr>
              <p:spPr bwMode="auto">
                <a:xfrm>
                  <a:off x="5088" y="1152"/>
                  <a:ext cx="268" cy="291"/>
                </a:xfrm>
                <a:prstGeom prst="rect">
                  <a:avLst/>
                </a:prstGeom>
                <a:blipFill>
                  <a:blip r:embed="rId15"/>
                  <a:stretch>
                    <a:fillRect/>
                  </a:stretch>
                </a:blipFill>
                <a:ln>
                  <a:noFill/>
                </a:ln>
                <a:effectLst/>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10255" name="Object 37">
                <a:extLst>
                  <a:ext uri="{FF2B5EF4-FFF2-40B4-BE49-F238E27FC236}">
                    <a16:creationId xmlns:a16="http://schemas.microsoft.com/office/drawing/2014/main" id="{95910BE3-4CC9-492A-BC68-98467CC8BE08}"/>
                  </a:ext>
                </a:extLst>
              </p:cNvPr>
              <p:cNvSpPr txBox="1"/>
              <p:nvPr/>
            </p:nvSpPr>
            <p:spPr bwMode="auto">
              <a:xfrm>
                <a:off x="1247780" y="3891472"/>
                <a:ext cx="1600200" cy="558800"/>
              </a:xfrm>
              <a:prstGeom prst="rect">
                <a:avLst/>
              </a:prstGeom>
              <a:noFill/>
              <a:ln>
                <a:noFill/>
              </a:ln>
              <a:effectLst/>
            </p:spPr>
            <p:txBody>
              <a:bodyPr>
                <a:normAutofit/>
              </a:bodyPr>
              <a:lstStyle/>
              <a:p>
                <a:pPr/>
                <a14:m>
                  <m:oMathPara xmlns:m="http://schemas.openxmlformats.org/officeDocument/2006/math">
                    <m:oMathParaPr>
                      <m:jc m:val="centerGroup"/>
                    </m:oMathParaPr>
                    <m:oMath xmlns:m="http://schemas.openxmlformats.org/officeDocument/2006/math">
                      <m:r>
                        <a:rPr lang="en-US" sz="2800" b="0" i="1" smtClean="0">
                          <a:solidFill>
                            <a:srgbClr val="000000"/>
                          </a:solidFill>
                          <a:latin typeface="Cambria Math" panose="02040503050406030204" pitchFamily="18" charset="0"/>
                        </a:rPr>
                        <m:t>𝑟</m:t>
                      </m:r>
                      <m:r>
                        <a:rPr lang="zh-CN" altLang="en-US" sz="2800" b="0" i="1">
                          <a:solidFill>
                            <a:srgbClr val="000000"/>
                          </a:solidFill>
                          <a:latin typeface="Cambria Math" panose="02040503050406030204" pitchFamily="18" charset="0"/>
                        </a:rPr>
                        <m:t>远大于</m:t>
                      </m:r>
                      <m:r>
                        <a:rPr lang="en-US" sz="2800" b="0" i="1">
                          <a:solidFill>
                            <a:srgbClr val="000000"/>
                          </a:solidFill>
                          <a:latin typeface="Cambria Math" panose="02040503050406030204" pitchFamily="18" charset="0"/>
                        </a:rPr>
                        <m:t>𝑙</m:t>
                      </m:r>
                    </m:oMath>
                  </m:oMathPara>
                </a14:m>
                <a:endParaRPr lang="en-US" sz="2800" dirty="0"/>
              </a:p>
            </p:txBody>
          </p:sp>
        </mc:Choice>
        <mc:Fallback xmlns="">
          <p:sp>
            <p:nvSpPr>
              <p:cNvPr id="10255" name="Object 37">
                <a:extLst>
                  <a:ext uri="{FF2B5EF4-FFF2-40B4-BE49-F238E27FC236}">
                    <a16:creationId xmlns:a16="http://schemas.microsoft.com/office/drawing/2014/main" id="{95910BE3-4CC9-492A-BC68-98467CC8BE08}"/>
                  </a:ext>
                </a:extLst>
              </p:cNvPr>
              <p:cNvSpPr txBox="1">
                <a:spLocks noRot="1" noChangeAspect="1" noMove="1" noResize="1" noEditPoints="1" noAdjustHandles="1" noChangeArrowheads="1" noChangeShapeType="1" noTextEdit="1"/>
              </p:cNvSpPr>
              <p:nvPr/>
            </p:nvSpPr>
            <p:spPr bwMode="auto">
              <a:xfrm>
                <a:off x="1247780" y="3891472"/>
                <a:ext cx="1600200" cy="558800"/>
              </a:xfrm>
              <a:prstGeom prst="rect">
                <a:avLst/>
              </a:prstGeom>
              <a:blipFill>
                <a:blip r:embed="rId16"/>
                <a:stretch>
                  <a:fillRect/>
                </a:stretch>
              </a:blipFill>
              <a:ln>
                <a:noFill/>
              </a:ln>
              <a:effectLst/>
            </p:spPr>
            <p:txBody>
              <a:bodyPr/>
              <a:lstStyle/>
              <a:p>
                <a:r>
                  <a:rPr lang="zh-CN" altLang="en-US">
                    <a:noFill/>
                  </a:rPr>
                  <a:t> </a:t>
                </a:r>
              </a:p>
            </p:txBody>
          </p:sp>
        </mc:Fallback>
      </mc:AlternateContent>
      <p:sp>
        <p:nvSpPr>
          <p:cNvPr id="70696" name="Line 40">
            <a:extLst>
              <a:ext uri="{FF2B5EF4-FFF2-40B4-BE49-F238E27FC236}">
                <a16:creationId xmlns:a16="http://schemas.microsoft.com/office/drawing/2014/main" id="{D0FEDFC4-C486-40D5-B86F-C3935CF60E64}"/>
              </a:ext>
            </a:extLst>
          </p:cNvPr>
          <p:cNvSpPr>
            <a:spLocks noChangeShapeType="1"/>
          </p:cNvSpPr>
          <p:nvPr/>
        </p:nvSpPr>
        <p:spPr bwMode="auto">
          <a:xfrm flipH="1" flipV="1">
            <a:off x="8676921" y="2200382"/>
            <a:ext cx="250496" cy="220281"/>
          </a:xfrm>
          <a:prstGeom prst="line">
            <a:avLst/>
          </a:prstGeom>
          <a:noFill/>
          <a:ln w="38100">
            <a:solidFill>
              <a:srgbClr val="CC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sz="2800"/>
          </a:p>
        </p:txBody>
      </p:sp>
      <mc:AlternateContent xmlns:mc="http://schemas.openxmlformats.org/markup-compatibility/2006" xmlns:a14="http://schemas.microsoft.com/office/drawing/2010/main">
        <mc:Choice Requires="a14">
          <p:sp>
            <p:nvSpPr>
              <p:cNvPr id="70697" name="Object 41">
                <a:extLst>
                  <a:ext uri="{FF2B5EF4-FFF2-40B4-BE49-F238E27FC236}">
                    <a16:creationId xmlns:a16="http://schemas.microsoft.com/office/drawing/2014/main" id="{539FBD76-6A50-4782-90DD-0CFE969A7803}"/>
                  </a:ext>
                </a:extLst>
              </p:cNvPr>
              <p:cNvSpPr txBox="1"/>
              <p:nvPr/>
            </p:nvSpPr>
            <p:spPr bwMode="auto">
              <a:xfrm>
                <a:off x="6578599" y="4055322"/>
                <a:ext cx="4285095" cy="1296987"/>
              </a:xfrm>
              <a:prstGeom prst="rect">
                <a:avLst/>
              </a:prstGeom>
              <a:noFill/>
              <a:ln w="9525">
                <a:noFill/>
                <a:miter lim="800000"/>
                <a:headEnd/>
                <a:tailEnd/>
              </a:ln>
              <a:effectLst/>
            </p:spPr>
            <p:txBody>
              <a:bodyPr>
                <a:noAutofit/>
              </a:bodyPr>
              <a:lstStyle/>
              <a:p>
                <a:pPr/>
                <a14:m>
                  <m:oMathPara xmlns:m="http://schemas.openxmlformats.org/officeDocument/2006/math">
                    <m:oMathParaPr>
                      <m:jc m:val="centerGroup"/>
                    </m:oMathParaPr>
                    <m:oMath xmlns:m="http://schemas.openxmlformats.org/officeDocument/2006/math">
                      <m:sSub>
                        <m:sSubPr>
                          <m:ctrlPr>
                            <a:rPr lang="en-US" sz="2800" i="1">
                              <a:solidFill>
                                <a:srgbClr val="000000"/>
                              </a:solidFill>
                              <a:latin typeface="Cambria Math" panose="02040503050406030204" pitchFamily="18" charset="0"/>
                            </a:rPr>
                          </m:ctrlPr>
                        </m:sSubPr>
                        <m:e>
                          <m:r>
                            <a:rPr lang="en-US" sz="2800" b="0" i="1">
                              <a:solidFill>
                                <a:srgbClr val="000000"/>
                              </a:solidFill>
                              <a:latin typeface="Cambria Math" panose="02040503050406030204" pitchFamily="18" charset="0"/>
                            </a:rPr>
                            <m:t>𝑟</m:t>
                          </m:r>
                        </m:e>
                        <m:sub>
                          <m:r>
                            <a:rPr lang="en-US" sz="2800" b="0" i="1">
                              <a:solidFill>
                                <a:srgbClr val="000000"/>
                              </a:solidFill>
                              <a:latin typeface="Cambria Math" panose="02040503050406030204" pitchFamily="18" charset="0"/>
                            </a:rPr>
                            <m:t>−</m:t>
                          </m:r>
                        </m:sub>
                      </m:sSub>
                      <m:r>
                        <a:rPr lang="en-US" sz="2800" b="0" i="1">
                          <a:solidFill>
                            <a:srgbClr val="000000"/>
                          </a:solidFill>
                          <a:latin typeface="Cambria Math" panose="02040503050406030204" pitchFamily="18" charset="0"/>
                        </a:rPr>
                        <m:t>−</m:t>
                      </m:r>
                      <m:sSub>
                        <m:sSubPr>
                          <m:ctrlPr>
                            <a:rPr lang="en-US" sz="2800" i="1">
                              <a:solidFill>
                                <a:srgbClr val="000000"/>
                              </a:solidFill>
                              <a:latin typeface="Cambria Math" panose="02040503050406030204" pitchFamily="18" charset="0"/>
                            </a:rPr>
                          </m:ctrlPr>
                        </m:sSubPr>
                        <m:e>
                          <m:r>
                            <a:rPr lang="en-US" sz="2800" b="0" i="1">
                              <a:solidFill>
                                <a:srgbClr val="000000"/>
                              </a:solidFill>
                              <a:latin typeface="Cambria Math" panose="02040503050406030204" pitchFamily="18" charset="0"/>
                            </a:rPr>
                            <m:t>𝑟</m:t>
                          </m:r>
                        </m:e>
                        <m:sub>
                          <m:r>
                            <a:rPr lang="en-US" sz="2800" b="0" i="1">
                              <a:solidFill>
                                <a:srgbClr val="000000"/>
                              </a:solidFill>
                              <a:latin typeface="Cambria Math" panose="02040503050406030204" pitchFamily="18" charset="0"/>
                            </a:rPr>
                            <m:t>+</m:t>
                          </m:r>
                        </m:sub>
                      </m:sSub>
                      <m:r>
                        <a:rPr lang="en-US" sz="2800" b="0" i="1">
                          <a:solidFill>
                            <a:srgbClr val="000000"/>
                          </a:solidFill>
                          <a:latin typeface="Cambria Math" panose="02040503050406030204" pitchFamily="18" charset="0"/>
                        </a:rPr>
                        <m:t>≈</m:t>
                      </m:r>
                      <m:r>
                        <a:rPr lang="en-US" sz="2800" b="0" i="1">
                          <a:solidFill>
                            <a:srgbClr val="000000"/>
                          </a:solidFill>
                          <a:latin typeface="Cambria Math" panose="02040503050406030204" pitchFamily="18" charset="0"/>
                        </a:rPr>
                        <m:t>𝑙</m:t>
                      </m:r>
                      <m:func>
                        <m:funcPr>
                          <m:ctrlPr>
                            <a:rPr lang="en-US" sz="2800" i="1">
                              <a:solidFill>
                                <a:srgbClr val="000000"/>
                              </a:solidFill>
                              <a:latin typeface="Cambria Math" panose="02040503050406030204" pitchFamily="18" charset="0"/>
                            </a:rPr>
                          </m:ctrlPr>
                        </m:funcPr>
                        <m:fName>
                          <m:r>
                            <m:rPr>
                              <m:sty m:val="p"/>
                            </m:rPr>
                            <a:rPr lang="en-US" sz="2800" b="0" i="0">
                              <a:solidFill>
                                <a:srgbClr val="000000"/>
                              </a:solidFill>
                              <a:latin typeface="Cambria Math" panose="02040503050406030204" pitchFamily="18" charset="0"/>
                            </a:rPr>
                            <m:t>cos</m:t>
                          </m:r>
                        </m:fName>
                        <m:e>
                          <m:r>
                            <a:rPr lang="en-US" sz="2800" b="0" i="1">
                              <a:solidFill>
                                <a:srgbClr val="000000"/>
                              </a:solidFill>
                              <a:latin typeface="Cambria Math" panose="02040503050406030204" pitchFamily="18" charset="0"/>
                            </a:rPr>
                            <m:t>𝜃</m:t>
                          </m:r>
                        </m:e>
                      </m:func>
                    </m:oMath>
                    <m:oMath xmlns:m="http://schemas.openxmlformats.org/officeDocument/2006/math">
                      <m:r>
                        <a:rPr lang="en-US" sz="2800" b="0" i="1">
                          <a:solidFill>
                            <a:srgbClr val="000000"/>
                          </a:solidFill>
                          <a:latin typeface="Cambria Math" panose="02040503050406030204" pitchFamily="18" charset="0"/>
                        </a:rPr>
                        <m:t> </m:t>
                      </m:r>
                      <m:sSub>
                        <m:sSubPr>
                          <m:ctrlPr>
                            <a:rPr lang="en-US" sz="2800" i="1">
                              <a:solidFill>
                                <a:srgbClr val="000000"/>
                              </a:solidFill>
                              <a:latin typeface="Cambria Math" panose="02040503050406030204" pitchFamily="18" charset="0"/>
                            </a:rPr>
                          </m:ctrlPr>
                        </m:sSubPr>
                        <m:e>
                          <m:r>
                            <a:rPr lang="en-US" sz="2800" b="0" i="1">
                              <a:solidFill>
                                <a:srgbClr val="000000"/>
                              </a:solidFill>
                              <a:latin typeface="Cambria Math" panose="02040503050406030204" pitchFamily="18" charset="0"/>
                            </a:rPr>
                            <m:t>𝑟</m:t>
                          </m:r>
                        </m:e>
                        <m:sub>
                          <m:r>
                            <a:rPr lang="en-US" sz="2800" b="0" i="1">
                              <a:solidFill>
                                <a:srgbClr val="000000"/>
                              </a:solidFill>
                              <a:latin typeface="Cambria Math" panose="02040503050406030204" pitchFamily="18" charset="0"/>
                            </a:rPr>
                            <m:t>+</m:t>
                          </m:r>
                        </m:sub>
                      </m:sSub>
                      <m:sSub>
                        <m:sSubPr>
                          <m:ctrlPr>
                            <a:rPr lang="en-US" sz="2800" i="1">
                              <a:solidFill>
                                <a:srgbClr val="000000"/>
                              </a:solidFill>
                              <a:latin typeface="Cambria Math" panose="02040503050406030204" pitchFamily="18" charset="0"/>
                            </a:rPr>
                          </m:ctrlPr>
                        </m:sSubPr>
                        <m:e>
                          <m:r>
                            <a:rPr lang="en-US" sz="2800" b="0" i="1">
                              <a:solidFill>
                                <a:srgbClr val="000000"/>
                              </a:solidFill>
                              <a:latin typeface="Cambria Math" panose="02040503050406030204" pitchFamily="18" charset="0"/>
                            </a:rPr>
                            <m:t>𝑟</m:t>
                          </m:r>
                        </m:e>
                        <m:sub>
                          <m:r>
                            <a:rPr lang="en-US" sz="2800" b="0" i="1">
                              <a:solidFill>
                                <a:srgbClr val="000000"/>
                              </a:solidFill>
                              <a:latin typeface="Cambria Math" panose="02040503050406030204" pitchFamily="18" charset="0"/>
                            </a:rPr>
                            <m:t>−</m:t>
                          </m:r>
                        </m:sub>
                      </m:sSub>
                      <m:r>
                        <a:rPr lang="en-US" sz="2800" b="0" i="1">
                          <a:solidFill>
                            <a:srgbClr val="000000"/>
                          </a:solidFill>
                          <a:latin typeface="Cambria Math" panose="02040503050406030204" pitchFamily="18" charset="0"/>
                        </a:rPr>
                        <m:t>=</m:t>
                      </m:r>
                      <m:sSup>
                        <m:sSupPr>
                          <m:ctrlPr>
                            <a:rPr lang="en-US" sz="2800" i="1">
                              <a:solidFill>
                                <a:srgbClr val="000000"/>
                              </a:solidFill>
                              <a:latin typeface="Cambria Math" panose="02040503050406030204" pitchFamily="18" charset="0"/>
                            </a:rPr>
                          </m:ctrlPr>
                        </m:sSupPr>
                        <m:e>
                          <m:r>
                            <a:rPr lang="en-US" sz="2800" b="0" i="1">
                              <a:solidFill>
                                <a:srgbClr val="000000"/>
                              </a:solidFill>
                              <a:latin typeface="Cambria Math" panose="02040503050406030204" pitchFamily="18" charset="0"/>
                            </a:rPr>
                            <m:t>𝑟</m:t>
                          </m:r>
                        </m:e>
                        <m:sup>
                          <m:r>
                            <a:rPr lang="en-US" sz="2800" b="0" i="1">
                              <a:solidFill>
                                <a:srgbClr val="000000"/>
                              </a:solidFill>
                              <a:latin typeface="Cambria Math" panose="02040503050406030204" pitchFamily="18" charset="0"/>
                            </a:rPr>
                            <m:t>2</m:t>
                          </m:r>
                        </m:sup>
                      </m:sSup>
                    </m:oMath>
                  </m:oMathPara>
                </a14:m>
                <a:endParaRPr lang="en-US" sz="2800" dirty="0"/>
              </a:p>
            </p:txBody>
          </p:sp>
        </mc:Choice>
        <mc:Fallback xmlns="">
          <p:sp>
            <p:nvSpPr>
              <p:cNvPr id="70697" name="Object 41">
                <a:extLst>
                  <a:ext uri="{FF2B5EF4-FFF2-40B4-BE49-F238E27FC236}">
                    <a16:creationId xmlns:a16="http://schemas.microsoft.com/office/drawing/2014/main" id="{539FBD76-6A50-4782-90DD-0CFE969A7803}"/>
                  </a:ext>
                </a:extLst>
              </p:cNvPr>
              <p:cNvSpPr txBox="1">
                <a:spLocks noRot="1" noChangeAspect="1" noMove="1" noResize="1" noEditPoints="1" noAdjustHandles="1" noChangeArrowheads="1" noChangeShapeType="1" noTextEdit="1"/>
              </p:cNvSpPr>
              <p:nvPr/>
            </p:nvSpPr>
            <p:spPr bwMode="auto">
              <a:xfrm>
                <a:off x="6578599" y="4055322"/>
                <a:ext cx="4285095" cy="1296987"/>
              </a:xfrm>
              <a:prstGeom prst="rect">
                <a:avLst/>
              </a:prstGeom>
              <a:blipFill>
                <a:blip r:embed="rId17"/>
                <a:stretch>
                  <a:fillRect/>
                </a:stretch>
              </a:blipFill>
              <a:ln w="9525">
                <a:noFill/>
                <a:miter lim="800000"/>
                <a:headEnd/>
                <a:tailEnd/>
              </a:ln>
              <a:effectLst/>
            </p:spPr>
            <p:txBody>
              <a:bodyPr/>
              <a:lstStyle/>
              <a:p>
                <a:r>
                  <a:rPr lang="zh-CN" altLang="en-US">
                    <a:noFill/>
                  </a:rPr>
                  <a:t> </a:t>
                </a:r>
              </a:p>
            </p:txBody>
          </p:sp>
        </mc:Fallback>
      </mc:AlternateContent>
      <p:sp>
        <p:nvSpPr>
          <p:cNvPr id="41" name="标题 6">
            <a:extLst>
              <a:ext uri="{FF2B5EF4-FFF2-40B4-BE49-F238E27FC236}">
                <a16:creationId xmlns:a16="http://schemas.microsoft.com/office/drawing/2014/main" id="{CB062408-5EB5-442D-87A0-2D4790F6D419}"/>
              </a:ext>
            </a:extLst>
          </p:cNvPr>
          <p:cNvSpPr txBox="1">
            <a:spLocks/>
          </p:cNvSpPr>
          <p:nvPr/>
        </p:nvSpPr>
        <p:spPr>
          <a:xfrm>
            <a:off x="1015491" y="313003"/>
            <a:ext cx="6696256" cy="1274341"/>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57200" indent="-457200">
              <a:lnSpc>
                <a:spcPct val="150000"/>
              </a:lnSpc>
              <a:buFont typeface="Wingdings" panose="05000000000000000000" pitchFamily="2" charset="2"/>
              <a:buChar char="q"/>
            </a:pPr>
            <a:r>
              <a:rPr lang="zh-CN" altLang="en-US" sz="3200" b="1" dirty="0">
                <a:solidFill>
                  <a:srgbClr val="0066FF"/>
                </a:solidFill>
                <a:latin typeface="华文楷体" panose="02010600040101010101" pitchFamily="2" charset="-122"/>
                <a:ea typeface="华文楷体" panose="02010600040101010101" pitchFamily="2" charset="-122"/>
              </a:rPr>
              <a:t>电偶极子电场中任一点的电势</a:t>
            </a:r>
          </a:p>
        </p:txBody>
      </p:sp>
      <mc:AlternateContent xmlns:mc="http://schemas.openxmlformats.org/markup-compatibility/2006" xmlns:a14="http://schemas.microsoft.com/office/drawing/2010/main">
        <mc:Choice Requires="a14">
          <p:sp>
            <p:nvSpPr>
              <p:cNvPr id="5" name="矩形 4">
                <a:extLst>
                  <a:ext uri="{FF2B5EF4-FFF2-40B4-BE49-F238E27FC236}">
                    <a16:creationId xmlns:a16="http://schemas.microsoft.com/office/drawing/2014/main" id="{0038074E-B252-468A-B472-3A017FCBB122}"/>
                  </a:ext>
                </a:extLst>
              </p:cNvPr>
              <p:cNvSpPr/>
              <p:nvPr/>
            </p:nvSpPr>
            <p:spPr>
              <a:xfrm>
                <a:off x="1736527" y="1184726"/>
                <a:ext cx="4288675" cy="90345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sz="2800" i="1" spc="300" smtClean="0">
                              <a:solidFill>
                                <a:schemeClr val="tx1"/>
                              </a:solidFill>
                              <a:latin typeface="Cambria Math" panose="02040503050406030204" pitchFamily="18" charset="0"/>
                            </a:rPr>
                          </m:ctrlPr>
                        </m:sSubPr>
                        <m:e>
                          <m:r>
                            <a:rPr lang="zh-CN" altLang="en-US" sz="2800" b="0" i="1" spc="300" dirty="0">
                              <a:solidFill>
                                <a:schemeClr val="tx1"/>
                              </a:solidFill>
                              <a:latin typeface="Cambria Math" panose="02040503050406030204" pitchFamily="18" charset="0"/>
                              <a:ea typeface="华文新魏" panose="02010800040101010101" pitchFamily="2" charset="-122"/>
                            </a:rPr>
                            <m:t>𝜑</m:t>
                          </m:r>
                        </m:e>
                        <m:sub>
                          <m:r>
                            <a:rPr lang="en-US" altLang="zh-CN" sz="2800" b="0" i="1" spc="300">
                              <a:solidFill>
                                <a:schemeClr val="tx1"/>
                              </a:solidFill>
                              <a:latin typeface="Cambria Math" panose="02040503050406030204" pitchFamily="18" charset="0"/>
                            </a:rPr>
                            <m:t>𝑝</m:t>
                          </m:r>
                        </m:sub>
                      </m:sSub>
                      <m:r>
                        <a:rPr lang="en-US" altLang="zh-CN" sz="2800" b="0" i="1" spc="300">
                          <a:solidFill>
                            <a:schemeClr val="tx1"/>
                          </a:solidFill>
                          <a:latin typeface="Cambria Math" panose="02040503050406030204" pitchFamily="18" charset="0"/>
                        </a:rPr>
                        <m:t>=</m:t>
                      </m:r>
                      <m:f>
                        <m:fPr>
                          <m:ctrlPr>
                            <a:rPr lang="en-US" altLang="zh-CN" sz="2800" i="1" spc="300">
                              <a:solidFill>
                                <a:schemeClr val="tx1"/>
                              </a:solidFill>
                              <a:latin typeface="Cambria Math" panose="02040503050406030204" pitchFamily="18" charset="0"/>
                            </a:rPr>
                          </m:ctrlPr>
                        </m:fPr>
                        <m:num>
                          <m:r>
                            <a:rPr lang="en-US" altLang="zh-CN" sz="2800" b="0" i="1" spc="300">
                              <a:solidFill>
                                <a:schemeClr val="tx1"/>
                              </a:solidFill>
                              <a:latin typeface="Cambria Math" panose="02040503050406030204" pitchFamily="18" charset="0"/>
                            </a:rPr>
                            <m:t>𝑞</m:t>
                          </m:r>
                        </m:num>
                        <m:den>
                          <m:r>
                            <a:rPr lang="en-US" altLang="zh-CN" sz="2800" b="0" i="1" spc="300">
                              <a:solidFill>
                                <a:schemeClr val="tx1"/>
                              </a:solidFill>
                              <a:latin typeface="Cambria Math" panose="02040503050406030204" pitchFamily="18" charset="0"/>
                            </a:rPr>
                            <m:t>4</m:t>
                          </m:r>
                          <m:r>
                            <a:rPr lang="zh-CN" altLang="en-US" sz="2800" b="0" i="1" spc="300">
                              <a:solidFill>
                                <a:schemeClr val="tx1"/>
                              </a:solidFill>
                              <a:latin typeface="Cambria Math" panose="02040503050406030204" pitchFamily="18" charset="0"/>
                            </a:rPr>
                            <m:t>𝜋</m:t>
                          </m:r>
                          <m:sSub>
                            <m:sSubPr>
                              <m:ctrlPr>
                                <a:rPr lang="en-US" altLang="zh-CN" sz="2800" i="1" spc="300">
                                  <a:solidFill>
                                    <a:schemeClr val="tx1"/>
                                  </a:solidFill>
                                  <a:latin typeface="Cambria Math" panose="02040503050406030204" pitchFamily="18" charset="0"/>
                                </a:rPr>
                              </m:ctrlPr>
                            </m:sSubPr>
                            <m:e>
                              <m:r>
                                <a:rPr lang="zh-CN" altLang="en-US" sz="2800" b="0" i="1" spc="300">
                                  <a:solidFill>
                                    <a:schemeClr val="tx1"/>
                                  </a:solidFill>
                                  <a:latin typeface="Cambria Math" panose="02040503050406030204" pitchFamily="18" charset="0"/>
                                </a:rPr>
                                <m:t>𝜀</m:t>
                              </m:r>
                            </m:e>
                            <m:sub>
                              <m:r>
                                <a:rPr lang="en-US" altLang="zh-CN" sz="2800" b="0" i="1" spc="300">
                                  <a:solidFill>
                                    <a:schemeClr val="tx1"/>
                                  </a:solidFill>
                                  <a:latin typeface="Cambria Math" panose="02040503050406030204" pitchFamily="18" charset="0"/>
                                </a:rPr>
                                <m:t>0</m:t>
                              </m:r>
                            </m:sub>
                          </m:sSub>
                          <m:sSub>
                            <m:sSubPr>
                              <m:ctrlPr>
                                <a:rPr lang="en-US" altLang="zh-CN" sz="2800" i="1" spc="300">
                                  <a:solidFill>
                                    <a:schemeClr val="tx1"/>
                                  </a:solidFill>
                                  <a:latin typeface="Cambria Math" panose="02040503050406030204" pitchFamily="18" charset="0"/>
                                </a:rPr>
                              </m:ctrlPr>
                            </m:sSubPr>
                            <m:e>
                              <m:r>
                                <a:rPr lang="en-US" altLang="zh-CN" sz="2800" b="0" i="1" spc="300">
                                  <a:solidFill>
                                    <a:schemeClr val="tx1"/>
                                  </a:solidFill>
                                  <a:latin typeface="Cambria Math" panose="02040503050406030204" pitchFamily="18" charset="0"/>
                                </a:rPr>
                                <m:t>𝑟</m:t>
                              </m:r>
                            </m:e>
                            <m:sub>
                              <m:r>
                                <a:rPr lang="en-US" altLang="zh-CN" sz="2800" b="0" i="1" spc="300">
                                  <a:solidFill>
                                    <a:schemeClr val="tx1"/>
                                  </a:solidFill>
                                  <a:latin typeface="Cambria Math" panose="02040503050406030204" pitchFamily="18" charset="0"/>
                                </a:rPr>
                                <m:t>+</m:t>
                              </m:r>
                            </m:sub>
                          </m:sSub>
                        </m:den>
                      </m:f>
                      <m:r>
                        <a:rPr lang="en-US" altLang="zh-CN" sz="2800" b="0" i="1" spc="300">
                          <a:solidFill>
                            <a:schemeClr val="tx1"/>
                          </a:solidFill>
                          <a:latin typeface="Cambria Math" panose="02040503050406030204" pitchFamily="18" charset="0"/>
                        </a:rPr>
                        <m:t>−</m:t>
                      </m:r>
                      <m:f>
                        <m:fPr>
                          <m:ctrlPr>
                            <a:rPr lang="en-US" altLang="zh-CN" sz="2800" i="1" spc="300">
                              <a:solidFill>
                                <a:schemeClr val="tx1"/>
                              </a:solidFill>
                              <a:latin typeface="Cambria Math" panose="02040503050406030204" pitchFamily="18" charset="0"/>
                            </a:rPr>
                          </m:ctrlPr>
                        </m:fPr>
                        <m:num>
                          <m:r>
                            <a:rPr lang="en-US" altLang="zh-CN" sz="2800" b="0" i="1" spc="300">
                              <a:solidFill>
                                <a:schemeClr val="tx1"/>
                              </a:solidFill>
                              <a:latin typeface="Cambria Math" panose="02040503050406030204" pitchFamily="18" charset="0"/>
                            </a:rPr>
                            <m:t>𝑞</m:t>
                          </m:r>
                        </m:num>
                        <m:den>
                          <m:r>
                            <a:rPr lang="en-US" altLang="zh-CN" sz="2800" b="0" i="1" spc="300">
                              <a:solidFill>
                                <a:schemeClr val="tx1"/>
                              </a:solidFill>
                              <a:latin typeface="Cambria Math" panose="02040503050406030204" pitchFamily="18" charset="0"/>
                            </a:rPr>
                            <m:t>4</m:t>
                          </m:r>
                          <m:r>
                            <a:rPr lang="zh-CN" altLang="en-US" sz="2800" b="0" i="1" spc="300">
                              <a:solidFill>
                                <a:schemeClr val="tx1"/>
                              </a:solidFill>
                              <a:latin typeface="Cambria Math" panose="02040503050406030204" pitchFamily="18" charset="0"/>
                            </a:rPr>
                            <m:t>𝜋</m:t>
                          </m:r>
                          <m:sSub>
                            <m:sSubPr>
                              <m:ctrlPr>
                                <a:rPr lang="en-US" altLang="zh-CN" sz="2800" i="1" spc="300">
                                  <a:solidFill>
                                    <a:schemeClr val="tx1"/>
                                  </a:solidFill>
                                  <a:latin typeface="Cambria Math" panose="02040503050406030204" pitchFamily="18" charset="0"/>
                                </a:rPr>
                              </m:ctrlPr>
                            </m:sSubPr>
                            <m:e>
                              <m:r>
                                <a:rPr lang="zh-CN" altLang="en-US" sz="2800" b="0" i="1" spc="300">
                                  <a:solidFill>
                                    <a:schemeClr val="tx1"/>
                                  </a:solidFill>
                                  <a:latin typeface="Cambria Math" panose="02040503050406030204" pitchFamily="18" charset="0"/>
                                </a:rPr>
                                <m:t>𝜀</m:t>
                              </m:r>
                            </m:e>
                            <m:sub>
                              <m:r>
                                <a:rPr lang="en-US" altLang="zh-CN" sz="2800" b="0" i="1" spc="300">
                                  <a:solidFill>
                                    <a:schemeClr val="tx1"/>
                                  </a:solidFill>
                                  <a:latin typeface="Cambria Math" panose="02040503050406030204" pitchFamily="18" charset="0"/>
                                </a:rPr>
                                <m:t>0</m:t>
                              </m:r>
                            </m:sub>
                          </m:sSub>
                          <m:sSub>
                            <m:sSubPr>
                              <m:ctrlPr>
                                <a:rPr lang="en-US" altLang="zh-CN" sz="2800" i="1" spc="300">
                                  <a:solidFill>
                                    <a:schemeClr val="tx1"/>
                                  </a:solidFill>
                                  <a:latin typeface="Cambria Math" panose="02040503050406030204" pitchFamily="18" charset="0"/>
                                </a:rPr>
                              </m:ctrlPr>
                            </m:sSubPr>
                            <m:e>
                              <m:r>
                                <a:rPr lang="en-US" altLang="zh-CN" sz="2800" b="0" i="1" spc="300">
                                  <a:solidFill>
                                    <a:schemeClr val="tx1"/>
                                  </a:solidFill>
                                  <a:latin typeface="Cambria Math" panose="02040503050406030204" pitchFamily="18" charset="0"/>
                                </a:rPr>
                                <m:t>𝑟</m:t>
                              </m:r>
                            </m:e>
                            <m:sub>
                              <m:r>
                                <a:rPr lang="en-US" altLang="zh-CN" sz="2800" b="0" i="1" spc="300">
                                  <a:solidFill>
                                    <a:schemeClr val="tx1"/>
                                  </a:solidFill>
                                  <a:latin typeface="Cambria Math" panose="02040503050406030204" pitchFamily="18" charset="0"/>
                                </a:rPr>
                                <m:t>−</m:t>
                              </m:r>
                            </m:sub>
                          </m:sSub>
                        </m:den>
                      </m:f>
                    </m:oMath>
                  </m:oMathPara>
                </a14:m>
                <a:endParaRPr lang="en-US" sz="2800" dirty="0">
                  <a:solidFill>
                    <a:schemeClr val="tx1"/>
                  </a:solidFill>
                </a:endParaRPr>
              </a:p>
            </p:txBody>
          </p:sp>
        </mc:Choice>
        <mc:Fallback xmlns="">
          <p:sp>
            <p:nvSpPr>
              <p:cNvPr id="5" name="矩形 4">
                <a:extLst>
                  <a:ext uri="{FF2B5EF4-FFF2-40B4-BE49-F238E27FC236}">
                    <a16:creationId xmlns:a16="http://schemas.microsoft.com/office/drawing/2014/main" id="{0038074E-B252-468A-B472-3A017FCBB122}"/>
                  </a:ext>
                </a:extLst>
              </p:cNvPr>
              <p:cNvSpPr>
                <a:spLocks noRot="1" noChangeAspect="1" noMove="1" noResize="1" noEditPoints="1" noAdjustHandles="1" noChangeArrowheads="1" noChangeShapeType="1" noTextEdit="1"/>
              </p:cNvSpPr>
              <p:nvPr/>
            </p:nvSpPr>
            <p:spPr>
              <a:xfrm>
                <a:off x="1736527" y="1184726"/>
                <a:ext cx="4288675" cy="903452"/>
              </a:xfrm>
              <a:prstGeom prst="rect">
                <a:avLst/>
              </a:prstGeom>
              <a:blipFill>
                <a:blip r:embed="rId1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FE6F00BE-0380-4E0A-B547-0445FAAADAF5}"/>
                  </a:ext>
                </a:extLst>
              </p:cNvPr>
              <p:cNvSpPr/>
              <p:nvPr/>
            </p:nvSpPr>
            <p:spPr>
              <a:xfrm>
                <a:off x="3155074" y="3628437"/>
                <a:ext cx="3116431" cy="90755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sz="2800" i="1" spc="300" smtClean="0">
                              <a:latin typeface="Cambria Math" panose="02040503050406030204" pitchFamily="18" charset="0"/>
                            </a:rPr>
                          </m:ctrlPr>
                        </m:sSubPr>
                        <m:e>
                          <m:r>
                            <a:rPr lang="en-US" altLang="zh-CN" sz="2800" b="0" i="1" spc="300">
                              <a:latin typeface="Cambria Math" panose="02040503050406030204" pitchFamily="18" charset="0"/>
                            </a:rPr>
                            <m:t>𝑟</m:t>
                          </m:r>
                        </m:e>
                        <m:sub>
                          <m:r>
                            <a:rPr lang="en-US" altLang="zh-CN" sz="2800" b="0" i="1" spc="300">
                              <a:latin typeface="Cambria Math" panose="02040503050406030204" pitchFamily="18" charset="0"/>
                            </a:rPr>
                            <m:t>+</m:t>
                          </m:r>
                        </m:sub>
                      </m:sSub>
                      <m:r>
                        <a:rPr lang="en-US" altLang="zh-CN" sz="2800" b="0" i="1" spc="300">
                          <a:latin typeface="Cambria Math" panose="02040503050406030204" pitchFamily="18" charset="0"/>
                          <a:ea typeface="Cambria Math" panose="02040503050406030204" pitchFamily="18" charset="0"/>
                        </a:rPr>
                        <m:t>≈</m:t>
                      </m:r>
                      <m:r>
                        <a:rPr lang="en-US" altLang="zh-CN" sz="2800" b="0" i="1" spc="300">
                          <a:latin typeface="Cambria Math" panose="02040503050406030204" pitchFamily="18" charset="0"/>
                          <a:ea typeface="Cambria Math" panose="02040503050406030204" pitchFamily="18" charset="0"/>
                        </a:rPr>
                        <m:t>𝑟</m:t>
                      </m:r>
                      <m:r>
                        <a:rPr lang="en-US" altLang="zh-CN" sz="2800" b="0" i="1" spc="300">
                          <a:latin typeface="Cambria Math" panose="02040503050406030204" pitchFamily="18" charset="0"/>
                          <a:ea typeface="Cambria Math" panose="02040503050406030204" pitchFamily="18" charset="0"/>
                        </a:rPr>
                        <m:t>−</m:t>
                      </m:r>
                      <m:f>
                        <m:fPr>
                          <m:ctrlPr>
                            <a:rPr lang="en-US" altLang="zh-CN" sz="2800" i="1" spc="300">
                              <a:latin typeface="Cambria Math" panose="02040503050406030204" pitchFamily="18" charset="0"/>
                              <a:ea typeface="Cambria Math" panose="02040503050406030204" pitchFamily="18" charset="0"/>
                            </a:rPr>
                          </m:ctrlPr>
                        </m:fPr>
                        <m:num>
                          <m:r>
                            <a:rPr lang="en-US" altLang="zh-CN" sz="2800" b="0" i="1" spc="300">
                              <a:latin typeface="Cambria Math" panose="02040503050406030204" pitchFamily="18" charset="0"/>
                              <a:ea typeface="Cambria Math" panose="02040503050406030204" pitchFamily="18" charset="0"/>
                            </a:rPr>
                            <m:t>𝑙</m:t>
                          </m:r>
                        </m:num>
                        <m:den>
                          <m:r>
                            <a:rPr lang="en-US" altLang="zh-CN" sz="2800" b="0" i="1" spc="300">
                              <a:latin typeface="Cambria Math" panose="02040503050406030204" pitchFamily="18" charset="0"/>
                              <a:ea typeface="Cambria Math" panose="02040503050406030204" pitchFamily="18" charset="0"/>
                            </a:rPr>
                            <m:t>2</m:t>
                          </m:r>
                        </m:den>
                      </m:f>
                      <m:func>
                        <m:funcPr>
                          <m:ctrlPr>
                            <a:rPr lang="en-US" altLang="zh-CN" sz="2800" i="1" spc="300">
                              <a:latin typeface="Cambria Math" panose="02040503050406030204" pitchFamily="18" charset="0"/>
                              <a:ea typeface="Cambria Math" panose="02040503050406030204" pitchFamily="18" charset="0"/>
                            </a:rPr>
                          </m:ctrlPr>
                        </m:funcPr>
                        <m:fName>
                          <m:r>
                            <a:rPr lang="en-US" altLang="zh-CN" sz="2800" b="0" i="1" spc="300">
                              <a:latin typeface="Cambria Math" panose="02040503050406030204" pitchFamily="18" charset="0"/>
                              <a:ea typeface="Cambria Math" panose="02040503050406030204" pitchFamily="18" charset="0"/>
                            </a:rPr>
                            <m:t>𝑐𝑜𝑠</m:t>
                          </m:r>
                        </m:fName>
                        <m:e>
                          <m:r>
                            <a:rPr lang="zh-CN" altLang="en-US" sz="2800" b="0" i="1" spc="300">
                              <a:latin typeface="Cambria Math" panose="02040503050406030204" pitchFamily="18" charset="0"/>
                              <a:ea typeface="Cambria Math" panose="02040503050406030204" pitchFamily="18" charset="0"/>
                            </a:rPr>
                            <m:t>𝜃</m:t>
                          </m:r>
                        </m:e>
                      </m:func>
                    </m:oMath>
                  </m:oMathPara>
                </a14:m>
                <a:endParaRPr lang="en-US" sz="2800" dirty="0"/>
              </a:p>
            </p:txBody>
          </p:sp>
        </mc:Choice>
        <mc:Fallback xmlns="">
          <p:sp>
            <p:nvSpPr>
              <p:cNvPr id="6" name="矩形 5">
                <a:extLst>
                  <a:ext uri="{FF2B5EF4-FFF2-40B4-BE49-F238E27FC236}">
                    <a16:creationId xmlns:a16="http://schemas.microsoft.com/office/drawing/2014/main" id="{FE6F00BE-0380-4E0A-B547-0445FAAADAF5}"/>
                  </a:ext>
                </a:extLst>
              </p:cNvPr>
              <p:cNvSpPr>
                <a:spLocks noRot="1" noChangeAspect="1" noMove="1" noResize="1" noEditPoints="1" noAdjustHandles="1" noChangeArrowheads="1" noChangeShapeType="1" noTextEdit="1"/>
              </p:cNvSpPr>
              <p:nvPr/>
            </p:nvSpPr>
            <p:spPr>
              <a:xfrm>
                <a:off x="3155074" y="3628437"/>
                <a:ext cx="3116431" cy="907556"/>
              </a:xfrm>
              <a:prstGeom prst="rect">
                <a:avLst/>
              </a:prstGeom>
              <a:blipFill>
                <a:blip r:embed="rId1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矩形 8">
                <a:extLst>
                  <a:ext uri="{FF2B5EF4-FFF2-40B4-BE49-F238E27FC236}">
                    <a16:creationId xmlns:a16="http://schemas.microsoft.com/office/drawing/2014/main" id="{1F7484ED-E1BB-41B2-BE6E-F703E261CF2B}"/>
                  </a:ext>
                </a:extLst>
              </p:cNvPr>
              <p:cNvSpPr/>
              <p:nvPr/>
            </p:nvSpPr>
            <p:spPr>
              <a:xfrm>
                <a:off x="3175273" y="4559094"/>
                <a:ext cx="3096232" cy="90755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sz="2800" i="1" spc="300" smtClean="0">
                              <a:latin typeface="Cambria Math" panose="02040503050406030204" pitchFamily="18" charset="0"/>
                            </a:rPr>
                          </m:ctrlPr>
                        </m:sSubPr>
                        <m:e>
                          <m:r>
                            <a:rPr lang="en-US" altLang="zh-CN" sz="2800" b="0" i="1" spc="300">
                              <a:latin typeface="Cambria Math" panose="02040503050406030204" pitchFamily="18" charset="0"/>
                            </a:rPr>
                            <m:t>𝑟</m:t>
                          </m:r>
                        </m:e>
                        <m:sub>
                          <m:r>
                            <a:rPr lang="en-US" altLang="zh-CN" sz="2800" b="0" i="1" spc="300">
                              <a:latin typeface="Cambria Math" panose="02040503050406030204" pitchFamily="18" charset="0"/>
                            </a:rPr>
                            <m:t>−</m:t>
                          </m:r>
                        </m:sub>
                      </m:sSub>
                      <m:r>
                        <a:rPr lang="en-US" altLang="zh-CN" sz="2800" b="0" i="1" spc="300">
                          <a:latin typeface="Cambria Math" panose="02040503050406030204" pitchFamily="18" charset="0"/>
                          <a:ea typeface="Cambria Math" panose="02040503050406030204" pitchFamily="18" charset="0"/>
                        </a:rPr>
                        <m:t>≈</m:t>
                      </m:r>
                      <m:r>
                        <a:rPr lang="en-US" altLang="zh-CN" sz="2800" b="0" i="1" spc="300">
                          <a:latin typeface="Cambria Math" panose="02040503050406030204" pitchFamily="18" charset="0"/>
                          <a:ea typeface="Cambria Math" panose="02040503050406030204" pitchFamily="18" charset="0"/>
                        </a:rPr>
                        <m:t>𝑟</m:t>
                      </m:r>
                      <m:r>
                        <a:rPr lang="en-US" altLang="zh-CN" sz="2800" b="0" i="1" spc="300">
                          <a:latin typeface="Cambria Math" panose="02040503050406030204" pitchFamily="18" charset="0"/>
                          <a:ea typeface="Cambria Math" panose="02040503050406030204" pitchFamily="18" charset="0"/>
                        </a:rPr>
                        <m:t>+</m:t>
                      </m:r>
                      <m:f>
                        <m:fPr>
                          <m:ctrlPr>
                            <a:rPr lang="en-US" altLang="zh-CN" sz="2800" i="1" spc="300">
                              <a:latin typeface="Cambria Math" panose="02040503050406030204" pitchFamily="18" charset="0"/>
                              <a:ea typeface="Cambria Math" panose="02040503050406030204" pitchFamily="18" charset="0"/>
                            </a:rPr>
                          </m:ctrlPr>
                        </m:fPr>
                        <m:num>
                          <m:r>
                            <a:rPr lang="en-US" altLang="zh-CN" sz="2800" b="0" i="1" spc="300">
                              <a:latin typeface="Cambria Math" panose="02040503050406030204" pitchFamily="18" charset="0"/>
                              <a:ea typeface="Cambria Math" panose="02040503050406030204" pitchFamily="18" charset="0"/>
                            </a:rPr>
                            <m:t>𝑙</m:t>
                          </m:r>
                        </m:num>
                        <m:den>
                          <m:r>
                            <a:rPr lang="en-US" altLang="zh-CN" sz="2800" b="0" i="1" spc="300">
                              <a:latin typeface="Cambria Math" panose="02040503050406030204" pitchFamily="18" charset="0"/>
                              <a:ea typeface="Cambria Math" panose="02040503050406030204" pitchFamily="18" charset="0"/>
                            </a:rPr>
                            <m:t>2</m:t>
                          </m:r>
                        </m:den>
                      </m:f>
                      <m:func>
                        <m:funcPr>
                          <m:ctrlPr>
                            <a:rPr lang="en-US" altLang="zh-CN" sz="2800" i="1" spc="300">
                              <a:latin typeface="Cambria Math" panose="02040503050406030204" pitchFamily="18" charset="0"/>
                              <a:ea typeface="Cambria Math" panose="02040503050406030204" pitchFamily="18" charset="0"/>
                            </a:rPr>
                          </m:ctrlPr>
                        </m:funcPr>
                        <m:fName>
                          <m:r>
                            <a:rPr lang="en-US" altLang="zh-CN" sz="2800" b="0" i="1" spc="300">
                              <a:latin typeface="Cambria Math" panose="02040503050406030204" pitchFamily="18" charset="0"/>
                              <a:ea typeface="Cambria Math" panose="02040503050406030204" pitchFamily="18" charset="0"/>
                            </a:rPr>
                            <m:t>𝑐𝑜𝑠</m:t>
                          </m:r>
                        </m:fName>
                        <m:e>
                          <m:r>
                            <a:rPr lang="zh-CN" altLang="en-US" sz="2800" b="0" i="1" spc="300">
                              <a:latin typeface="Cambria Math" panose="02040503050406030204" pitchFamily="18" charset="0"/>
                              <a:ea typeface="Cambria Math" panose="02040503050406030204" pitchFamily="18" charset="0"/>
                            </a:rPr>
                            <m:t>𝜃</m:t>
                          </m:r>
                        </m:e>
                      </m:func>
                    </m:oMath>
                  </m:oMathPara>
                </a14:m>
                <a:endParaRPr lang="en-US" sz="2800" dirty="0"/>
              </a:p>
            </p:txBody>
          </p:sp>
        </mc:Choice>
        <mc:Fallback xmlns="">
          <p:sp>
            <p:nvSpPr>
              <p:cNvPr id="9" name="矩形 8">
                <a:extLst>
                  <a:ext uri="{FF2B5EF4-FFF2-40B4-BE49-F238E27FC236}">
                    <a16:creationId xmlns:a16="http://schemas.microsoft.com/office/drawing/2014/main" id="{1F7484ED-E1BB-41B2-BE6E-F703E261CF2B}"/>
                  </a:ext>
                </a:extLst>
              </p:cNvPr>
              <p:cNvSpPr>
                <a:spLocks noRot="1" noChangeAspect="1" noMove="1" noResize="1" noEditPoints="1" noAdjustHandles="1" noChangeArrowheads="1" noChangeShapeType="1" noTextEdit="1"/>
              </p:cNvSpPr>
              <p:nvPr/>
            </p:nvSpPr>
            <p:spPr>
              <a:xfrm>
                <a:off x="3175273" y="4559094"/>
                <a:ext cx="3096232" cy="907556"/>
              </a:xfrm>
              <a:prstGeom prst="rect">
                <a:avLst/>
              </a:prstGeom>
              <a:blipFill>
                <a:blip r:embed="rId20"/>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矩形 11">
                <a:extLst>
                  <a:ext uri="{FF2B5EF4-FFF2-40B4-BE49-F238E27FC236}">
                    <a16:creationId xmlns:a16="http://schemas.microsoft.com/office/drawing/2014/main" id="{6788514A-9774-4DFB-A24E-EC50319F48D0}"/>
                  </a:ext>
                </a:extLst>
              </p:cNvPr>
              <p:cNvSpPr/>
              <p:nvPr/>
            </p:nvSpPr>
            <p:spPr>
              <a:xfrm>
                <a:off x="4253651" y="5829894"/>
                <a:ext cx="1742144" cy="101547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2800" b="0" smtClean="0">
                          <a:solidFill>
                            <a:srgbClr val="0066FF"/>
                          </a:solidFill>
                          <a:latin typeface="Cambria Math" panose="02040503050406030204" pitchFamily="18" charset="0"/>
                          <a:ea typeface="黑体" panose="02010609060101010101" pitchFamily="49" charset="-122"/>
                        </a:rPr>
                        <m:t>=</m:t>
                      </m:r>
                      <m:f>
                        <m:fPr>
                          <m:ctrlPr>
                            <a:rPr lang="en-US" altLang="zh-CN" sz="2800" i="1">
                              <a:solidFill>
                                <a:srgbClr val="0066FF"/>
                              </a:solidFill>
                              <a:latin typeface="Cambria Math" panose="02040503050406030204" pitchFamily="18" charset="0"/>
                              <a:ea typeface="黑体" panose="02010609060101010101" pitchFamily="49" charset="-122"/>
                            </a:rPr>
                          </m:ctrlPr>
                        </m:fPr>
                        <m:num>
                          <m:acc>
                            <m:accPr>
                              <m:chr m:val="⃗"/>
                              <m:ctrlPr>
                                <a:rPr lang="en-US" altLang="zh-CN" sz="2800" i="1">
                                  <a:solidFill>
                                    <a:srgbClr val="0066FF"/>
                                  </a:solidFill>
                                  <a:latin typeface="Cambria Math" panose="02040503050406030204" pitchFamily="18" charset="0"/>
                                  <a:ea typeface="黑体" panose="02010609060101010101" pitchFamily="49" charset="-122"/>
                                </a:rPr>
                              </m:ctrlPr>
                            </m:accPr>
                            <m:e>
                              <m:r>
                                <a:rPr lang="en-US" altLang="zh-CN" sz="2800" b="0" i="1">
                                  <a:solidFill>
                                    <a:srgbClr val="0066FF"/>
                                  </a:solidFill>
                                  <a:latin typeface="Cambria Math" panose="02040503050406030204" pitchFamily="18" charset="0"/>
                                  <a:ea typeface="黑体" panose="02010609060101010101" pitchFamily="49" charset="-122"/>
                                </a:rPr>
                                <m:t>𝑟</m:t>
                              </m:r>
                            </m:e>
                          </m:acc>
                          <m:r>
                            <a:rPr lang="en-US" altLang="zh-CN" sz="2800" b="0" i="1">
                              <a:solidFill>
                                <a:srgbClr val="0066FF"/>
                              </a:solidFill>
                              <a:latin typeface="Cambria Math" panose="02040503050406030204" pitchFamily="18" charset="0"/>
                              <a:ea typeface="Cambria Math" panose="02040503050406030204" pitchFamily="18" charset="0"/>
                            </a:rPr>
                            <m:t>∙</m:t>
                          </m:r>
                          <m:acc>
                            <m:accPr>
                              <m:chr m:val="⃗"/>
                              <m:ctrlPr>
                                <a:rPr lang="en-US" altLang="zh-CN" sz="2800" i="1">
                                  <a:solidFill>
                                    <a:srgbClr val="0066FF"/>
                                  </a:solidFill>
                                  <a:latin typeface="Cambria Math" panose="02040503050406030204" pitchFamily="18" charset="0"/>
                                  <a:ea typeface="黑体" panose="02010609060101010101" pitchFamily="49" charset="-122"/>
                                </a:rPr>
                              </m:ctrlPr>
                            </m:accPr>
                            <m:e>
                              <m:r>
                                <a:rPr lang="en-US" altLang="zh-CN" sz="2800" b="0" i="1">
                                  <a:solidFill>
                                    <a:srgbClr val="0066FF"/>
                                  </a:solidFill>
                                  <a:latin typeface="Cambria Math" panose="02040503050406030204" pitchFamily="18" charset="0"/>
                                  <a:ea typeface="黑体" panose="02010609060101010101" pitchFamily="49" charset="-122"/>
                                </a:rPr>
                                <m:t>𝑝</m:t>
                              </m:r>
                            </m:e>
                          </m:acc>
                        </m:num>
                        <m:den>
                          <m:r>
                            <a:rPr lang="en-US" altLang="zh-CN" sz="2800" b="0" i="1">
                              <a:solidFill>
                                <a:srgbClr val="0066FF"/>
                              </a:solidFill>
                              <a:latin typeface="Cambria Math" panose="02040503050406030204" pitchFamily="18" charset="0"/>
                              <a:ea typeface="黑体" panose="02010609060101010101" pitchFamily="49" charset="-122"/>
                            </a:rPr>
                            <m:t>4</m:t>
                          </m:r>
                          <m:r>
                            <a:rPr lang="zh-CN" altLang="en-US" sz="2800" b="0" i="1">
                              <a:solidFill>
                                <a:srgbClr val="0066FF"/>
                              </a:solidFill>
                              <a:latin typeface="Cambria Math" panose="02040503050406030204" pitchFamily="18" charset="0"/>
                              <a:ea typeface="黑体" panose="02010609060101010101" pitchFamily="49" charset="-122"/>
                            </a:rPr>
                            <m:t>𝜋</m:t>
                          </m:r>
                          <m:sSub>
                            <m:sSubPr>
                              <m:ctrlPr>
                                <a:rPr lang="en-US" altLang="zh-CN" sz="2800" i="1">
                                  <a:solidFill>
                                    <a:srgbClr val="0066FF"/>
                                  </a:solidFill>
                                  <a:latin typeface="Cambria Math" panose="02040503050406030204" pitchFamily="18" charset="0"/>
                                  <a:ea typeface="黑体" panose="02010609060101010101" pitchFamily="49" charset="-122"/>
                                </a:rPr>
                              </m:ctrlPr>
                            </m:sSubPr>
                            <m:e>
                              <m:r>
                                <a:rPr lang="zh-CN" altLang="en-US" sz="2800" b="0" i="1">
                                  <a:solidFill>
                                    <a:srgbClr val="0066FF"/>
                                  </a:solidFill>
                                  <a:latin typeface="Cambria Math" panose="02040503050406030204" pitchFamily="18" charset="0"/>
                                  <a:ea typeface="黑体" panose="02010609060101010101" pitchFamily="49" charset="-122"/>
                                </a:rPr>
                                <m:t>𝜀</m:t>
                              </m:r>
                            </m:e>
                            <m:sub>
                              <m:r>
                                <a:rPr lang="en-US" altLang="zh-CN" sz="2800" b="0" i="1">
                                  <a:solidFill>
                                    <a:srgbClr val="0066FF"/>
                                  </a:solidFill>
                                  <a:latin typeface="Cambria Math" panose="02040503050406030204" pitchFamily="18" charset="0"/>
                                  <a:ea typeface="黑体" panose="02010609060101010101" pitchFamily="49" charset="-122"/>
                                </a:rPr>
                                <m:t>0</m:t>
                              </m:r>
                            </m:sub>
                          </m:sSub>
                          <m:sSup>
                            <m:sSupPr>
                              <m:ctrlPr>
                                <a:rPr lang="en-US" altLang="zh-CN" sz="2800" i="1">
                                  <a:solidFill>
                                    <a:srgbClr val="0066FF"/>
                                  </a:solidFill>
                                  <a:latin typeface="Cambria Math" panose="02040503050406030204" pitchFamily="18" charset="0"/>
                                  <a:ea typeface="黑体" panose="02010609060101010101" pitchFamily="49" charset="-122"/>
                                </a:rPr>
                              </m:ctrlPr>
                            </m:sSupPr>
                            <m:e>
                              <m:r>
                                <a:rPr lang="en-US" altLang="zh-CN" sz="2800" b="0" i="1">
                                  <a:solidFill>
                                    <a:srgbClr val="0066FF"/>
                                  </a:solidFill>
                                  <a:latin typeface="Cambria Math" panose="02040503050406030204" pitchFamily="18" charset="0"/>
                                  <a:ea typeface="黑体" panose="02010609060101010101" pitchFamily="49" charset="-122"/>
                                </a:rPr>
                                <m:t>𝑟</m:t>
                              </m:r>
                            </m:e>
                            <m:sup>
                              <m:r>
                                <a:rPr lang="en-US" altLang="zh-CN" sz="2800" b="0" i="1">
                                  <a:solidFill>
                                    <a:srgbClr val="0066FF"/>
                                  </a:solidFill>
                                  <a:latin typeface="Cambria Math" panose="02040503050406030204" pitchFamily="18" charset="0"/>
                                  <a:ea typeface="黑体" panose="02010609060101010101" pitchFamily="49" charset="-122"/>
                                </a:rPr>
                                <m:t>3</m:t>
                              </m:r>
                            </m:sup>
                          </m:sSup>
                        </m:den>
                      </m:f>
                    </m:oMath>
                  </m:oMathPara>
                </a14:m>
                <a:endParaRPr lang="en-US" sz="2800" dirty="0">
                  <a:solidFill>
                    <a:srgbClr val="0066FF"/>
                  </a:solidFill>
                </a:endParaRPr>
              </a:p>
            </p:txBody>
          </p:sp>
        </mc:Choice>
        <mc:Fallback xmlns="">
          <p:sp>
            <p:nvSpPr>
              <p:cNvPr id="12" name="矩形 11">
                <a:extLst>
                  <a:ext uri="{FF2B5EF4-FFF2-40B4-BE49-F238E27FC236}">
                    <a16:creationId xmlns:a16="http://schemas.microsoft.com/office/drawing/2014/main" id="{6788514A-9774-4DFB-A24E-EC50319F48D0}"/>
                  </a:ext>
                </a:extLst>
              </p:cNvPr>
              <p:cNvSpPr>
                <a:spLocks noRot="1" noChangeAspect="1" noMove="1" noResize="1" noEditPoints="1" noAdjustHandles="1" noChangeArrowheads="1" noChangeShapeType="1" noTextEdit="1"/>
              </p:cNvSpPr>
              <p:nvPr/>
            </p:nvSpPr>
            <p:spPr>
              <a:xfrm>
                <a:off x="4253651" y="5829894"/>
                <a:ext cx="1742144" cy="1015471"/>
              </a:xfrm>
              <a:prstGeom prst="rect">
                <a:avLst/>
              </a:prstGeom>
              <a:blipFill>
                <a:blip r:embed="rId21"/>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矩形 12">
                <a:extLst>
                  <a:ext uri="{FF2B5EF4-FFF2-40B4-BE49-F238E27FC236}">
                    <a16:creationId xmlns:a16="http://schemas.microsoft.com/office/drawing/2014/main" id="{4F973497-6665-4517-B418-5306DA814E57}"/>
                  </a:ext>
                </a:extLst>
              </p:cNvPr>
              <p:cNvSpPr/>
              <p:nvPr/>
            </p:nvSpPr>
            <p:spPr>
              <a:xfrm>
                <a:off x="2093384" y="5500412"/>
                <a:ext cx="2334165" cy="1429174"/>
              </a:xfrm>
              <a:prstGeom prst="rect">
                <a:avLst/>
              </a:prstGeom>
            </p:spPr>
            <p:txBody>
              <a:bodyPr wrap="none">
                <a:spAutoFit/>
              </a:bodyPr>
              <a:lstStyle/>
              <a:p>
                <a:pPr>
                  <a:lnSpc>
                    <a:spcPct val="150000"/>
                  </a:lnSpc>
                </a:pPr>
                <a14:m>
                  <m:oMathPara xmlns:m="http://schemas.openxmlformats.org/officeDocument/2006/math">
                    <m:oMathParaPr>
                      <m:jc m:val="centerGroup"/>
                    </m:oMathParaPr>
                    <m:oMath xmlns:m="http://schemas.openxmlformats.org/officeDocument/2006/math">
                      <m:sSub>
                        <m:sSubPr>
                          <m:ctrlPr>
                            <a:rPr lang="en-US" altLang="zh-CN" sz="2800" i="1" smtClean="0">
                              <a:solidFill>
                                <a:srgbClr val="0066FF"/>
                              </a:solidFill>
                              <a:latin typeface="Cambria Math" panose="02040503050406030204" pitchFamily="18" charset="0"/>
                              <a:ea typeface="黑体" panose="02010609060101010101" pitchFamily="49" charset="-122"/>
                            </a:rPr>
                          </m:ctrlPr>
                        </m:sSubPr>
                        <m:e>
                          <m:r>
                            <a:rPr lang="zh-CN" altLang="en-US" sz="2800" b="0" i="1" dirty="0">
                              <a:solidFill>
                                <a:srgbClr val="0066FF"/>
                              </a:solidFill>
                              <a:latin typeface="Cambria Math" panose="02040503050406030204" pitchFamily="18" charset="0"/>
                              <a:ea typeface="华文新魏" panose="02010800040101010101" pitchFamily="2" charset="-122"/>
                              <a:cs typeface="Times New Roman" panose="02020603050405020304" pitchFamily="18" charset="0"/>
                            </a:rPr>
                            <m:t>𝜑</m:t>
                          </m:r>
                        </m:e>
                        <m:sub>
                          <m:r>
                            <a:rPr lang="en-US" altLang="zh-CN" sz="2800" b="0" i="1">
                              <a:solidFill>
                                <a:srgbClr val="0066FF"/>
                              </a:solidFill>
                              <a:latin typeface="Cambria Math" panose="02040503050406030204" pitchFamily="18" charset="0"/>
                              <a:ea typeface="黑体" panose="02010609060101010101" pitchFamily="49" charset="-122"/>
                            </a:rPr>
                            <m:t>𝑝</m:t>
                          </m:r>
                        </m:sub>
                      </m:sSub>
                      <m:r>
                        <a:rPr lang="en-US" altLang="zh-CN" sz="2800" b="0" i="1">
                          <a:solidFill>
                            <a:srgbClr val="0066FF"/>
                          </a:solidFill>
                          <a:latin typeface="Cambria Math" panose="02040503050406030204" pitchFamily="18" charset="0"/>
                          <a:ea typeface="黑体" panose="02010609060101010101" pitchFamily="49" charset="-122"/>
                        </a:rPr>
                        <m:t>=</m:t>
                      </m:r>
                      <m:f>
                        <m:fPr>
                          <m:ctrlPr>
                            <a:rPr lang="en-US" altLang="zh-CN" sz="2800" i="1">
                              <a:solidFill>
                                <a:srgbClr val="0066FF"/>
                              </a:solidFill>
                              <a:latin typeface="Cambria Math" panose="02040503050406030204" pitchFamily="18" charset="0"/>
                              <a:ea typeface="黑体" panose="02010609060101010101" pitchFamily="49" charset="-122"/>
                            </a:rPr>
                          </m:ctrlPr>
                        </m:fPr>
                        <m:num>
                          <m:r>
                            <a:rPr lang="en-US" altLang="zh-CN" sz="2800" b="0" i="1">
                              <a:solidFill>
                                <a:srgbClr val="0066FF"/>
                              </a:solidFill>
                              <a:latin typeface="Cambria Math" panose="02040503050406030204" pitchFamily="18" charset="0"/>
                              <a:ea typeface="黑体" panose="02010609060101010101" pitchFamily="49" charset="-122"/>
                            </a:rPr>
                            <m:t>𝑞</m:t>
                          </m:r>
                          <m:r>
                            <a:rPr lang="en-US" altLang="zh-CN" sz="2800" b="0" i="1">
                              <a:solidFill>
                                <a:srgbClr val="0066FF"/>
                              </a:solidFill>
                              <a:latin typeface="Cambria Math" panose="02040503050406030204" pitchFamily="18" charset="0"/>
                              <a:ea typeface="Cambria Math" panose="02040503050406030204" pitchFamily="18" charset="0"/>
                            </a:rPr>
                            <m:t>𝑙</m:t>
                          </m:r>
                          <m:func>
                            <m:funcPr>
                              <m:ctrlPr>
                                <a:rPr lang="en-US" altLang="zh-CN" sz="2800" i="1">
                                  <a:solidFill>
                                    <a:srgbClr val="0066FF"/>
                                  </a:solidFill>
                                  <a:latin typeface="Cambria Math" panose="02040503050406030204" pitchFamily="18" charset="0"/>
                                  <a:ea typeface="Cambria Math" panose="02040503050406030204" pitchFamily="18" charset="0"/>
                                </a:rPr>
                              </m:ctrlPr>
                            </m:funcPr>
                            <m:fName>
                              <m:r>
                                <a:rPr lang="en-US" altLang="zh-CN" sz="2800" b="0" i="1">
                                  <a:solidFill>
                                    <a:srgbClr val="0066FF"/>
                                  </a:solidFill>
                                  <a:latin typeface="Cambria Math" panose="02040503050406030204" pitchFamily="18" charset="0"/>
                                  <a:ea typeface="Cambria Math" panose="02040503050406030204" pitchFamily="18" charset="0"/>
                                </a:rPr>
                                <m:t>𝑐𝑜𝑠</m:t>
                              </m:r>
                            </m:fName>
                            <m:e>
                              <m:r>
                                <a:rPr lang="zh-CN" altLang="en-US" sz="2800" b="0" i="1">
                                  <a:solidFill>
                                    <a:srgbClr val="0066FF"/>
                                  </a:solidFill>
                                  <a:latin typeface="Cambria Math" panose="02040503050406030204" pitchFamily="18" charset="0"/>
                                  <a:ea typeface="Cambria Math" panose="02040503050406030204" pitchFamily="18" charset="0"/>
                                </a:rPr>
                                <m:t>𝜃</m:t>
                              </m:r>
                            </m:e>
                          </m:func>
                        </m:num>
                        <m:den>
                          <m:r>
                            <a:rPr lang="en-US" altLang="zh-CN" sz="2800" b="0" i="1">
                              <a:solidFill>
                                <a:srgbClr val="0066FF"/>
                              </a:solidFill>
                              <a:latin typeface="Cambria Math" panose="02040503050406030204" pitchFamily="18" charset="0"/>
                              <a:ea typeface="黑体" panose="02010609060101010101" pitchFamily="49" charset="-122"/>
                            </a:rPr>
                            <m:t>4</m:t>
                          </m:r>
                          <m:r>
                            <a:rPr lang="zh-CN" altLang="en-US" sz="2800" b="0" i="1">
                              <a:solidFill>
                                <a:srgbClr val="0066FF"/>
                              </a:solidFill>
                              <a:latin typeface="Cambria Math" panose="02040503050406030204" pitchFamily="18" charset="0"/>
                              <a:ea typeface="黑体" panose="02010609060101010101" pitchFamily="49" charset="-122"/>
                            </a:rPr>
                            <m:t>𝜋</m:t>
                          </m:r>
                          <m:sSub>
                            <m:sSubPr>
                              <m:ctrlPr>
                                <a:rPr lang="en-US" altLang="zh-CN" sz="2800" i="1">
                                  <a:solidFill>
                                    <a:srgbClr val="0066FF"/>
                                  </a:solidFill>
                                  <a:latin typeface="Cambria Math" panose="02040503050406030204" pitchFamily="18" charset="0"/>
                                  <a:ea typeface="黑体" panose="02010609060101010101" pitchFamily="49" charset="-122"/>
                                </a:rPr>
                              </m:ctrlPr>
                            </m:sSubPr>
                            <m:e>
                              <m:r>
                                <a:rPr lang="zh-CN" altLang="en-US" sz="2800" b="0" i="1">
                                  <a:solidFill>
                                    <a:srgbClr val="0066FF"/>
                                  </a:solidFill>
                                  <a:latin typeface="Cambria Math" panose="02040503050406030204" pitchFamily="18" charset="0"/>
                                  <a:ea typeface="黑体" panose="02010609060101010101" pitchFamily="49" charset="-122"/>
                                </a:rPr>
                                <m:t>𝜀</m:t>
                              </m:r>
                            </m:e>
                            <m:sub>
                              <m:r>
                                <a:rPr lang="en-US" altLang="zh-CN" sz="2800" b="0" i="1">
                                  <a:solidFill>
                                    <a:srgbClr val="0066FF"/>
                                  </a:solidFill>
                                  <a:latin typeface="Cambria Math" panose="02040503050406030204" pitchFamily="18" charset="0"/>
                                  <a:ea typeface="黑体" panose="02010609060101010101" pitchFamily="49" charset="-122"/>
                                </a:rPr>
                                <m:t>0</m:t>
                              </m:r>
                            </m:sub>
                          </m:sSub>
                          <m:sSup>
                            <m:sSupPr>
                              <m:ctrlPr>
                                <a:rPr lang="en-US" altLang="zh-CN" sz="2800" i="1">
                                  <a:solidFill>
                                    <a:srgbClr val="0066FF"/>
                                  </a:solidFill>
                                  <a:latin typeface="Cambria Math" panose="02040503050406030204" pitchFamily="18" charset="0"/>
                                  <a:ea typeface="黑体" panose="02010609060101010101" pitchFamily="49" charset="-122"/>
                                </a:rPr>
                              </m:ctrlPr>
                            </m:sSupPr>
                            <m:e>
                              <m:r>
                                <a:rPr lang="en-US" altLang="zh-CN" sz="2800" b="0" i="1">
                                  <a:solidFill>
                                    <a:srgbClr val="0066FF"/>
                                  </a:solidFill>
                                  <a:latin typeface="Cambria Math" panose="02040503050406030204" pitchFamily="18" charset="0"/>
                                  <a:ea typeface="黑体" panose="02010609060101010101" pitchFamily="49" charset="-122"/>
                                </a:rPr>
                                <m:t>𝑟</m:t>
                              </m:r>
                            </m:e>
                            <m:sup>
                              <m:r>
                                <a:rPr lang="en-US" altLang="zh-CN" sz="2800" b="0" i="1">
                                  <a:solidFill>
                                    <a:srgbClr val="0066FF"/>
                                  </a:solidFill>
                                  <a:latin typeface="Cambria Math" panose="02040503050406030204" pitchFamily="18" charset="0"/>
                                  <a:ea typeface="黑体" panose="02010609060101010101" pitchFamily="49" charset="-122"/>
                                </a:rPr>
                                <m:t>2</m:t>
                              </m:r>
                            </m:sup>
                          </m:sSup>
                        </m:den>
                      </m:f>
                    </m:oMath>
                  </m:oMathPara>
                </a14:m>
                <a:endParaRPr lang="zh-CN" altLang="en-US" sz="2800" dirty="0">
                  <a:solidFill>
                    <a:srgbClr val="0066FF"/>
                  </a:solidFill>
                </a:endParaRPr>
              </a:p>
            </p:txBody>
          </p:sp>
        </mc:Choice>
        <mc:Fallback xmlns="">
          <p:sp>
            <p:nvSpPr>
              <p:cNvPr id="13" name="矩形 12">
                <a:extLst>
                  <a:ext uri="{FF2B5EF4-FFF2-40B4-BE49-F238E27FC236}">
                    <a16:creationId xmlns:a16="http://schemas.microsoft.com/office/drawing/2014/main" id="{4F973497-6665-4517-B418-5306DA814E57}"/>
                  </a:ext>
                </a:extLst>
              </p:cNvPr>
              <p:cNvSpPr>
                <a:spLocks noRot="1" noChangeAspect="1" noMove="1" noResize="1" noEditPoints="1" noAdjustHandles="1" noChangeArrowheads="1" noChangeShapeType="1" noTextEdit="1"/>
              </p:cNvSpPr>
              <p:nvPr/>
            </p:nvSpPr>
            <p:spPr>
              <a:xfrm>
                <a:off x="2093384" y="5500412"/>
                <a:ext cx="2334165" cy="1429174"/>
              </a:xfrm>
              <a:prstGeom prst="rect">
                <a:avLst/>
              </a:prstGeom>
              <a:blipFill>
                <a:blip r:embed="rId2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矩形 13">
                <a:extLst>
                  <a:ext uri="{FF2B5EF4-FFF2-40B4-BE49-F238E27FC236}">
                    <a16:creationId xmlns:a16="http://schemas.microsoft.com/office/drawing/2014/main" id="{6D67DBD7-138E-4271-BFF4-A7E4FB2C64C2}"/>
                  </a:ext>
                </a:extLst>
              </p:cNvPr>
              <p:cNvSpPr/>
              <p:nvPr/>
            </p:nvSpPr>
            <p:spPr>
              <a:xfrm>
                <a:off x="6795949" y="6008999"/>
                <a:ext cx="2581669" cy="587277"/>
              </a:xfrm>
              <a:prstGeom prst="rect">
                <a:avLst/>
              </a:prstGeom>
            </p:spPr>
            <p:txBody>
              <a:bodyPr wrap="none">
                <a:spAutoFit/>
              </a:bodyPr>
              <a:lstStyle/>
              <a:p>
                <a14:m>
                  <m:oMath xmlns:m="http://schemas.openxmlformats.org/officeDocument/2006/math">
                    <m:acc>
                      <m:accPr>
                        <m:chr m:val="⃗"/>
                        <m:ctrlPr>
                          <a:rPr lang="en-US" altLang="zh-CN" sz="2800" i="1" smtClean="0">
                            <a:solidFill>
                              <a:srgbClr val="0066FF"/>
                            </a:solidFill>
                            <a:latin typeface="Cambria Math" panose="02040503050406030204" pitchFamily="18" charset="0"/>
                          </a:rPr>
                        </m:ctrlPr>
                      </m:accPr>
                      <m:e>
                        <m:r>
                          <a:rPr lang="en-US" altLang="zh-CN" sz="2800" b="0" i="1">
                            <a:solidFill>
                              <a:srgbClr val="0066FF"/>
                            </a:solidFill>
                            <a:latin typeface="Cambria Math" panose="02040503050406030204" pitchFamily="18" charset="0"/>
                          </a:rPr>
                          <m:t>𝑝</m:t>
                        </m:r>
                      </m:e>
                    </m:acc>
                  </m:oMath>
                </a14:m>
                <a:r>
                  <a:rPr lang="en-US" sz="2800" dirty="0">
                    <a:solidFill>
                      <a:srgbClr val="0066FF"/>
                    </a:solidFill>
                  </a:rPr>
                  <a:t>=</a:t>
                </a:r>
                <a:r>
                  <a:rPr lang="en-US" altLang="zh-CN" sz="2800" dirty="0">
                    <a:solidFill>
                      <a:srgbClr val="0066FF"/>
                    </a:solidFill>
                  </a:rPr>
                  <a:t>q </a:t>
                </a:r>
                <a14:m>
                  <m:oMath xmlns:m="http://schemas.openxmlformats.org/officeDocument/2006/math">
                    <m:acc>
                      <m:accPr>
                        <m:chr m:val="⃗"/>
                        <m:ctrlPr>
                          <a:rPr lang="en-US" altLang="zh-CN" sz="2800" i="1">
                            <a:solidFill>
                              <a:srgbClr val="0066FF"/>
                            </a:solidFill>
                            <a:latin typeface="Cambria Math" panose="02040503050406030204" pitchFamily="18" charset="0"/>
                          </a:rPr>
                        </m:ctrlPr>
                      </m:accPr>
                      <m:e>
                        <m:r>
                          <a:rPr lang="en-US" altLang="zh-CN" sz="2800" b="0" i="1" smtClean="0">
                            <a:solidFill>
                              <a:srgbClr val="0066FF"/>
                            </a:solidFill>
                            <a:latin typeface="Cambria Math" panose="02040503050406030204" pitchFamily="18" charset="0"/>
                          </a:rPr>
                          <m:t>𝑙</m:t>
                        </m:r>
                      </m:e>
                    </m:acc>
                    <m:r>
                      <a:rPr lang="en-US" altLang="zh-CN" sz="2800" b="0" i="1" smtClean="0">
                        <a:solidFill>
                          <a:srgbClr val="0066FF"/>
                        </a:solidFill>
                        <a:latin typeface="Cambria Math" panose="02040503050406030204" pitchFamily="18" charset="0"/>
                      </a:rPr>
                      <m:t>, </m:t>
                    </m:r>
                    <m:r>
                      <a:rPr lang="zh-CN" altLang="en-US" sz="2800" b="0" i="1">
                        <a:solidFill>
                          <a:srgbClr val="0066FF"/>
                        </a:solidFill>
                        <a:latin typeface="Cambria Math" panose="02040503050406030204" pitchFamily="18" charset="0"/>
                      </a:rPr>
                      <m:t>电偶极矩</m:t>
                    </m:r>
                  </m:oMath>
                </a14:m>
                <a:endParaRPr lang="en-US" sz="2800" dirty="0">
                  <a:solidFill>
                    <a:srgbClr val="0066FF"/>
                  </a:solidFill>
                </a:endParaRPr>
              </a:p>
            </p:txBody>
          </p:sp>
        </mc:Choice>
        <mc:Fallback xmlns="">
          <p:sp>
            <p:nvSpPr>
              <p:cNvPr id="14" name="矩形 13">
                <a:extLst>
                  <a:ext uri="{FF2B5EF4-FFF2-40B4-BE49-F238E27FC236}">
                    <a16:creationId xmlns:a16="http://schemas.microsoft.com/office/drawing/2014/main" id="{6D67DBD7-138E-4271-BFF4-A7E4FB2C64C2}"/>
                  </a:ext>
                </a:extLst>
              </p:cNvPr>
              <p:cNvSpPr>
                <a:spLocks noRot="1" noChangeAspect="1" noMove="1" noResize="1" noEditPoints="1" noAdjustHandles="1" noChangeArrowheads="1" noChangeShapeType="1" noTextEdit="1"/>
              </p:cNvSpPr>
              <p:nvPr/>
            </p:nvSpPr>
            <p:spPr>
              <a:xfrm>
                <a:off x="6795949" y="6008999"/>
                <a:ext cx="2581669" cy="587277"/>
              </a:xfrm>
              <a:prstGeom prst="rect">
                <a:avLst/>
              </a:prstGeom>
              <a:blipFill>
                <a:blip r:embed="rId23"/>
                <a:stretch>
                  <a:fillRect b="-29167"/>
                </a:stretch>
              </a:blipFill>
            </p:spPr>
            <p:txBody>
              <a:bodyPr/>
              <a:lstStyle/>
              <a:p>
                <a:r>
                  <a:rPr lang="zh-CN" altLang="en-US">
                    <a:noFill/>
                  </a:rPr>
                  <a:t> </a:t>
                </a:r>
              </a:p>
            </p:txBody>
          </p:sp>
        </mc:Fallback>
      </mc:AlternateContent>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5"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vertic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026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26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26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026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3" presetClass="entr" presetSubtype="5" fill="hold" nodeType="click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blinds(vertical)">
                                      <p:cBhvr>
                                        <p:cTn id="29" dur="500"/>
                                        <p:tgtEl>
                                          <p:spTgt spid="8"/>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5"/>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70660"/>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70696"/>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grpId="0" nodeType="clickEffect">
                                  <p:stCondLst>
                                    <p:cond delay="0"/>
                                  </p:stCondLst>
                                  <p:childTnLst>
                                    <p:set>
                                      <p:cBhvr>
                                        <p:cTn id="45" dur="1" fill="hold">
                                          <p:stCondLst>
                                            <p:cond delay="0"/>
                                          </p:stCondLst>
                                        </p:cTn>
                                        <p:tgtEl>
                                          <p:spTgt spid="70685"/>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grpId="0" nodeType="clickEffect">
                                  <p:stCondLst>
                                    <p:cond delay="0"/>
                                  </p:stCondLst>
                                  <p:childTnLst>
                                    <p:set>
                                      <p:cBhvr>
                                        <p:cTn id="49" dur="1" fill="hold">
                                          <p:stCondLst>
                                            <p:cond delay="0"/>
                                          </p:stCondLst>
                                        </p:cTn>
                                        <p:tgtEl>
                                          <p:spTgt spid="10255"/>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grpId="0" nodeType="clickEffect">
                                  <p:stCondLst>
                                    <p:cond delay="0"/>
                                  </p:stCondLst>
                                  <p:childTnLst>
                                    <p:set>
                                      <p:cBhvr>
                                        <p:cTn id="53" dur="1" fill="hold">
                                          <p:stCondLst>
                                            <p:cond delay="0"/>
                                          </p:stCondLst>
                                        </p:cTn>
                                        <p:tgtEl>
                                          <p:spTgt spid="6"/>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grpId="0" nodeType="clickEffect">
                                  <p:stCondLst>
                                    <p:cond delay="0"/>
                                  </p:stCondLst>
                                  <p:childTnLst>
                                    <p:set>
                                      <p:cBhvr>
                                        <p:cTn id="57" dur="1" fill="hold">
                                          <p:stCondLst>
                                            <p:cond delay="0"/>
                                          </p:stCondLst>
                                        </p:cTn>
                                        <p:tgtEl>
                                          <p:spTgt spid="9"/>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grpId="0" nodeType="clickEffect">
                                  <p:stCondLst>
                                    <p:cond delay="0"/>
                                  </p:stCondLst>
                                  <p:childTnLst>
                                    <p:set>
                                      <p:cBhvr>
                                        <p:cTn id="61" dur="1" fill="hold">
                                          <p:stCondLst>
                                            <p:cond delay="0"/>
                                          </p:stCondLst>
                                        </p:cTn>
                                        <p:tgtEl>
                                          <p:spTgt spid="70697"/>
                                        </p:tgtEl>
                                        <p:attrNameLst>
                                          <p:attrName>style.visibility</p:attrName>
                                        </p:attrNameLst>
                                      </p:cBhvr>
                                      <p:to>
                                        <p:strVal val="visible"/>
                                      </p:to>
                                    </p:set>
                                  </p:childTnLst>
                                </p:cTn>
                              </p:par>
                            </p:childTnLst>
                          </p:cTn>
                        </p:par>
                      </p:childTnLst>
                    </p:cTn>
                  </p:par>
                  <p:par>
                    <p:cTn id="62" fill="hold">
                      <p:stCondLst>
                        <p:cond delay="indefinite"/>
                      </p:stCondLst>
                      <p:childTnLst>
                        <p:par>
                          <p:cTn id="63" fill="hold">
                            <p:stCondLst>
                              <p:cond delay="0"/>
                            </p:stCondLst>
                            <p:childTnLst>
                              <p:par>
                                <p:cTn id="64" presetID="1" presetClass="entr" presetSubtype="0" fill="hold" grpId="0" nodeType="clickEffect">
                                  <p:stCondLst>
                                    <p:cond delay="0"/>
                                  </p:stCondLst>
                                  <p:childTnLst>
                                    <p:set>
                                      <p:cBhvr>
                                        <p:cTn id="65" dur="1" fill="hold">
                                          <p:stCondLst>
                                            <p:cond delay="0"/>
                                          </p:stCondLst>
                                        </p:cTn>
                                        <p:tgtEl>
                                          <p:spTgt spid="13"/>
                                        </p:tgtEl>
                                        <p:attrNameLst>
                                          <p:attrName>style.visibility</p:attrName>
                                        </p:attrNameLst>
                                      </p:cBhvr>
                                      <p:to>
                                        <p:strVal val="visible"/>
                                      </p:to>
                                    </p:set>
                                  </p:childTnLst>
                                </p:cTn>
                              </p:par>
                            </p:childTnLst>
                          </p:cTn>
                        </p:par>
                      </p:childTnLst>
                    </p:cTn>
                  </p:par>
                  <p:par>
                    <p:cTn id="66" fill="hold">
                      <p:stCondLst>
                        <p:cond delay="indefinite"/>
                      </p:stCondLst>
                      <p:childTnLst>
                        <p:par>
                          <p:cTn id="67" fill="hold">
                            <p:stCondLst>
                              <p:cond delay="0"/>
                            </p:stCondLst>
                            <p:childTnLst>
                              <p:par>
                                <p:cTn id="68" presetID="1" presetClass="entr" presetSubtype="0" fill="hold" grpId="0" nodeType="clickEffect">
                                  <p:stCondLst>
                                    <p:cond delay="0"/>
                                  </p:stCondLst>
                                  <p:childTnLst>
                                    <p:set>
                                      <p:cBhvr>
                                        <p:cTn id="69" dur="1" fill="hold">
                                          <p:stCondLst>
                                            <p:cond delay="0"/>
                                          </p:stCondLst>
                                        </p:cTn>
                                        <p:tgtEl>
                                          <p:spTgt spid="12"/>
                                        </p:tgtEl>
                                        <p:attrNameLst>
                                          <p:attrName>style.visibility</p:attrName>
                                        </p:attrNameLst>
                                      </p:cBhvr>
                                      <p:to>
                                        <p:strVal val="visible"/>
                                      </p:to>
                                    </p:se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grpId="0" nodeType="clickEffect">
                                  <p:stCondLst>
                                    <p:cond delay="0"/>
                                  </p:stCondLst>
                                  <p:childTnLst>
                                    <p:set>
                                      <p:cBhvr>
                                        <p:cTn id="73"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660" grpId="0"/>
      <p:bldP spid="10261" grpId="0" animBg="1"/>
      <p:bldP spid="10262" grpId="0" animBg="1"/>
      <p:bldP spid="10263" grpId="0"/>
      <p:bldP spid="10264" grpId="0"/>
      <p:bldP spid="70685" grpId="0"/>
      <p:bldP spid="10255" grpId="0"/>
      <p:bldP spid="70696" grpId="0" animBg="1"/>
      <p:bldP spid="70697" grpId="0" animBg="1"/>
      <p:bldP spid="5" grpId="0"/>
      <p:bldP spid="6" grpId="0"/>
      <p:bldP spid="9" grpId="0"/>
      <p:bldP spid="12" grpId="0"/>
      <p:bldP spid="13" grpId="0"/>
      <p:bldP spid="14"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2">
            <a:extLst>
              <a:ext uri="{FF2B5EF4-FFF2-40B4-BE49-F238E27FC236}">
                <a16:creationId xmlns:a16="http://schemas.microsoft.com/office/drawing/2014/main" id="{9F7243E6-CD04-44E8-8048-C97696DD921B}"/>
              </a:ext>
            </a:extLst>
          </p:cNvPr>
          <p:cNvSpPr>
            <a:spLocks noChangeArrowheads="1"/>
          </p:cNvSpPr>
          <p:nvPr/>
        </p:nvSpPr>
        <p:spPr bwMode="auto">
          <a:xfrm>
            <a:off x="858839" y="693067"/>
            <a:ext cx="6316662" cy="5854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defTabSz="762000">
              <a:defRPr kumimoji="1" sz="2400">
                <a:solidFill>
                  <a:srgbClr val="FF3300"/>
                </a:solidFill>
                <a:latin typeface="Times New Roman" panose="02020603050405020304" pitchFamily="18" charset="0"/>
                <a:ea typeface="宋体" panose="02010600030101010101" pitchFamily="2" charset="-122"/>
              </a:defRPr>
            </a:lvl1pPr>
            <a:lvl2pPr marL="742950" indent="-285750" defTabSz="762000">
              <a:defRPr kumimoji="1" sz="2400">
                <a:solidFill>
                  <a:srgbClr val="FF3300"/>
                </a:solidFill>
                <a:latin typeface="Times New Roman" panose="02020603050405020304" pitchFamily="18" charset="0"/>
                <a:ea typeface="宋体" panose="02010600030101010101" pitchFamily="2" charset="-122"/>
              </a:defRPr>
            </a:lvl2pPr>
            <a:lvl3pPr marL="1143000" indent="-228600" defTabSz="762000">
              <a:defRPr kumimoji="1" sz="2400">
                <a:solidFill>
                  <a:srgbClr val="FF3300"/>
                </a:solidFill>
                <a:latin typeface="Times New Roman" panose="02020603050405020304" pitchFamily="18" charset="0"/>
                <a:ea typeface="宋体" panose="02010600030101010101" pitchFamily="2" charset="-122"/>
              </a:defRPr>
            </a:lvl3pPr>
            <a:lvl4pPr marL="1600200" indent="-228600" defTabSz="762000">
              <a:defRPr kumimoji="1" sz="2400">
                <a:solidFill>
                  <a:srgbClr val="FF3300"/>
                </a:solidFill>
                <a:latin typeface="Times New Roman" panose="02020603050405020304" pitchFamily="18" charset="0"/>
                <a:ea typeface="宋体" panose="02010600030101010101" pitchFamily="2" charset="-122"/>
              </a:defRPr>
            </a:lvl4pPr>
            <a:lvl5pPr marL="2057400" indent="-228600" defTabSz="762000">
              <a:defRPr kumimoji="1" sz="2400">
                <a:solidFill>
                  <a:srgbClr val="FF3300"/>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9pPr>
          </a:lstStyle>
          <a:p>
            <a:pPr marL="457200" indent="-457200">
              <a:spcBef>
                <a:spcPct val="50000"/>
              </a:spcBef>
              <a:buFont typeface="Wingdings" panose="05000000000000000000" pitchFamily="2" charset="2"/>
              <a:buChar char="q"/>
            </a:pPr>
            <a:r>
              <a:rPr lang="zh-CN" altLang="en-US" sz="3200" b="1" dirty="0">
                <a:solidFill>
                  <a:srgbClr val="0066FF"/>
                </a:solidFill>
                <a:ea typeface="华文楷体" panose="02010600040101010101" pitchFamily="2" charset="-122"/>
                <a:cs typeface="Times New Roman" panose="02020603050405020304" pitchFamily="18" charset="0"/>
              </a:rPr>
              <a:t>均匀带电圆环轴线上的电势</a:t>
            </a:r>
          </a:p>
        </p:txBody>
      </p:sp>
      <p:sp>
        <p:nvSpPr>
          <p:cNvPr id="153603" name="Oval 3">
            <a:extLst>
              <a:ext uri="{FF2B5EF4-FFF2-40B4-BE49-F238E27FC236}">
                <a16:creationId xmlns:a16="http://schemas.microsoft.com/office/drawing/2014/main" id="{6702850D-EBFE-4B91-B821-2328E281E5E7}"/>
              </a:ext>
            </a:extLst>
          </p:cNvPr>
          <p:cNvSpPr>
            <a:spLocks noChangeArrowheads="1"/>
          </p:cNvSpPr>
          <p:nvPr/>
        </p:nvSpPr>
        <p:spPr bwMode="auto">
          <a:xfrm>
            <a:off x="7239000" y="1917700"/>
            <a:ext cx="520700" cy="1511300"/>
          </a:xfrm>
          <a:prstGeom prst="ellipse">
            <a:avLst/>
          </a:prstGeom>
          <a:noFill/>
          <a:ln w="57150">
            <a:solidFill>
              <a:srgbClr val="CC33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kumimoji="1" sz="2400">
                <a:solidFill>
                  <a:srgbClr val="FF3300"/>
                </a:solidFill>
                <a:latin typeface="Times New Roman" panose="02020603050405020304" pitchFamily="18" charset="0"/>
                <a:ea typeface="宋体" panose="02010600030101010101" pitchFamily="2" charset="-122"/>
              </a:defRPr>
            </a:lvl1pPr>
            <a:lvl2pPr marL="742950" indent="-285750">
              <a:defRPr kumimoji="1" sz="2400">
                <a:solidFill>
                  <a:srgbClr val="FF3300"/>
                </a:solidFill>
                <a:latin typeface="Times New Roman" panose="02020603050405020304" pitchFamily="18" charset="0"/>
                <a:ea typeface="宋体" panose="02010600030101010101" pitchFamily="2" charset="-122"/>
              </a:defRPr>
            </a:lvl2pPr>
            <a:lvl3pPr marL="1143000" indent="-228600">
              <a:defRPr kumimoji="1" sz="2400">
                <a:solidFill>
                  <a:srgbClr val="FF3300"/>
                </a:solidFill>
                <a:latin typeface="Times New Roman" panose="02020603050405020304" pitchFamily="18" charset="0"/>
                <a:ea typeface="宋体" panose="02010600030101010101" pitchFamily="2" charset="-122"/>
              </a:defRPr>
            </a:lvl3pPr>
            <a:lvl4pPr marL="1600200" indent="-228600">
              <a:defRPr kumimoji="1" sz="2400">
                <a:solidFill>
                  <a:srgbClr val="FF3300"/>
                </a:solidFill>
                <a:latin typeface="Times New Roman" panose="02020603050405020304" pitchFamily="18" charset="0"/>
                <a:ea typeface="宋体" panose="02010600030101010101" pitchFamily="2" charset="-122"/>
              </a:defRPr>
            </a:lvl4pPr>
            <a:lvl5pPr marL="2057400" indent="-228600">
              <a:defRPr kumimoji="1" sz="2400">
                <a:solidFill>
                  <a:srgbClr val="FF33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9pPr>
          </a:lstStyle>
          <a:p>
            <a:endParaRPr lang="zh-CN" altLang="en-US" sz="2800">
              <a:ea typeface="华文楷体" panose="02010600040101010101" pitchFamily="2" charset="-122"/>
              <a:cs typeface="Times New Roman" panose="02020603050405020304" pitchFamily="18" charset="0"/>
            </a:endParaRPr>
          </a:p>
        </p:txBody>
      </p:sp>
      <p:sp>
        <p:nvSpPr>
          <p:cNvPr id="153605" name="Rectangle 5">
            <a:extLst>
              <a:ext uri="{FF2B5EF4-FFF2-40B4-BE49-F238E27FC236}">
                <a16:creationId xmlns:a16="http://schemas.microsoft.com/office/drawing/2014/main" id="{927135A7-C616-4B53-9F33-9F34E34DFA0D}"/>
              </a:ext>
            </a:extLst>
          </p:cNvPr>
          <p:cNvSpPr>
            <a:spLocks noChangeArrowheads="1"/>
          </p:cNvSpPr>
          <p:nvPr/>
        </p:nvSpPr>
        <p:spPr bwMode="auto">
          <a:xfrm>
            <a:off x="1865313" y="1493839"/>
            <a:ext cx="4800600" cy="523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defTabSz="762000">
              <a:defRPr kumimoji="1" sz="2400">
                <a:solidFill>
                  <a:srgbClr val="FF3300"/>
                </a:solidFill>
                <a:latin typeface="Times New Roman" panose="02020603050405020304" pitchFamily="18" charset="0"/>
                <a:ea typeface="宋体" panose="02010600030101010101" pitchFamily="2" charset="-122"/>
              </a:defRPr>
            </a:lvl1pPr>
            <a:lvl2pPr marL="742950" indent="-285750" defTabSz="762000">
              <a:defRPr kumimoji="1" sz="2400">
                <a:solidFill>
                  <a:srgbClr val="FF3300"/>
                </a:solidFill>
                <a:latin typeface="Times New Roman" panose="02020603050405020304" pitchFamily="18" charset="0"/>
                <a:ea typeface="宋体" panose="02010600030101010101" pitchFamily="2" charset="-122"/>
              </a:defRPr>
            </a:lvl2pPr>
            <a:lvl3pPr marL="1143000" indent="-228600" defTabSz="762000">
              <a:defRPr kumimoji="1" sz="2400">
                <a:solidFill>
                  <a:srgbClr val="FF3300"/>
                </a:solidFill>
                <a:latin typeface="Times New Roman" panose="02020603050405020304" pitchFamily="18" charset="0"/>
                <a:ea typeface="宋体" panose="02010600030101010101" pitchFamily="2" charset="-122"/>
              </a:defRPr>
            </a:lvl3pPr>
            <a:lvl4pPr marL="1600200" indent="-228600" defTabSz="762000">
              <a:defRPr kumimoji="1" sz="2400">
                <a:solidFill>
                  <a:srgbClr val="FF3300"/>
                </a:solidFill>
                <a:latin typeface="Times New Roman" panose="02020603050405020304" pitchFamily="18" charset="0"/>
                <a:ea typeface="宋体" panose="02010600030101010101" pitchFamily="2" charset="-122"/>
              </a:defRPr>
            </a:lvl4pPr>
            <a:lvl5pPr marL="2057400" indent="-228600" defTabSz="762000">
              <a:defRPr kumimoji="1" sz="2400">
                <a:solidFill>
                  <a:srgbClr val="FF3300"/>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9pPr>
          </a:lstStyle>
          <a:p>
            <a:pPr>
              <a:spcBef>
                <a:spcPct val="50000"/>
              </a:spcBef>
            </a:pPr>
            <a:r>
              <a:rPr lang="zh-CN" altLang="en-US" sz="2800" dirty="0">
                <a:solidFill>
                  <a:schemeClr val="tx1"/>
                </a:solidFill>
                <a:ea typeface="华文楷体" panose="02010600040101010101" pitchFamily="2" charset="-122"/>
                <a:cs typeface="Times New Roman" panose="02020603050405020304" pitchFamily="18" charset="0"/>
              </a:rPr>
              <a:t>在圆环上任取电荷元</a:t>
            </a:r>
          </a:p>
        </p:txBody>
      </p:sp>
      <p:graphicFrame>
        <p:nvGraphicFramePr>
          <p:cNvPr id="153606" name="Object 6">
            <a:extLst>
              <a:ext uri="{FF2B5EF4-FFF2-40B4-BE49-F238E27FC236}">
                <a16:creationId xmlns:a16="http://schemas.microsoft.com/office/drawing/2014/main" id="{48CD22ED-01D3-4510-B8EF-9A86E5A2C2C7}"/>
              </a:ext>
            </a:extLst>
          </p:cNvPr>
          <p:cNvGraphicFramePr>
            <a:graphicFrameLocks/>
          </p:cNvGraphicFramePr>
          <p:nvPr/>
        </p:nvGraphicFramePr>
        <p:xfrm>
          <a:off x="5181600" y="1458923"/>
          <a:ext cx="470483" cy="523863"/>
        </p:xfrm>
        <a:graphic>
          <a:graphicData uri="http://schemas.openxmlformats.org/presentationml/2006/ole">
            <mc:AlternateContent xmlns:mc="http://schemas.openxmlformats.org/markup-compatibility/2006">
              <mc:Choice xmlns:v="urn:schemas-microsoft-com:vml" Requires="v">
                <p:oleObj spid="_x0000_s1068" name="公式" r:id="rId3" imgW="203024" imgH="203024" progId="Equation.3">
                  <p:embed/>
                </p:oleObj>
              </mc:Choice>
              <mc:Fallback>
                <p:oleObj name="公式" r:id="rId3" imgW="203024" imgH="203024" progId="Equation.3">
                  <p:embed/>
                  <p:pic>
                    <p:nvPicPr>
                      <p:cNvPr id="153606" name="Object 6">
                        <a:extLst>
                          <a:ext uri="{FF2B5EF4-FFF2-40B4-BE49-F238E27FC236}">
                            <a16:creationId xmlns:a16="http://schemas.microsoft.com/office/drawing/2014/main" id="{48CD22ED-01D3-4510-B8EF-9A86E5A2C2C7}"/>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81600" y="1458923"/>
                        <a:ext cx="470483" cy="523863"/>
                      </a:xfrm>
                      <a:prstGeom prst="rect">
                        <a:avLst/>
                      </a:prstGeom>
                      <a:noFill/>
                      <a:ln>
                        <a:noFill/>
                      </a:ln>
                      <a:effectLst/>
                    </p:spPr>
                  </p:pic>
                </p:oleObj>
              </mc:Fallback>
            </mc:AlternateContent>
          </a:graphicData>
        </a:graphic>
      </p:graphicFrame>
      <p:graphicFrame>
        <p:nvGraphicFramePr>
          <p:cNvPr id="153610" name="Object 10">
            <a:extLst>
              <a:ext uri="{FF2B5EF4-FFF2-40B4-BE49-F238E27FC236}">
                <a16:creationId xmlns:a16="http://schemas.microsoft.com/office/drawing/2014/main" id="{2C1F9397-0E51-4FBF-8522-5213B668CA0B}"/>
              </a:ext>
            </a:extLst>
          </p:cNvPr>
          <p:cNvGraphicFramePr>
            <a:graphicFrameLocks/>
          </p:cNvGraphicFramePr>
          <p:nvPr/>
        </p:nvGraphicFramePr>
        <p:xfrm>
          <a:off x="7175501" y="2214563"/>
          <a:ext cx="442913" cy="442912"/>
        </p:xfrm>
        <a:graphic>
          <a:graphicData uri="http://schemas.openxmlformats.org/presentationml/2006/ole">
            <mc:AlternateContent xmlns:mc="http://schemas.openxmlformats.org/markup-compatibility/2006">
              <mc:Choice xmlns:v="urn:schemas-microsoft-com:vml" Requires="v">
                <p:oleObj spid="_x0000_s1069" name="公式" r:id="rId5" imgW="152268" imgH="152268" progId="Equation.3">
                  <p:embed/>
                </p:oleObj>
              </mc:Choice>
              <mc:Fallback>
                <p:oleObj name="公式" r:id="rId5" imgW="152268" imgH="152268" progId="Equation.3">
                  <p:embed/>
                  <p:pic>
                    <p:nvPicPr>
                      <p:cNvPr id="153610" name="Object 10">
                        <a:extLst>
                          <a:ext uri="{FF2B5EF4-FFF2-40B4-BE49-F238E27FC236}">
                            <a16:creationId xmlns:a16="http://schemas.microsoft.com/office/drawing/2014/main" id="{2C1F9397-0E51-4FBF-8522-5213B668CA0B}"/>
                          </a:ext>
                        </a:extLst>
                      </p:cNvPr>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175501" y="2214563"/>
                        <a:ext cx="442913" cy="442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2" name="Group 12">
            <a:extLst>
              <a:ext uri="{FF2B5EF4-FFF2-40B4-BE49-F238E27FC236}">
                <a16:creationId xmlns:a16="http://schemas.microsoft.com/office/drawing/2014/main" id="{D9401A4C-A18F-40A4-9744-C62EFA03E3D1}"/>
              </a:ext>
            </a:extLst>
          </p:cNvPr>
          <p:cNvGrpSpPr>
            <a:grpSpLocks/>
          </p:cNvGrpSpPr>
          <p:nvPr/>
        </p:nvGrpSpPr>
        <p:grpSpPr bwMode="auto">
          <a:xfrm>
            <a:off x="6248400" y="1079501"/>
            <a:ext cx="4191000" cy="3249613"/>
            <a:chOff x="2976" y="384"/>
            <a:chExt cx="2640" cy="2047"/>
          </a:xfrm>
        </p:grpSpPr>
        <p:sp>
          <p:nvSpPr>
            <p:cNvPr id="12309" name="Line 13">
              <a:extLst>
                <a:ext uri="{FF2B5EF4-FFF2-40B4-BE49-F238E27FC236}">
                  <a16:creationId xmlns:a16="http://schemas.microsoft.com/office/drawing/2014/main" id="{50729466-BC6E-4F1C-A40D-567590482236}"/>
                </a:ext>
              </a:extLst>
            </p:cNvPr>
            <p:cNvSpPr>
              <a:spLocks noChangeShapeType="1"/>
            </p:cNvSpPr>
            <p:nvPr/>
          </p:nvSpPr>
          <p:spPr bwMode="auto">
            <a:xfrm>
              <a:off x="3024" y="1440"/>
              <a:ext cx="2208" cy="0"/>
            </a:xfrm>
            <a:prstGeom prst="line">
              <a:avLst/>
            </a:prstGeom>
            <a:noFill/>
            <a:ln w="12699">
              <a:solidFill>
                <a:schemeClr val="tx1"/>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sz="280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2310" name="Line 14">
              <a:extLst>
                <a:ext uri="{FF2B5EF4-FFF2-40B4-BE49-F238E27FC236}">
                  <a16:creationId xmlns:a16="http://schemas.microsoft.com/office/drawing/2014/main" id="{D4B8DC7A-24E1-4FB9-AEEA-D80BB1133CC6}"/>
                </a:ext>
              </a:extLst>
            </p:cNvPr>
            <p:cNvSpPr>
              <a:spLocks noChangeShapeType="1"/>
            </p:cNvSpPr>
            <p:nvPr/>
          </p:nvSpPr>
          <p:spPr bwMode="auto">
            <a:xfrm>
              <a:off x="5232" y="1440"/>
              <a:ext cx="384" cy="0"/>
            </a:xfrm>
            <a:prstGeom prst="line">
              <a:avLst/>
            </a:prstGeom>
            <a:noFill/>
            <a:ln w="12699">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sz="280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2311" name="Line 15">
              <a:extLst>
                <a:ext uri="{FF2B5EF4-FFF2-40B4-BE49-F238E27FC236}">
                  <a16:creationId xmlns:a16="http://schemas.microsoft.com/office/drawing/2014/main" id="{A7982BF0-814F-42B9-AB77-9B12F58526AF}"/>
                </a:ext>
              </a:extLst>
            </p:cNvPr>
            <p:cNvSpPr>
              <a:spLocks noChangeShapeType="1"/>
            </p:cNvSpPr>
            <p:nvPr/>
          </p:nvSpPr>
          <p:spPr bwMode="auto">
            <a:xfrm flipV="1">
              <a:off x="3792" y="480"/>
              <a:ext cx="0" cy="960"/>
            </a:xfrm>
            <a:prstGeom prst="line">
              <a:avLst/>
            </a:prstGeom>
            <a:noFill/>
            <a:ln w="12699">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sz="280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2312" name="Line 16">
              <a:extLst>
                <a:ext uri="{FF2B5EF4-FFF2-40B4-BE49-F238E27FC236}">
                  <a16:creationId xmlns:a16="http://schemas.microsoft.com/office/drawing/2014/main" id="{08FFF985-C3E8-42DC-B95A-6091B64A545E}"/>
                </a:ext>
              </a:extLst>
            </p:cNvPr>
            <p:cNvSpPr>
              <a:spLocks noChangeShapeType="1"/>
            </p:cNvSpPr>
            <p:nvPr/>
          </p:nvSpPr>
          <p:spPr bwMode="auto">
            <a:xfrm flipH="1">
              <a:off x="3264" y="1440"/>
              <a:ext cx="528" cy="768"/>
            </a:xfrm>
            <a:prstGeom prst="line">
              <a:avLst/>
            </a:prstGeom>
            <a:noFill/>
            <a:ln w="12699">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sz="2800">
                <a:latin typeface="Times New Roman" panose="02020603050405020304" pitchFamily="18" charset="0"/>
                <a:ea typeface="华文楷体" panose="02010600040101010101" pitchFamily="2" charset="-122"/>
                <a:cs typeface="Times New Roman" panose="02020603050405020304" pitchFamily="18" charset="0"/>
              </a:endParaRPr>
            </a:p>
          </p:txBody>
        </p:sp>
        <mc:AlternateContent xmlns:mc="http://schemas.openxmlformats.org/markup-compatibility/2006" xmlns:a14="http://schemas.microsoft.com/office/drawing/2010/main">
          <mc:Choice Requires="a14">
            <p:graphicFrame>
              <p:nvGraphicFramePr>
                <p:cNvPr id="12313" name="Object 17">
                  <a:extLst>
                    <a:ext uri="{FF2B5EF4-FFF2-40B4-BE49-F238E27FC236}">
                      <a16:creationId xmlns:a16="http://schemas.microsoft.com/office/drawing/2014/main" id="{54F39832-3058-4BCA-9EFD-C5911DE99ADE}"/>
                    </a:ext>
                  </a:extLst>
                </p:cNvPr>
                <p:cNvGraphicFramePr>
                  <a:graphicFrameLocks/>
                </p:cNvGraphicFramePr>
                <p:nvPr/>
              </p:nvGraphicFramePr>
              <p:xfrm>
                <a:off x="5333" y="1397"/>
                <a:ext cx="283" cy="283"/>
              </p:xfrm>
              <a:graphic>
                <a:graphicData uri="http://schemas.openxmlformats.org/presentationml/2006/ole">
                  <mc:AlternateContent>
                    <mc:Choice xmlns:v="urn:schemas-microsoft-com:vml" Requires="v">
                      <p:oleObj spid="_x0000_s1070" name="公式" r:id="rId7" imgW="126725" imgH="126725" progId="Equation.3">
                        <p:embed/>
                      </p:oleObj>
                    </mc:Choice>
                    <mc:Fallback>
                      <p:oleObj name="公式" r:id="rId7" imgW="126725" imgH="126725" progId="Equation.3">
                        <p:embed/>
                        <p:pic>
                          <p:nvPicPr>
                            <p:cNvPr id="12313" name="Object 17">
                              <a:extLst>
                                <a:ext uri="{FF2B5EF4-FFF2-40B4-BE49-F238E27FC236}">
                                  <a16:creationId xmlns:a16="http://schemas.microsoft.com/office/drawing/2014/main" id="{54F39832-3058-4BCA-9EFD-C5911DE99ADE}"/>
                                </a:ext>
                              </a:extLst>
                            </p:cNvPr>
                            <p:cNvPicPr>
                              <a:picLocks noChangeArrowheads="1"/>
                            </p:cNvPicPr>
                            <p:nvPr/>
                          </p:nvPicPr>
                          <p:blipFill>
                            <a:blip r:embed="rId8">
                              <a:extLst>
                                <a:ext uri="{28A0092B-C50C-407E-A947-70E740481C1C}">
                                  <a14:useLocalDpi val="0"/>
                                </a:ext>
                              </a:extLst>
                            </a:blip>
                            <a:srcRect/>
                            <a:stretch>
                              <a:fillRect/>
                            </a:stretch>
                          </p:blipFill>
                          <p:spPr bwMode="auto">
                            <a:xfrm>
                              <a:off x="5333" y="1397"/>
                              <a:ext cx="283" cy="283"/>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pic>
                      </p:oleObj>
                    </mc:Fallback>
                  </mc:AlternateContent>
                </a:graphicData>
              </a:graphic>
            </p:graphicFrame>
          </mc:Choice>
          <mc:Fallback xmlns="">
            <p:graphicFrame>
              <p:nvGraphicFramePr>
                <p:cNvPr id="12313" name="Object 17">
                  <a:extLst>
                    <a:ext uri="{FF2B5EF4-FFF2-40B4-BE49-F238E27FC236}">
                      <a16:creationId xmlns:a16="http://schemas.microsoft.com/office/drawing/2014/main" id="{54F39832-3058-4BCA-9EFD-C5911DE99ADE}"/>
                    </a:ext>
                  </a:extLst>
                </p:cNvPr>
                <p:cNvGraphicFramePr>
                  <a:graphicFrameLocks/>
                </p:cNvGraphicFramePr>
                <p:nvPr/>
              </p:nvGraphicFramePr>
              <p:xfrm>
                <a:off x="5333" y="1397"/>
                <a:ext cx="283" cy="283"/>
              </p:xfrm>
              <a:graphic>
                <a:graphicData uri="http://schemas.openxmlformats.org/presentationml/2006/ole">
                  <mc:AlternateContent>
                    <mc:Choice xmlns:v="urn:schemas-microsoft-com:vml" Requires="v">
                      <p:oleObj spid="_x0000_s21622" name="公式" r:id="rId9" imgW="126725" imgH="126725" progId="Equation.3">
                        <p:embed/>
                      </p:oleObj>
                    </mc:Choice>
                    <mc:Fallback>
                      <p:oleObj name="公式" r:id="rId9" imgW="126725" imgH="126725" progId="Equation.3">
                        <p:embed/>
                        <p:pic>
                          <p:nvPicPr>
                            <p:cNvPr id="12313" name="Object 17">
                              <a:extLst>
                                <a:ext uri="{FF2B5EF4-FFF2-40B4-BE49-F238E27FC236}">
                                  <a16:creationId xmlns:a16="http://schemas.microsoft.com/office/drawing/2014/main" id="{54F39832-3058-4BCA-9EFD-C5911DE99ADE}"/>
                                </a:ext>
                              </a:extLst>
                            </p:cNvPr>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333" y="1397"/>
                              <a:ext cx="283" cy="2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mc:Fallback>
        </mc:AlternateContent>
        <mc:AlternateContent xmlns:mc="http://schemas.openxmlformats.org/markup-compatibility/2006" xmlns:a14="http://schemas.microsoft.com/office/drawing/2010/main">
          <mc:Choice Requires="a14">
            <p:graphicFrame>
              <p:nvGraphicFramePr>
                <p:cNvPr id="12314" name="Object 18">
                  <a:extLst>
                    <a:ext uri="{FF2B5EF4-FFF2-40B4-BE49-F238E27FC236}">
                      <a16:creationId xmlns:a16="http://schemas.microsoft.com/office/drawing/2014/main" id="{6B3C222A-B600-4910-A2B0-53CD9493024F}"/>
                    </a:ext>
                  </a:extLst>
                </p:cNvPr>
                <p:cNvGraphicFramePr>
                  <a:graphicFrameLocks/>
                </p:cNvGraphicFramePr>
                <p:nvPr/>
              </p:nvGraphicFramePr>
              <p:xfrm>
                <a:off x="3456" y="384"/>
                <a:ext cx="283" cy="376"/>
              </p:xfrm>
              <a:graphic>
                <a:graphicData uri="http://schemas.openxmlformats.org/presentationml/2006/ole">
                  <mc:AlternateContent>
                    <mc:Choice xmlns:v="urn:schemas-microsoft-com:vml" Requires="v">
                      <p:oleObj spid="_x0000_s1071" name="公式" r:id="rId11" imgW="126780" imgH="164814" progId="Equation.3">
                        <p:embed/>
                      </p:oleObj>
                    </mc:Choice>
                    <mc:Fallback>
                      <p:oleObj name="公式" r:id="rId11" imgW="126780" imgH="164814" progId="Equation.3">
                        <p:embed/>
                        <p:pic>
                          <p:nvPicPr>
                            <p:cNvPr id="12314" name="Object 18">
                              <a:extLst>
                                <a:ext uri="{FF2B5EF4-FFF2-40B4-BE49-F238E27FC236}">
                                  <a16:creationId xmlns:a16="http://schemas.microsoft.com/office/drawing/2014/main" id="{6B3C222A-B600-4910-A2B0-53CD9493024F}"/>
                                </a:ext>
                              </a:extLst>
                            </p:cNvPr>
                            <p:cNvPicPr>
                              <a:picLocks noChangeArrowheads="1"/>
                            </p:cNvPicPr>
                            <p:nvPr/>
                          </p:nvPicPr>
                          <p:blipFill>
                            <a:blip r:embed="rId12">
                              <a:extLst>
                                <a:ext uri="{28A0092B-C50C-407E-A947-70E740481C1C}">
                                  <a14:useLocalDpi val="0"/>
                                </a:ext>
                              </a:extLst>
                            </a:blip>
                            <a:srcRect/>
                            <a:stretch>
                              <a:fillRect/>
                            </a:stretch>
                          </p:blipFill>
                          <p:spPr bwMode="auto">
                            <a:xfrm>
                              <a:off x="3456" y="384"/>
                              <a:ext cx="283" cy="376"/>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pic>
                      </p:oleObj>
                    </mc:Fallback>
                  </mc:AlternateContent>
                </a:graphicData>
              </a:graphic>
            </p:graphicFrame>
          </mc:Choice>
          <mc:Fallback xmlns="">
            <p:graphicFrame>
              <p:nvGraphicFramePr>
                <p:cNvPr id="12314" name="Object 18">
                  <a:extLst>
                    <a:ext uri="{FF2B5EF4-FFF2-40B4-BE49-F238E27FC236}">
                      <a16:creationId xmlns:a16="http://schemas.microsoft.com/office/drawing/2014/main" id="{6B3C222A-B600-4910-A2B0-53CD9493024F}"/>
                    </a:ext>
                  </a:extLst>
                </p:cNvPr>
                <p:cNvGraphicFramePr>
                  <a:graphicFrameLocks/>
                </p:cNvGraphicFramePr>
                <p:nvPr/>
              </p:nvGraphicFramePr>
              <p:xfrm>
                <a:off x="3456" y="384"/>
                <a:ext cx="283" cy="376"/>
              </p:xfrm>
              <a:graphic>
                <a:graphicData uri="http://schemas.openxmlformats.org/presentationml/2006/ole">
                  <mc:AlternateContent>
                    <mc:Choice xmlns:v="urn:schemas-microsoft-com:vml" Requires="v">
                      <p:oleObj spid="_x0000_s21623" name="公式" r:id="rId13" imgW="126780" imgH="164814" progId="Equation.3">
                        <p:embed/>
                      </p:oleObj>
                    </mc:Choice>
                    <mc:Fallback>
                      <p:oleObj name="公式" r:id="rId13" imgW="126780" imgH="164814" progId="Equation.3">
                        <p:embed/>
                        <p:pic>
                          <p:nvPicPr>
                            <p:cNvPr id="12314" name="Object 18">
                              <a:extLst>
                                <a:ext uri="{FF2B5EF4-FFF2-40B4-BE49-F238E27FC236}">
                                  <a16:creationId xmlns:a16="http://schemas.microsoft.com/office/drawing/2014/main" id="{6B3C222A-B600-4910-A2B0-53CD9493024F}"/>
                                </a:ext>
                              </a:extLst>
                            </p:cNvPr>
                            <p:cNvPicPr>
                              <a:picLocks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456" y="384"/>
                              <a:ext cx="283" cy="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mc:Fallback>
        </mc:AlternateContent>
        <mc:AlternateContent xmlns:mc="http://schemas.openxmlformats.org/markup-compatibility/2006" xmlns:a14="http://schemas.microsoft.com/office/drawing/2010/main">
          <mc:Choice Requires="a14">
            <p:graphicFrame>
              <p:nvGraphicFramePr>
                <p:cNvPr id="12315" name="Object 19">
                  <a:extLst>
                    <a:ext uri="{FF2B5EF4-FFF2-40B4-BE49-F238E27FC236}">
                      <a16:creationId xmlns:a16="http://schemas.microsoft.com/office/drawing/2014/main" id="{7E1D4790-3363-464D-9BA7-F071A0DAA65D}"/>
                    </a:ext>
                  </a:extLst>
                </p:cNvPr>
                <p:cNvGraphicFramePr>
                  <a:graphicFrameLocks/>
                </p:cNvGraphicFramePr>
                <p:nvPr/>
              </p:nvGraphicFramePr>
              <p:xfrm>
                <a:off x="2976" y="2091"/>
                <a:ext cx="304" cy="340"/>
              </p:xfrm>
              <a:graphic>
                <a:graphicData uri="http://schemas.openxmlformats.org/presentationml/2006/ole">
                  <mc:AlternateContent>
                    <mc:Choice xmlns:v="urn:schemas-microsoft-com:vml" Requires="v">
                      <p:oleObj spid="_x0000_s1072" name="公式" r:id="rId15" imgW="114102" imgH="126780" progId="Equation.3">
                        <p:embed/>
                      </p:oleObj>
                    </mc:Choice>
                    <mc:Fallback>
                      <p:oleObj name="公式" r:id="rId15" imgW="114102" imgH="126780" progId="Equation.3">
                        <p:embed/>
                        <p:pic>
                          <p:nvPicPr>
                            <p:cNvPr id="12315" name="Object 19">
                              <a:extLst>
                                <a:ext uri="{FF2B5EF4-FFF2-40B4-BE49-F238E27FC236}">
                                  <a16:creationId xmlns:a16="http://schemas.microsoft.com/office/drawing/2014/main" id="{7E1D4790-3363-464D-9BA7-F071A0DAA65D}"/>
                                </a:ext>
                              </a:extLst>
                            </p:cNvPr>
                            <p:cNvPicPr>
                              <a:picLocks noChangeArrowheads="1"/>
                            </p:cNvPicPr>
                            <p:nvPr/>
                          </p:nvPicPr>
                          <p:blipFill>
                            <a:blip r:embed="rId10">
                              <a:extLst>
                                <a:ext uri="{28A0092B-C50C-407E-A947-70E740481C1C}">
                                  <a14:useLocalDpi val="0"/>
                                </a:ext>
                              </a:extLst>
                            </a:blip>
                            <a:srcRect/>
                            <a:stretch>
                              <a:fillRect/>
                            </a:stretch>
                          </p:blipFill>
                          <p:spPr bwMode="auto">
                            <a:xfrm>
                              <a:off x="2976" y="2091"/>
                              <a:ext cx="304" cy="340"/>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pic>
                      </p:oleObj>
                    </mc:Fallback>
                  </mc:AlternateContent>
                </a:graphicData>
              </a:graphic>
            </p:graphicFrame>
          </mc:Choice>
          <mc:Fallback xmlns="">
            <p:graphicFrame>
              <p:nvGraphicFramePr>
                <p:cNvPr id="12315" name="Object 19">
                  <a:extLst>
                    <a:ext uri="{FF2B5EF4-FFF2-40B4-BE49-F238E27FC236}">
                      <a16:creationId xmlns:a16="http://schemas.microsoft.com/office/drawing/2014/main" id="{7E1D4790-3363-464D-9BA7-F071A0DAA65D}"/>
                    </a:ext>
                  </a:extLst>
                </p:cNvPr>
                <p:cNvGraphicFramePr>
                  <a:graphicFrameLocks/>
                </p:cNvGraphicFramePr>
                <p:nvPr/>
              </p:nvGraphicFramePr>
              <p:xfrm>
                <a:off x="2976" y="2091"/>
                <a:ext cx="304" cy="340"/>
              </p:xfrm>
              <a:graphic>
                <a:graphicData uri="http://schemas.openxmlformats.org/presentationml/2006/ole">
                  <mc:AlternateContent>
                    <mc:Choice xmlns:v="urn:schemas-microsoft-com:vml" Requires="v">
                      <p:oleObj spid="_x0000_s21624" name="公式" r:id="rId17" imgW="114102" imgH="126780" progId="Equation.3">
                        <p:embed/>
                      </p:oleObj>
                    </mc:Choice>
                    <mc:Fallback>
                      <p:oleObj name="公式" r:id="rId17" imgW="114102" imgH="126780" progId="Equation.3">
                        <p:embed/>
                        <p:pic>
                          <p:nvPicPr>
                            <p:cNvPr id="12315" name="Object 19">
                              <a:extLst>
                                <a:ext uri="{FF2B5EF4-FFF2-40B4-BE49-F238E27FC236}">
                                  <a16:creationId xmlns:a16="http://schemas.microsoft.com/office/drawing/2014/main" id="{7E1D4790-3363-464D-9BA7-F071A0DAA65D}"/>
                                </a:ext>
                              </a:extLst>
                            </p:cNvPr>
                            <p:cNvPicPr>
                              <a:picLocks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976" y="2091"/>
                              <a:ext cx="304" cy="3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mc:Fallback>
        </mc:AlternateContent>
        <mc:AlternateContent xmlns:mc="http://schemas.openxmlformats.org/markup-compatibility/2006" xmlns:a14="http://schemas.microsoft.com/office/drawing/2010/main">
          <mc:Choice Requires="a14">
            <p:sp>
              <p:nvSpPr>
                <p:cNvPr id="12316" name="Object 20">
                  <a:extLst>
                    <a:ext uri="{FF2B5EF4-FFF2-40B4-BE49-F238E27FC236}">
                      <a16:creationId xmlns:a16="http://schemas.microsoft.com/office/drawing/2014/main" id="{AC4B437B-1FE2-4F21-AC07-CDF091992976}"/>
                    </a:ext>
                  </a:extLst>
                </p:cNvPr>
                <p:cNvSpPr txBox="1"/>
                <p:nvPr/>
              </p:nvSpPr>
              <p:spPr bwMode="auto">
                <a:xfrm>
                  <a:off x="3396" y="1440"/>
                  <a:ext cx="272" cy="277"/>
                </a:xfrm>
                <a:prstGeom prst="rect">
                  <a:avLst/>
                </a:prstGeom>
                <a:noFill/>
                <a:ln>
                  <a:noFill/>
                </a:ln>
                <a:effectLst/>
              </p:spPr>
              <p:txBody>
                <a:bodyPr>
                  <a:noAutofit/>
                </a:bodyPr>
                <a:lstStyle/>
                <a:p>
                  <a:pPr/>
                  <a14:m>
                    <m:oMathPara xmlns:m="http://schemas.openxmlformats.org/officeDocument/2006/math">
                      <m:oMathParaPr>
                        <m:jc m:val="centerGroup"/>
                      </m:oMathParaPr>
                      <m:oMath xmlns:m="http://schemas.openxmlformats.org/officeDocument/2006/math">
                        <m:r>
                          <a:rPr lang="en-US" sz="2800" i="1">
                            <a:solidFill>
                              <a:srgbClr val="000000"/>
                            </a:solidFill>
                            <a:latin typeface="Cambria Math" panose="02040503050406030204" pitchFamily="18" charset="0"/>
                          </a:rPr>
                          <m:t>𝑜</m:t>
                        </m:r>
                      </m:oMath>
                    </m:oMathPara>
                  </a14:m>
                  <a:endParaRPr lang="en-US" sz="2800" dirty="0"/>
                </a:p>
              </p:txBody>
            </p:sp>
          </mc:Choice>
          <mc:Fallback xmlns="">
            <p:sp>
              <p:nvSpPr>
                <p:cNvPr id="12316" name="Object 20">
                  <a:extLst>
                    <a:ext uri="{FF2B5EF4-FFF2-40B4-BE49-F238E27FC236}">
                      <a16:creationId xmlns:a16="http://schemas.microsoft.com/office/drawing/2014/main" id="{AC4B437B-1FE2-4F21-AC07-CDF091992976}"/>
                    </a:ext>
                  </a:extLst>
                </p:cNvPr>
                <p:cNvSpPr txBox="1">
                  <a:spLocks noRot="1" noChangeAspect="1" noMove="1" noResize="1" noEditPoints="1" noAdjustHandles="1" noChangeArrowheads="1" noChangeShapeType="1" noTextEdit="1"/>
                </p:cNvSpPr>
                <p:nvPr/>
              </p:nvSpPr>
              <p:spPr bwMode="auto">
                <a:xfrm>
                  <a:off x="3396" y="1440"/>
                  <a:ext cx="272" cy="277"/>
                </a:xfrm>
                <a:prstGeom prst="rect">
                  <a:avLst/>
                </a:prstGeom>
                <a:blipFill>
                  <a:blip r:embed="rId19"/>
                  <a:stretch>
                    <a:fillRect/>
                  </a:stretch>
                </a:blipFill>
                <a:ln>
                  <a:noFill/>
                </a:ln>
                <a:effectLst/>
              </p:spPr>
              <p:txBody>
                <a:bodyPr/>
                <a:lstStyle/>
                <a:p>
                  <a:r>
                    <a:rPr lang="zh-CN" altLang="en-US">
                      <a:noFill/>
                    </a:rPr>
                    <a:t> </a:t>
                  </a:r>
                </a:p>
              </p:txBody>
            </p:sp>
          </mc:Fallback>
        </mc:AlternateContent>
      </p:grpSp>
      <p:grpSp>
        <p:nvGrpSpPr>
          <p:cNvPr id="3" name="Group 21">
            <a:extLst>
              <a:ext uri="{FF2B5EF4-FFF2-40B4-BE49-F238E27FC236}">
                <a16:creationId xmlns:a16="http://schemas.microsoft.com/office/drawing/2014/main" id="{3A21B460-88C9-4B83-BE9B-0D39A6078D59}"/>
              </a:ext>
            </a:extLst>
          </p:cNvPr>
          <p:cNvGrpSpPr>
            <a:grpSpLocks/>
          </p:cNvGrpSpPr>
          <p:nvPr/>
        </p:nvGrpSpPr>
        <p:grpSpPr bwMode="auto">
          <a:xfrm>
            <a:off x="8763001" y="2679701"/>
            <a:ext cx="449263" cy="754063"/>
            <a:chOff x="4560" y="1392"/>
            <a:chExt cx="283" cy="475"/>
          </a:xfrm>
        </p:grpSpPr>
        <p:graphicFrame>
          <p:nvGraphicFramePr>
            <p:cNvPr id="12307" name="Object 22">
              <a:extLst>
                <a:ext uri="{FF2B5EF4-FFF2-40B4-BE49-F238E27FC236}">
                  <a16:creationId xmlns:a16="http://schemas.microsoft.com/office/drawing/2014/main" id="{6ED24B18-E0DA-4543-A9EE-1437D9322318}"/>
                </a:ext>
              </a:extLst>
            </p:cNvPr>
            <p:cNvGraphicFramePr>
              <a:graphicFrameLocks/>
            </p:cNvGraphicFramePr>
            <p:nvPr/>
          </p:nvGraphicFramePr>
          <p:xfrm>
            <a:off x="4560" y="1584"/>
            <a:ext cx="283" cy="283"/>
          </p:xfrm>
          <a:graphic>
            <a:graphicData uri="http://schemas.openxmlformats.org/presentationml/2006/ole">
              <mc:AlternateContent xmlns:mc="http://schemas.openxmlformats.org/markup-compatibility/2006">
                <mc:Choice xmlns:v="urn:schemas-microsoft-com:vml" Requires="v">
                  <p:oleObj spid="_x0000_s1073" name="公式" r:id="rId20" imgW="126725" imgH="126725" progId="Equation.3">
                    <p:embed/>
                  </p:oleObj>
                </mc:Choice>
                <mc:Fallback>
                  <p:oleObj name="公式" r:id="rId20" imgW="126725" imgH="126725" progId="Equation.3">
                    <p:embed/>
                    <p:pic>
                      <p:nvPicPr>
                        <p:cNvPr id="12307" name="Object 22">
                          <a:extLst>
                            <a:ext uri="{FF2B5EF4-FFF2-40B4-BE49-F238E27FC236}">
                              <a16:creationId xmlns:a16="http://schemas.microsoft.com/office/drawing/2014/main" id="{6ED24B18-E0DA-4543-A9EE-1437D9322318}"/>
                            </a:ext>
                          </a:extLst>
                        </p:cNvPr>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560" y="1584"/>
                          <a:ext cx="283" cy="2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2308" name="Oval 23">
              <a:extLst>
                <a:ext uri="{FF2B5EF4-FFF2-40B4-BE49-F238E27FC236}">
                  <a16:creationId xmlns:a16="http://schemas.microsoft.com/office/drawing/2014/main" id="{AB7EB64C-4C49-4044-90F7-BB40AD8EE7C2}"/>
                </a:ext>
              </a:extLst>
            </p:cNvPr>
            <p:cNvSpPr>
              <a:spLocks noChangeArrowheads="1"/>
            </p:cNvSpPr>
            <p:nvPr/>
          </p:nvSpPr>
          <p:spPr bwMode="auto">
            <a:xfrm>
              <a:off x="4656" y="1392"/>
              <a:ext cx="48" cy="48"/>
            </a:xfrm>
            <a:prstGeom prst="ellipse">
              <a:avLst/>
            </a:prstGeom>
            <a:solidFill>
              <a:schemeClr val="tx1"/>
            </a:solidFill>
            <a:ln w="12699">
              <a:solidFill>
                <a:schemeClr val="tx1"/>
              </a:solidFill>
              <a:round/>
              <a:headEnd type="none" w="sm" len="sm"/>
              <a:tailEnd type="none" w="sm" len="sm"/>
            </a:ln>
          </p:spPr>
          <p:txBody>
            <a:bodyPr wrap="none" anchor="ctr"/>
            <a:lstStyle>
              <a:lvl1pPr>
                <a:defRPr kumimoji="1" sz="2400">
                  <a:solidFill>
                    <a:srgbClr val="FF3300"/>
                  </a:solidFill>
                  <a:latin typeface="Times New Roman" panose="02020603050405020304" pitchFamily="18" charset="0"/>
                  <a:ea typeface="宋体" panose="02010600030101010101" pitchFamily="2" charset="-122"/>
                </a:defRPr>
              </a:lvl1pPr>
              <a:lvl2pPr marL="742950" indent="-285750">
                <a:defRPr kumimoji="1" sz="2400">
                  <a:solidFill>
                    <a:srgbClr val="FF3300"/>
                  </a:solidFill>
                  <a:latin typeface="Times New Roman" panose="02020603050405020304" pitchFamily="18" charset="0"/>
                  <a:ea typeface="宋体" panose="02010600030101010101" pitchFamily="2" charset="-122"/>
                </a:defRPr>
              </a:lvl2pPr>
              <a:lvl3pPr marL="1143000" indent="-228600">
                <a:defRPr kumimoji="1" sz="2400">
                  <a:solidFill>
                    <a:srgbClr val="FF3300"/>
                  </a:solidFill>
                  <a:latin typeface="Times New Roman" panose="02020603050405020304" pitchFamily="18" charset="0"/>
                  <a:ea typeface="宋体" panose="02010600030101010101" pitchFamily="2" charset="-122"/>
                </a:defRPr>
              </a:lvl3pPr>
              <a:lvl4pPr marL="1600200" indent="-228600">
                <a:defRPr kumimoji="1" sz="2400">
                  <a:solidFill>
                    <a:srgbClr val="FF3300"/>
                  </a:solidFill>
                  <a:latin typeface="Times New Roman" panose="02020603050405020304" pitchFamily="18" charset="0"/>
                  <a:ea typeface="宋体" panose="02010600030101010101" pitchFamily="2" charset="-122"/>
                </a:defRPr>
              </a:lvl4pPr>
              <a:lvl5pPr marL="2057400" indent="-228600">
                <a:defRPr kumimoji="1" sz="2400">
                  <a:solidFill>
                    <a:srgbClr val="FF33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9pPr>
            </a:lstStyle>
            <a:p>
              <a:endParaRPr lang="zh-CN" altLang="en-US" sz="2800">
                <a:ea typeface="华文楷体" panose="02010600040101010101" pitchFamily="2" charset="-122"/>
                <a:cs typeface="Times New Roman" panose="02020603050405020304" pitchFamily="18" charset="0"/>
              </a:endParaRPr>
            </a:p>
          </p:txBody>
        </p:sp>
      </p:grpSp>
      <p:graphicFrame>
        <p:nvGraphicFramePr>
          <p:cNvPr id="153625" name="Object 25">
            <a:extLst>
              <a:ext uri="{FF2B5EF4-FFF2-40B4-BE49-F238E27FC236}">
                <a16:creationId xmlns:a16="http://schemas.microsoft.com/office/drawing/2014/main" id="{9EAD5763-F745-4670-ADB2-389406E1B4CD}"/>
              </a:ext>
            </a:extLst>
          </p:cNvPr>
          <p:cNvGraphicFramePr>
            <a:graphicFrameLocks/>
          </p:cNvGraphicFramePr>
          <p:nvPr/>
        </p:nvGraphicFramePr>
        <p:xfrm>
          <a:off x="6539919" y="1594644"/>
          <a:ext cx="609600" cy="685800"/>
        </p:xfrm>
        <a:graphic>
          <a:graphicData uri="http://schemas.openxmlformats.org/presentationml/2006/ole">
            <mc:AlternateContent xmlns:mc="http://schemas.openxmlformats.org/markup-compatibility/2006">
              <mc:Choice xmlns:v="urn:schemas-microsoft-com:vml" Requires="v">
                <p:oleObj spid="_x0000_s1074" name="公式" r:id="rId21" imgW="203024" imgH="203024" progId="Equation.3">
                  <p:embed/>
                </p:oleObj>
              </mc:Choice>
              <mc:Fallback>
                <p:oleObj name="公式" r:id="rId21" imgW="203024" imgH="203024" progId="Equation.3">
                  <p:embed/>
                  <p:pic>
                    <p:nvPicPr>
                      <p:cNvPr id="153625" name="Object 25">
                        <a:extLst>
                          <a:ext uri="{FF2B5EF4-FFF2-40B4-BE49-F238E27FC236}">
                            <a16:creationId xmlns:a16="http://schemas.microsoft.com/office/drawing/2014/main" id="{9EAD5763-F745-4670-ADB2-389406E1B4CD}"/>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39919" y="1594644"/>
                        <a:ext cx="609600"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53626" name="Oval 26">
            <a:extLst>
              <a:ext uri="{FF2B5EF4-FFF2-40B4-BE49-F238E27FC236}">
                <a16:creationId xmlns:a16="http://schemas.microsoft.com/office/drawing/2014/main" id="{32A86AA3-3992-4E89-B5CE-1FDFF851CF45}"/>
              </a:ext>
            </a:extLst>
          </p:cNvPr>
          <p:cNvSpPr>
            <a:spLocks noChangeArrowheads="1"/>
          </p:cNvSpPr>
          <p:nvPr/>
        </p:nvSpPr>
        <p:spPr bwMode="auto">
          <a:xfrm>
            <a:off x="7445375" y="1854200"/>
            <a:ext cx="76200" cy="76200"/>
          </a:xfrm>
          <a:prstGeom prst="ellipse">
            <a:avLst/>
          </a:prstGeom>
          <a:solidFill>
            <a:schemeClr val="tx1"/>
          </a:solidFill>
          <a:ln w="12699">
            <a:solidFill>
              <a:schemeClr val="tx1"/>
            </a:solidFill>
            <a:round/>
            <a:headEnd type="none" w="sm" len="sm"/>
            <a:tailEnd type="none" w="sm" len="sm"/>
          </a:ln>
        </p:spPr>
        <p:txBody>
          <a:bodyPr wrap="none" anchor="ctr"/>
          <a:lstStyle>
            <a:lvl1pPr>
              <a:defRPr kumimoji="1" sz="2400">
                <a:solidFill>
                  <a:srgbClr val="FF3300"/>
                </a:solidFill>
                <a:latin typeface="Times New Roman" panose="02020603050405020304" pitchFamily="18" charset="0"/>
                <a:ea typeface="宋体" panose="02010600030101010101" pitchFamily="2" charset="-122"/>
              </a:defRPr>
            </a:lvl1pPr>
            <a:lvl2pPr marL="742950" indent="-285750">
              <a:defRPr kumimoji="1" sz="2400">
                <a:solidFill>
                  <a:srgbClr val="FF3300"/>
                </a:solidFill>
                <a:latin typeface="Times New Roman" panose="02020603050405020304" pitchFamily="18" charset="0"/>
                <a:ea typeface="宋体" panose="02010600030101010101" pitchFamily="2" charset="-122"/>
              </a:defRPr>
            </a:lvl2pPr>
            <a:lvl3pPr marL="1143000" indent="-228600">
              <a:defRPr kumimoji="1" sz="2400">
                <a:solidFill>
                  <a:srgbClr val="FF3300"/>
                </a:solidFill>
                <a:latin typeface="Times New Roman" panose="02020603050405020304" pitchFamily="18" charset="0"/>
                <a:ea typeface="宋体" panose="02010600030101010101" pitchFamily="2" charset="-122"/>
              </a:defRPr>
            </a:lvl3pPr>
            <a:lvl4pPr marL="1600200" indent="-228600">
              <a:defRPr kumimoji="1" sz="2400">
                <a:solidFill>
                  <a:srgbClr val="FF3300"/>
                </a:solidFill>
                <a:latin typeface="Times New Roman" panose="02020603050405020304" pitchFamily="18" charset="0"/>
                <a:ea typeface="宋体" panose="02010600030101010101" pitchFamily="2" charset="-122"/>
              </a:defRPr>
            </a:lvl4pPr>
            <a:lvl5pPr marL="2057400" indent="-228600">
              <a:defRPr kumimoji="1" sz="2400">
                <a:solidFill>
                  <a:srgbClr val="FF33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9pPr>
          </a:lstStyle>
          <a:p>
            <a:endParaRPr lang="zh-CN" altLang="en-US" sz="2800">
              <a:ea typeface="华文楷体" panose="02010600040101010101" pitchFamily="2" charset="-122"/>
              <a:cs typeface="Times New Roman" panose="02020603050405020304" pitchFamily="18" charset="0"/>
            </a:endParaRPr>
          </a:p>
        </p:txBody>
      </p:sp>
      <p:grpSp>
        <p:nvGrpSpPr>
          <p:cNvPr id="4" name="Group 27">
            <a:extLst>
              <a:ext uri="{FF2B5EF4-FFF2-40B4-BE49-F238E27FC236}">
                <a16:creationId xmlns:a16="http://schemas.microsoft.com/office/drawing/2014/main" id="{0B43A872-5346-4A95-BF35-7F1CFB0BD44F}"/>
              </a:ext>
            </a:extLst>
          </p:cNvPr>
          <p:cNvGrpSpPr>
            <a:grpSpLocks/>
          </p:cNvGrpSpPr>
          <p:nvPr/>
        </p:nvGrpSpPr>
        <p:grpSpPr bwMode="auto">
          <a:xfrm>
            <a:off x="7491413" y="1854200"/>
            <a:ext cx="1447800" cy="914400"/>
            <a:chOff x="3792" y="864"/>
            <a:chExt cx="912" cy="576"/>
          </a:xfrm>
        </p:grpSpPr>
        <p:sp>
          <p:nvSpPr>
            <p:cNvPr id="12305" name="Line 28">
              <a:extLst>
                <a:ext uri="{FF2B5EF4-FFF2-40B4-BE49-F238E27FC236}">
                  <a16:creationId xmlns:a16="http://schemas.microsoft.com/office/drawing/2014/main" id="{42AA4A5B-0E38-4071-9005-6E619B263F13}"/>
                </a:ext>
              </a:extLst>
            </p:cNvPr>
            <p:cNvSpPr>
              <a:spLocks noChangeShapeType="1"/>
            </p:cNvSpPr>
            <p:nvPr/>
          </p:nvSpPr>
          <p:spPr bwMode="auto">
            <a:xfrm rot="-165956">
              <a:off x="3792" y="864"/>
              <a:ext cx="912" cy="576"/>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sz="2800">
                <a:latin typeface="Times New Roman" panose="02020603050405020304" pitchFamily="18" charset="0"/>
                <a:ea typeface="华文楷体" panose="02010600040101010101" pitchFamily="2"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2306" name="Object 29">
                  <a:extLst>
                    <a:ext uri="{FF2B5EF4-FFF2-40B4-BE49-F238E27FC236}">
                      <a16:creationId xmlns:a16="http://schemas.microsoft.com/office/drawing/2014/main" id="{62B22AD7-587F-42C2-ABA6-6FC71DB06820}"/>
                    </a:ext>
                  </a:extLst>
                </p:cNvPr>
                <p:cNvSpPr txBox="1"/>
                <p:nvPr/>
              </p:nvSpPr>
              <p:spPr bwMode="auto">
                <a:xfrm>
                  <a:off x="4272" y="864"/>
                  <a:ext cx="220" cy="288"/>
                </a:xfrm>
                <a:prstGeom prst="rect">
                  <a:avLst/>
                </a:prstGeom>
                <a:noFill/>
                <a:ln>
                  <a:noFill/>
                </a:ln>
                <a:effectLst/>
              </p:spPr>
              <p:txBody>
                <a:bodyPr>
                  <a:normAutofit fontScale="85000" lnSpcReduction="10000"/>
                </a:bodyPr>
                <a:lstStyle/>
                <a:p>
                  <a:pPr/>
                  <a14:m>
                    <m:oMathPara xmlns:m="http://schemas.openxmlformats.org/officeDocument/2006/math">
                      <m:oMathParaPr>
                        <m:jc m:val="centerGroup"/>
                      </m:oMathParaPr>
                      <m:oMath xmlns:m="http://schemas.openxmlformats.org/officeDocument/2006/math">
                        <m:acc>
                          <m:accPr>
                            <m:chr m:val="⃗"/>
                            <m:ctrlPr>
                              <a:rPr lang="en-US" sz="2800" i="1">
                                <a:solidFill>
                                  <a:srgbClr val="000000"/>
                                </a:solidFill>
                                <a:latin typeface="Cambria Math" panose="02040503050406030204" pitchFamily="18" charset="0"/>
                              </a:rPr>
                            </m:ctrlPr>
                          </m:accPr>
                          <m:e>
                            <m:r>
                              <a:rPr lang="en-US" sz="2800" i="1">
                                <a:solidFill>
                                  <a:srgbClr val="000000"/>
                                </a:solidFill>
                                <a:latin typeface="Cambria Math" panose="02040503050406030204" pitchFamily="18" charset="0"/>
                              </a:rPr>
                              <m:t>𝑟</m:t>
                            </m:r>
                          </m:e>
                        </m:acc>
                      </m:oMath>
                    </m:oMathPara>
                  </a14:m>
                  <a:endParaRPr lang="en-US" sz="2800" dirty="0"/>
                </a:p>
              </p:txBody>
            </p:sp>
          </mc:Choice>
          <mc:Fallback xmlns="">
            <p:sp>
              <p:nvSpPr>
                <p:cNvPr id="12306" name="Object 29">
                  <a:extLst>
                    <a:ext uri="{FF2B5EF4-FFF2-40B4-BE49-F238E27FC236}">
                      <a16:creationId xmlns:a16="http://schemas.microsoft.com/office/drawing/2014/main" id="{62B22AD7-587F-42C2-ABA6-6FC71DB06820}"/>
                    </a:ext>
                  </a:extLst>
                </p:cNvPr>
                <p:cNvSpPr txBox="1">
                  <a:spLocks noRot="1" noChangeAspect="1" noMove="1" noResize="1" noEditPoints="1" noAdjustHandles="1" noChangeArrowheads="1" noChangeShapeType="1" noTextEdit="1"/>
                </p:cNvSpPr>
                <p:nvPr/>
              </p:nvSpPr>
              <p:spPr bwMode="auto">
                <a:xfrm>
                  <a:off x="4272" y="864"/>
                  <a:ext cx="220" cy="288"/>
                </a:xfrm>
                <a:prstGeom prst="rect">
                  <a:avLst/>
                </a:prstGeom>
                <a:blipFill>
                  <a:blip r:embed="rId22"/>
                  <a:stretch>
                    <a:fillRect l="-5263" t="-18667" r="-28070"/>
                  </a:stretch>
                </a:blipFill>
                <a:ln>
                  <a:noFill/>
                </a:ln>
                <a:effectLst/>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42" name="Object 37">
                <a:extLst>
                  <a:ext uri="{FF2B5EF4-FFF2-40B4-BE49-F238E27FC236}">
                    <a16:creationId xmlns:a16="http://schemas.microsoft.com/office/drawing/2014/main" id="{452AB982-9D2A-4494-AF25-64E23C84D425}"/>
                  </a:ext>
                </a:extLst>
              </p:cNvPr>
              <p:cNvSpPr txBox="1"/>
              <p:nvPr/>
            </p:nvSpPr>
            <p:spPr bwMode="auto">
              <a:xfrm>
                <a:off x="4497387" y="4420663"/>
                <a:ext cx="1368425" cy="1084263"/>
              </a:xfrm>
              <a:prstGeom prst="rect">
                <a:avLst/>
              </a:prstGeom>
              <a:noFill/>
              <a:ln>
                <a:noFill/>
              </a:ln>
              <a:effectLst/>
            </p:spPr>
            <p:txBody>
              <a:bodyPr>
                <a:normAutofit/>
              </a:bodyPr>
              <a:lstStyle/>
              <a:p>
                <a:pPr/>
                <a14:m>
                  <m:oMathPara xmlns:m="http://schemas.openxmlformats.org/officeDocument/2006/math">
                    <m:oMathParaPr>
                      <m:jc m:val="centerGroup"/>
                    </m:oMathParaPr>
                    <m:oMath xmlns:m="http://schemas.openxmlformats.org/officeDocument/2006/math">
                      <m:r>
                        <a:rPr lang="en-US" sz="2800" i="1">
                          <a:solidFill>
                            <a:srgbClr val="000000"/>
                          </a:solidFill>
                          <a:latin typeface="Cambria Math" panose="02040503050406030204" pitchFamily="18" charset="0"/>
                        </a:rPr>
                        <m:t>=</m:t>
                      </m:r>
                      <m:f>
                        <m:fPr>
                          <m:ctrlPr>
                            <a:rPr lang="en-US" sz="2800" i="1">
                              <a:solidFill>
                                <a:srgbClr val="000000"/>
                              </a:solidFill>
                              <a:latin typeface="Cambria Math" panose="02040503050406030204" pitchFamily="18" charset="0"/>
                            </a:rPr>
                          </m:ctrlPr>
                        </m:fPr>
                        <m:num>
                          <m:r>
                            <a:rPr lang="en-US" sz="2800" i="1">
                              <a:solidFill>
                                <a:srgbClr val="000000"/>
                              </a:solidFill>
                              <a:latin typeface="Cambria Math" panose="02040503050406030204" pitchFamily="18" charset="0"/>
                            </a:rPr>
                            <m:t>𝑞</m:t>
                          </m:r>
                        </m:num>
                        <m:den>
                          <m:r>
                            <a:rPr lang="en-US" sz="2800" i="1">
                              <a:solidFill>
                                <a:srgbClr val="000000"/>
                              </a:solidFill>
                              <a:latin typeface="Cambria Math" panose="02040503050406030204" pitchFamily="18" charset="0"/>
                            </a:rPr>
                            <m:t>4</m:t>
                          </m:r>
                          <m:r>
                            <a:rPr lang="en-US" sz="2800" i="1">
                              <a:solidFill>
                                <a:srgbClr val="000000"/>
                              </a:solidFill>
                              <a:latin typeface="Cambria Math" panose="02040503050406030204" pitchFamily="18" charset="0"/>
                            </a:rPr>
                            <m:t>𝜋</m:t>
                          </m:r>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𝜀</m:t>
                              </m:r>
                            </m:e>
                            <m:sub>
                              <m:r>
                                <a:rPr lang="en-US" sz="2800" i="1">
                                  <a:solidFill>
                                    <a:srgbClr val="000000"/>
                                  </a:solidFill>
                                  <a:latin typeface="Cambria Math" panose="02040503050406030204" pitchFamily="18" charset="0"/>
                                </a:rPr>
                                <m:t>0</m:t>
                              </m:r>
                            </m:sub>
                          </m:sSub>
                          <m:r>
                            <a:rPr lang="en-US" sz="2800" i="1">
                              <a:solidFill>
                                <a:srgbClr val="000000"/>
                              </a:solidFill>
                              <a:latin typeface="Cambria Math" panose="02040503050406030204" pitchFamily="18" charset="0"/>
                            </a:rPr>
                            <m:t>𝑟</m:t>
                          </m:r>
                        </m:den>
                      </m:f>
                    </m:oMath>
                  </m:oMathPara>
                </a14:m>
                <a:endParaRPr lang="en-US" sz="2800" dirty="0"/>
              </a:p>
            </p:txBody>
          </p:sp>
        </mc:Choice>
        <mc:Fallback xmlns="">
          <p:sp>
            <p:nvSpPr>
              <p:cNvPr id="42" name="Object 37">
                <a:extLst>
                  <a:ext uri="{FF2B5EF4-FFF2-40B4-BE49-F238E27FC236}">
                    <a16:creationId xmlns:a16="http://schemas.microsoft.com/office/drawing/2014/main" id="{452AB982-9D2A-4494-AF25-64E23C84D425}"/>
                  </a:ext>
                </a:extLst>
              </p:cNvPr>
              <p:cNvSpPr txBox="1">
                <a:spLocks noRot="1" noChangeAspect="1" noMove="1" noResize="1" noEditPoints="1" noAdjustHandles="1" noChangeArrowheads="1" noChangeShapeType="1" noTextEdit="1"/>
              </p:cNvSpPr>
              <p:nvPr/>
            </p:nvSpPr>
            <p:spPr bwMode="auto">
              <a:xfrm>
                <a:off x="4497387" y="4420663"/>
                <a:ext cx="1368425" cy="1084263"/>
              </a:xfrm>
              <a:prstGeom prst="rect">
                <a:avLst/>
              </a:prstGeom>
              <a:blipFill>
                <a:blip r:embed="rId23"/>
                <a:stretch>
                  <a:fillRect r="-446"/>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3" name="Object 38">
                <a:extLst>
                  <a:ext uri="{FF2B5EF4-FFF2-40B4-BE49-F238E27FC236}">
                    <a16:creationId xmlns:a16="http://schemas.microsoft.com/office/drawing/2014/main" id="{70B4866A-3679-4543-A941-7FD39FB4A510}"/>
                  </a:ext>
                </a:extLst>
              </p:cNvPr>
              <p:cNvSpPr txBox="1"/>
              <p:nvPr/>
            </p:nvSpPr>
            <p:spPr bwMode="auto">
              <a:xfrm>
                <a:off x="2438400" y="4420663"/>
                <a:ext cx="2017712" cy="1082675"/>
              </a:xfrm>
              <a:prstGeom prst="rect">
                <a:avLst/>
              </a:prstGeom>
              <a:noFill/>
              <a:ln>
                <a:noFill/>
              </a:ln>
              <a:effectLst/>
            </p:spPr>
            <p:txBody>
              <a:bodyPr>
                <a:normAutofit fontScale="92500"/>
              </a:bodyPr>
              <a:lstStyle/>
              <a:p>
                <a:pPr/>
                <a14:m>
                  <m:oMathPara xmlns:m="http://schemas.openxmlformats.org/officeDocument/2006/math">
                    <m:oMathParaPr>
                      <m:jc m:val="centerGroup"/>
                    </m:oMathParaPr>
                    <m:oMath xmlns:m="http://schemas.openxmlformats.org/officeDocument/2006/math">
                      <m:r>
                        <a:rPr lang="en-US" sz="2800" i="1">
                          <a:solidFill>
                            <a:srgbClr val="000000"/>
                          </a:solidFill>
                          <a:latin typeface="Cambria Math" panose="02040503050406030204" pitchFamily="18" charset="0"/>
                        </a:rPr>
                        <m:t>=</m:t>
                      </m:r>
                      <m:f>
                        <m:fPr>
                          <m:ctrlPr>
                            <a:rPr lang="en-US" sz="2800" i="1">
                              <a:solidFill>
                                <a:srgbClr val="000000"/>
                              </a:solidFill>
                              <a:latin typeface="Cambria Math" panose="02040503050406030204" pitchFamily="18" charset="0"/>
                            </a:rPr>
                          </m:ctrlPr>
                        </m:fPr>
                        <m:num>
                          <m:r>
                            <a:rPr lang="en-US" sz="2800" i="1">
                              <a:solidFill>
                                <a:srgbClr val="000000"/>
                              </a:solidFill>
                              <a:latin typeface="Cambria Math" panose="02040503050406030204" pitchFamily="18" charset="0"/>
                            </a:rPr>
                            <m:t>1</m:t>
                          </m:r>
                        </m:num>
                        <m:den>
                          <m:r>
                            <a:rPr lang="en-US" sz="2800" i="1">
                              <a:solidFill>
                                <a:srgbClr val="000000"/>
                              </a:solidFill>
                              <a:latin typeface="Cambria Math" panose="02040503050406030204" pitchFamily="18" charset="0"/>
                            </a:rPr>
                            <m:t>4</m:t>
                          </m:r>
                          <m:r>
                            <a:rPr lang="en-US" sz="2800" i="1">
                              <a:solidFill>
                                <a:srgbClr val="000000"/>
                              </a:solidFill>
                              <a:latin typeface="Cambria Math" panose="02040503050406030204" pitchFamily="18" charset="0"/>
                            </a:rPr>
                            <m:t>𝜋</m:t>
                          </m:r>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𝜀</m:t>
                              </m:r>
                            </m:e>
                            <m:sub>
                              <m:r>
                                <a:rPr lang="en-US" sz="2800" i="1">
                                  <a:solidFill>
                                    <a:srgbClr val="000000"/>
                                  </a:solidFill>
                                  <a:latin typeface="Cambria Math" panose="02040503050406030204" pitchFamily="18" charset="0"/>
                                </a:rPr>
                                <m:t>0</m:t>
                              </m:r>
                            </m:sub>
                          </m:sSub>
                          <m:r>
                            <a:rPr lang="en-US" sz="2800" i="1">
                              <a:solidFill>
                                <a:srgbClr val="000000"/>
                              </a:solidFill>
                              <a:latin typeface="Cambria Math" panose="02040503050406030204" pitchFamily="18" charset="0"/>
                            </a:rPr>
                            <m:t>𝑟</m:t>
                          </m:r>
                        </m:den>
                      </m:f>
                      <m:nary>
                        <m:naryPr>
                          <m:chr m:val="∮"/>
                          <m:subHide m:val="on"/>
                          <m:supHide m:val="on"/>
                          <m:ctrlPr>
                            <a:rPr lang="en-US" sz="2800" i="1">
                              <a:solidFill>
                                <a:srgbClr val="000000"/>
                              </a:solidFill>
                              <a:latin typeface="Cambria Math" panose="02040503050406030204" pitchFamily="18" charset="0"/>
                            </a:rPr>
                          </m:ctrlPr>
                        </m:naryPr>
                        <m:sub/>
                        <m:sup/>
                        <m:e>
                          <m:r>
                            <a:rPr lang="en-US" sz="2800" i="1">
                              <a:solidFill>
                                <a:srgbClr val="000000"/>
                              </a:solidFill>
                              <a:latin typeface="Cambria Math" panose="02040503050406030204" pitchFamily="18" charset="0"/>
                            </a:rPr>
                            <m:t>𝑑𝑞</m:t>
                          </m:r>
                        </m:e>
                      </m:nary>
                    </m:oMath>
                  </m:oMathPara>
                </a14:m>
                <a:endParaRPr lang="en-US" sz="2800" dirty="0"/>
              </a:p>
            </p:txBody>
          </p:sp>
        </mc:Choice>
        <mc:Fallback xmlns="">
          <p:sp>
            <p:nvSpPr>
              <p:cNvPr id="43" name="Object 38">
                <a:extLst>
                  <a:ext uri="{FF2B5EF4-FFF2-40B4-BE49-F238E27FC236}">
                    <a16:creationId xmlns:a16="http://schemas.microsoft.com/office/drawing/2014/main" id="{70B4866A-3679-4543-A941-7FD39FB4A510}"/>
                  </a:ext>
                </a:extLst>
              </p:cNvPr>
              <p:cNvSpPr txBox="1">
                <a:spLocks noRot="1" noChangeAspect="1" noMove="1" noResize="1" noEditPoints="1" noAdjustHandles="1" noChangeArrowheads="1" noChangeShapeType="1" noTextEdit="1"/>
              </p:cNvSpPr>
              <p:nvPr/>
            </p:nvSpPr>
            <p:spPr bwMode="auto">
              <a:xfrm>
                <a:off x="2438400" y="4420663"/>
                <a:ext cx="2017712" cy="1082675"/>
              </a:xfrm>
              <a:prstGeom prst="rect">
                <a:avLst/>
              </a:prstGeom>
              <a:blipFill>
                <a:blip r:embed="rId24"/>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4" name="Object 39">
                <a:extLst>
                  <a:ext uri="{FF2B5EF4-FFF2-40B4-BE49-F238E27FC236}">
                    <a16:creationId xmlns:a16="http://schemas.microsoft.com/office/drawing/2014/main" id="{E1100EA1-261A-4169-8F5C-3A07DDBC2C30}"/>
                  </a:ext>
                </a:extLst>
              </p:cNvPr>
              <p:cNvSpPr txBox="1"/>
              <p:nvPr/>
            </p:nvSpPr>
            <p:spPr bwMode="auto">
              <a:xfrm>
                <a:off x="5926137" y="4421199"/>
                <a:ext cx="2719387" cy="1266825"/>
              </a:xfrm>
              <a:prstGeom prst="rect">
                <a:avLst/>
              </a:prstGeom>
              <a:noFill/>
              <a:ln>
                <a:noFill/>
              </a:ln>
              <a:effectLst/>
            </p:spPr>
            <p:txBody>
              <a:bodyPr>
                <a:normAutofit fontScale="92500"/>
              </a:bodyPr>
              <a:lstStyle/>
              <a:p>
                <a:pPr/>
                <a14:m>
                  <m:oMathPara xmlns:m="http://schemas.openxmlformats.org/officeDocument/2006/math">
                    <m:oMathParaPr>
                      <m:jc m:val="centerGroup"/>
                    </m:oMathParaPr>
                    <m:oMath xmlns:m="http://schemas.openxmlformats.org/officeDocument/2006/math">
                      <m:r>
                        <a:rPr lang="en-US" sz="2800" i="1">
                          <a:solidFill>
                            <a:srgbClr val="000000"/>
                          </a:solidFill>
                          <a:latin typeface="Cambria Math" panose="02040503050406030204" pitchFamily="18" charset="0"/>
                        </a:rPr>
                        <m:t>=</m:t>
                      </m:r>
                      <m:f>
                        <m:fPr>
                          <m:ctrlPr>
                            <a:rPr lang="en-US" sz="2800" i="1">
                              <a:solidFill>
                                <a:srgbClr val="000000"/>
                              </a:solidFill>
                              <a:latin typeface="Cambria Math" panose="02040503050406030204" pitchFamily="18" charset="0"/>
                            </a:rPr>
                          </m:ctrlPr>
                        </m:fPr>
                        <m:num>
                          <m:r>
                            <a:rPr lang="en-US" sz="2800" i="1">
                              <a:solidFill>
                                <a:srgbClr val="000000"/>
                              </a:solidFill>
                              <a:latin typeface="Cambria Math" panose="02040503050406030204" pitchFamily="18" charset="0"/>
                            </a:rPr>
                            <m:t>𝑞</m:t>
                          </m:r>
                        </m:num>
                        <m:den>
                          <m:r>
                            <a:rPr lang="en-US" sz="2800" i="1">
                              <a:solidFill>
                                <a:srgbClr val="000000"/>
                              </a:solidFill>
                              <a:latin typeface="Cambria Math" panose="02040503050406030204" pitchFamily="18" charset="0"/>
                            </a:rPr>
                            <m:t>4</m:t>
                          </m:r>
                          <m:r>
                            <a:rPr lang="en-US" sz="2800" i="1">
                              <a:solidFill>
                                <a:srgbClr val="000000"/>
                              </a:solidFill>
                              <a:latin typeface="Cambria Math" panose="02040503050406030204" pitchFamily="18" charset="0"/>
                            </a:rPr>
                            <m:t>𝜋</m:t>
                          </m:r>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𝜀</m:t>
                              </m:r>
                            </m:e>
                            <m:sub>
                              <m:r>
                                <a:rPr lang="en-US" sz="2800" i="1">
                                  <a:solidFill>
                                    <a:srgbClr val="000000"/>
                                  </a:solidFill>
                                  <a:latin typeface="Cambria Math" panose="02040503050406030204" pitchFamily="18" charset="0"/>
                                </a:rPr>
                                <m:t>0</m:t>
                              </m:r>
                            </m:sub>
                          </m:sSub>
                          <m:r>
                            <a:rPr lang="en-US" sz="2800" i="1">
                              <a:solidFill>
                                <a:srgbClr val="000000"/>
                              </a:solidFill>
                              <a:latin typeface="Cambria Math" panose="02040503050406030204" pitchFamily="18" charset="0"/>
                            </a:rPr>
                            <m:t>(</m:t>
                          </m:r>
                          <m:sSup>
                            <m:sSupPr>
                              <m:ctrlPr>
                                <a:rPr lang="en-US" sz="2800" i="1">
                                  <a:solidFill>
                                    <a:srgbClr val="000000"/>
                                  </a:solidFill>
                                  <a:latin typeface="Cambria Math" panose="02040503050406030204" pitchFamily="18" charset="0"/>
                                </a:rPr>
                              </m:ctrlPr>
                            </m:sSupPr>
                            <m:e>
                              <m:r>
                                <a:rPr lang="en-US" sz="2800" i="1">
                                  <a:solidFill>
                                    <a:srgbClr val="000000"/>
                                  </a:solidFill>
                                  <a:latin typeface="Cambria Math" panose="02040503050406030204" pitchFamily="18" charset="0"/>
                                </a:rPr>
                                <m:t>𝑅</m:t>
                              </m:r>
                            </m:e>
                            <m:sup>
                              <m:r>
                                <a:rPr lang="en-US" sz="2800" i="1">
                                  <a:solidFill>
                                    <a:srgbClr val="000000"/>
                                  </a:solidFill>
                                  <a:latin typeface="Cambria Math" panose="02040503050406030204" pitchFamily="18" charset="0"/>
                                </a:rPr>
                                <m:t>2</m:t>
                              </m:r>
                            </m:sup>
                          </m:sSup>
                          <m:r>
                            <a:rPr lang="en-US" sz="2800" i="1">
                              <a:solidFill>
                                <a:srgbClr val="000000"/>
                              </a:solidFill>
                              <a:latin typeface="Cambria Math" panose="02040503050406030204" pitchFamily="18" charset="0"/>
                            </a:rPr>
                            <m:t>+</m:t>
                          </m:r>
                          <m:sSup>
                            <m:sSupPr>
                              <m:ctrlPr>
                                <a:rPr lang="en-US" sz="2800" i="1">
                                  <a:solidFill>
                                    <a:srgbClr val="000000"/>
                                  </a:solidFill>
                                  <a:latin typeface="Cambria Math" panose="02040503050406030204" pitchFamily="18" charset="0"/>
                                </a:rPr>
                              </m:ctrlPr>
                            </m:sSupPr>
                            <m:e>
                              <m:r>
                                <a:rPr lang="en-US" sz="2800" i="1">
                                  <a:solidFill>
                                    <a:srgbClr val="000000"/>
                                  </a:solidFill>
                                  <a:latin typeface="Cambria Math" panose="02040503050406030204" pitchFamily="18" charset="0"/>
                                </a:rPr>
                                <m:t>𝑥</m:t>
                              </m:r>
                            </m:e>
                            <m:sup>
                              <m:r>
                                <a:rPr lang="en-US" sz="2800" i="1">
                                  <a:solidFill>
                                    <a:srgbClr val="000000"/>
                                  </a:solidFill>
                                  <a:latin typeface="Cambria Math" panose="02040503050406030204" pitchFamily="18" charset="0"/>
                                </a:rPr>
                                <m:t>2</m:t>
                              </m:r>
                            </m:sup>
                          </m:sSup>
                          <m:sSup>
                            <m:sSupPr>
                              <m:ctrlPr>
                                <a:rPr lang="en-US" sz="2800" i="1">
                                  <a:solidFill>
                                    <a:srgbClr val="000000"/>
                                  </a:solidFill>
                                  <a:latin typeface="Cambria Math" panose="02040503050406030204" pitchFamily="18" charset="0"/>
                                </a:rPr>
                              </m:ctrlPr>
                            </m:sSupPr>
                            <m:e>
                              <m:r>
                                <a:rPr lang="en-US" sz="2800" i="1">
                                  <a:solidFill>
                                    <a:srgbClr val="000000"/>
                                  </a:solidFill>
                                  <a:latin typeface="Cambria Math" panose="02040503050406030204" pitchFamily="18" charset="0"/>
                                </a:rPr>
                                <m:t>)</m:t>
                              </m:r>
                            </m:e>
                            <m:sup>
                              <m:f>
                                <m:fPr>
                                  <m:ctrlPr>
                                    <a:rPr lang="en-US" sz="2800" i="1">
                                      <a:solidFill>
                                        <a:srgbClr val="000000"/>
                                      </a:solidFill>
                                      <a:latin typeface="Cambria Math" panose="02040503050406030204" pitchFamily="18" charset="0"/>
                                    </a:rPr>
                                  </m:ctrlPr>
                                </m:fPr>
                                <m:num>
                                  <m:r>
                                    <a:rPr lang="en-US" sz="2800" i="1">
                                      <a:solidFill>
                                        <a:srgbClr val="000000"/>
                                      </a:solidFill>
                                      <a:latin typeface="Cambria Math" panose="02040503050406030204" pitchFamily="18" charset="0"/>
                                    </a:rPr>
                                    <m:t>1</m:t>
                                  </m:r>
                                </m:num>
                                <m:den>
                                  <m:r>
                                    <a:rPr lang="en-US" sz="2800" i="1">
                                      <a:solidFill>
                                        <a:srgbClr val="000000"/>
                                      </a:solidFill>
                                      <a:latin typeface="Cambria Math" panose="02040503050406030204" pitchFamily="18" charset="0"/>
                                    </a:rPr>
                                    <m:t>2</m:t>
                                  </m:r>
                                </m:den>
                              </m:f>
                            </m:sup>
                          </m:sSup>
                        </m:den>
                      </m:f>
                    </m:oMath>
                  </m:oMathPara>
                </a14:m>
                <a:endParaRPr lang="en-US" sz="2800" dirty="0"/>
              </a:p>
            </p:txBody>
          </p:sp>
        </mc:Choice>
        <mc:Fallback xmlns="">
          <p:sp>
            <p:nvSpPr>
              <p:cNvPr id="44" name="Object 39">
                <a:extLst>
                  <a:ext uri="{FF2B5EF4-FFF2-40B4-BE49-F238E27FC236}">
                    <a16:creationId xmlns:a16="http://schemas.microsoft.com/office/drawing/2014/main" id="{E1100EA1-261A-4169-8F5C-3A07DDBC2C30}"/>
                  </a:ext>
                </a:extLst>
              </p:cNvPr>
              <p:cNvSpPr txBox="1">
                <a:spLocks noRot="1" noChangeAspect="1" noMove="1" noResize="1" noEditPoints="1" noAdjustHandles="1" noChangeArrowheads="1" noChangeShapeType="1" noTextEdit="1"/>
              </p:cNvSpPr>
              <p:nvPr/>
            </p:nvSpPr>
            <p:spPr bwMode="auto">
              <a:xfrm>
                <a:off x="5926137" y="4421199"/>
                <a:ext cx="2719387" cy="1266825"/>
              </a:xfrm>
              <a:prstGeom prst="rect">
                <a:avLst/>
              </a:prstGeom>
              <a:blipFill>
                <a:blip r:embed="rId25"/>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 name="矩形 23">
                <a:extLst>
                  <a:ext uri="{FF2B5EF4-FFF2-40B4-BE49-F238E27FC236}">
                    <a16:creationId xmlns:a16="http://schemas.microsoft.com/office/drawing/2014/main" id="{A035FC0A-1693-4E10-912B-267B5A43821B}"/>
                  </a:ext>
                </a:extLst>
              </p:cNvPr>
              <p:cNvSpPr/>
              <p:nvPr/>
            </p:nvSpPr>
            <p:spPr>
              <a:xfrm>
                <a:off x="2189934" y="2862576"/>
                <a:ext cx="2124877" cy="98353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2800" b="0" i="1" smtClean="0">
                          <a:solidFill>
                            <a:schemeClr val="tx1"/>
                          </a:solidFill>
                          <a:latin typeface="Cambria Math" panose="02040503050406030204" pitchFamily="18" charset="0"/>
                        </a:rPr>
                        <m:t>𝑑</m:t>
                      </m:r>
                      <m:r>
                        <a:rPr lang="zh-CN" altLang="en-US" sz="2800" b="0" i="1" smtClean="0">
                          <a:solidFill>
                            <a:schemeClr val="tx1"/>
                          </a:solidFill>
                          <a:latin typeface="Cambria Math" panose="02040503050406030204" pitchFamily="18" charset="0"/>
                        </a:rPr>
                        <m:t>𝜑</m:t>
                      </m:r>
                      <m:r>
                        <a:rPr lang="en-US" altLang="zh-CN" sz="2800" b="0" i="1">
                          <a:solidFill>
                            <a:schemeClr val="tx1"/>
                          </a:solidFill>
                          <a:latin typeface="Cambria Math" panose="02040503050406030204" pitchFamily="18" charset="0"/>
                        </a:rPr>
                        <m:t>=</m:t>
                      </m:r>
                      <m:f>
                        <m:fPr>
                          <m:ctrlPr>
                            <a:rPr lang="en-US" altLang="zh-CN" sz="2800" i="1">
                              <a:solidFill>
                                <a:schemeClr val="tx1"/>
                              </a:solidFill>
                              <a:latin typeface="Cambria Math" panose="02040503050406030204" pitchFamily="18" charset="0"/>
                              <a:ea typeface="Cambria Math" panose="02040503050406030204" pitchFamily="18" charset="0"/>
                            </a:rPr>
                          </m:ctrlPr>
                        </m:fPr>
                        <m:num>
                          <m:r>
                            <a:rPr lang="en-US" altLang="zh-CN" sz="2800" b="0" i="1" smtClean="0">
                              <a:solidFill>
                                <a:schemeClr val="tx1"/>
                              </a:solidFill>
                              <a:latin typeface="Cambria Math" panose="02040503050406030204" pitchFamily="18" charset="0"/>
                              <a:ea typeface="Cambria Math" panose="02040503050406030204" pitchFamily="18" charset="0"/>
                            </a:rPr>
                            <m:t>𝑑</m:t>
                          </m:r>
                          <m:r>
                            <a:rPr lang="en-US" altLang="zh-CN" sz="2800" b="0" i="1">
                              <a:solidFill>
                                <a:schemeClr val="tx1"/>
                              </a:solidFill>
                              <a:latin typeface="Cambria Math" panose="02040503050406030204" pitchFamily="18" charset="0"/>
                              <a:ea typeface="Cambria Math" panose="02040503050406030204" pitchFamily="18" charset="0"/>
                            </a:rPr>
                            <m:t>𝑞</m:t>
                          </m:r>
                        </m:num>
                        <m:den>
                          <m:r>
                            <a:rPr lang="en-US" altLang="zh-CN" sz="2800" b="0" i="1">
                              <a:solidFill>
                                <a:schemeClr val="tx1"/>
                              </a:solidFill>
                              <a:latin typeface="Cambria Math" panose="02040503050406030204" pitchFamily="18" charset="0"/>
                              <a:ea typeface="Cambria Math" panose="02040503050406030204" pitchFamily="18" charset="0"/>
                            </a:rPr>
                            <m:t>4</m:t>
                          </m:r>
                          <m:r>
                            <a:rPr lang="zh-CN" altLang="en-US" sz="2800" b="0" i="1">
                              <a:solidFill>
                                <a:schemeClr val="tx1"/>
                              </a:solidFill>
                              <a:latin typeface="Cambria Math" panose="02040503050406030204" pitchFamily="18" charset="0"/>
                              <a:ea typeface="Cambria Math" panose="02040503050406030204" pitchFamily="18" charset="0"/>
                            </a:rPr>
                            <m:t>𝜋</m:t>
                          </m:r>
                          <m:sSub>
                            <m:sSubPr>
                              <m:ctrlPr>
                                <a:rPr lang="en-US" altLang="zh-CN" sz="2800" i="1">
                                  <a:solidFill>
                                    <a:schemeClr val="tx1"/>
                                  </a:solidFill>
                                  <a:latin typeface="Cambria Math" panose="02040503050406030204" pitchFamily="18" charset="0"/>
                                  <a:ea typeface="Cambria Math" panose="02040503050406030204" pitchFamily="18" charset="0"/>
                                </a:rPr>
                              </m:ctrlPr>
                            </m:sSubPr>
                            <m:e>
                              <m:r>
                                <a:rPr lang="zh-CN" altLang="en-US" sz="2800" b="0" i="1">
                                  <a:solidFill>
                                    <a:schemeClr val="tx1"/>
                                  </a:solidFill>
                                  <a:latin typeface="Cambria Math" panose="02040503050406030204" pitchFamily="18" charset="0"/>
                                  <a:ea typeface="Cambria Math" panose="02040503050406030204" pitchFamily="18" charset="0"/>
                                </a:rPr>
                                <m:t>𝜀</m:t>
                              </m:r>
                            </m:e>
                            <m:sub>
                              <m:r>
                                <a:rPr lang="en-US" altLang="zh-CN" sz="2800" b="0" i="1">
                                  <a:solidFill>
                                    <a:schemeClr val="tx1"/>
                                  </a:solidFill>
                                  <a:latin typeface="Cambria Math" panose="02040503050406030204" pitchFamily="18" charset="0"/>
                                  <a:ea typeface="Cambria Math" panose="02040503050406030204" pitchFamily="18" charset="0"/>
                                </a:rPr>
                                <m:t>0</m:t>
                              </m:r>
                            </m:sub>
                          </m:sSub>
                          <m:r>
                            <a:rPr lang="en-US" altLang="zh-CN" sz="2800" b="0" i="1">
                              <a:solidFill>
                                <a:schemeClr val="tx1"/>
                              </a:solidFill>
                              <a:latin typeface="Cambria Math" panose="02040503050406030204" pitchFamily="18" charset="0"/>
                              <a:ea typeface="Cambria Math" panose="02040503050406030204" pitchFamily="18" charset="0"/>
                            </a:rPr>
                            <m:t>𝑟</m:t>
                          </m:r>
                        </m:den>
                      </m:f>
                    </m:oMath>
                  </m:oMathPara>
                </a14:m>
                <a:endParaRPr lang="en-US" sz="2800" dirty="0">
                  <a:solidFill>
                    <a:schemeClr val="tx1"/>
                  </a:solidFill>
                </a:endParaRPr>
              </a:p>
            </p:txBody>
          </p:sp>
        </mc:Choice>
        <mc:Fallback xmlns="">
          <p:sp>
            <p:nvSpPr>
              <p:cNvPr id="24" name="矩形 23">
                <a:extLst>
                  <a:ext uri="{FF2B5EF4-FFF2-40B4-BE49-F238E27FC236}">
                    <a16:creationId xmlns:a16="http://schemas.microsoft.com/office/drawing/2014/main" id="{A035FC0A-1693-4E10-912B-267B5A43821B}"/>
                  </a:ext>
                </a:extLst>
              </p:cNvPr>
              <p:cNvSpPr>
                <a:spLocks noRot="1" noChangeAspect="1" noMove="1" noResize="1" noEditPoints="1" noAdjustHandles="1" noChangeArrowheads="1" noChangeShapeType="1" noTextEdit="1"/>
              </p:cNvSpPr>
              <p:nvPr/>
            </p:nvSpPr>
            <p:spPr>
              <a:xfrm>
                <a:off x="2189934" y="2862576"/>
                <a:ext cx="2124877" cy="983539"/>
              </a:xfrm>
              <a:prstGeom prst="rect">
                <a:avLst/>
              </a:prstGeom>
              <a:blipFill>
                <a:blip r:embed="rId2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 name="矩形 24">
                <a:extLst>
                  <a:ext uri="{FF2B5EF4-FFF2-40B4-BE49-F238E27FC236}">
                    <a16:creationId xmlns:a16="http://schemas.microsoft.com/office/drawing/2014/main" id="{1019709B-7F68-40A2-8D55-6AF160F21BEB}"/>
                  </a:ext>
                </a:extLst>
              </p:cNvPr>
              <p:cNvSpPr/>
              <p:nvPr/>
            </p:nvSpPr>
            <p:spPr>
              <a:xfrm>
                <a:off x="1998410" y="4559607"/>
                <a:ext cx="525785"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sz="2800" b="0" i="1">
                          <a:latin typeface="Cambria Math" panose="02040503050406030204" pitchFamily="18" charset="0"/>
                        </a:rPr>
                        <m:t>𝜑</m:t>
                      </m:r>
                    </m:oMath>
                  </m:oMathPara>
                </a14:m>
                <a:endParaRPr lang="en-US" sz="2800" dirty="0"/>
              </a:p>
            </p:txBody>
          </p:sp>
        </mc:Choice>
        <mc:Fallback xmlns="">
          <p:sp>
            <p:nvSpPr>
              <p:cNvPr id="25" name="矩形 24">
                <a:extLst>
                  <a:ext uri="{FF2B5EF4-FFF2-40B4-BE49-F238E27FC236}">
                    <a16:creationId xmlns:a16="http://schemas.microsoft.com/office/drawing/2014/main" id="{1019709B-7F68-40A2-8D55-6AF160F21BEB}"/>
                  </a:ext>
                </a:extLst>
              </p:cNvPr>
              <p:cNvSpPr>
                <a:spLocks noRot="1" noChangeAspect="1" noMove="1" noResize="1" noEditPoints="1" noAdjustHandles="1" noChangeArrowheads="1" noChangeShapeType="1" noTextEdit="1"/>
              </p:cNvSpPr>
              <p:nvPr/>
            </p:nvSpPr>
            <p:spPr>
              <a:xfrm>
                <a:off x="1998410" y="4559607"/>
                <a:ext cx="525785" cy="523220"/>
              </a:xfrm>
              <a:prstGeom prst="rect">
                <a:avLst/>
              </a:prstGeom>
              <a:blipFill>
                <a:blip r:embed="rId27"/>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114047251"/>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5360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3" presetClass="entr" presetSubtype="5"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blinds(vertical)">
                                      <p:cBhvr>
                                        <p:cTn id="11" dur="500"/>
                                        <p:tgtEl>
                                          <p:spTgt spid="2"/>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3" presetClass="entr" presetSubtype="5" fill="hold" nodeType="click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blinds(vertical)">
                                      <p:cBhvr>
                                        <p:cTn id="16" dur="500"/>
                                        <p:tgtEl>
                                          <p:spTgt spid="3"/>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53605"/>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5360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153610"/>
                                        </p:tgtEl>
                                        <p:attrNameLst>
                                          <p:attrName>style.visibility</p:attrName>
                                        </p:attrNameLst>
                                      </p:cBhvr>
                                      <p:to>
                                        <p:strVal val="visible"/>
                                      </p:to>
                                    </p:set>
                                    <p:animEffect transition="in" filter="wipe(down)">
                                      <p:cBhvr>
                                        <p:cTn id="27" dur="500"/>
                                        <p:tgtEl>
                                          <p:spTgt spid="153610"/>
                                        </p:tgtEl>
                                      </p:cBhvr>
                                    </p:animEffect>
                                  </p:childTnLst>
                                </p:cTn>
                              </p:par>
                              <p:par>
                                <p:cTn id="28" presetID="22" presetClass="entr" presetSubtype="4" fill="hold" nodeType="withEffect">
                                  <p:stCondLst>
                                    <p:cond delay="0"/>
                                  </p:stCondLst>
                                  <p:childTnLst>
                                    <p:set>
                                      <p:cBhvr>
                                        <p:cTn id="29" dur="1" fill="hold">
                                          <p:stCondLst>
                                            <p:cond delay="0"/>
                                          </p:stCondLst>
                                        </p:cTn>
                                        <p:tgtEl>
                                          <p:spTgt spid="153625"/>
                                        </p:tgtEl>
                                        <p:attrNameLst>
                                          <p:attrName>style.visibility</p:attrName>
                                        </p:attrNameLst>
                                      </p:cBhvr>
                                      <p:to>
                                        <p:strVal val="visible"/>
                                      </p:to>
                                    </p:set>
                                    <p:animEffect transition="in" filter="wipe(down)">
                                      <p:cBhvr>
                                        <p:cTn id="30" dur="500"/>
                                        <p:tgtEl>
                                          <p:spTgt spid="153625"/>
                                        </p:tgtEl>
                                      </p:cBhvr>
                                    </p:animEffect>
                                  </p:childTnLst>
                                </p:cTn>
                              </p:par>
                              <p:par>
                                <p:cTn id="31" presetID="22" presetClass="entr" presetSubtype="4" fill="hold" grpId="0" nodeType="withEffect">
                                  <p:stCondLst>
                                    <p:cond delay="0"/>
                                  </p:stCondLst>
                                  <p:childTnLst>
                                    <p:set>
                                      <p:cBhvr>
                                        <p:cTn id="32" dur="1" fill="hold">
                                          <p:stCondLst>
                                            <p:cond delay="0"/>
                                          </p:stCondLst>
                                        </p:cTn>
                                        <p:tgtEl>
                                          <p:spTgt spid="153626"/>
                                        </p:tgtEl>
                                        <p:attrNameLst>
                                          <p:attrName>style.visibility</p:attrName>
                                        </p:attrNameLst>
                                      </p:cBhvr>
                                      <p:to>
                                        <p:strVal val="visible"/>
                                      </p:to>
                                    </p:set>
                                    <p:animEffect transition="in" filter="wipe(down)">
                                      <p:cBhvr>
                                        <p:cTn id="33" dur="500"/>
                                        <p:tgtEl>
                                          <p:spTgt spid="153626"/>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3" presetClass="entr" presetSubtype="10" fill="hold" nodeType="clickEffect">
                                  <p:stCondLst>
                                    <p:cond delay="0"/>
                                  </p:stCondLst>
                                  <p:childTnLst>
                                    <p:set>
                                      <p:cBhvr>
                                        <p:cTn id="37" dur="1" fill="hold">
                                          <p:stCondLst>
                                            <p:cond delay="0"/>
                                          </p:stCondLst>
                                        </p:cTn>
                                        <p:tgtEl>
                                          <p:spTgt spid="4"/>
                                        </p:tgtEl>
                                        <p:attrNameLst>
                                          <p:attrName>style.visibility</p:attrName>
                                        </p:attrNameLst>
                                      </p:cBhvr>
                                      <p:to>
                                        <p:strVal val="visible"/>
                                      </p:to>
                                    </p:set>
                                    <p:animEffect transition="in" filter="blinds(horizontal)">
                                      <p:cBhvr>
                                        <p:cTn id="38" dur="500"/>
                                        <p:tgtEl>
                                          <p:spTgt spid="4"/>
                                        </p:tgtEl>
                                      </p:cBhvr>
                                    </p:animEffec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4"/>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43"/>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42"/>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03" grpId="0" animBg="1"/>
      <p:bldP spid="153605" grpId="0"/>
      <p:bldP spid="153626" grpId="0" animBg="1"/>
      <p:bldP spid="42" grpId="0"/>
      <p:bldP spid="43" grpId="0"/>
      <p:bldP spid="44" grpId="0"/>
      <p:bldP spid="24" grpId="0"/>
      <p:bldP spid="25"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41ADFFA-E057-4C95-9806-E78A94347435}"/>
              </a:ext>
            </a:extLst>
          </p:cNvPr>
          <p:cNvSpPr>
            <a:spLocks noGrp="1"/>
          </p:cNvSpPr>
          <p:nvPr>
            <p:ph type="title"/>
          </p:nvPr>
        </p:nvSpPr>
        <p:spPr>
          <a:xfrm>
            <a:off x="514368" y="185048"/>
            <a:ext cx="7543800" cy="1243238"/>
          </a:xfrm>
        </p:spPr>
        <p:txBody>
          <a:bodyPr>
            <a:normAutofit/>
          </a:bodyPr>
          <a:lstStyle/>
          <a:p>
            <a:pPr marL="571500" indent="-571500">
              <a:buFont typeface="Wingdings" panose="05000000000000000000" pitchFamily="2" charset="2"/>
              <a:buChar char="q"/>
            </a:pPr>
            <a:r>
              <a:rPr kumimoji="1" lang="zh-CN" altLang="en-US" sz="3200" b="1" dirty="0">
                <a:solidFill>
                  <a:srgbClr val="0066FF"/>
                </a:solidFill>
                <a:latin typeface="华文楷体" panose="02010600040101010101" pitchFamily="2" charset="-122"/>
                <a:ea typeface="华文楷体" panose="02010600040101010101" pitchFamily="2" charset="-122"/>
                <a:cs typeface="+mn-cs"/>
              </a:rPr>
              <a:t>均匀带电球面的电势</a:t>
            </a:r>
            <a:endParaRPr lang="zh-CN" altLang="en-US" sz="3200" b="1" dirty="0">
              <a:solidFill>
                <a:srgbClr val="0066FF"/>
              </a:solidFill>
              <a:latin typeface="华文楷体" panose="02010600040101010101" pitchFamily="2" charset="-122"/>
              <a:ea typeface="华文楷体" panose="02010600040101010101" pitchFamily="2" charset="-122"/>
            </a:endParaRPr>
          </a:p>
        </p:txBody>
      </p:sp>
      <p:grpSp>
        <p:nvGrpSpPr>
          <p:cNvPr id="720903" name="Group 7"/>
          <p:cNvGrpSpPr>
            <a:grpSpLocks/>
          </p:cNvGrpSpPr>
          <p:nvPr/>
        </p:nvGrpSpPr>
        <p:grpSpPr bwMode="auto">
          <a:xfrm>
            <a:off x="824988" y="1631929"/>
            <a:ext cx="3146425" cy="3090863"/>
            <a:chOff x="3360" y="672"/>
            <a:chExt cx="1982" cy="1947"/>
          </a:xfrm>
        </p:grpSpPr>
        <p:sp>
          <p:nvSpPr>
            <p:cNvPr id="720904" name="Oval 8"/>
            <p:cNvSpPr>
              <a:spLocks noChangeArrowheads="1"/>
            </p:cNvSpPr>
            <p:nvPr/>
          </p:nvSpPr>
          <p:spPr bwMode="auto">
            <a:xfrm>
              <a:off x="3360" y="720"/>
              <a:ext cx="1898" cy="1899"/>
            </a:xfrm>
            <a:prstGeom prst="ellipse">
              <a:avLst/>
            </a:prstGeom>
            <a:gradFill rotWithShape="1">
              <a:gsLst>
                <a:gs pos="0">
                  <a:schemeClr val="bg1"/>
                </a:gs>
                <a:gs pos="100000">
                  <a:schemeClr val="bg1">
                    <a:gamma/>
                    <a:shade val="47451"/>
                    <a:invGamma/>
                  </a:schemeClr>
                </a:gs>
              </a:gsLst>
              <a:path path="shape">
                <a:fillToRect l="50000" t="50000" r="50000" b="50000"/>
              </a:path>
            </a:gradFill>
            <a:ln>
              <a:noFill/>
            </a:ln>
            <a:effectLst/>
            <a:extLst>
              <a:ext uri="{91240B29-F687-4F45-9708-019B960494DF}">
                <a14:hiddenLine xmlns:a14="http://schemas.microsoft.com/office/drawing/2010/main" w="50800">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algn="ctr" eaLnBrk="1" fontAlgn="base" hangingPunct="1">
                <a:spcBef>
                  <a:spcPct val="0"/>
                </a:spcBef>
                <a:spcAft>
                  <a:spcPct val="0"/>
                </a:spcAft>
                <a:defRPr/>
              </a:pPr>
              <a:endParaRPr lang="zh-CN" altLang="en-US" sz="3200">
                <a:solidFill>
                  <a:srgbClr val="000000"/>
                </a:solidFill>
                <a:latin typeface="华文楷体" panose="02010600040101010101" pitchFamily="2" charset="-122"/>
                <a:ea typeface="华文楷体" panose="02010600040101010101" pitchFamily="2" charset="-122"/>
              </a:endParaRPr>
            </a:p>
          </p:txBody>
        </p:sp>
        <p:sp>
          <p:nvSpPr>
            <p:cNvPr id="109578" name="Rectangle 9"/>
            <p:cNvSpPr>
              <a:spLocks noChangeArrowheads="1"/>
            </p:cNvSpPr>
            <p:nvPr/>
          </p:nvSpPr>
          <p:spPr bwMode="auto">
            <a:xfrm>
              <a:off x="4864" y="1057"/>
              <a:ext cx="290" cy="3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defRPr/>
              </a:pPr>
              <a:r>
                <a:rPr lang="en-US" altLang="zh-CN" sz="3200" dirty="0">
                  <a:solidFill>
                    <a:srgbClr val="000000"/>
                  </a:solidFill>
                  <a:latin typeface="华文楷体" panose="02010600040101010101" pitchFamily="2" charset="-122"/>
                  <a:ea typeface="华文楷体" panose="02010600040101010101" pitchFamily="2" charset="-122"/>
                </a:rPr>
                <a:t>+</a:t>
              </a:r>
            </a:p>
          </p:txBody>
        </p:sp>
        <p:grpSp>
          <p:nvGrpSpPr>
            <p:cNvPr id="109579" name="Group 10"/>
            <p:cNvGrpSpPr>
              <a:grpSpLocks/>
            </p:cNvGrpSpPr>
            <p:nvPr/>
          </p:nvGrpSpPr>
          <p:grpSpPr bwMode="auto">
            <a:xfrm>
              <a:off x="3462" y="672"/>
              <a:ext cx="1880" cy="1874"/>
              <a:chOff x="3185" y="1871"/>
              <a:chExt cx="2338" cy="2330"/>
            </a:xfrm>
          </p:grpSpPr>
          <p:sp>
            <p:nvSpPr>
              <p:cNvPr id="109584" name="Rectangle 11"/>
              <p:cNvSpPr>
                <a:spLocks noChangeArrowheads="1"/>
              </p:cNvSpPr>
              <p:nvPr/>
            </p:nvSpPr>
            <p:spPr bwMode="auto">
              <a:xfrm>
                <a:off x="3331" y="3312"/>
                <a:ext cx="360" cy="4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defRPr/>
                </a:pPr>
                <a:r>
                  <a:rPr lang="en-US" altLang="zh-CN" sz="3200">
                    <a:solidFill>
                      <a:srgbClr val="000000"/>
                    </a:solidFill>
                    <a:latin typeface="华文楷体" panose="02010600040101010101" pitchFamily="2" charset="-122"/>
                    <a:ea typeface="华文楷体" panose="02010600040101010101" pitchFamily="2" charset="-122"/>
                  </a:rPr>
                  <a:t>+</a:t>
                </a:r>
              </a:p>
            </p:txBody>
          </p:sp>
          <p:sp>
            <p:nvSpPr>
              <p:cNvPr id="109585" name="Rectangle 12"/>
              <p:cNvSpPr>
                <a:spLocks noChangeArrowheads="1"/>
              </p:cNvSpPr>
              <p:nvPr/>
            </p:nvSpPr>
            <p:spPr bwMode="auto">
              <a:xfrm>
                <a:off x="3185" y="3022"/>
                <a:ext cx="360" cy="4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defRPr/>
                </a:pPr>
                <a:r>
                  <a:rPr lang="en-US" altLang="zh-CN" sz="3200">
                    <a:solidFill>
                      <a:srgbClr val="000000"/>
                    </a:solidFill>
                    <a:latin typeface="华文楷体" panose="02010600040101010101" pitchFamily="2" charset="-122"/>
                    <a:ea typeface="华文楷体" panose="02010600040101010101" pitchFamily="2" charset="-122"/>
                  </a:rPr>
                  <a:t>+</a:t>
                </a:r>
              </a:p>
            </p:txBody>
          </p:sp>
          <p:sp>
            <p:nvSpPr>
              <p:cNvPr id="109586" name="Rectangle 13"/>
              <p:cNvSpPr>
                <a:spLocks noChangeArrowheads="1"/>
              </p:cNvSpPr>
              <p:nvPr/>
            </p:nvSpPr>
            <p:spPr bwMode="auto">
              <a:xfrm>
                <a:off x="3185" y="2735"/>
                <a:ext cx="360" cy="4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defRPr/>
                </a:pPr>
                <a:r>
                  <a:rPr lang="en-US" altLang="zh-CN" sz="3200">
                    <a:solidFill>
                      <a:srgbClr val="000000"/>
                    </a:solidFill>
                    <a:latin typeface="华文楷体" panose="02010600040101010101" pitchFamily="2" charset="-122"/>
                    <a:ea typeface="华文楷体" panose="02010600040101010101" pitchFamily="2" charset="-122"/>
                  </a:rPr>
                  <a:t>+</a:t>
                </a:r>
              </a:p>
            </p:txBody>
          </p:sp>
          <p:sp>
            <p:nvSpPr>
              <p:cNvPr id="109587" name="Rectangle 14"/>
              <p:cNvSpPr>
                <a:spLocks noChangeArrowheads="1"/>
              </p:cNvSpPr>
              <p:nvPr/>
            </p:nvSpPr>
            <p:spPr bwMode="auto">
              <a:xfrm>
                <a:off x="3281" y="2351"/>
                <a:ext cx="360" cy="4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defRPr/>
                </a:pPr>
                <a:r>
                  <a:rPr lang="en-US" altLang="zh-CN" sz="3200">
                    <a:solidFill>
                      <a:srgbClr val="000000"/>
                    </a:solidFill>
                    <a:latin typeface="华文楷体" panose="02010600040101010101" pitchFamily="2" charset="-122"/>
                    <a:ea typeface="华文楷体" panose="02010600040101010101" pitchFamily="2" charset="-122"/>
                  </a:rPr>
                  <a:t>+</a:t>
                </a:r>
              </a:p>
            </p:txBody>
          </p:sp>
          <p:sp>
            <p:nvSpPr>
              <p:cNvPr id="109588" name="Rectangle 15"/>
              <p:cNvSpPr>
                <a:spLocks noChangeArrowheads="1"/>
              </p:cNvSpPr>
              <p:nvPr/>
            </p:nvSpPr>
            <p:spPr bwMode="auto">
              <a:xfrm>
                <a:off x="3569" y="2062"/>
                <a:ext cx="360" cy="4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defRPr/>
                </a:pPr>
                <a:r>
                  <a:rPr lang="en-US" altLang="zh-CN" sz="3200">
                    <a:solidFill>
                      <a:srgbClr val="000000"/>
                    </a:solidFill>
                    <a:latin typeface="华文楷体" panose="02010600040101010101" pitchFamily="2" charset="-122"/>
                    <a:ea typeface="华文楷体" panose="02010600040101010101" pitchFamily="2" charset="-122"/>
                  </a:rPr>
                  <a:t>+</a:t>
                </a:r>
              </a:p>
            </p:txBody>
          </p:sp>
          <p:sp>
            <p:nvSpPr>
              <p:cNvPr id="109589" name="Rectangle 16"/>
              <p:cNvSpPr>
                <a:spLocks noChangeArrowheads="1"/>
              </p:cNvSpPr>
              <p:nvPr/>
            </p:nvSpPr>
            <p:spPr bwMode="auto">
              <a:xfrm>
                <a:off x="3905" y="1871"/>
                <a:ext cx="360" cy="4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defRPr/>
                </a:pPr>
                <a:r>
                  <a:rPr lang="en-US" altLang="zh-CN" sz="3200">
                    <a:solidFill>
                      <a:srgbClr val="000000"/>
                    </a:solidFill>
                    <a:latin typeface="华文楷体" panose="02010600040101010101" pitchFamily="2" charset="-122"/>
                    <a:ea typeface="华文楷体" panose="02010600040101010101" pitchFamily="2" charset="-122"/>
                  </a:rPr>
                  <a:t>+</a:t>
                </a:r>
              </a:p>
            </p:txBody>
          </p:sp>
          <p:sp>
            <p:nvSpPr>
              <p:cNvPr id="109590" name="Rectangle 17"/>
              <p:cNvSpPr>
                <a:spLocks noChangeArrowheads="1"/>
              </p:cNvSpPr>
              <p:nvPr/>
            </p:nvSpPr>
            <p:spPr bwMode="auto">
              <a:xfrm>
                <a:off x="4674" y="2062"/>
                <a:ext cx="360" cy="4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defRPr/>
                </a:pPr>
                <a:r>
                  <a:rPr lang="en-US" altLang="zh-CN" sz="3200">
                    <a:solidFill>
                      <a:srgbClr val="000000"/>
                    </a:solidFill>
                    <a:latin typeface="华文楷体" panose="02010600040101010101" pitchFamily="2" charset="-122"/>
                    <a:ea typeface="华文楷体" panose="02010600040101010101" pitchFamily="2" charset="-122"/>
                  </a:rPr>
                  <a:t>+</a:t>
                </a:r>
              </a:p>
            </p:txBody>
          </p:sp>
          <p:sp>
            <p:nvSpPr>
              <p:cNvPr id="109591" name="Rectangle 18"/>
              <p:cNvSpPr>
                <a:spLocks noChangeArrowheads="1"/>
              </p:cNvSpPr>
              <p:nvPr/>
            </p:nvSpPr>
            <p:spPr bwMode="auto">
              <a:xfrm>
                <a:off x="4290" y="1871"/>
                <a:ext cx="360" cy="4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defRPr/>
                </a:pPr>
                <a:r>
                  <a:rPr lang="en-US" altLang="zh-CN" sz="3200">
                    <a:solidFill>
                      <a:srgbClr val="000000"/>
                    </a:solidFill>
                    <a:latin typeface="华文楷体" panose="02010600040101010101" pitchFamily="2" charset="-122"/>
                    <a:ea typeface="华文楷体" panose="02010600040101010101" pitchFamily="2" charset="-122"/>
                  </a:rPr>
                  <a:t>+</a:t>
                </a:r>
              </a:p>
            </p:txBody>
          </p:sp>
          <p:sp>
            <p:nvSpPr>
              <p:cNvPr id="109592" name="Rectangle 19"/>
              <p:cNvSpPr>
                <a:spLocks noChangeArrowheads="1"/>
              </p:cNvSpPr>
              <p:nvPr/>
            </p:nvSpPr>
            <p:spPr bwMode="auto">
              <a:xfrm>
                <a:off x="4290" y="3742"/>
                <a:ext cx="360" cy="4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defRPr/>
                </a:pPr>
                <a:r>
                  <a:rPr lang="en-US" altLang="zh-CN" sz="3200">
                    <a:solidFill>
                      <a:srgbClr val="000000"/>
                    </a:solidFill>
                    <a:latin typeface="华文楷体" panose="02010600040101010101" pitchFamily="2" charset="-122"/>
                    <a:ea typeface="华文楷体" panose="02010600040101010101" pitchFamily="2" charset="-122"/>
                  </a:rPr>
                  <a:t>+</a:t>
                </a:r>
              </a:p>
            </p:txBody>
          </p:sp>
          <p:sp>
            <p:nvSpPr>
              <p:cNvPr id="109593" name="Rectangle 20"/>
              <p:cNvSpPr>
                <a:spLocks noChangeArrowheads="1"/>
              </p:cNvSpPr>
              <p:nvPr/>
            </p:nvSpPr>
            <p:spPr bwMode="auto">
              <a:xfrm>
                <a:off x="4674" y="3551"/>
                <a:ext cx="360" cy="4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defRPr/>
                </a:pPr>
                <a:r>
                  <a:rPr lang="en-US" altLang="zh-CN" sz="3200">
                    <a:solidFill>
                      <a:srgbClr val="000000"/>
                    </a:solidFill>
                    <a:latin typeface="华文楷体" panose="02010600040101010101" pitchFamily="2" charset="-122"/>
                    <a:ea typeface="华文楷体" panose="02010600040101010101" pitchFamily="2" charset="-122"/>
                  </a:rPr>
                  <a:t>+</a:t>
                </a:r>
              </a:p>
            </p:txBody>
          </p:sp>
          <p:sp>
            <p:nvSpPr>
              <p:cNvPr id="109594" name="Rectangle 21"/>
              <p:cNvSpPr>
                <a:spLocks noChangeArrowheads="1"/>
              </p:cNvSpPr>
              <p:nvPr/>
            </p:nvSpPr>
            <p:spPr bwMode="auto">
              <a:xfrm>
                <a:off x="4913" y="3312"/>
                <a:ext cx="360" cy="4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defRPr/>
                </a:pPr>
                <a:r>
                  <a:rPr lang="en-US" altLang="zh-CN" sz="3200">
                    <a:solidFill>
                      <a:srgbClr val="000000"/>
                    </a:solidFill>
                    <a:latin typeface="华文楷体" panose="02010600040101010101" pitchFamily="2" charset="-122"/>
                    <a:ea typeface="华文楷体" panose="02010600040101010101" pitchFamily="2" charset="-122"/>
                  </a:rPr>
                  <a:t>+</a:t>
                </a:r>
              </a:p>
            </p:txBody>
          </p:sp>
          <p:sp>
            <p:nvSpPr>
              <p:cNvPr id="109595" name="Rectangle 22"/>
              <p:cNvSpPr>
                <a:spLocks noChangeArrowheads="1"/>
              </p:cNvSpPr>
              <p:nvPr/>
            </p:nvSpPr>
            <p:spPr bwMode="auto">
              <a:xfrm>
                <a:off x="5009" y="3022"/>
                <a:ext cx="360" cy="4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defRPr/>
                </a:pPr>
                <a:r>
                  <a:rPr lang="en-US" altLang="zh-CN" sz="3200">
                    <a:solidFill>
                      <a:srgbClr val="000000"/>
                    </a:solidFill>
                    <a:latin typeface="华文楷体" panose="02010600040101010101" pitchFamily="2" charset="-122"/>
                    <a:ea typeface="华文楷体" panose="02010600040101010101" pitchFamily="2" charset="-122"/>
                  </a:rPr>
                  <a:t>+</a:t>
                </a:r>
              </a:p>
            </p:txBody>
          </p:sp>
          <p:sp>
            <p:nvSpPr>
              <p:cNvPr id="109596" name="Rectangle 23"/>
              <p:cNvSpPr>
                <a:spLocks noChangeArrowheads="1"/>
              </p:cNvSpPr>
              <p:nvPr/>
            </p:nvSpPr>
            <p:spPr bwMode="auto">
              <a:xfrm>
                <a:off x="5058" y="2687"/>
                <a:ext cx="360" cy="4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defRPr/>
                </a:pPr>
                <a:r>
                  <a:rPr lang="en-US" altLang="zh-CN" sz="3200" dirty="0">
                    <a:solidFill>
                      <a:srgbClr val="000000"/>
                    </a:solidFill>
                    <a:latin typeface="华文楷体" panose="02010600040101010101" pitchFamily="2" charset="-122"/>
                    <a:ea typeface="华文楷体" panose="02010600040101010101" pitchFamily="2" charset="-122"/>
                  </a:rPr>
                  <a:t>+</a:t>
                </a:r>
              </a:p>
            </p:txBody>
          </p:sp>
          <p:sp>
            <p:nvSpPr>
              <p:cNvPr id="109597" name="Rectangle 24"/>
              <p:cNvSpPr>
                <a:spLocks noChangeArrowheads="1"/>
              </p:cNvSpPr>
              <p:nvPr/>
            </p:nvSpPr>
            <p:spPr bwMode="auto">
              <a:xfrm>
                <a:off x="3618" y="3599"/>
                <a:ext cx="360" cy="4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defRPr/>
                </a:pPr>
                <a:r>
                  <a:rPr lang="en-US" altLang="zh-CN" sz="3200">
                    <a:solidFill>
                      <a:srgbClr val="000000"/>
                    </a:solidFill>
                    <a:latin typeface="华文楷体" panose="02010600040101010101" pitchFamily="2" charset="-122"/>
                    <a:ea typeface="华文楷体" panose="02010600040101010101" pitchFamily="2" charset="-122"/>
                  </a:rPr>
                  <a:t>+</a:t>
                </a:r>
              </a:p>
            </p:txBody>
          </p:sp>
          <p:sp>
            <p:nvSpPr>
              <p:cNvPr id="109598" name="Rectangle 25"/>
              <p:cNvSpPr>
                <a:spLocks noChangeArrowheads="1"/>
              </p:cNvSpPr>
              <p:nvPr/>
            </p:nvSpPr>
            <p:spPr bwMode="auto">
              <a:xfrm>
                <a:off x="3952" y="3743"/>
                <a:ext cx="360" cy="4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defRPr/>
                </a:pPr>
                <a:r>
                  <a:rPr lang="en-US" altLang="zh-CN" sz="3200">
                    <a:solidFill>
                      <a:srgbClr val="000000"/>
                    </a:solidFill>
                    <a:latin typeface="华文楷体" panose="02010600040101010101" pitchFamily="2" charset="-122"/>
                    <a:ea typeface="华文楷体" panose="02010600040101010101" pitchFamily="2" charset="-122"/>
                  </a:rPr>
                  <a:t>+</a:t>
                </a:r>
              </a:p>
            </p:txBody>
          </p:sp>
          <mc:AlternateContent xmlns:mc="http://schemas.openxmlformats.org/markup-compatibility/2006" xmlns:a14="http://schemas.microsoft.com/office/drawing/2010/main">
            <mc:Choice Requires="a14">
              <p:sp>
                <p:nvSpPr>
                  <p:cNvPr id="109599" name="Rectangle 26"/>
                  <p:cNvSpPr>
                    <a:spLocks noChangeArrowheads="1"/>
                  </p:cNvSpPr>
                  <p:nvPr/>
                </p:nvSpPr>
                <p:spPr bwMode="auto">
                  <a:xfrm>
                    <a:off x="5102" y="1976"/>
                    <a:ext cx="421" cy="458"/>
                  </a:xfrm>
                  <a:prstGeom prst="rect">
                    <a:avLst/>
                  </a:prstGeom>
                  <a:noFill/>
                  <a:ln>
                    <a:noFill/>
                  </a:ln>
                  <a:effectLst/>
                  <a:extLst>
                    <a:ext uri="{909E8E84-426E-40DD-AFC4-6F175D3DCCD1}">
                      <a14:hiddenFill>
                        <a:solidFill>
                          <a:schemeClr val="accent1"/>
                        </a:solidFill>
                      </a14:hiddenFill>
                    </a:ext>
                    <a:ext uri="{91240B29-F687-4F45-9708-019B960494DF}">
                      <a14:hiddenLine w="9525">
                        <a:solidFill>
                          <a:srgbClr val="FFFF00"/>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non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defRPr/>
                    </a:pPr>
                    <a14:m>
                      <m:oMathPara xmlns:m="http://schemas.openxmlformats.org/officeDocument/2006/math">
                        <m:oMathParaPr>
                          <m:jc m:val="centerGroup"/>
                        </m:oMathParaPr>
                        <m:oMath xmlns:m="http://schemas.openxmlformats.org/officeDocument/2006/math">
                          <m:r>
                            <a:rPr lang="en-US" altLang="zh-CN" sz="3200" i="1">
                              <a:solidFill>
                                <a:srgbClr val="000000"/>
                              </a:solidFill>
                              <a:latin typeface="Cambria Math" panose="02040503050406030204" pitchFamily="18" charset="0"/>
                              <a:ea typeface="华文新魏" panose="02010800040101010101" pitchFamily="2" charset="-122"/>
                            </a:rPr>
                            <m:t>𝒒</m:t>
                          </m:r>
                        </m:oMath>
                      </m:oMathPara>
                    </a14:m>
                    <a:endParaRPr lang="en-US" altLang="zh-CN" sz="3200" i="1" dirty="0">
                      <a:solidFill>
                        <a:srgbClr val="000000"/>
                      </a:solidFill>
                      <a:latin typeface="华文楷体" panose="02010600040101010101" pitchFamily="2" charset="-122"/>
                      <a:ea typeface="华文楷体" panose="02010600040101010101" pitchFamily="2" charset="-122"/>
                    </a:endParaRPr>
                  </a:p>
                </p:txBody>
              </p:sp>
            </mc:Choice>
            <mc:Fallback xmlns="">
              <p:sp>
                <p:nvSpPr>
                  <p:cNvPr id="109599" name="Rectangle 26"/>
                  <p:cNvSpPr>
                    <a:spLocks noRot="1" noChangeAspect="1" noMove="1" noResize="1" noEditPoints="1" noAdjustHandles="1" noChangeArrowheads="1" noChangeShapeType="1" noTextEdit="1"/>
                  </p:cNvSpPr>
                  <p:nvPr/>
                </p:nvSpPr>
                <p:spPr bwMode="auto">
                  <a:xfrm>
                    <a:off x="5102" y="1976"/>
                    <a:ext cx="421" cy="458"/>
                  </a:xfrm>
                  <a:prstGeom prst="rect">
                    <a:avLst/>
                  </a:prstGeom>
                  <a:blipFill>
                    <a:blip r:embed="rId3"/>
                    <a:stretch>
                      <a:fillRect/>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p:grpSp>
        <p:grpSp>
          <p:nvGrpSpPr>
            <p:cNvPr id="109580" name="Group 27"/>
            <p:cNvGrpSpPr>
              <a:grpSpLocks/>
            </p:cNvGrpSpPr>
            <p:nvPr/>
          </p:nvGrpSpPr>
          <p:grpSpPr bwMode="auto">
            <a:xfrm>
              <a:off x="3705" y="935"/>
              <a:ext cx="820" cy="965"/>
              <a:chOff x="455" y="1388"/>
              <a:chExt cx="820" cy="965"/>
            </a:xfrm>
          </p:grpSpPr>
          <p:sp>
            <p:nvSpPr>
              <p:cNvPr id="109581" name="Line 28"/>
              <p:cNvSpPr>
                <a:spLocks noChangeShapeType="1"/>
              </p:cNvSpPr>
              <p:nvPr/>
            </p:nvSpPr>
            <p:spPr bwMode="auto">
              <a:xfrm flipH="1" flipV="1">
                <a:off x="455" y="1388"/>
                <a:ext cx="647" cy="707"/>
              </a:xfrm>
              <a:prstGeom prst="line">
                <a:avLst/>
              </a:prstGeom>
              <a:noFill/>
              <a:ln w="25400">
                <a:solidFill>
                  <a:srgbClr val="FF0000"/>
                </a:solidFill>
                <a:round/>
                <a:headEnd type="oval"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defRPr/>
                </a:pPr>
                <a:endParaRPr kumimoji="1" lang="zh-CN" altLang="en-US" b="1" dirty="0">
                  <a:solidFill>
                    <a:srgbClr val="000000"/>
                  </a:solidFill>
                  <a:highlight>
                    <a:srgbClr val="008000"/>
                  </a:highlight>
                  <a:latin typeface="华文楷体" panose="02010600040101010101" pitchFamily="2" charset="-122"/>
                  <a:ea typeface="华文楷体" panose="02010600040101010101" pitchFamily="2" charset="-122"/>
                </a:endParaRPr>
              </a:p>
            </p:txBody>
          </p:sp>
          <p:sp>
            <p:nvSpPr>
              <p:cNvPr id="109582" name="Text Box 29"/>
              <p:cNvSpPr txBox="1">
                <a:spLocks noChangeArrowheads="1"/>
              </p:cNvSpPr>
              <p:nvPr/>
            </p:nvSpPr>
            <p:spPr bwMode="auto">
              <a:xfrm>
                <a:off x="669" y="1751"/>
                <a:ext cx="287" cy="3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Lst>
            </p:spPr>
            <p:txBody>
              <a:bodyPr wrap="none">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defRPr/>
                </a:pPr>
                <a:r>
                  <a:rPr lang="en-US" altLang="zh-CN" sz="3200" i="1" dirty="0">
                    <a:solidFill>
                      <a:srgbClr val="000000"/>
                    </a:solidFill>
                    <a:latin typeface="华文楷体" panose="02010600040101010101" pitchFamily="2" charset="-122"/>
                    <a:ea typeface="华文楷体" panose="02010600040101010101" pitchFamily="2" charset="-122"/>
                  </a:rPr>
                  <a:t>R</a:t>
                </a:r>
              </a:p>
            </p:txBody>
          </p:sp>
          <p:sp>
            <p:nvSpPr>
              <p:cNvPr id="109583" name="Text Box 30"/>
              <p:cNvSpPr txBox="1">
                <a:spLocks noChangeArrowheads="1"/>
              </p:cNvSpPr>
              <p:nvPr/>
            </p:nvSpPr>
            <p:spPr bwMode="auto">
              <a:xfrm>
                <a:off x="1026" y="1985"/>
                <a:ext cx="249" cy="36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Lst>
            </p:spPr>
            <p:txBody>
              <a:bodyPr wrap="none">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defRPr/>
                </a:pPr>
                <a:r>
                  <a:rPr lang="en-US" altLang="zh-CN" sz="3200">
                    <a:solidFill>
                      <a:srgbClr val="000000"/>
                    </a:solidFill>
                    <a:latin typeface="华文楷体" panose="02010600040101010101" pitchFamily="2" charset="-122"/>
                    <a:ea typeface="华文楷体" panose="02010600040101010101" pitchFamily="2" charset="-122"/>
                  </a:rPr>
                  <a:t>o</a:t>
                </a:r>
              </a:p>
            </p:txBody>
          </p:sp>
        </p:grpSp>
      </p:grpSp>
      <mc:AlternateContent xmlns:mc="http://schemas.openxmlformats.org/markup-compatibility/2006" xmlns:a14="http://schemas.microsoft.com/office/drawing/2010/main">
        <mc:Choice Requires="a14">
          <p:sp>
            <p:nvSpPr>
              <p:cNvPr id="29" name="内容占位符 4">
                <a:extLst>
                  <a:ext uri="{FF2B5EF4-FFF2-40B4-BE49-F238E27FC236}">
                    <a16:creationId xmlns:a16="http://schemas.microsoft.com/office/drawing/2014/main" id="{1F1D18CF-1D2F-479B-8C5C-41C7C0C90715}"/>
                  </a:ext>
                </a:extLst>
              </p:cNvPr>
              <p:cNvSpPr txBox="1">
                <a:spLocks/>
              </p:cNvSpPr>
              <p:nvPr/>
            </p:nvSpPr>
            <p:spPr>
              <a:xfrm>
                <a:off x="4385751" y="2761769"/>
                <a:ext cx="5912396" cy="169301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SzPct val="80000"/>
                  <a:buNone/>
                </a:pPr>
                <a14:m>
                  <m:oMathPara xmlns:m="http://schemas.openxmlformats.org/officeDocument/2006/math">
                    <m:oMathParaPr>
                      <m:jc m:val="centerGroup"/>
                    </m:oMathParaPr>
                    <m:oMath xmlns:m="http://schemas.openxmlformats.org/officeDocument/2006/math">
                      <m:r>
                        <a:rPr lang="zh-CN" altLang="en-US" b="1" i="1" smtClean="0">
                          <a:solidFill>
                            <a:srgbClr val="0066FF"/>
                          </a:solidFill>
                          <a:latin typeface="Cambria Math" panose="02040503050406030204" pitchFamily="18" charset="0"/>
                          <a:ea typeface="Cambria Math" panose="02040503050406030204" pitchFamily="18" charset="0"/>
                        </a:rPr>
                        <m:t>𝝋</m:t>
                      </m:r>
                      <m:r>
                        <a:rPr lang="en-US" altLang="zh-CN" b="1" i="1">
                          <a:solidFill>
                            <a:srgbClr val="0066FF"/>
                          </a:solidFill>
                          <a:latin typeface="Cambria Math" panose="02040503050406030204" pitchFamily="18" charset="0"/>
                          <a:ea typeface="Cambria Math" panose="02040503050406030204" pitchFamily="18" charset="0"/>
                        </a:rPr>
                        <m:t>=</m:t>
                      </m:r>
                      <m:nary>
                        <m:naryPr>
                          <m:ctrlPr>
                            <a:rPr lang="en-US" altLang="zh-CN" b="1" i="1">
                              <a:solidFill>
                                <a:srgbClr val="0066FF"/>
                              </a:solidFill>
                              <a:latin typeface="Cambria Math" panose="02040503050406030204" pitchFamily="18" charset="0"/>
                              <a:ea typeface="Cambria Math" panose="02040503050406030204" pitchFamily="18" charset="0"/>
                            </a:rPr>
                          </m:ctrlPr>
                        </m:naryPr>
                        <m:sub>
                          <m:r>
                            <m:rPr>
                              <m:brk m:alnAt="23"/>
                            </m:rPr>
                            <a:rPr lang="en-US" altLang="zh-CN" b="1" i="1">
                              <a:solidFill>
                                <a:srgbClr val="0066FF"/>
                              </a:solidFill>
                              <a:latin typeface="Cambria Math" panose="02040503050406030204" pitchFamily="18" charset="0"/>
                              <a:ea typeface="Cambria Math" panose="02040503050406030204" pitchFamily="18" charset="0"/>
                            </a:rPr>
                            <m:t>𝑷</m:t>
                          </m:r>
                        </m:sub>
                        <m:sup>
                          <m:r>
                            <a:rPr lang="en-US" altLang="zh-CN" b="1" i="1">
                              <a:solidFill>
                                <a:srgbClr val="0066FF"/>
                              </a:solidFill>
                              <a:latin typeface="Cambria Math" panose="02040503050406030204" pitchFamily="18" charset="0"/>
                              <a:ea typeface="Cambria Math" panose="02040503050406030204" pitchFamily="18" charset="0"/>
                            </a:rPr>
                            <m:t>"</m:t>
                          </m:r>
                          <m:r>
                            <a:rPr lang="en-US" altLang="zh-CN" b="1" i="1">
                              <a:solidFill>
                                <a:srgbClr val="0066FF"/>
                              </a:solidFill>
                              <a:latin typeface="Cambria Math" panose="02040503050406030204" pitchFamily="18" charset="0"/>
                              <a:ea typeface="Cambria Math" panose="02040503050406030204" pitchFamily="18" charset="0"/>
                            </a:rPr>
                            <m:t>𝟎</m:t>
                          </m:r>
                          <m:r>
                            <a:rPr lang="en-US" altLang="zh-CN" b="1" i="1">
                              <a:solidFill>
                                <a:srgbClr val="0066FF"/>
                              </a:solidFill>
                              <a:latin typeface="Cambria Math" panose="02040503050406030204" pitchFamily="18" charset="0"/>
                              <a:ea typeface="Cambria Math" panose="02040503050406030204" pitchFamily="18" charset="0"/>
                            </a:rPr>
                            <m:t>"</m:t>
                          </m:r>
                        </m:sup>
                        <m:e>
                          <m:acc>
                            <m:accPr>
                              <m:chr m:val="⃗"/>
                              <m:ctrlPr>
                                <a:rPr lang="en-US" altLang="zh-CN" b="1" i="1">
                                  <a:solidFill>
                                    <a:srgbClr val="0066FF"/>
                                  </a:solidFill>
                                  <a:latin typeface="Cambria Math" panose="02040503050406030204" pitchFamily="18" charset="0"/>
                                  <a:ea typeface="Cambria Math" panose="02040503050406030204" pitchFamily="18" charset="0"/>
                                </a:rPr>
                              </m:ctrlPr>
                            </m:accPr>
                            <m:e>
                              <m:r>
                                <a:rPr lang="en-US" altLang="zh-CN" b="1" i="1">
                                  <a:solidFill>
                                    <a:srgbClr val="0066FF"/>
                                  </a:solidFill>
                                  <a:latin typeface="Cambria Math" panose="02040503050406030204" pitchFamily="18" charset="0"/>
                                  <a:ea typeface="Cambria Math" panose="02040503050406030204" pitchFamily="18" charset="0"/>
                                </a:rPr>
                                <m:t>𝑬</m:t>
                              </m:r>
                            </m:e>
                          </m:acc>
                          <m:r>
                            <a:rPr lang="en-US" altLang="zh-CN" b="1" i="1">
                              <a:solidFill>
                                <a:srgbClr val="0066FF"/>
                              </a:solidFill>
                              <a:latin typeface="Cambria Math" panose="02040503050406030204" pitchFamily="18" charset="0"/>
                              <a:ea typeface="Cambria Math" panose="02040503050406030204" pitchFamily="18" charset="0"/>
                            </a:rPr>
                            <m:t>∙</m:t>
                          </m:r>
                          <m:r>
                            <a:rPr lang="en-US" altLang="zh-CN" b="1" i="1">
                              <a:solidFill>
                                <a:srgbClr val="0066FF"/>
                              </a:solidFill>
                              <a:latin typeface="Cambria Math" panose="02040503050406030204" pitchFamily="18" charset="0"/>
                              <a:ea typeface="Cambria Math" panose="02040503050406030204" pitchFamily="18" charset="0"/>
                            </a:rPr>
                            <m:t>𝒅</m:t>
                          </m:r>
                          <m:acc>
                            <m:accPr>
                              <m:chr m:val="⃗"/>
                              <m:ctrlPr>
                                <a:rPr lang="en-US" altLang="zh-CN" b="1" i="1">
                                  <a:solidFill>
                                    <a:srgbClr val="0066FF"/>
                                  </a:solidFill>
                                  <a:latin typeface="Cambria Math" panose="02040503050406030204" pitchFamily="18" charset="0"/>
                                  <a:ea typeface="Cambria Math" panose="02040503050406030204" pitchFamily="18" charset="0"/>
                                </a:rPr>
                              </m:ctrlPr>
                            </m:accPr>
                            <m:e>
                              <m:r>
                                <a:rPr lang="en-US" altLang="zh-CN" b="1" i="1">
                                  <a:solidFill>
                                    <a:srgbClr val="0066FF"/>
                                  </a:solidFill>
                                  <a:latin typeface="Cambria Math" panose="02040503050406030204" pitchFamily="18" charset="0"/>
                                  <a:ea typeface="Cambria Math" panose="02040503050406030204" pitchFamily="18" charset="0"/>
                                </a:rPr>
                                <m:t>𝒍</m:t>
                              </m:r>
                            </m:e>
                          </m:acc>
                        </m:e>
                      </m:nary>
                    </m:oMath>
                  </m:oMathPara>
                </a14:m>
                <a:endParaRPr lang="zh-CN" altLang="en-US" b="1" dirty="0">
                  <a:solidFill>
                    <a:srgbClr val="0066FF"/>
                  </a:solidFill>
                  <a:latin typeface="华文楷体" panose="02010600040101010101" pitchFamily="2" charset="-122"/>
                  <a:ea typeface="华文楷体" panose="02010600040101010101" pitchFamily="2" charset="-122"/>
                </a:endParaRPr>
              </a:p>
            </p:txBody>
          </p:sp>
        </mc:Choice>
        <mc:Fallback xmlns="">
          <p:sp>
            <p:nvSpPr>
              <p:cNvPr id="29" name="内容占位符 4">
                <a:extLst>
                  <a:ext uri="{FF2B5EF4-FFF2-40B4-BE49-F238E27FC236}">
                    <a16:creationId xmlns:a16="http://schemas.microsoft.com/office/drawing/2014/main" id="{1F1D18CF-1D2F-479B-8C5C-41C7C0C90715}"/>
                  </a:ext>
                </a:extLst>
              </p:cNvPr>
              <p:cNvSpPr txBox="1">
                <a:spLocks noRot="1" noChangeAspect="1" noMove="1" noResize="1" noEditPoints="1" noAdjustHandles="1" noChangeArrowheads="1" noChangeShapeType="1" noTextEdit="1"/>
              </p:cNvSpPr>
              <p:nvPr/>
            </p:nvSpPr>
            <p:spPr>
              <a:xfrm>
                <a:off x="4385751" y="2761769"/>
                <a:ext cx="5912396" cy="1693018"/>
              </a:xfrm>
              <a:prstGeom prst="rect">
                <a:avLst/>
              </a:prstGeom>
              <a:blipFill>
                <a:blip r:embed="rId4"/>
                <a:stretch>
                  <a:fillRect/>
                </a:stretch>
              </a:blipFill>
            </p:spPr>
            <p:txBody>
              <a:bodyPr/>
              <a:lstStyle/>
              <a:p>
                <a:r>
                  <a:rPr lang="zh-CN" altLang="en-US">
                    <a:noFill/>
                  </a:rPr>
                  <a:t> </a:t>
                </a:r>
              </a:p>
            </p:txBody>
          </p:sp>
        </mc:Fallback>
      </mc:AlternateContent>
      <p:sp>
        <p:nvSpPr>
          <p:cNvPr id="30" name="Text Box 5">
            <a:extLst>
              <a:ext uri="{FF2B5EF4-FFF2-40B4-BE49-F238E27FC236}">
                <a16:creationId xmlns:a16="http://schemas.microsoft.com/office/drawing/2014/main" id="{E99DAA89-62B7-479F-88E5-A005B1AFDEA3}"/>
              </a:ext>
            </a:extLst>
          </p:cNvPr>
          <p:cNvSpPr txBox="1">
            <a:spLocks noChangeArrowheads="1"/>
          </p:cNvSpPr>
          <p:nvPr/>
        </p:nvSpPr>
        <p:spPr bwMode="auto">
          <a:xfrm>
            <a:off x="4368717" y="1332709"/>
            <a:ext cx="1699504" cy="5232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defRPr/>
            </a:pPr>
            <a:r>
              <a:rPr lang="zh-CN" altLang="en-US" sz="2800" dirty="0">
                <a:solidFill>
                  <a:srgbClr val="0066FF"/>
                </a:solidFill>
                <a:latin typeface="华文楷体" panose="02010600040101010101" pitchFamily="2" charset="-122"/>
                <a:ea typeface="华文楷体" panose="02010600040101010101" pitchFamily="2" charset="-122"/>
              </a:rPr>
              <a:t>电场分布</a:t>
            </a:r>
            <a:r>
              <a:rPr lang="en-US" altLang="zh-CN" sz="2800" dirty="0">
                <a:solidFill>
                  <a:srgbClr val="0066FF"/>
                </a:solidFill>
                <a:latin typeface="华文楷体" panose="02010600040101010101" pitchFamily="2" charset="-122"/>
                <a:ea typeface="华文楷体" panose="02010600040101010101" pitchFamily="2" charset="-122"/>
              </a:rPr>
              <a:t>:</a:t>
            </a:r>
            <a:endParaRPr lang="zh-CN" altLang="en-US" sz="2800" dirty="0">
              <a:solidFill>
                <a:srgbClr val="0066FF"/>
              </a:solidFill>
              <a:latin typeface="华文楷体" panose="02010600040101010101" pitchFamily="2" charset="-122"/>
              <a:ea typeface="华文楷体" panose="02010600040101010101" pitchFamily="2" charset="-122"/>
            </a:endParaRPr>
          </a:p>
        </p:txBody>
      </p:sp>
      <mc:AlternateContent xmlns:mc="http://schemas.openxmlformats.org/markup-compatibility/2006" xmlns:a14="http://schemas.microsoft.com/office/drawing/2010/main">
        <mc:Choice Requires="a14">
          <p:sp>
            <p:nvSpPr>
              <p:cNvPr id="31" name="Object 31">
                <a:extLst>
                  <a:ext uri="{FF2B5EF4-FFF2-40B4-BE49-F238E27FC236}">
                    <a16:creationId xmlns:a16="http://schemas.microsoft.com/office/drawing/2014/main" id="{1C0A24EC-6948-43CE-A829-13C4469DA388}"/>
                  </a:ext>
                </a:extLst>
              </p:cNvPr>
              <p:cNvSpPr txBox="1"/>
              <p:nvPr/>
            </p:nvSpPr>
            <p:spPr bwMode="auto">
              <a:xfrm>
                <a:off x="6068221" y="501568"/>
                <a:ext cx="4991737" cy="1775443"/>
              </a:xfrm>
              <a:prstGeom prst="rect">
                <a:avLst/>
              </a:prstGeom>
              <a:noFill/>
              <a:ln>
                <a:noFill/>
              </a:ln>
              <a:effectLst/>
            </p:spPr>
            <p:txBody>
              <a:bodyPr>
                <a:noAutofit/>
              </a:bodyPr>
              <a:lstStyle/>
              <a:p>
                <a:pPr>
                  <a:lnSpc>
                    <a:spcPct val="120000"/>
                  </a:lnSpc>
                  <a:spcAft>
                    <a:spcPts val="2400"/>
                  </a:spcAft>
                </a:pPr>
                <a14:m>
                  <m:oMathPara xmlns:m="http://schemas.openxmlformats.org/officeDocument/2006/math">
                    <m:oMathParaPr>
                      <m:jc m:val="center"/>
                    </m:oMathParaPr>
                    <m:oMath xmlns:m="http://schemas.openxmlformats.org/officeDocument/2006/math">
                      <m:acc>
                        <m:accPr>
                          <m:chr m:val="⃗"/>
                          <m:ctrlPr>
                            <a:rPr lang="zh-CN" altLang="en-US" sz="2800" i="1">
                              <a:solidFill>
                                <a:srgbClr val="000000"/>
                              </a:solidFill>
                              <a:latin typeface="Cambria Math" panose="02040503050406030204" pitchFamily="18" charset="0"/>
                            </a:rPr>
                          </m:ctrlPr>
                        </m:accPr>
                        <m:e>
                          <m:r>
                            <a:rPr lang="zh-CN" altLang="en-US" sz="2800" b="0" i="1">
                              <a:solidFill>
                                <a:srgbClr val="000000"/>
                              </a:solidFill>
                              <a:latin typeface="Cambria Math" panose="02040503050406030204" pitchFamily="18" charset="0"/>
                            </a:rPr>
                            <m:t>𝐸</m:t>
                          </m:r>
                        </m:e>
                      </m:acc>
                      <m:r>
                        <a:rPr lang="zh-CN" altLang="en-US" sz="2800" b="0" i="1">
                          <a:solidFill>
                            <a:srgbClr val="000000"/>
                          </a:solidFill>
                          <a:latin typeface="Cambria Math" panose="02040503050406030204" pitchFamily="18" charset="0"/>
                        </a:rPr>
                        <m:t>=</m:t>
                      </m:r>
                      <m:d>
                        <m:dPr>
                          <m:begChr m:val="{"/>
                          <m:endChr m:val=""/>
                          <m:ctrlPr>
                            <a:rPr lang="en-US" altLang="zh-CN" sz="2800" i="1">
                              <a:solidFill>
                                <a:srgbClr val="000000"/>
                              </a:solidFill>
                              <a:latin typeface="Cambria Math" panose="02040503050406030204" pitchFamily="18" charset="0"/>
                            </a:rPr>
                          </m:ctrlPr>
                        </m:dPr>
                        <m:e>
                          <m:eqArr>
                            <m:eqArrPr>
                              <m:ctrlPr>
                                <a:rPr lang="en-US" altLang="zh-CN" sz="2800" i="1">
                                  <a:solidFill>
                                    <a:srgbClr val="000000"/>
                                  </a:solidFill>
                                  <a:latin typeface="Cambria Math" panose="02040503050406030204" pitchFamily="18" charset="0"/>
                                </a:rPr>
                              </m:ctrlPr>
                            </m:eqArrPr>
                            <m:e>
                              <m:r>
                                <a:rPr lang="zh-CN" altLang="en-US" sz="2800" b="0" i="1">
                                  <a:solidFill>
                                    <a:srgbClr val="000000"/>
                                  </a:solidFill>
                                  <a:latin typeface="Cambria Math" panose="02040503050406030204" pitchFamily="18" charset="0"/>
                                </a:rPr>
                                <m:t>0                         </m:t>
                              </m:r>
                              <m:d>
                                <m:dPr>
                                  <m:ctrlPr>
                                    <a:rPr lang="zh-CN" altLang="en-US" sz="2800" i="1">
                                      <a:solidFill>
                                        <a:srgbClr val="000000"/>
                                      </a:solidFill>
                                      <a:latin typeface="Cambria Math" panose="02040503050406030204" pitchFamily="18" charset="0"/>
                                    </a:rPr>
                                  </m:ctrlPr>
                                </m:dPr>
                                <m:e>
                                  <m:r>
                                    <a:rPr lang="zh-CN" altLang="en-US" sz="2800" b="0" i="1">
                                      <a:solidFill>
                                        <a:srgbClr val="000000"/>
                                      </a:solidFill>
                                      <a:latin typeface="Cambria Math" panose="02040503050406030204" pitchFamily="18" charset="0"/>
                                    </a:rPr>
                                    <m:t>𝑟</m:t>
                                  </m:r>
                                  <m:r>
                                    <a:rPr lang="zh-CN" altLang="en-US" sz="2800" b="0" i="1">
                                      <a:solidFill>
                                        <a:srgbClr val="000000"/>
                                      </a:solidFill>
                                      <a:latin typeface="Cambria Math" panose="02040503050406030204" pitchFamily="18" charset="0"/>
                                    </a:rPr>
                                    <m:t>&lt;</m:t>
                                  </m:r>
                                  <m:r>
                                    <a:rPr lang="zh-CN" altLang="en-US" sz="2800" b="0" i="1">
                                      <a:solidFill>
                                        <a:srgbClr val="000000"/>
                                      </a:solidFill>
                                      <a:latin typeface="Cambria Math" panose="02040503050406030204" pitchFamily="18" charset="0"/>
                                    </a:rPr>
                                    <m:t>𝑅</m:t>
                                  </m:r>
                                </m:e>
                              </m:d>
                            </m:e>
                            <m:e>
                              <m:f>
                                <m:fPr>
                                  <m:ctrlPr>
                                    <a:rPr lang="zh-CN" altLang="en-US" sz="2800" i="1">
                                      <a:solidFill>
                                        <a:srgbClr val="000000"/>
                                      </a:solidFill>
                                      <a:latin typeface="Cambria Math" panose="02040503050406030204" pitchFamily="18" charset="0"/>
                                    </a:rPr>
                                  </m:ctrlPr>
                                </m:fPr>
                                <m:num>
                                  <m:r>
                                    <a:rPr lang="zh-CN" altLang="en-US" sz="2800" b="0" i="1">
                                      <a:solidFill>
                                        <a:srgbClr val="000000"/>
                                      </a:solidFill>
                                      <a:latin typeface="Cambria Math" panose="02040503050406030204" pitchFamily="18" charset="0"/>
                                    </a:rPr>
                                    <m:t>1</m:t>
                                  </m:r>
                                </m:num>
                                <m:den>
                                  <m:r>
                                    <a:rPr lang="zh-CN" altLang="en-US" sz="2800" b="0" i="1">
                                      <a:solidFill>
                                        <a:srgbClr val="000000"/>
                                      </a:solidFill>
                                      <a:latin typeface="Cambria Math" panose="02040503050406030204" pitchFamily="18" charset="0"/>
                                    </a:rPr>
                                    <m:t>4</m:t>
                                  </m:r>
                                  <m:r>
                                    <a:rPr lang="zh-CN" altLang="en-US" sz="2800" b="0" i="1">
                                      <a:solidFill>
                                        <a:srgbClr val="000000"/>
                                      </a:solidFill>
                                      <a:latin typeface="Cambria Math" panose="02040503050406030204" pitchFamily="18" charset="0"/>
                                    </a:rPr>
                                    <m:t>𝜋</m:t>
                                  </m:r>
                                  <m:sSub>
                                    <m:sSubPr>
                                      <m:ctrlPr>
                                        <a:rPr lang="zh-CN" altLang="en-US" sz="2800" i="1">
                                          <a:solidFill>
                                            <a:srgbClr val="000000"/>
                                          </a:solidFill>
                                          <a:latin typeface="Cambria Math" panose="02040503050406030204" pitchFamily="18" charset="0"/>
                                        </a:rPr>
                                      </m:ctrlPr>
                                    </m:sSubPr>
                                    <m:e>
                                      <m:r>
                                        <a:rPr lang="zh-CN" altLang="en-US" sz="2800" b="0" i="1">
                                          <a:solidFill>
                                            <a:srgbClr val="000000"/>
                                          </a:solidFill>
                                          <a:latin typeface="Cambria Math" panose="02040503050406030204" pitchFamily="18" charset="0"/>
                                        </a:rPr>
                                        <m:t>𝜀</m:t>
                                      </m:r>
                                    </m:e>
                                    <m:sub>
                                      <m:r>
                                        <a:rPr lang="zh-CN" altLang="en-US" sz="2800" b="0" i="1">
                                          <a:solidFill>
                                            <a:srgbClr val="000000"/>
                                          </a:solidFill>
                                          <a:latin typeface="Cambria Math" panose="02040503050406030204" pitchFamily="18" charset="0"/>
                                        </a:rPr>
                                        <m:t>0</m:t>
                                      </m:r>
                                    </m:sub>
                                  </m:sSub>
                                </m:den>
                              </m:f>
                              <m:r>
                                <a:rPr lang="zh-CN" altLang="en-US" sz="2800" b="0" i="1">
                                  <a:solidFill>
                                    <a:srgbClr val="000000"/>
                                  </a:solidFill>
                                  <a:latin typeface="Cambria Math" panose="02040503050406030204" pitchFamily="18" charset="0"/>
                                </a:rPr>
                                <m:t>⋅</m:t>
                              </m:r>
                              <m:f>
                                <m:fPr>
                                  <m:ctrlPr>
                                    <a:rPr lang="zh-CN" altLang="en-US" sz="2800" i="1">
                                      <a:solidFill>
                                        <a:srgbClr val="000000"/>
                                      </a:solidFill>
                                      <a:latin typeface="Cambria Math" panose="02040503050406030204" pitchFamily="18" charset="0"/>
                                    </a:rPr>
                                  </m:ctrlPr>
                                </m:fPr>
                                <m:num>
                                  <m:r>
                                    <a:rPr lang="zh-CN" altLang="en-US" sz="2800" b="0" i="1">
                                      <a:solidFill>
                                        <a:srgbClr val="000000"/>
                                      </a:solidFill>
                                      <a:latin typeface="Cambria Math" panose="02040503050406030204" pitchFamily="18" charset="0"/>
                                    </a:rPr>
                                    <m:t>𝑞</m:t>
                                  </m:r>
                                </m:num>
                                <m:den>
                                  <m:sSup>
                                    <m:sSupPr>
                                      <m:ctrlPr>
                                        <a:rPr lang="en-US" altLang="zh-CN" sz="2800" i="1">
                                          <a:solidFill>
                                            <a:srgbClr val="000000"/>
                                          </a:solidFill>
                                          <a:latin typeface="Cambria Math" panose="02040503050406030204" pitchFamily="18" charset="0"/>
                                        </a:rPr>
                                      </m:ctrlPr>
                                    </m:sSupPr>
                                    <m:e>
                                      <m:r>
                                        <a:rPr lang="en-US" altLang="zh-CN" sz="2800" b="0" i="1">
                                          <a:solidFill>
                                            <a:srgbClr val="000000"/>
                                          </a:solidFill>
                                          <a:latin typeface="Cambria Math" panose="02040503050406030204" pitchFamily="18" charset="0"/>
                                        </a:rPr>
                                        <m:t>𝑟</m:t>
                                      </m:r>
                                    </m:e>
                                    <m:sup>
                                      <m:r>
                                        <a:rPr lang="en-US" altLang="zh-CN" sz="2800" b="0" i="1">
                                          <a:solidFill>
                                            <a:srgbClr val="000000"/>
                                          </a:solidFill>
                                          <a:latin typeface="Cambria Math" panose="02040503050406030204" pitchFamily="18" charset="0"/>
                                        </a:rPr>
                                        <m:t>2</m:t>
                                      </m:r>
                                    </m:sup>
                                  </m:sSup>
                                </m:den>
                              </m:f>
                              <m:sSub>
                                <m:sSubPr>
                                  <m:ctrlPr>
                                    <a:rPr lang="zh-CN" altLang="en-US" sz="2800" i="1">
                                      <a:solidFill>
                                        <a:srgbClr val="000000"/>
                                      </a:solidFill>
                                      <a:latin typeface="Cambria Math" panose="02040503050406030204" pitchFamily="18" charset="0"/>
                                    </a:rPr>
                                  </m:ctrlPr>
                                </m:sSubPr>
                                <m:e>
                                  <m:acc>
                                    <m:accPr>
                                      <m:chr m:val="⃗"/>
                                      <m:ctrlPr>
                                        <a:rPr lang="zh-CN" altLang="en-US" sz="2800" i="1">
                                          <a:solidFill>
                                            <a:srgbClr val="000000"/>
                                          </a:solidFill>
                                          <a:latin typeface="Cambria Math" panose="02040503050406030204" pitchFamily="18" charset="0"/>
                                        </a:rPr>
                                      </m:ctrlPr>
                                    </m:accPr>
                                    <m:e>
                                      <m:r>
                                        <a:rPr lang="zh-CN" altLang="en-US" sz="2800" b="0" i="1">
                                          <a:solidFill>
                                            <a:srgbClr val="000000"/>
                                          </a:solidFill>
                                          <a:latin typeface="Cambria Math" panose="02040503050406030204" pitchFamily="18" charset="0"/>
                                        </a:rPr>
                                        <m:t>𝑒</m:t>
                                      </m:r>
                                    </m:e>
                                  </m:acc>
                                </m:e>
                                <m:sub>
                                  <m:r>
                                    <a:rPr lang="zh-CN" altLang="en-US" sz="2800" b="0" i="1">
                                      <a:solidFill>
                                        <a:srgbClr val="000000"/>
                                      </a:solidFill>
                                      <a:latin typeface="Cambria Math" panose="02040503050406030204" pitchFamily="18" charset="0"/>
                                    </a:rPr>
                                    <m:t>𝑟</m:t>
                                  </m:r>
                                </m:sub>
                              </m:sSub>
                              <m:r>
                                <a:rPr lang="zh-CN" altLang="en-US" sz="2800" b="0" i="1">
                                  <a:solidFill>
                                    <a:srgbClr val="000000"/>
                                  </a:solidFill>
                                  <a:latin typeface="Cambria Math" panose="02040503050406030204" pitchFamily="18" charset="0"/>
                                </a:rPr>
                                <m:t>    (</m:t>
                              </m:r>
                              <m:r>
                                <a:rPr lang="zh-CN" altLang="en-US" sz="2800" b="0" i="1">
                                  <a:solidFill>
                                    <a:srgbClr val="000000"/>
                                  </a:solidFill>
                                  <a:latin typeface="Cambria Math" panose="02040503050406030204" pitchFamily="18" charset="0"/>
                                </a:rPr>
                                <m:t>𝑟</m:t>
                              </m:r>
                              <m:r>
                                <a:rPr lang="zh-CN" altLang="en-US" sz="2800" b="0" i="1">
                                  <a:solidFill>
                                    <a:srgbClr val="000000"/>
                                  </a:solidFill>
                                  <a:latin typeface="Cambria Math" panose="02040503050406030204" pitchFamily="18" charset="0"/>
                                </a:rPr>
                                <m:t>&gt;</m:t>
                              </m:r>
                              <m:r>
                                <a:rPr lang="zh-CN" altLang="en-US" sz="2800" b="0" i="1">
                                  <a:solidFill>
                                    <a:srgbClr val="000000"/>
                                  </a:solidFill>
                                  <a:latin typeface="Cambria Math" panose="02040503050406030204" pitchFamily="18" charset="0"/>
                                </a:rPr>
                                <m:t>𝑅</m:t>
                              </m:r>
                              <m:r>
                                <a:rPr lang="zh-CN" altLang="en-US" sz="2800" b="0" i="1">
                                  <a:solidFill>
                                    <a:srgbClr val="000000"/>
                                  </a:solidFill>
                                  <a:latin typeface="Cambria Math" panose="02040503050406030204" pitchFamily="18" charset="0"/>
                                </a:rPr>
                                <m:t>)</m:t>
                              </m:r>
                            </m:e>
                          </m:eqArr>
                        </m:e>
                      </m:d>
                    </m:oMath>
                  </m:oMathPara>
                </a14:m>
                <a:endParaRPr lang="en-US" altLang="zh-CN" sz="2800" i="1" dirty="0">
                  <a:solidFill>
                    <a:srgbClr val="000000"/>
                  </a:solidFill>
                  <a:latin typeface="Cambria Math" panose="02040503050406030204" pitchFamily="18" charset="0"/>
                </a:endParaRPr>
              </a:p>
            </p:txBody>
          </p:sp>
        </mc:Choice>
        <mc:Fallback xmlns="">
          <p:sp>
            <p:nvSpPr>
              <p:cNvPr id="31" name="Object 31">
                <a:extLst>
                  <a:ext uri="{FF2B5EF4-FFF2-40B4-BE49-F238E27FC236}">
                    <a16:creationId xmlns:a16="http://schemas.microsoft.com/office/drawing/2014/main" id="{1C0A24EC-6948-43CE-A829-13C4469DA388}"/>
                  </a:ext>
                </a:extLst>
              </p:cNvPr>
              <p:cNvSpPr txBox="1">
                <a:spLocks noRot="1" noChangeAspect="1" noMove="1" noResize="1" noEditPoints="1" noAdjustHandles="1" noChangeArrowheads="1" noChangeShapeType="1" noTextEdit="1"/>
              </p:cNvSpPr>
              <p:nvPr/>
            </p:nvSpPr>
            <p:spPr bwMode="auto">
              <a:xfrm>
                <a:off x="6068221" y="501568"/>
                <a:ext cx="4991737" cy="1775443"/>
              </a:xfrm>
              <a:prstGeom prst="rect">
                <a:avLst/>
              </a:prstGeom>
              <a:blipFill>
                <a:blip r:embed="rId5"/>
                <a:stretch>
                  <a:fillRect b="-8904"/>
                </a:stretch>
              </a:blipFill>
              <a:ln>
                <a:noFill/>
              </a:ln>
              <a:effectLst/>
            </p:spPr>
            <p:txBody>
              <a:bodyPr/>
              <a:lstStyle/>
              <a:p>
                <a:r>
                  <a:rPr lang="zh-CN" altLang="en-US">
                    <a:noFill/>
                  </a:rPr>
                  <a:t> </a:t>
                </a:r>
              </a:p>
            </p:txBody>
          </p:sp>
        </mc:Fallback>
      </mc:AlternateContent>
      <p:sp>
        <p:nvSpPr>
          <p:cNvPr id="4" name="矩形 3">
            <a:extLst>
              <a:ext uri="{FF2B5EF4-FFF2-40B4-BE49-F238E27FC236}">
                <a16:creationId xmlns:a16="http://schemas.microsoft.com/office/drawing/2014/main" id="{7B493835-A7C2-4376-BE6E-33029CE82ACF}"/>
              </a:ext>
            </a:extLst>
          </p:cNvPr>
          <p:cNvSpPr/>
          <p:nvPr/>
        </p:nvSpPr>
        <p:spPr>
          <a:xfrm>
            <a:off x="4493616" y="3959258"/>
            <a:ext cx="3775393" cy="523220"/>
          </a:xfrm>
          <a:prstGeom prst="rect">
            <a:avLst/>
          </a:prstGeom>
        </p:spPr>
        <p:txBody>
          <a:bodyPr wrap="none">
            <a:spAutoFit/>
          </a:bodyPr>
          <a:lstStyle/>
          <a:p>
            <a:r>
              <a:rPr lang="zh-CN" altLang="en-US" sz="2800" dirty="0">
                <a:solidFill>
                  <a:srgbClr val="000000"/>
                </a:solidFill>
                <a:latin typeface="华文楷体" panose="02010600040101010101" pitchFamily="2" charset="-122"/>
                <a:ea typeface="华文楷体" panose="02010600040101010101" pitchFamily="2" charset="-122"/>
              </a:rPr>
              <a:t>取无穷远处为电势零点</a:t>
            </a:r>
            <a:endParaRPr lang="en-US" sz="2800" dirty="0">
              <a:latin typeface="华文楷体" panose="02010600040101010101" pitchFamily="2" charset="-122"/>
              <a:ea typeface="华文楷体" panose="02010600040101010101" pitchFamily="2" charset="-122"/>
            </a:endParaRPr>
          </a:p>
        </p:txBody>
      </p:sp>
      <mc:AlternateContent xmlns:mc="http://schemas.openxmlformats.org/markup-compatibility/2006" xmlns:a14="http://schemas.microsoft.com/office/drawing/2010/main">
        <mc:Choice Requires="a14">
          <p:sp>
            <p:nvSpPr>
              <p:cNvPr id="33" name="Object 4">
                <a:extLst>
                  <a:ext uri="{FF2B5EF4-FFF2-40B4-BE49-F238E27FC236}">
                    <a16:creationId xmlns:a16="http://schemas.microsoft.com/office/drawing/2014/main" id="{D301CF0D-90EE-46CD-96A6-F7F2517921CE}"/>
                  </a:ext>
                </a:extLst>
              </p:cNvPr>
              <p:cNvSpPr txBox="1"/>
              <p:nvPr/>
            </p:nvSpPr>
            <p:spPr bwMode="auto">
              <a:xfrm>
                <a:off x="5301144" y="4971008"/>
                <a:ext cx="5340762" cy="1196975"/>
              </a:xfrm>
              <a:prstGeom prst="rect">
                <a:avLst/>
              </a:prstGeom>
              <a:noFill/>
              <a:ln>
                <a:noFill/>
              </a:ln>
            </p:spPr>
            <p:txBody>
              <a:bodyPr>
                <a:noAutofit/>
              </a:bodyPr>
              <a:lstStyle/>
              <a:p>
                <a:pPr/>
                <a14:m>
                  <m:oMathPara xmlns:m="http://schemas.openxmlformats.org/officeDocument/2006/math">
                    <m:oMathParaPr>
                      <m:jc m:val="centerGroup"/>
                    </m:oMathParaPr>
                    <m:oMath xmlns:m="http://schemas.openxmlformats.org/officeDocument/2006/math">
                      <m:r>
                        <a:rPr lang="en-US" sz="2800" b="0" i="1" smtClean="0">
                          <a:solidFill>
                            <a:srgbClr val="000000"/>
                          </a:solidFill>
                          <a:latin typeface="Cambria Math" panose="02040503050406030204" pitchFamily="18" charset="0"/>
                        </a:rPr>
                        <m:t>=</m:t>
                      </m:r>
                      <m:nary>
                        <m:naryPr>
                          <m:limLoc m:val="undOvr"/>
                          <m:ctrlPr>
                            <a:rPr lang="en-US" sz="2800" i="1">
                              <a:solidFill>
                                <a:srgbClr val="000000"/>
                              </a:solidFill>
                              <a:latin typeface="Cambria Math" panose="02040503050406030204" pitchFamily="18" charset="0"/>
                            </a:rPr>
                          </m:ctrlPr>
                        </m:naryPr>
                        <m:sub>
                          <m:r>
                            <a:rPr lang="en-US" sz="2800" b="0" i="1">
                              <a:solidFill>
                                <a:srgbClr val="000000"/>
                              </a:solidFill>
                              <a:latin typeface="Cambria Math" panose="02040503050406030204" pitchFamily="18" charset="0"/>
                            </a:rPr>
                            <m:t>𝑟</m:t>
                          </m:r>
                        </m:sub>
                        <m:sup>
                          <m:r>
                            <a:rPr lang="en-US" sz="2800" b="0" i="1">
                              <a:solidFill>
                                <a:srgbClr val="000000"/>
                              </a:solidFill>
                              <a:latin typeface="Cambria Math" panose="02040503050406030204" pitchFamily="18" charset="0"/>
                            </a:rPr>
                            <m:t>𝑅</m:t>
                          </m:r>
                        </m:sup>
                        <m:e>
                          <m:r>
                            <a:rPr lang="en-US" sz="2800" b="0" i="1">
                              <a:solidFill>
                                <a:srgbClr val="000000"/>
                              </a:solidFill>
                              <a:latin typeface="Cambria Math" panose="02040503050406030204" pitchFamily="18" charset="0"/>
                            </a:rPr>
                            <m:t>0</m:t>
                          </m:r>
                          <m:r>
                            <a:rPr lang="en-US" sz="2800" b="0" i="1">
                              <a:solidFill>
                                <a:srgbClr val="000000"/>
                              </a:solidFill>
                              <a:latin typeface="Cambria Math" panose="02040503050406030204" pitchFamily="18" charset="0"/>
                            </a:rPr>
                            <m:t>𝑑𝑙</m:t>
                          </m:r>
                        </m:e>
                      </m:nary>
                      <m:r>
                        <a:rPr lang="en-US" sz="2800" b="0" i="1">
                          <a:solidFill>
                            <a:srgbClr val="000000"/>
                          </a:solidFill>
                          <a:latin typeface="Cambria Math" panose="02040503050406030204" pitchFamily="18" charset="0"/>
                        </a:rPr>
                        <m:t>+</m:t>
                      </m:r>
                      <m:nary>
                        <m:naryPr>
                          <m:limLoc m:val="undOvr"/>
                          <m:ctrlPr>
                            <a:rPr lang="en-US" sz="2800" i="1">
                              <a:solidFill>
                                <a:srgbClr val="000000"/>
                              </a:solidFill>
                              <a:latin typeface="Cambria Math" panose="02040503050406030204" pitchFamily="18" charset="0"/>
                            </a:rPr>
                          </m:ctrlPr>
                        </m:naryPr>
                        <m:sub>
                          <m:r>
                            <a:rPr lang="en-US" sz="2800" b="0" i="1">
                              <a:solidFill>
                                <a:srgbClr val="000000"/>
                              </a:solidFill>
                              <a:latin typeface="Cambria Math" panose="02040503050406030204" pitchFamily="18" charset="0"/>
                            </a:rPr>
                            <m:t>𝑅</m:t>
                          </m:r>
                        </m:sub>
                        <m:sup>
                          <m:r>
                            <a:rPr lang="en-US" sz="2800" b="0" i="1">
                              <a:solidFill>
                                <a:srgbClr val="000000"/>
                              </a:solidFill>
                              <a:latin typeface="Cambria Math" panose="02040503050406030204" pitchFamily="18" charset="0"/>
                            </a:rPr>
                            <m:t>∞</m:t>
                          </m:r>
                        </m:sup>
                        <m:e>
                          <m:f>
                            <m:fPr>
                              <m:ctrlPr>
                                <a:rPr lang="en-US" sz="2800" i="1">
                                  <a:solidFill>
                                    <a:srgbClr val="000000"/>
                                  </a:solidFill>
                                  <a:latin typeface="Cambria Math" panose="02040503050406030204" pitchFamily="18" charset="0"/>
                                </a:rPr>
                              </m:ctrlPr>
                            </m:fPr>
                            <m:num>
                              <m:r>
                                <a:rPr lang="en-US" sz="2800" b="0" i="1" smtClean="0">
                                  <a:solidFill>
                                    <a:srgbClr val="000000"/>
                                  </a:solidFill>
                                  <a:latin typeface="Cambria Math" panose="02040503050406030204" pitchFamily="18" charset="0"/>
                                </a:rPr>
                                <m:t>𝑞</m:t>
                              </m:r>
                            </m:num>
                            <m:den>
                              <m:r>
                                <a:rPr lang="en-US" sz="2800" b="0" i="1">
                                  <a:solidFill>
                                    <a:srgbClr val="000000"/>
                                  </a:solidFill>
                                  <a:latin typeface="Cambria Math" panose="02040503050406030204" pitchFamily="18" charset="0"/>
                                </a:rPr>
                                <m:t>4</m:t>
                              </m:r>
                              <m:r>
                                <a:rPr lang="en-US" sz="2800" b="0" i="1">
                                  <a:solidFill>
                                    <a:srgbClr val="000000"/>
                                  </a:solidFill>
                                  <a:latin typeface="Cambria Math" panose="02040503050406030204" pitchFamily="18" charset="0"/>
                                </a:rPr>
                                <m:t>𝜋</m:t>
                              </m:r>
                              <m:sSub>
                                <m:sSubPr>
                                  <m:ctrlPr>
                                    <a:rPr lang="en-US" sz="2800" i="1">
                                      <a:solidFill>
                                        <a:srgbClr val="000000"/>
                                      </a:solidFill>
                                      <a:latin typeface="Cambria Math" panose="02040503050406030204" pitchFamily="18" charset="0"/>
                                    </a:rPr>
                                  </m:ctrlPr>
                                </m:sSubPr>
                                <m:e>
                                  <m:r>
                                    <a:rPr lang="en-US" sz="2800" b="0" i="1">
                                      <a:solidFill>
                                        <a:srgbClr val="000000"/>
                                      </a:solidFill>
                                      <a:latin typeface="Cambria Math" panose="02040503050406030204" pitchFamily="18" charset="0"/>
                                    </a:rPr>
                                    <m:t>𝜀</m:t>
                                  </m:r>
                                </m:e>
                                <m:sub>
                                  <m:r>
                                    <a:rPr lang="en-US" sz="2800" b="0" i="1">
                                      <a:solidFill>
                                        <a:srgbClr val="000000"/>
                                      </a:solidFill>
                                      <a:latin typeface="Cambria Math" panose="02040503050406030204" pitchFamily="18" charset="0"/>
                                    </a:rPr>
                                    <m:t>0</m:t>
                                  </m:r>
                                </m:sub>
                              </m:sSub>
                              <m:sSub>
                                <m:sSubPr>
                                  <m:ctrlPr>
                                    <a:rPr lang="en-US" sz="2800" i="1">
                                      <a:solidFill>
                                        <a:srgbClr val="000000"/>
                                      </a:solidFill>
                                      <a:latin typeface="Cambria Math" panose="02040503050406030204" pitchFamily="18" charset="0"/>
                                    </a:rPr>
                                  </m:ctrlPr>
                                </m:sSubPr>
                                <m:e>
                                  <m:sSup>
                                    <m:sSupPr>
                                      <m:ctrlPr>
                                        <a:rPr lang="en-US" sz="2800" i="1">
                                          <a:solidFill>
                                            <a:srgbClr val="000000"/>
                                          </a:solidFill>
                                          <a:latin typeface="Cambria Math" panose="02040503050406030204" pitchFamily="18" charset="0"/>
                                        </a:rPr>
                                      </m:ctrlPr>
                                    </m:sSupPr>
                                    <m:e>
                                      <m:r>
                                        <a:rPr lang="en-US" sz="2800" b="0" i="1">
                                          <a:solidFill>
                                            <a:srgbClr val="000000"/>
                                          </a:solidFill>
                                          <a:latin typeface="Cambria Math" panose="02040503050406030204" pitchFamily="18" charset="0"/>
                                        </a:rPr>
                                        <m:t>𝑟</m:t>
                                      </m:r>
                                    </m:e>
                                    <m:sup>
                                      <m:r>
                                        <a:rPr lang="en-US" sz="2800" b="0" i="1">
                                          <a:solidFill>
                                            <a:srgbClr val="000000"/>
                                          </a:solidFill>
                                          <a:latin typeface="Cambria Math" panose="02040503050406030204" pitchFamily="18" charset="0"/>
                                        </a:rPr>
                                        <m:t>2</m:t>
                                      </m:r>
                                    </m:sup>
                                  </m:sSup>
                                </m:e>
                                <m:sub/>
                              </m:sSub>
                            </m:den>
                          </m:f>
                        </m:e>
                      </m:nary>
                      <m:r>
                        <a:rPr lang="en-US" sz="2800" b="0" i="1">
                          <a:solidFill>
                            <a:srgbClr val="000000"/>
                          </a:solidFill>
                          <a:latin typeface="Cambria Math" panose="02040503050406030204" pitchFamily="18" charset="0"/>
                        </a:rPr>
                        <m:t>𝑑𝑟</m:t>
                      </m:r>
                    </m:oMath>
                  </m:oMathPara>
                </a14:m>
                <a:endParaRPr lang="en-US" sz="2800" dirty="0"/>
              </a:p>
            </p:txBody>
          </p:sp>
        </mc:Choice>
        <mc:Fallback xmlns="">
          <p:sp>
            <p:nvSpPr>
              <p:cNvPr id="33" name="Object 4">
                <a:extLst>
                  <a:ext uri="{FF2B5EF4-FFF2-40B4-BE49-F238E27FC236}">
                    <a16:creationId xmlns:a16="http://schemas.microsoft.com/office/drawing/2014/main" id="{D301CF0D-90EE-46CD-96A6-F7F2517921CE}"/>
                  </a:ext>
                </a:extLst>
              </p:cNvPr>
              <p:cNvSpPr txBox="1">
                <a:spLocks noRot="1" noChangeAspect="1" noMove="1" noResize="1" noEditPoints="1" noAdjustHandles="1" noChangeArrowheads="1" noChangeShapeType="1" noTextEdit="1"/>
              </p:cNvSpPr>
              <p:nvPr/>
            </p:nvSpPr>
            <p:spPr bwMode="auto">
              <a:xfrm>
                <a:off x="5301144" y="4971008"/>
                <a:ext cx="5340762" cy="1196975"/>
              </a:xfrm>
              <a:prstGeom prst="rect">
                <a:avLst/>
              </a:prstGeom>
              <a:blipFill>
                <a:blip r:embed="rId6"/>
                <a:stretch>
                  <a:fillRect b="-10660"/>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0" name="Object 2">
                <a:extLst>
                  <a:ext uri="{FF2B5EF4-FFF2-40B4-BE49-F238E27FC236}">
                    <a16:creationId xmlns:a16="http://schemas.microsoft.com/office/drawing/2014/main" id="{BFD2DE54-B12D-49BF-A68E-BC951F1C768F}"/>
                  </a:ext>
                </a:extLst>
              </p:cNvPr>
              <p:cNvSpPr txBox="1"/>
              <p:nvPr/>
            </p:nvSpPr>
            <p:spPr bwMode="auto">
              <a:xfrm>
                <a:off x="3550300" y="5251996"/>
                <a:ext cx="2325688" cy="915987"/>
              </a:xfrm>
              <a:prstGeom prst="rect">
                <a:avLst/>
              </a:prstGeom>
              <a:noFill/>
              <a:ln>
                <a:noFill/>
              </a:ln>
              <a:effectLst/>
            </p:spPr>
            <p:txBody>
              <a:bodyPr>
                <a:noAutofit/>
              </a:bodyPr>
              <a:lstStyle/>
              <a:p>
                <a:pPr/>
                <a14:m>
                  <m:oMathPara xmlns:m="http://schemas.openxmlformats.org/officeDocument/2006/math">
                    <m:oMathParaPr>
                      <m:jc m:val="centerGroup"/>
                    </m:oMathParaPr>
                    <m:oMath xmlns:m="http://schemas.openxmlformats.org/officeDocument/2006/math">
                      <m:r>
                        <a:rPr lang="zh-CN" altLang="en-US" sz="2800" b="0" i="1" smtClean="0">
                          <a:solidFill>
                            <a:srgbClr val="000000"/>
                          </a:solidFill>
                          <a:latin typeface="Cambria Math" panose="02040503050406030204" pitchFamily="18" charset="0"/>
                        </a:rPr>
                        <m:t>𝜑</m:t>
                      </m:r>
                      <m:r>
                        <a:rPr lang="en-US" sz="2800" b="0" i="1">
                          <a:solidFill>
                            <a:srgbClr val="000000"/>
                          </a:solidFill>
                          <a:latin typeface="Cambria Math" panose="02040503050406030204" pitchFamily="18" charset="0"/>
                        </a:rPr>
                        <m:t>=</m:t>
                      </m:r>
                      <m:nary>
                        <m:naryPr>
                          <m:ctrlPr>
                            <a:rPr lang="en-US" sz="2800" i="1">
                              <a:solidFill>
                                <a:srgbClr val="000000"/>
                              </a:solidFill>
                              <a:latin typeface="Cambria Math" panose="02040503050406030204" pitchFamily="18" charset="0"/>
                            </a:rPr>
                          </m:ctrlPr>
                        </m:naryPr>
                        <m:sub>
                          <m:r>
                            <a:rPr lang="en-US" sz="2800" b="0" i="1">
                              <a:solidFill>
                                <a:srgbClr val="000000"/>
                              </a:solidFill>
                              <a:latin typeface="Cambria Math" panose="02040503050406030204" pitchFamily="18" charset="0"/>
                            </a:rPr>
                            <m:t>𝑃</m:t>
                          </m:r>
                        </m:sub>
                        <m:sup>
                          <m:r>
                            <a:rPr lang="en-US" sz="2800" b="0" i="1">
                              <a:solidFill>
                                <a:srgbClr val="000000"/>
                              </a:solidFill>
                              <a:latin typeface="Cambria Math" panose="02040503050406030204" pitchFamily="18" charset="0"/>
                            </a:rPr>
                            <m:t>∞</m:t>
                          </m:r>
                        </m:sup>
                        <m:e>
                          <m:acc>
                            <m:accPr>
                              <m:chr m:val="⃗"/>
                              <m:ctrlPr>
                                <a:rPr lang="en-US" sz="2800" i="1">
                                  <a:solidFill>
                                    <a:srgbClr val="000000"/>
                                  </a:solidFill>
                                  <a:latin typeface="Cambria Math" panose="02040503050406030204" pitchFamily="18" charset="0"/>
                                </a:rPr>
                              </m:ctrlPr>
                            </m:accPr>
                            <m:e>
                              <m:r>
                                <a:rPr lang="en-US" sz="2800" b="0" i="1">
                                  <a:solidFill>
                                    <a:srgbClr val="000000"/>
                                  </a:solidFill>
                                  <a:latin typeface="Cambria Math" panose="02040503050406030204" pitchFamily="18" charset="0"/>
                                </a:rPr>
                                <m:t>𝐸</m:t>
                              </m:r>
                            </m:e>
                          </m:acc>
                          <m:r>
                            <a:rPr lang="en-US" sz="2800" b="0" i="1">
                              <a:solidFill>
                                <a:srgbClr val="000000"/>
                              </a:solidFill>
                              <a:latin typeface="Cambria Math" panose="02040503050406030204" pitchFamily="18" charset="0"/>
                            </a:rPr>
                            <m:t>⋅</m:t>
                          </m:r>
                          <m:r>
                            <a:rPr lang="en-US" sz="2800" b="0" i="1">
                              <a:solidFill>
                                <a:srgbClr val="000000"/>
                              </a:solidFill>
                              <a:latin typeface="Cambria Math" panose="02040503050406030204" pitchFamily="18" charset="0"/>
                            </a:rPr>
                            <m:t>𝑑</m:t>
                          </m:r>
                          <m:acc>
                            <m:accPr>
                              <m:chr m:val="⃗"/>
                              <m:ctrlPr>
                                <a:rPr lang="en-US" sz="2800" i="1">
                                  <a:solidFill>
                                    <a:srgbClr val="000000"/>
                                  </a:solidFill>
                                  <a:latin typeface="Cambria Math" panose="02040503050406030204" pitchFamily="18" charset="0"/>
                                </a:rPr>
                              </m:ctrlPr>
                            </m:accPr>
                            <m:e>
                              <m:r>
                                <a:rPr lang="en-US" sz="2800" b="0" i="1">
                                  <a:solidFill>
                                    <a:srgbClr val="000000"/>
                                  </a:solidFill>
                                  <a:latin typeface="Cambria Math" panose="02040503050406030204" pitchFamily="18" charset="0"/>
                                </a:rPr>
                                <m:t>𝑙</m:t>
                              </m:r>
                            </m:e>
                          </m:acc>
                        </m:e>
                      </m:nary>
                    </m:oMath>
                  </m:oMathPara>
                </a14:m>
                <a:endParaRPr lang="en-US" sz="2800" dirty="0"/>
              </a:p>
            </p:txBody>
          </p:sp>
        </mc:Choice>
        <mc:Fallback xmlns="">
          <p:sp>
            <p:nvSpPr>
              <p:cNvPr id="40" name="Object 2">
                <a:extLst>
                  <a:ext uri="{FF2B5EF4-FFF2-40B4-BE49-F238E27FC236}">
                    <a16:creationId xmlns:a16="http://schemas.microsoft.com/office/drawing/2014/main" id="{BFD2DE54-B12D-49BF-A68E-BC951F1C768F}"/>
                  </a:ext>
                </a:extLst>
              </p:cNvPr>
              <p:cNvSpPr txBox="1">
                <a:spLocks noRot="1" noChangeAspect="1" noMove="1" noResize="1" noEditPoints="1" noAdjustHandles="1" noChangeArrowheads="1" noChangeShapeType="1" noTextEdit="1"/>
              </p:cNvSpPr>
              <p:nvPr/>
            </p:nvSpPr>
            <p:spPr bwMode="auto">
              <a:xfrm>
                <a:off x="3550300" y="5251996"/>
                <a:ext cx="2325688" cy="915987"/>
              </a:xfrm>
              <a:prstGeom prst="rect">
                <a:avLst/>
              </a:prstGeom>
              <a:blipFill>
                <a:blip r:embed="rId7"/>
                <a:stretch>
                  <a:fillRect b="-6000"/>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矩形 12">
                <a:extLst>
                  <a:ext uri="{FF2B5EF4-FFF2-40B4-BE49-F238E27FC236}">
                    <a16:creationId xmlns:a16="http://schemas.microsoft.com/office/drawing/2014/main" id="{B99FF25C-D21E-43B0-B163-9C65BA9D6220}"/>
                  </a:ext>
                </a:extLst>
              </p:cNvPr>
              <p:cNvSpPr/>
              <p:nvPr/>
            </p:nvSpPr>
            <p:spPr>
              <a:xfrm>
                <a:off x="4220977" y="4605627"/>
                <a:ext cx="2160335" cy="523220"/>
              </a:xfrm>
              <a:prstGeom prst="rect">
                <a:avLst/>
              </a:prstGeom>
            </p:spPr>
            <p:txBody>
              <a:bodyPr wrap="none">
                <a:spAutoFit/>
              </a:bodyPr>
              <a:lstStyle/>
              <a:p>
                <a14:m>
                  <m:oMath xmlns:m="http://schemas.openxmlformats.org/officeDocument/2006/math">
                    <m:r>
                      <a:rPr kumimoji="1" lang="en-US" altLang="zh-CN" sz="2800" b="0" i="1" dirty="0" smtClean="0">
                        <a:solidFill>
                          <a:srgbClr val="0066FF"/>
                        </a:solidFill>
                        <a:latin typeface="Cambria Math" panose="02040503050406030204" pitchFamily="18" charset="0"/>
                        <a:ea typeface="华文新魏" panose="02010800040101010101" pitchFamily="2" charset="-122"/>
                      </a:rPr>
                      <m:t>− </m:t>
                    </m:r>
                    <m:r>
                      <a:rPr kumimoji="1" lang="en-US" altLang="zh-CN" sz="2800" b="0" i="1" dirty="0" smtClean="0">
                        <a:solidFill>
                          <a:srgbClr val="0066FF"/>
                        </a:solidFill>
                        <a:latin typeface="Cambria Math" panose="02040503050406030204" pitchFamily="18" charset="0"/>
                        <a:ea typeface="华文新魏" panose="02010800040101010101" pitchFamily="2" charset="-122"/>
                      </a:rPr>
                      <m:t>𝑟</m:t>
                    </m:r>
                    <m:r>
                      <a:rPr kumimoji="1" lang="en-US" altLang="zh-CN" sz="2800" b="0" i="1" dirty="0" smtClean="0">
                        <a:solidFill>
                          <a:srgbClr val="0066FF"/>
                        </a:solidFill>
                        <a:latin typeface="Cambria Math" panose="02040503050406030204" pitchFamily="18" charset="0"/>
                        <a:ea typeface="华文新魏" panose="02010800040101010101" pitchFamily="2" charset="-122"/>
                      </a:rPr>
                      <m:t>≤</m:t>
                    </m:r>
                    <m:r>
                      <a:rPr kumimoji="1" lang="en-US" altLang="zh-CN" sz="2800" b="0" i="1" dirty="0" smtClean="0">
                        <a:solidFill>
                          <a:srgbClr val="0066FF"/>
                        </a:solidFill>
                        <a:latin typeface="Cambria Math" panose="02040503050406030204" pitchFamily="18" charset="0"/>
                        <a:ea typeface="华文新魏" panose="02010800040101010101" pitchFamily="2" charset="-122"/>
                      </a:rPr>
                      <m:t>𝑅</m:t>
                    </m:r>
                  </m:oMath>
                </a14:m>
                <a:r>
                  <a:rPr lang="zh-CN" altLang="en-US" sz="2800" dirty="0">
                    <a:solidFill>
                      <a:srgbClr val="0066FF"/>
                    </a:solidFill>
                  </a:rPr>
                  <a:t>时，</a:t>
                </a:r>
                <a:endParaRPr lang="en-US" sz="2800" dirty="0">
                  <a:solidFill>
                    <a:srgbClr val="0066FF"/>
                  </a:solidFill>
                </a:endParaRPr>
              </a:p>
            </p:txBody>
          </p:sp>
        </mc:Choice>
        <mc:Fallback xmlns="">
          <p:sp>
            <p:nvSpPr>
              <p:cNvPr id="13" name="矩形 12">
                <a:extLst>
                  <a:ext uri="{FF2B5EF4-FFF2-40B4-BE49-F238E27FC236}">
                    <a16:creationId xmlns:a16="http://schemas.microsoft.com/office/drawing/2014/main" id="{B99FF25C-D21E-43B0-B163-9C65BA9D6220}"/>
                  </a:ext>
                </a:extLst>
              </p:cNvPr>
              <p:cNvSpPr>
                <a:spLocks noRot="1" noChangeAspect="1" noMove="1" noResize="1" noEditPoints="1" noAdjustHandles="1" noChangeArrowheads="1" noChangeShapeType="1" noTextEdit="1"/>
              </p:cNvSpPr>
              <p:nvPr/>
            </p:nvSpPr>
            <p:spPr>
              <a:xfrm>
                <a:off x="4220977" y="4605627"/>
                <a:ext cx="2160335" cy="523220"/>
              </a:xfrm>
              <a:prstGeom prst="rect">
                <a:avLst/>
              </a:prstGeom>
              <a:blipFill>
                <a:blip r:embed="rId8"/>
                <a:stretch>
                  <a:fillRect t="-12941" r="-3662" b="-3294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Object 5">
                <a:extLst>
                  <a:ext uri="{FF2B5EF4-FFF2-40B4-BE49-F238E27FC236}">
                    <a16:creationId xmlns:a16="http://schemas.microsoft.com/office/drawing/2014/main" id="{52376464-2D09-6EFD-0332-CC4DE4F5CB8C}"/>
                  </a:ext>
                </a:extLst>
              </p:cNvPr>
              <p:cNvSpPr txBox="1"/>
              <p:nvPr/>
            </p:nvSpPr>
            <p:spPr bwMode="auto">
              <a:xfrm>
                <a:off x="9689406" y="5226678"/>
                <a:ext cx="1905000" cy="1219200"/>
              </a:xfrm>
              <a:prstGeom prst="rect">
                <a:avLst/>
              </a:prstGeom>
              <a:noFill/>
              <a:ln>
                <a:noFill/>
              </a:ln>
              <a:effectLst/>
            </p:spPr>
            <p:txBody>
              <a:bodyPr>
                <a:normAutofit/>
              </a:bodyPr>
              <a:lstStyle/>
              <a:p>
                <a:pPr/>
                <a14:m>
                  <m:oMathPara xmlns:m="http://schemas.openxmlformats.org/officeDocument/2006/math">
                    <m:oMathParaPr>
                      <m:jc m:val="centerGroup"/>
                    </m:oMathParaPr>
                    <m:oMath xmlns:m="http://schemas.openxmlformats.org/officeDocument/2006/math">
                      <m:r>
                        <a:rPr lang="en-US" sz="2800" i="1" smtClean="0">
                          <a:solidFill>
                            <a:srgbClr val="000000"/>
                          </a:solidFill>
                          <a:latin typeface="Cambria Math" panose="02040503050406030204" pitchFamily="18" charset="0"/>
                        </a:rPr>
                        <m:t>=</m:t>
                      </m:r>
                      <m:f>
                        <m:fPr>
                          <m:ctrlPr>
                            <a:rPr lang="en-US" sz="2800" i="1">
                              <a:solidFill>
                                <a:srgbClr val="000000"/>
                              </a:solidFill>
                              <a:latin typeface="Cambria Math" panose="02040503050406030204" pitchFamily="18" charset="0"/>
                            </a:rPr>
                          </m:ctrlPr>
                        </m:fPr>
                        <m:num>
                          <m:r>
                            <a:rPr lang="en-US" sz="2800" b="0" i="1" smtClean="0">
                              <a:solidFill>
                                <a:srgbClr val="000000"/>
                              </a:solidFill>
                              <a:latin typeface="Cambria Math" panose="02040503050406030204" pitchFamily="18" charset="0"/>
                            </a:rPr>
                            <m:t>𝑞</m:t>
                          </m:r>
                        </m:num>
                        <m:den>
                          <m:r>
                            <a:rPr lang="en-US" sz="2800" i="1">
                              <a:solidFill>
                                <a:srgbClr val="000000"/>
                              </a:solidFill>
                              <a:latin typeface="Cambria Math" panose="02040503050406030204" pitchFamily="18" charset="0"/>
                            </a:rPr>
                            <m:t>4</m:t>
                          </m:r>
                          <m:r>
                            <a:rPr lang="en-US" sz="2800" i="1">
                              <a:solidFill>
                                <a:srgbClr val="000000"/>
                              </a:solidFill>
                              <a:latin typeface="Cambria Math" panose="02040503050406030204" pitchFamily="18" charset="0"/>
                            </a:rPr>
                            <m:t>𝜋</m:t>
                          </m:r>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𝜀</m:t>
                              </m:r>
                            </m:e>
                            <m:sub>
                              <m:r>
                                <a:rPr lang="en-US" sz="2800" i="1">
                                  <a:solidFill>
                                    <a:srgbClr val="000000"/>
                                  </a:solidFill>
                                  <a:latin typeface="Cambria Math" panose="02040503050406030204" pitchFamily="18" charset="0"/>
                                </a:rPr>
                                <m:t>0</m:t>
                              </m:r>
                            </m:sub>
                          </m:sSub>
                          <m:r>
                            <a:rPr lang="en-US" sz="2800" i="1">
                              <a:solidFill>
                                <a:srgbClr val="000000"/>
                              </a:solidFill>
                              <a:latin typeface="Cambria Math" panose="02040503050406030204" pitchFamily="18" charset="0"/>
                            </a:rPr>
                            <m:t>𝑅</m:t>
                          </m:r>
                        </m:den>
                      </m:f>
                    </m:oMath>
                  </m:oMathPara>
                </a14:m>
                <a:endParaRPr lang="en-US" sz="2800" dirty="0"/>
              </a:p>
            </p:txBody>
          </p:sp>
        </mc:Choice>
        <mc:Fallback xmlns="">
          <p:sp>
            <p:nvSpPr>
              <p:cNvPr id="7" name="Object 5">
                <a:extLst>
                  <a:ext uri="{FF2B5EF4-FFF2-40B4-BE49-F238E27FC236}">
                    <a16:creationId xmlns:a16="http://schemas.microsoft.com/office/drawing/2014/main" id="{52376464-2D09-6EFD-0332-CC4DE4F5CB8C}"/>
                  </a:ext>
                </a:extLst>
              </p:cNvPr>
              <p:cNvSpPr txBox="1">
                <a:spLocks noRot="1" noChangeAspect="1" noMove="1" noResize="1" noEditPoints="1" noAdjustHandles="1" noChangeArrowheads="1" noChangeShapeType="1" noTextEdit="1"/>
              </p:cNvSpPr>
              <p:nvPr/>
            </p:nvSpPr>
            <p:spPr bwMode="auto">
              <a:xfrm>
                <a:off x="9689406" y="5226678"/>
                <a:ext cx="1905000" cy="1219200"/>
              </a:xfrm>
              <a:prstGeom prst="rect">
                <a:avLst/>
              </a:prstGeom>
              <a:blipFill>
                <a:blip r:embed="rId9"/>
                <a:stretch>
                  <a:fillRect/>
                </a:stretch>
              </a:blipFill>
              <a:ln>
                <a:noFill/>
              </a:ln>
              <a:effectLst/>
            </p:spPr>
            <p:txBody>
              <a:bodyPr/>
              <a:lstStyle/>
              <a:p>
                <a:r>
                  <a:rPr lang="zh-CN" altLang="en-US">
                    <a:noFill/>
                  </a:rPr>
                  <a:t> </a:t>
                </a:r>
              </a:p>
            </p:txBody>
          </p:sp>
        </mc:Fallback>
      </mc:AlternateContent>
    </p:spTree>
    <p:extLst>
      <p:ext uri="{BB962C8B-B14F-4D97-AF65-F5344CB8AC3E}">
        <p14:creationId xmlns:p14="http://schemas.microsoft.com/office/powerpoint/2010/main" val="146265207"/>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30" grpId="0"/>
      <p:bldP spid="31" grpId="0"/>
      <p:bldP spid="4" grpId="0"/>
      <p:bldP spid="33" grpId="0"/>
      <p:bldP spid="40" grpId="0"/>
      <p:bldP spid="13" grpId="0"/>
      <p:bldP spid="7"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41ADFFA-E057-4C95-9806-E78A94347435}"/>
              </a:ext>
            </a:extLst>
          </p:cNvPr>
          <p:cNvSpPr>
            <a:spLocks noGrp="1"/>
          </p:cNvSpPr>
          <p:nvPr>
            <p:ph type="title"/>
          </p:nvPr>
        </p:nvSpPr>
        <p:spPr>
          <a:xfrm>
            <a:off x="514368" y="185048"/>
            <a:ext cx="7543800" cy="1243238"/>
          </a:xfrm>
        </p:spPr>
        <p:txBody>
          <a:bodyPr>
            <a:normAutofit/>
          </a:bodyPr>
          <a:lstStyle/>
          <a:p>
            <a:pPr marL="571500" indent="-571500">
              <a:buFont typeface="Wingdings" panose="05000000000000000000" pitchFamily="2" charset="2"/>
              <a:buChar char="q"/>
            </a:pPr>
            <a:r>
              <a:rPr kumimoji="1" lang="zh-CN" altLang="en-US" sz="3200" b="1" dirty="0">
                <a:solidFill>
                  <a:srgbClr val="0066FF"/>
                </a:solidFill>
                <a:latin typeface="华文楷体" panose="02010600040101010101" pitchFamily="2" charset="-122"/>
                <a:ea typeface="华文楷体" panose="02010600040101010101" pitchFamily="2" charset="-122"/>
                <a:cs typeface="+mn-cs"/>
              </a:rPr>
              <a:t>均匀带电球面的电势</a:t>
            </a:r>
            <a:endParaRPr lang="zh-CN" altLang="en-US" sz="3200" b="1" dirty="0">
              <a:solidFill>
                <a:srgbClr val="0066FF"/>
              </a:solidFill>
              <a:latin typeface="华文楷体" panose="02010600040101010101" pitchFamily="2" charset="-122"/>
              <a:ea typeface="华文楷体" panose="02010600040101010101" pitchFamily="2" charset="-122"/>
            </a:endParaRPr>
          </a:p>
        </p:txBody>
      </p:sp>
      <p:grpSp>
        <p:nvGrpSpPr>
          <p:cNvPr id="720903" name="Group 7"/>
          <p:cNvGrpSpPr>
            <a:grpSpLocks/>
          </p:cNvGrpSpPr>
          <p:nvPr/>
        </p:nvGrpSpPr>
        <p:grpSpPr bwMode="auto">
          <a:xfrm>
            <a:off x="824988" y="1631929"/>
            <a:ext cx="3146425" cy="3090863"/>
            <a:chOff x="3360" y="672"/>
            <a:chExt cx="1982" cy="1947"/>
          </a:xfrm>
        </p:grpSpPr>
        <p:sp>
          <p:nvSpPr>
            <p:cNvPr id="720904" name="Oval 8"/>
            <p:cNvSpPr>
              <a:spLocks noChangeArrowheads="1"/>
            </p:cNvSpPr>
            <p:nvPr/>
          </p:nvSpPr>
          <p:spPr bwMode="auto">
            <a:xfrm>
              <a:off x="3360" y="720"/>
              <a:ext cx="1898" cy="1899"/>
            </a:xfrm>
            <a:prstGeom prst="ellipse">
              <a:avLst/>
            </a:prstGeom>
            <a:gradFill rotWithShape="1">
              <a:gsLst>
                <a:gs pos="0">
                  <a:schemeClr val="bg1"/>
                </a:gs>
                <a:gs pos="100000">
                  <a:schemeClr val="bg1">
                    <a:gamma/>
                    <a:shade val="47451"/>
                    <a:invGamma/>
                  </a:schemeClr>
                </a:gs>
              </a:gsLst>
              <a:path path="shape">
                <a:fillToRect l="50000" t="50000" r="50000" b="50000"/>
              </a:path>
            </a:gradFill>
            <a:ln>
              <a:noFill/>
            </a:ln>
            <a:effectLst/>
            <a:extLst>
              <a:ext uri="{91240B29-F687-4F45-9708-019B960494DF}">
                <a14:hiddenLine xmlns:a14="http://schemas.microsoft.com/office/drawing/2010/main" w="50800">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algn="ctr" eaLnBrk="1" fontAlgn="base" hangingPunct="1">
                <a:spcBef>
                  <a:spcPct val="0"/>
                </a:spcBef>
                <a:spcAft>
                  <a:spcPct val="0"/>
                </a:spcAft>
                <a:defRPr/>
              </a:pPr>
              <a:endParaRPr lang="zh-CN" altLang="en-US" sz="3200">
                <a:solidFill>
                  <a:srgbClr val="000000"/>
                </a:solidFill>
                <a:latin typeface="华文楷体" panose="02010600040101010101" pitchFamily="2" charset="-122"/>
                <a:ea typeface="华文楷体" panose="02010600040101010101" pitchFamily="2" charset="-122"/>
              </a:endParaRPr>
            </a:p>
          </p:txBody>
        </p:sp>
        <p:sp>
          <p:nvSpPr>
            <p:cNvPr id="109578" name="Rectangle 9"/>
            <p:cNvSpPr>
              <a:spLocks noChangeArrowheads="1"/>
            </p:cNvSpPr>
            <p:nvPr/>
          </p:nvSpPr>
          <p:spPr bwMode="auto">
            <a:xfrm>
              <a:off x="4864" y="1057"/>
              <a:ext cx="290" cy="3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defRPr/>
              </a:pPr>
              <a:r>
                <a:rPr lang="en-US" altLang="zh-CN" sz="3200" dirty="0">
                  <a:solidFill>
                    <a:srgbClr val="000000"/>
                  </a:solidFill>
                  <a:latin typeface="华文楷体" panose="02010600040101010101" pitchFamily="2" charset="-122"/>
                  <a:ea typeface="华文楷体" panose="02010600040101010101" pitchFamily="2" charset="-122"/>
                </a:rPr>
                <a:t>+</a:t>
              </a:r>
            </a:p>
          </p:txBody>
        </p:sp>
        <p:grpSp>
          <p:nvGrpSpPr>
            <p:cNvPr id="109579" name="Group 10"/>
            <p:cNvGrpSpPr>
              <a:grpSpLocks/>
            </p:cNvGrpSpPr>
            <p:nvPr/>
          </p:nvGrpSpPr>
          <p:grpSpPr bwMode="auto">
            <a:xfrm>
              <a:off x="3462" y="672"/>
              <a:ext cx="1880" cy="1874"/>
              <a:chOff x="3185" y="1871"/>
              <a:chExt cx="2338" cy="2330"/>
            </a:xfrm>
          </p:grpSpPr>
          <p:sp>
            <p:nvSpPr>
              <p:cNvPr id="109584" name="Rectangle 11"/>
              <p:cNvSpPr>
                <a:spLocks noChangeArrowheads="1"/>
              </p:cNvSpPr>
              <p:nvPr/>
            </p:nvSpPr>
            <p:spPr bwMode="auto">
              <a:xfrm>
                <a:off x="3331" y="3312"/>
                <a:ext cx="360" cy="4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defRPr/>
                </a:pPr>
                <a:r>
                  <a:rPr lang="en-US" altLang="zh-CN" sz="3200">
                    <a:solidFill>
                      <a:srgbClr val="000000"/>
                    </a:solidFill>
                    <a:latin typeface="华文楷体" panose="02010600040101010101" pitchFamily="2" charset="-122"/>
                    <a:ea typeface="华文楷体" panose="02010600040101010101" pitchFamily="2" charset="-122"/>
                  </a:rPr>
                  <a:t>+</a:t>
                </a:r>
              </a:p>
            </p:txBody>
          </p:sp>
          <p:sp>
            <p:nvSpPr>
              <p:cNvPr id="109585" name="Rectangle 12"/>
              <p:cNvSpPr>
                <a:spLocks noChangeArrowheads="1"/>
              </p:cNvSpPr>
              <p:nvPr/>
            </p:nvSpPr>
            <p:spPr bwMode="auto">
              <a:xfrm>
                <a:off x="3185" y="3022"/>
                <a:ext cx="360" cy="4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defRPr/>
                </a:pPr>
                <a:r>
                  <a:rPr lang="en-US" altLang="zh-CN" sz="3200">
                    <a:solidFill>
                      <a:srgbClr val="000000"/>
                    </a:solidFill>
                    <a:latin typeface="华文楷体" panose="02010600040101010101" pitchFamily="2" charset="-122"/>
                    <a:ea typeface="华文楷体" panose="02010600040101010101" pitchFamily="2" charset="-122"/>
                  </a:rPr>
                  <a:t>+</a:t>
                </a:r>
              </a:p>
            </p:txBody>
          </p:sp>
          <p:sp>
            <p:nvSpPr>
              <p:cNvPr id="109586" name="Rectangle 13"/>
              <p:cNvSpPr>
                <a:spLocks noChangeArrowheads="1"/>
              </p:cNvSpPr>
              <p:nvPr/>
            </p:nvSpPr>
            <p:spPr bwMode="auto">
              <a:xfrm>
                <a:off x="3185" y="2735"/>
                <a:ext cx="360" cy="4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defRPr/>
                </a:pPr>
                <a:r>
                  <a:rPr lang="en-US" altLang="zh-CN" sz="3200">
                    <a:solidFill>
                      <a:srgbClr val="000000"/>
                    </a:solidFill>
                    <a:latin typeface="华文楷体" panose="02010600040101010101" pitchFamily="2" charset="-122"/>
                    <a:ea typeface="华文楷体" panose="02010600040101010101" pitchFamily="2" charset="-122"/>
                  </a:rPr>
                  <a:t>+</a:t>
                </a:r>
              </a:p>
            </p:txBody>
          </p:sp>
          <p:sp>
            <p:nvSpPr>
              <p:cNvPr id="109587" name="Rectangle 14"/>
              <p:cNvSpPr>
                <a:spLocks noChangeArrowheads="1"/>
              </p:cNvSpPr>
              <p:nvPr/>
            </p:nvSpPr>
            <p:spPr bwMode="auto">
              <a:xfrm>
                <a:off x="3281" y="2351"/>
                <a:ext cx="360" cy="4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defRPr/>
                </a:pPr>
                <a:r>
                  <a:rPr lang="en-US" altLang="zh-CN" sz="3200">
                    <a:solidFill>
                      <a:srgbClr val="000000"/>
                    </a:solidFill>
                    <a:latin typeface="华文楷体" panose="02010600040101010101" pitchFamily="2" charset="-122"/>
                    <a:ea typeface="华文楷体" panose="02010600040101010101" pitchFamily="2" charset="-122"/>
                  </a:rPr>
                  <a:t>+</a:t>
                </a:r>
              </a:p>
            </p:txBody>
          </p:sp>
          <p:sp>
            <p:nvSpPr>
              <p:cNvPr id="109588" name="Rectangle 15"/>
              <p:cNvSpPr>
                <a:spLocks noChangeArrowheads="1"/>
              </p:cNvSpPr>
              <p:nvPr/>
            </p:nvSpPr>
            <p:spPr bwMode="auto">
              <a:xfrm>
                <a:off x="3569" y="2062"/>
                <a:ext cx="360" cy="4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defRPr/>
                </a:pPr>
                <a:r>
                  <a:rPr lang="en-US" altLang="zh-CN" sz="3200">
                    <a:solidFill>
                      <a:srgbClr val="000000"/>
                    </a:solidFill>
                    <a:latin typeface="华文楷体" panose="02010600040101010101" pitchFamily="2" charset="-122"/>
                    <a:ea typeface="华文楷体" panose="02010600040101010101" pitchFamily="2" charset="-122"/>
                  </a:rPr>
                  <a:t>+</a:t>
                </a:r>
              </a:p>
            </p:txBody>
          </p:sp>
          <p:sp>
            <p:nvSpPr>
              <p:cNvPr id="109589" name="Rectangle 16"/>
              <p:cNvSpPr>
                <a:spLocks noChangeArrowheads="1"/>
              </p:cNvSpPr>
              <p:nvPr/>
            </p:nvSpPr>
            <p:spPr bwMode="auto">
              <a:xfrm>
                <a:off x="3905" y="1871"/>
                <a:ext cx="360" cy="4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defRPr/>
                </a:pPr>
                <a:r>
                  <a:rPr lang="en-US" altLang="zh-CN" sz="3200">
                    <a:solidFill>
                      <a:srgbClr val="000000"/>
                    </a:solidFill>
                    <a:latin typeface="华文楷体" panose="02010600040101010101" pitchFamily="2" charset="-122"/>
                    <a:ea typeface="华文楷体" panose="02010600040101010101" pitchFamily="2" charset="-122"/>
                  </a:rPr>
                  <a:t>+</a:t>
                </a:r>
              </a:p>
            </p:txBody>
          </p:sp>
          <p:sp>
            <p:nvSpPr>
              <p:cNvPr id="109590" name="Rectangle 17"/>
              <p:cNvSpPr>
                <a:spLocks noChangeArrowheads="1"/>
              </p:cNvSpPr>
              <p:nvPr/>
            </p:nvSpPr>
            <p:spPr bwMode="auto">
              <a:xfrm>
                <a:off x="4674" y="2062"/>
                <a:ext cx="360" cy="4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defRPr/>
                </a:pPr>
                <a:r>
                  <a:rPr lang="en-US" altLang="zh-CN" sz="3200">
                    <a:solidFill>
                      <a:srgbClr val="000000"/>
                    </a:solidFill>
                    <a:latin typeface="华文楷体" panose="02010600040101010101" pitchFamily="2" charset="-122"/>
                    <a:ea typeface="华文楷体" panose="02010600040101010101" pitchFamily="2" charset="-122"/>
                  </a:rPr>
                  <a:t>+</a:t>
                </a:r>
              </a:p>
            </p:txBody>
          </p:sp>
          <p:sp>
            <p:nvSpPr>
              <p:cNvPr id="109591" name="Rectangle 18"/>
              <p:cNvSpPr>
                <a:spLocks noChangeArrowheads="1"/>
              </p:cNvSpPr>
              <p:nvPr/>
            </p:nvSpPr>
            <p:spPr bwMode="auto">
              <a:xfrm>
                <a:off x="4290" y="1871"/>
                <a:ext cx="360" cy="4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defRPr/>
                </a:pPr>
                <a:r>
                  <a:rPr lang="en-US" altLang="zh-CN" sz="3200">
                    <a:solidFill>
                      <a:srgbClr val="000000"/>
                    </a:solidFill>
                    <a:latin typeface="华文楷体" panose="02010600040101010101" pitchFamily="2" charset="-122"/>
                    <a:ea typeface="华文楷体" panose="02010600040101010101" pitchFamily="2" charset="-122"/>
                  </a:rPr>
                  <a:t>+</a:t>
                </a:r>
              </a:p>
            </p:txBody>
          </p:sp>
          <p:sp>
            <p:nvSpPr>
              <p:cNvPr id="109592" name="Rectangle 19"/>
              <p:cNvSpPr>
                <a:spLocks noChangeArrowheads="1"/>
              </p:cNvSpPr>
              <p:nvPr/>
            </p:nvSpPr>
            <p:spPr bwMode="auto">
              <a:xfrm>
                <a:off x="4290" y="3742"/>
                <a:ext cx="360" cy="4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defRPr/>
                </a:pPr>
                <a:r>
                  <a:rPr lang="en-US" altLang="zh-CN" sz="3200">
                    <a:solidFill>
                      <a:srgbClr val="000000"/>
                    </a:solidFill>
                    <a:latin typeface="华文楷体" panose="02010600040101010101" pitchFamily="2" charset="-122"/>
                    <a:ea typeface="华文楷体" panose="02010600040101010101" pitchFamily="2" charset="-122"/>
                  </a:rPr>
                  <a:t>+</a:t>
                </a:r>
              </a:p>
            </p:txBody>
          </p:sp>
          <p:sp>
            <p:nvSpPr>
              <p:cNvPr id="109593" name="Rectangle 20"/>
              <p:cNvSpPr>
                <a:spLocks noChangeArrowheads="1"/>
              </p:cNvSpPr>
              <p:nvPr/>
            </p:nvSpPr>
            <p:spPr bwMode="auto">
              <a:xfrm>
                <a:off x="4674" y="3551"/>
                <a:ext cx="360" cy="4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defRPr/>
                </a:pPr>
                <a:r>
                  <a:rPr lang="en-US" altLang="zh-CN" sz="3200">
                    <a:solidFill>
                      <a:srgbClr val="000000"/>
                    </a:solidFill>
                    <a:latin typeface="华文楷体" panose="02010600040101010101" pitchFamily="2" charset="-122"/>
                    <a:ea typeface="华文楷体" panose="02010600040101010101" pitchFamily="2" charset="-122"/>
                  </a:rPr>
                  <a:t>+</a:t>
                </a:r>
              </a:p>
            </p:txBody>
          </p:sp>
          <p:sp>
            <p:nvSpPr>
              <p:cNvPr id="109594" name="Rectangle 21"/>
              <p:cNvSpPr>
                <a:spLocks noChangeArrowheads="1"/>
              </p:cNvSpPr>
              <p:nvPr/>
            </p:nvSpPr>
            <p:spPr bwMode="auto">
              <a:xfrm>
                <a:off x="4913" y="3312"/>
                <a:ext cx="360" cy="4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defRPr/>
                </a:pPr>
                <a:r>
                  <a:rPr lang="en-US" altLang="zh-CN" sz="3200">
                    <a:solidFill>
                      <a:srgbClr val="000000"/>
                    </a:solidFill>
                    <a:latin typeface="华文楷体" panose="02010600040101010101" pitchFamily="2" charset="-122"/>
                    <a:ea typeface="华文楷体" panose="02010600040101010101" pitchFamily="2" charset="-122"/>
                  </a:rPr>
                  <a:t>+</a:t>
                </a:r>
              </a:p>
            </p:txBody>
          </p:sp>
          <p:sp>
            <p:nvSpPr>
              <p:cNvPr id="109595" name="Rectangle 22"/>
              <p:cNvSpPr>
                <a:spLocks noChangeArrowheads="1"/>
              </p:cNvSpPr>
              <p:nvPr/>
            </p:nvSpPr>
            <p:spPr bwMode="auto">
              <a:xfrm>
                <a:off x="5009" y="3022"/>
                <a:ext cx="360" cy="4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defRPr/>
                </a:pPr>
                <a:r>
                  <a:rPr lang="en-US" altLang="zh-CN" sz="3200">
                    <a:solidFill>
                      <a:srgbClr val="000000"/>
                    </a:solidFill>
                    <a:latin typeface="华文楷体" panose="02010600040101010101" pitchFamily="2" charset="-122"/>
                    <a:ea typeface="华文楷体" panose="02010600040101010101" pitchFamily="2" charset="-122"/>
                  </a:rPr>
                  <a:t>+</a:t>
                </a:r>
              </a:p>
            </p:txBody>
          </p:sp>
          <p:sp>
            <p:nvSpPr>
              <p:cNvPr id="109596" name="Rectangle 23"/>
              <p:cNvSpPr>
                <a:spLocks noChangeArrowheads="1"/>
              </p:cNvSpPr>
              <p:nvPr/>
            </p:nvSpPr>
            <p:spPr bwMode="auto">
              <a:xfrm>
                <a:off x="5058" y="2687"/>
                <a:ext cx="360" cy="4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defRPr/>
                </a:pPr>
                <a:r>
                  <a:rPr lang="en-US" altLang="zh-CN" sz="3200" dirty="0">
                    <a:solidFill>
                      <a:srgbClr val="000000"/>
                    </a:solidFill>
                    <a:latin typeface="华文楷体" panose="02010600040101010101" pitchFamily="2" charset="-122"/>
                    <a:ea typeface="华文楷体" panose="02010600040101010101" pitchFamily="2" charset="-122"/>
                  </a:rPr>
                  <a:t>+</a:t>
                </a:r>
              </a:p>
            </p:txBody>
          </p:sp>
          <p:sp>
            <p:nvSpPr>
              <p:cNvPr id="109597" name="Rectangle 24"/>
              <p:cNvSpPr>
                <a:spLocks noChangeArrowheads="1"/>
              </p:cNvSpPr>
              <p:nvPr/>
            </p:nvSpPr>
            <p:spPr bwMode="auto">
              <a:xfrm>
                <a:off x="3618" y="3599"/>
                <a:ext cx="360" cy="4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defRPr/>
                </a:pPr>
                <a:r>
                  <a:rPr lang="en-US" altLang="zh-CN" sz="3200">
                    <a:solidFill>
                      <a:srgbClr val="000000"/>
                    </a:solidFill>
                    <a:latin typeface="华文楷体" panose="02010600040101010101" pitchFamily="2" charset="-122"/>
                    <a:ea typeface="华文楷体" panose="02010600040101010101" pitchFamily="2" charset="-122"/>
                  </a:rPr>
                  <a:t>+</a:t>
                </a:r>
              </a:p>
            </p:txBody>
          </p:sp>
          <p:sp>
            <p:nvSpPr>
              <p:cNvPr id="109598" name="Rectangle 25"/>
              <p:cNvSpPr>
                <a:spLocks noChangeArrowheads="1"/>
              </p:cNvSpPr>
              <p:nvPr/>
            </p:nvSpPr>
            <p:spPr bwMode="auto">
              <a:xfrm>
                <a:off x="3952" y="3743"/>
                <a:ext cx="360" cy="4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defRPr/>
                </a:pPr>
                <a:r>
                  <a:rPr lang="en-US" altLang="zh-CN" sz="3200">
                    <a:solidFill>
                      <a:srgbClr val="000000"/>
                    </a:solidFill>
                    <a:latin typeface="华文楷体" panose="02010600040101010101" pitchFamily="2" charset="-122"/>
                    <a:ea typeface="华文楷体" panose="02010600040101010101" pitchFamily="2" charset="-122"/>
                  </a:rPr>
                  <a:t>+</a:t>
                </a:r>
              </a:p>
            </p:txBody>
          </p:sp>
          <mc:AlternateContent xmlns:mc="http://schemas.openxmlformats.org/markup-compatibility/2006" xmlns:a14="http://schemas.microsoft.com/office/drawing/2010/main">
            <mc:Choice Requires="a14">
              <p:sp>
                <p:nvSpPr>
                  <p:cNvPr id="109599" name="Rectangle 26"/>
                  <p:cNvSpPr>
                    <a:spLocks noChangeArrowheads="1"/>
                  </p:cNvSpPr>
                  <p:nvPr/>
                </p:nvSpPr>
                <p:spPr bwMode="auto">
                  <a:xfrm>
                    <a:off x="5102" y="1976"/>
                    <a:ext cx="421" cy="458"/>
                  </a:xfrm>
                  <a:prstGeom prst="rect">
                    <a:avLst/>
                  </a:prstGeom>
                  <a:noFill/>
                  <a:ln>
                    <a:noFill/>
                  </a:ln>
                  <a:effectLst/>
                  <a:extLst>
                    <a:ext uri="{909E8E84-426E-40DD-AFC4-6F175D3DCCD1}">
                      <a14:hiddenFill>
                        <a:solidFill>
                          <a:schemeClr val="accent1"/>
                        </a:solidFill>
                      </a14:hiddenFill>
                    </a:ext>
                    <a:ext uri="{91240B29-F687-4F45-9708-019B960494DF}">
                      <a14:hiddenLine w="9525">
                        <a:solidFill>
                          <a:srgbClr val="FFFF00"/>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non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defRPr/>
                    </a:pPr>
                    <a14:m>
                      <m:oMathPara xmlns:m="http://schemas.openxmlformats.org/officeDocument/2006/math">
                        <m:oMathParaPr>
                          <m:jc m:val="centerGroup"/>
                        </m:oMathParaPr>
                        <m:oMath xmlns:m="http://schemas.openxmlformats.org/officeDocument/2006/math">
                          <m:r>
                            <a:rPr lang="en-US" altLang="zh-CN" sz="3200" i="1">
                              <a:solidFill>
                                <a:srgbClr val="000000"/>
                              </a:solidFill>
                              <a:latin typeface="Cambria Math" panose="02040503050406030204" pitchFamily="18" charset="0"/>
                              <a:ea typeface="华文新魏" panose="02010800040101010101" pitchFamily="2" charset="-122"/>
                            </a:rPr>
                            <m:t>𝒒</m:t>
                          </m:r>
                        </m:oMath>
                      </m:oMathPara>
                    </a14:m>
                    <a:endParaRPr lang="en-US" altLang="zh-CN" sz="3200" i="1" dirty="0">
                      <a:solidFill>
                        <a:srgbClr val="000000"/>
                      </a:solidFill>
                      <a:latin typeface="华文楷体" panose="02010600040101010101" pitchFamily="2" charset="-122"/>
                      <a:ea typeface="华文楷体" panose="02010600040101010101" pitchFamily="2" charset="-122"/>
                    </a:endParaRPr>
                  </a:p>
                </p:txBody>
              </p:sp>
            </mc:Choice>
            <mc:Fallback xmlns="">
              <p:sp>
                <p:nvSpPr>
                  <p:cNvPr id="109599" name="Rectangle 26"/>
                  <p:cNvSpPr>
                    <a:spLocks noRot="1" noChangeAspect="1" noMove="1" noResize="1" noEditPoints="1" noAdjustHandles="1" noChangeArrowheads="1" noChangeShapeType="1" noTextEdit="1"/>
                  </p:cNvSpPr>
                  <p:nvPr/>
                </p:nvSpPr>
                <p:spPr bwMode="auto">
                  <a:xfrm>
                    <a:off x="5102" y="1976"/>
                    <a:ext cx="421" cy="458"/>
                  </a:xfrm>
                  <a:prstGeom prst="rect">
                    <a:avLst/>
                  </a:prstGeom>
                  <a:blipFill>
                    <a:blip r:embed="rId3"/>
                    <a:stretch>
                      <a:fillRect/>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p:grpSp>
        <p:grpSp>
          <p:nvGrpSpPr>
            <p:cNvPr id="109580" name="Group 27"/>
            <p:cNvGrpSpPr>
              <a:grpSpLocks/>
            </p:cNvGrpSpPr>
            <p:nvPr/>
          </p:nvGrpSpPr>
          <p:grpSpPr bwMode="auto">
            <a:xfrm>
              <a:off x="3705" y="935"/>
              <a:ext cx="820" cy="965"/>
              <a:chOff x="455" y="1388"/>
              <a:chExt cx="820" cy="965"/>
            </a:xfrm>
          </p:grpSpPr>
          <p:sp>
            <p:nvSpPr>
              <p:cNvPr id="109581" name="Line 28"/>
              <p:cNvSpPr>
                <a:spLocks noChangeShapeType="1"/>
              </p:cNvSpPr>
              <p:nvPr/>
            </p:nvSpPr>
            <p:spPr bwMode="auto">
              <a:xfrm flipH="1" flipV="1">
                <a:off x="455" y="1388"/>
                <a:ext cx="647" cy="707"/>
              </a:xfrm>
              <a:prstGeom prst="line">
                <a:avLst/>
              </a:prstGeom>
              <a:noFill/>
              <a:ln w="25400">
                <a:solidFill>
                  <a:srgbClr val="FF0000"/>
                </a:solidFill>
                <a:round/>
                <a:headEnd type="oval"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defRPr/>
                </a:pPr>
                <a:endParaRPr kumimoji="1" lang="zh-CN" altLang="en-US" b="1" dirty="0">
                  <a:solidFill>
                    <a:srgbClr val="000000"/>
                  </a:solidFill>
                  <a:highlight>
                    <a:srgbClr val="008000"/>
                  </a:highlight>
                  <a:latin typeface="华文楷体" panose="02010600040101010101" pitchFamily="2" charset="-122"/>
                  <a:ea typeface="华文楷体" panose="02010600040101010101" pitchFamily="2" charset="-122"/>
                </a:endParaRPr>
              </a:p>
            </p:txBody>
          </p:sp>
          <p:sp>
            <p:nvSpPr>
              <p:cNvPr id="109582" name="Text Box 29"/>
              <p:cNvSpPr txBox="1">
                <a:spLocks noChangeArrowheads="1"/>
              </p:cNvSpPr>
              <p:nvPr/>
            </p:nvSpPr>
            <p:spPr bwMode="auto">
              <a:xfrm>
                <a:off x="669" y="1751"/>
                <a:ext cx="287" cy="3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Lst>
            </p:spPr>
            <p:txBody>
              <a:bodyPr wrap="none">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defRPr/>
                </a:pPr>
                <a:r>
                  <a:rPr lang="en-US" altLang="zh-CN" sz="3200" i="1" dirty="0">
                    <a:solidFill>
                      <a:srgbClr val="000000"/>
                    </a:solidFill>
                    <a:latin typeface="华文楷体" panose="02010600040101010101" pitchFamily="2" charset="-122"/>
                    <a:ea typeface="华文楷体" panose="02010600040101010101" pitchFamily="2" charset="-122"/>
                  </a:rPr>
                  <a:t>R</a:t>
                </a:r>
              </a:p>
            </p:txBody>
          </p:sp>
          <p:sp>
            <p:nvSpPr>
              <p:cNvPr id="109583" name="Text Box 30"/>
              <p:cNvSpPr txBox="1">
                <a:spLocks noChangeArrowheads="1"/>
              </p:cNvSpPr>
              <p:nvPr/>
            </p:nvSpPr>
            <p:spPr bwMode="auto">
              <a:xfrm>
                <a:off x="1026" y="1985"/>
                <a:ext cx="249" cy="36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Lst>
            </p:spPr>
            <p:txBody>
              <a:bodyPr wrap="none">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defRPr/>
                </a:pPr>
                <a:r>
                  <a:rPr lang="en-US" altLang="zh-CN" sz="3200">
                    <a:solidFill>
                      <a:srgbClr val="000000"/>
                    </a:solidFill>
                    <a:latin typeface="华文楷体" panose="02010600040101010101" pitchFamily="2" charset="-122"/>
                    <a:ea typeface="华文楷体" panose="02010600040101010101" pitchFamily="2" charset="-122"/>
                  </a:rPr>
                  <a:t>o</a:t>
                </a:r>
              </a:p>
            </p:txBody>
          </p:sp>
        </p:grpSp>
      </p:grpSp>
      <mc:AlternateContent xmlns:mc="http://schemas.openxmlformats.org/markup-compatibility/2006" xmlns:a14="http://schemas.microsoft.com/office/drawing/2010/main">
        <mc:Choice Requires="a14">
          <p:sp>
            <p:nvSpPr>
              <p:cNvPr id="29" name="内容占位符 4">
                <a:extLst>
                  <a:ext uri="{FF2B5EF4-FFF2-40B4-BE49-F238E27FC236}">
                    <a16:creationId xmlns:a16="http://schemas.microsoft.com/office/drawing/2014/main" id="{1F1D18CF-1D2F-479B-8C5C-41C7C0C90715}"/>
                  </a:ext>
                </a:extLst>
              </p:cNvPr>
              <p:cNvSpPr txBox="1">
                <a:spLocks/>
              </p:cNvSpPr>
              <p:nvPr/>
            </p:nvSpPr>
            <p:spPr>
              <a:xfrm>
                <a:off x="4385751" y="2761769"/>
                <a:ext cx="5912396" cy="169301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SzPct val="80000"/>
                  <a:buNone/>
                </a:pPr>
                <a14:m>
                  <m:oMathPara xmlns:m="http://schemas.openxmlformats.org/officeDocument/2006/math">
                    <m:oMathParaPr>
                      <m:jc m:val="centerGroup"/>
                    </m:oMathParaPr>
                    <m:oMath xmlns:m="http://schemas.openxmlformats.org/officeDocument/2006/math">
                      <m:r>
                        <a:rPr lang="zh-CN" altLang="en-US" b="1" i="1" smtClean="0">
                          <a:solidFill>
                            <a:srgbClr val="0066FF"/>
                          </a:solidFill>
                          <a:latin typeface="Cambria Math" panose="02040503050406030204" pitchFamily="18" charset="0"/>
                          <a:ea typeface="Cambria Math" panose="02040503050406030204" pitchFamily="18" charset="0"/>
                        </a:rPr>
                        <m:t>𝝋</m:t>
                      </m:r>
                      <m:r>
                        <a:rPr lang="en-US" altLang="zh-CN" b="1" i="1">
                          <a:solidFill>
                            <a:srgbClr val="0066FF"/>
                          </a:solidFill>
                          <a:latin typeface="Cambria Math" panose="02040503050406030204" pitchFamily="18" charset="0"/>
                          <a:ea typeface="Cambria Math" panose="02040503050406030204" pitchFamily="18" charset="0"/>
                        </a:rPr>
                        <m:t>=</m:t>
                      </m:r>
                      <m:nary>
                        <m:naryPr>
                          <m:ctrlPr>
                            <a:rPr lang="en-US" altLang="zh-CN" b="1" i="1">
                              <a:solidFill>
                                <a:srgbClr val="0066FF"/>
                              </a:solidFill>
                              <a:latin typeface="Cambria Math" panose="02040503050406030204" pitchFamily="18" charset="0"/>
                              <a:ea typeface="Cambria Math" panose="02040503050406030204" pitchFamily="18" charset="0"/>
                            </a:rPr>
                          </m:ctrlPr>
                        </m:naryPr>
                        <m:sub>
                          <m:r>
                            <m:rPr>
                              <m:brk m:alnAt="23"/>
                            </m:rPr>
                            <a:rPr lang="en-US" altLang="zh-CN" b="1" i="1">
                              <a:solidFill>
                                <a:srgbClr val="0066FF"/>
                              </a:solidFill>
                              <a:latin typeface="Cambria Math" panose="02040503050406030204" pitchFamily="18" charset="0"/>
                              <a:ea typeface="Cambria Math" panose="02040503050406030204" pitchFamily="18" charset="0"/>
                            </a:rPr>
                            <m:t>𝑷</m:t>
                          </m:r>
                        </m:sub>
                        <m:sup>
                          <m:r>
                            <a:rPr lang="en-US" altLang="zh-CN" b="1" i="1">
                              <a:solidFill>
                                <a:srgbClr val="0066FF"/>
                              </a:solidFill>
                              <a:latin typeface="Cambria Math" panose="02040503050406030204" pitchFamily="18" charset="0"/>
                              <a:ea typeface="Cambria Math" panose="02040503050406030204" pitchFamily="18" charset="0"/>
                            </a:rPr>
                            <m:t>"</m:t>
                          </m:r>
                          <m:r>
                            <a:rPr lang="en-US" altLang="zh-CN" b="1" i="1">
                              <a:solidFill>
                                <a:srgbClr val="0066FF"/>
                              </a:solidFill>
                              <a:latin typeface="Cambria Math" panose="02040503050406030204" pitchFamily="18" charset="0"/>
                              <a:ea typeface="Cambria Math" panose="02040503050406030204" pitchFamily="18" charset="0"/>
                            </a:rPr>
                            <m:t>𝟎</m:t>
                          </m:r>
                          <m:r>
                            <a:rPr lang="en-US" altLang="zh-CN" b="1" i="1">
                              <a:solidFill>
                                <a:srgbClr val="0066FF"/>
                              </a:solidFill>
                              <a:latin typeface="Cambria Math" panose="02040503050406030204" pitchFamily="18" charset="0"/>
                              <a:ea typeface="Cambria Math" panose="02040503050406030204" pitchFamily="18" charset="0"/>
                            </a:rPr>
                            <m:t>"</m:t>
                          </m:r>
                        </m:sup>
                        <m:e>
                          <m:acc>
                            <m:accPr>
                              <m:chr m:val="⃗"/>
                              <m:ctrlPr>
                                <a:rPr lang="en-US" altLang="zh-CN" b="1" i="1">
                                  <a:solidFill>
                                    <a:srgbClr val="0066FF"/>
                                  </a:solidFill>
                                  <a:latin typeface="Cambria Math" panose="02040503050406030204" pitchFamily="18" charset="0"/>
                                  <a:ea typeface="Cambria Math" panose="02040503050406030204" pitchFamily="18" charset="0"/>
                                </a:rPr>
                              </m:ctrlPr>
                            </m:accPr>
                            <m:e>
                              <m:r>
                                <a:rPr lang="en-US" altLang="zh-CN" b="1" i="1">
                                  <a:solidFill>
                                    <a:srgbClr val="0066FF"/>
                                  </a:solidFill>
                                  <a:latin typeface="Cambria Math" panose="02040503050406030204" pitchFamily="18" charset="0"/>
                                  <a:ea typeface="Cambria Math" panose="02040503050406030204" pitchFamily="18" charset="0"/>
                                </a:rPr>
                                <m:t>𝑬</m:t>
                              </m:r>
                            </m:e>
                          </m:acc>
                          <m:r>
                            <a:rPr lang="en-US" altLang="zh-CN" b="1" i="1">
                              <a:solidFill>
                                <a:srgbClr val="0066FF"/>
                              </a:solidFill>
                              <a:latin typeface="Cambria Math" panose="02040503050406030204" pitchFamily="18" charset="0"/>
                              <a:ea typeface="Cambria Math" panose="02040503050406030204" pitchFamily="18" charset="0"/>
                            </a:rPr>
                            <m:t>∙</m:t>
                          </m:r>
                          <m:r>
                            <a:rPr lang="en-US" altLang="zh-CN" b="1" i="1">
                              <a:solidFill>
                                <a:srgbClr val="0066FF"/>
                              </a:solidFill>
                              <a:latin typeface="Cambria Math" panose="02040503050406030204" pitchFamily="18" charset="0"/>
                              <a:ea typeface="Cambria Math" panose="02040503050406030204" pitchFamily="18" charset="0"/>
                            </a:rPr>
                            <m:t>𝒅</m:t>
                          </m:r>
                          <m:acc>
                            <m:accPr>
                              <m:chr m:val="⃗"/>
                              <m:ctrlPr>
                                <a:rPr lang="en-US" altLang="zh-CN" b="1" i="1">
                                  <a:solidFill>
                                    <a:srgbClr val="0066FF"/>
                                  </a:solidFill>
                                  <a:latin typeface="Cambria Math" panose="02040503050406030204" pitchFamily="18" charset="0"/>
                                  <a:ea typeface="Cambria Math" panose="02040503050406030204" pitchFamily="18" charset="0"/>
                                </a:rPr>
                              </m:ctrlPr>
                            </m:accPr>
                            <m:e>
                              <m:r>
                                <a:rPr lang="en-US" altLang="zh-CN" b="1" i="1">
                                  <a:solidFill>
                                    <a:srgbClr val="0066FF"/>
                                  </a:solidFill>
                                  <a:latin typeface="Cambria Math" panose="02040503050406030204" pitchFamily="18" charset="0"/>
                                  <a:ea typeface="Cambria Math" panose="02040503050406030204" pitchFamily="18" charset="0"/>
                                </a:rPr>
                                <m:t>𝒍</m:t>
                              </m:r>
                            </m:e>
                          </m:acc>
                        </m:e>
                      </m:nary>
                    </m:oMath>
                  </m:oMathPara>
                </a14:m>
                <a:endParaRPr lang="zh-CN" altLang="en-US" b="1" dirty="0">
                  <a:solidFill>
                    <a:srgbClr val="0066FF"/>
                  </a:solidFill>
                  <a:latin typeface="华文楷体" panose="02010600040101010101" pitchFamily="2" charset="-122"/>
                  <a:ea typeface="华文楷体" panose="02010600040101010101" pitchFamily="2" charset="-122"/>
                </a:endParaRPr>
              </a:p>
            </p:txBody>
          </p:sp>
        </mc:Choice>
        <mc:Fallback xmlns="">
          <p:sp>
            <p:nvSpPr>
              <p:cNvPr id="29" name="内容占位符 4">
                <a:extLst>
                  <a:ext uri="{FF2B5EF4-FFF2-40B4-BE49-F238E27FC236}">
                    <a16:creationId xmlns:a16="http://schemas.microsoft.com/office/drawing/2014/main" id="{1F1D18CF-1D2F-479B-8C5C-41C7C0C90715}"/>
                  </a:ext>
                </a:extLst>
              </p:cNvPr>
              <p:cNvSpPr txBox="1">
                <a:spLocks noRot="1" noChangeAspect="1" noMove="1" noResize="1" noEditPoints="1" noAdjustHandles="1" noChangeArrowheads="1" noChangeShapeType="1" noTextEdit="1"/>
              </p:cNvSpPr>
              <p:nvPr/>
            </p:nvSpPr>
            <p:spPr>
              <a:xfrm>
                <a:off x="4385751" y="2761769"/>
                <a:ext cx="5912396" cy="1693018"/>
              </a:xfrm>
              <a:prstGeom prst="rect">
                <a:avLst/>
              </a:prstGeom>
              <a:blipFill>
                <a:blip r:embed="rId4"/>
                <a:stretch>
                  <a:fillRect/>
                </a:stretch>
              </a:blipFill>
            </p:spPr>
            <p:txBody>
              <a:bodyPr/>
              <a:lstStyle/>
              <a:p>
                <a:r>
                  <a:rPr lang="zh-CN" altLang="en-US">
                    <a:noFill/>
                  </a:rPr>
                  <a:t> </a:t>
                </a:r>
              </a:p>
            </p:txBody>
          </p:sp>
        </mc:Fallback>
      </mc:AlternateContent>
      <p:sp>
        <p:nvSpPr>
          <p:cNvPr id="30" name="Text Box 5">
            <a:extLst>
              <a:ext uri="{FF2B5EF4-FFF2-40B4-BE49-F238E27FC236}">
                <a16:creationId xmlns:a16="http://schemas.microsoft.com/office/drawing/2014/main" id="{E99DAA89-62B7-479F-88E5-A005B1AFDEA3}"/>
              </a:ext>
            </a:extLst>
          </p:cNvPr>
          <p:cNvSpPr txBox="1">
            <a:spLocks noChangeArrowheads="1"/>
          </p:cNvSpPr>
          <p:nvPr/>
        </p:nvSpPr>
        <p:spPr bwMode="auto">
          <a:xfrm>
            <a:off x="4368717" y="1332709"/>
            <a:ext cx="1699504" cy="5232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defRPr/>
            </a:pPr>
            <a:r>
              <a:rPr lang="zh-CN" altLang="en-US" sz="2800" dirty="0">
                <a:solidFill>
                  <a:srgbClr val="0066FF"/>
                </a:solidFill>
                <a:latin typeface="华文楷体" panose="02010600040101010101" pitchFamily="2" charset="-122"/>
                <a:ea typeface="华文楷体" panose="02010600040101010101" pitchFamily="2" charset="-122"/>
              </a:rPr>
              <a:t>电场分布</a:t>
            </a:r>
            <a:r>
              <a:rPr lang="en-US" altLang="zh-CN" sz="2800" dirty="0">
                <a:solidFill>
                  <a:srgbClr val="0066FF"/>
                </a:solidFill>
                <a:latin typeface="华文楷体" panose="02010600040101010101" pitchFamily="2" charset="-122"/>
                <a:ea typeface="华文楷体" panose="02010600040101010101" pitchFamily="2" charset="-122"/>
              </a:rPr>
              <a:t>:</a:t>
            </a:r>
            <a:endParaRPr lang="zh-CN" altLang="en-US" sz="2800" dirty="0">
              <a:solidFill>
                <a:srgbClr val="0066FF"/>
              </a:solidFill>
              <a:latin typeface="华文楷体" panose="02010600040101010101" pitchFamily="2" charset="-122"/>
              <a:ea typeface="华文楷体" panose="02010600040101010101" pitchFamily="2" charset="-122"/>
            </a:endParaRPr>
          </a:p>
        </p:txBody>
      </p:sp>
      <mc:AlternateContent xmlns:mc="http://schemas.openxmlformats.org/markup-compatibility/2006" xmlns:a14="http://schemas.microsoft.com/office/drawing/2010/main">
        <mc:Choice Requires="a14">
          <p:sp>
            <p:nvSpPr>
              <p:cNvPr id="31" name="Object 31">
                <a:extLst>
                  <a:ext uri="{FF2B5EF4-FFF2-40B4-BE49-F238E27FC236}">
                    <a16:creationId xmlns:a16="http://schemas.microsoft.com/office/drawing/2014/main" id="{1C0A24EC-6948-43CE-A829-13C4469DA388}"/>
                  </a:ext>
                </a:extLst>
              </p:cNvPr>
              <p:cNvSpPr txBox="1"/>
              <p:nvPr/>
            </p:nvSpPr>
            <p:spPr bwMode="auto">
              <a:xfrm>
                <a:off x="6068221" y="501568"/>
                <a:ext cx="4991737" cy="1775443"/>
              </a:xfrm>
              <a:prstGeom prst="rect">
                <a:avLst/>
              </a:prstGeom>
              <a:noFill/>
              <a:ln>
                <a:noFill/>
              </a:ln>
              <a:effectLst/>
            </p:spPr>
            <p:txBody>
              <a:bodyPr>
                <a:noAutofit/>
              </a:bodyPr>
              <a:lstStyle/>
              <a:p>
                <a:pPr>
                  <a:lnSpc>
                    <a:spcPct val="120000"/>
                  </a:lnSpc>
                  <a:spcAft>
                    <a:spcPts val="2400"/>
                  </a:spcAft>
                </a:pPr>
                <a14:m>
                  <m:oMathPara xmlns:m="http://schemas.openxmlformats.org/officeDocument/2006/math">
                    <m:oMathParaPr>
                      <m:jc m:val="center"/>
                    </m:oMathParaPr>
                    <m:oMath xmlns:m="http://schemas.openxmlformats.org/officeDocument/2006/math">
                      <m:acc>
                        <m:accPr>
                          <m:chr m:val="⃗"/>
                          <m:ctrlPr>
                            <a:rPr lang="zh-CN" altLang="en-US" sz="2800" i="1">
                              <a:solidFill>
                                <a:srgbClr val="000000"/>
                              </a:solidFill>
                              <a:latin typeface="Cambria Math" panose="02040503050406030204" pitchFamily="18" charset="0"/>
                            </a:rPr>
                          </m:ctrlPr>
                        </m:accPr>
                        <m:e>
                          <m:r>
                            <a:rPr lang="zh-CN" altLang="en-US" sz="2800" b="0" i="1">
                              <a:solidFill>
                                <a:srgbClr val="000000"/>
                              </a:solidFill>
                              <a:latin typeface="Cambria Math" panose="02040503050406030204" pitchFamily="18" charset="0"/>
                            </a:rPr>
                            <m:t>𝐸</m:t>
                          </m:r>
                        </m:e>
                      </m:acc>
                      <m:r>
                        <a:rPr lang="zh-CN" altLang="en-US" sz="2800" b="0" i="1">
                          <a:solidFill>
                            <a:srgbClr val="000000"/>
                          </a:solidFill>
                          <a:latin typeface="Cambria Math" panose="02040503050406030204" pitchFamily="18" charset="0"/>
                        </a:rPr>
                        <m:t>=</m:t>
                      </m:r>
                      <m:d>
                        <m:dPr>
                          <m:begChr m:val="{"/>
                          <m:endChr m:val=""/>
                          <m:ctrlPr>
                            <a:rPr lang="en-US" altLang="zh-CN" sz="2800" i="1">
                              <a:solidFill>
                                <a:srgbClr val="000000"/>
                              </a:solidFill>
                              <a:latin typeface="Cambria Math" panose="02040503050406030204" pitchFamily="18" charset="0"/>
                            </a:rPr>
                          </m:ctrlPr>
                        </m:dPr>
                        <m:e>
                          <m:eqArr>
                            <m:eqArrPr>
                              <m:ctrlPr>
                                <a:rPr lang="en-US" altLang="zh-CN" sz="2800" i="1">
                                  <a:solidFill>
                                    <a:srgbClr val="000000"/>
                                  </a:solidFill>
                                  <a:latin typeface="Cambria Math" panose="02040503050406030204" pitchFamily="18" charset="0"/>
                                </a:rPr>
                              </m:ctrlPr>
                            </m:eqArrPr>
                            <m:e>
                              <m:r>
                                <a:rPr lang="zh-CN" altLang="en-US" sz="2800" b="0" i="1">
                                  <a:solidFill>
                                    <a:srgbClr val="000000"/>
                                  </a:solidFill>
                                  <a:latin typeface="Cambria Math" panose="02040503050406030204" pitchFamily="18" charset="0"/>
                                </a:rPr>
                                <m:t>0                         </m:t>
                              </m:r>
                              <m:d>
                                <m:dPr>
                                  <m:ctrlPr>
                                    <a:rPr lang="zh-CN" altLang="en-US" sz="2800" i="1">
                                      <a:solidFill>
                                        <a:srgbClr val="000000"/>
                                      </a:solidFill>
                                      <a:latin typeface="Cambria Math" panose="02040503050406030204" pitchFamily="18" charset="0"/>
                                    </a:rPr>
                                  </m:ctrlPr>
                                </m:dPr>
                                <m:e>
                                  <m:r>
                                    <a:rPr lang="zh-CN" altLang="en-US" sz="2800" b="0" i="1">
                                      <a:solidFill>
                                        <a:srgbClr val="000000"/>
                                      </a:solidFill>
                                      <a:latin typeface="Cambria Math" panose="02040503050406030204" pitchFamily="18" charset="0"/>
                                    </a:rPr>
                                    <m:t>𝑟</m:t>
                                  </m:r>
                                  <m:r>
                                    <a:rPr lang="zh-CN" altLang="en-US" sz="2800" b="0" i="1">
                                      <a:solidFill>
                                        <a:srgbClr val="000000"/>
                                      </a:solidFill>
                                      <a:latin typeface="Cambria Math" panose="02040503050406030204" pitchFamily="18" charset="0"/>
                                    </a:rPr>
                                    <m:t>&lt;</m:t>
                                  </m:r>
                                  <m:r>
                                    <a:rPr lang="zh-CN" altLang="en-US" sz="2800" b="0" i="1">
                                      <a:solidFill>
                                        <a:srgbClr val="000000"/>
                                      </a:solidFill>
                                      <a:latin typeface="Cambria Math" panose="02040503050406030204" pitchFamily="18" charset="0"/>
                                    </a:rPr>
                                    <m:t>𝑅</m:t>
                                  </m:r>
                                </m:e>
                              </m:d>
                            </m:e>
                            <m:e>
                              <m:f>
                                <m:fPr>
                                  <m:ctrlPr>
                                    <a:rPr lang="zh-CN" altLang="en-US" sz="2800" i="1">
                                      <a:solidFill>
                                        <a:srgbClr val="000000"/>
                                      </a:solidFill>
                                      <a:latin typeface="Cambria Math" panose="02040503050406030204" pitchFamily="18" charset="0"/>
                                    </a:rPr>
                                  </m:ctrlPr>
                                </m:fPr>
                                <m:num>
                                  <m:r>
                                    <a:rPr lang="zh-CN" altLang="en-US" sz="2800" b="0" i="1">
                                      <a:solidFill>
                                        <a:srgbClr val="000000"/>
                                      </a:solidFill>
                                      <a:latin typeface="Cambria Math" panose="02040503050406030204" pitchFamily="18" charset="0"/>
                                    </a:rPr>
                                    <m:t>1</m:t>
                                  </m:r>
                                </m:num>
                                <m:den>
                                  <m:r>
                                    <a:rPr lang="zh-CN" altLang="en-US" sz="2800" b="0" i="1">
                                      <a:solidFill>
                                        <a:srgbClr val="000000"/>
                                      </a:solidFill>
                                      <a:latin typeface="Cambria Math" panose="02040503050406030204" pitchFamily="18" charset="0"/>
                                    </a:rPr>
                                    <m:t>4</m:t>
                                  </m:r>
                                  <m:r>
                                    <a:rPr lang="zh-CN" altLang="en-US" sz="2800" b="0" i="1">
                                      <a:solidFill>
                                        <a:srgbClr val="000000"/>
                                      </a:solidFill>
                                      <a:latin typeface="Cambria Math" panose="02040503050406030204" pitchFamily="18" charset="0"/>
                                    </a:rPr>
                                    <m:t>𝜋</m:t>
                                  </m:r>
                                  <m:sSub>
                                    <m:sSubPr>
                                      <m:ctrlPr>
                                        <a:rPr lang="zh-CN" altLang="en-US" sz="2800" i="1">
                                          <a:solidFill>
                                            <a:srgbClr val="000000"/>
                                          </a:solidFill>
                                          <a:latin typeface="Cambria Math" panose="02040503050406030204" pitchFamily="18" charset="0"/>
                                        </a:rPr>
                                      </m:ctrlPr>
                                    </m:sSubPr>
                                    <m:e>
                                      <m:r>
                                        <a:rPr lang="zh-CN" altLang="en-US" sz="2800" b="0" i="1">
                                          <a:solidFill>
                                            <a:srgbClr val="000000"/>
                                          </a:solidFill>
                                          <a:latin typeface="Cambria Math" panose="02040503050406030204" pitchFamily="18" charset="0"/>
                                        </a:rPr>
                                        <m:t>𝜀</m:t>
                                      </m:r>
                                    </m:e>
                                    <m:sub>
                                      <m:r>
                                        <a:rPr lang="zh-CN" altLang="en-US" sz="2800" b="0" i="1">
                                          <a:solidFill>
                                            <a:srgbClr val="000000"/>
                                          </a:solidFill>
                                          <a:latin typeface="Cambria Math" panose="02040503050406030204" pitchFamily="18" charset="0"/>
                                        </a:rPr>
                                        <m:t>0</m:t>
                                      </m:r>
                                    </m:sub>
                                  </m:sSub>
                                </m:den>
                              </m:f>
                              <m:r>
                                <a:rPr lang="zh-CN" altLang="en-US" sz="2800" b="0" i="1">
                                  <a:solidFill>
                                    <a:srgbClr val="000000"/>
                                  </a:solidFill>
                                  <a:latin typeface="Cambria Math" panose="02040503050406030204" pitchFamily="18" charset="0"/>
                                </a:rPr>
                                <m:t>⋅</m:t>
                              </m:r>
                              <m:f>
                                <m:fPr>
                                  <m:ctrlPr>
                                    <a:rPr lang="zh-CN" altLang="en-US" sz="2800" i="1">
                                      <a:solidFill>
                                        <a:srgbClr val="000000"/>
                                      </a:solidFill>
                                      <a:latin typeface="Cambria Math" panose="02040503050406030204" pitchFamily="18" charset="0"/>
                                    </a:rPr>
                                  </m:ctrlPr>
                                </m:fPr>
                                <m:num>
                                  <m:r>
                                    <a:rPr lang="zh-CN" altLang="en-US" sz="2800" b="0" i="1">
                                      <a:solidFill>
                                        <a:srgbClr val="000000"/>
                                      </a:solidFill>
                                      <a:latin typeface="Cambria Math" panose="02040503050406030204" pitchFamily="18" charset="0"/>
                                    </a:rPr>
                                    <m:t>𝑞</m:t>
                                  </m:r>
                                </m:num>
                                <m:den>
                                  <m:sSup>
                                    <m:sSupPr>
                                      <m:ctrlPr>
                                        <a:rPr lang="en-US" altLang="zh-CN" sz="2800" i="1">
                                          <a:solidFill>
                                            <a:srgbClr val="000000"/>
                                          </a:solidFill>
                                          <a:latin typeface="Cambria Math" panose="02040503050406030204" pitchFamily="18" charset="0"/>
                                        </a:rPr>
                                      </m:ctrlPr>
                                    </m:sSupPr>
                                    <m:e>
                                      <m:r>
                                        <a:rPr lang="en-US" altLang="zh-CN" sz="2800" b="0" i="1">
                                          <a:solidFill>
                                            <a:srgbClr val="000000"/>
                                          </a:solidFill>
                                          <a:latin typeface="Cambria Math" panose="02040503050406030204" pitchFamily="18" charset="0"/>
                                        </a:rPr>
                                        <m:t>𝑟</m:t>
                                      </m:r>
                                    </m:e>
                                    <m:sup>
                                      <m:r>
                                        <a:rPr lang="en-US" altLang="zh-CN" sz="2800" b="0" i="1">
                                          <a:solidFill>
                                            <a:srgbClr val="000000"/>
                                          </a:solidFill>
                                          <a:latin typeface="Cambria Math" panose="02040503050406030204" pitchFamily="18" charset="0"/>
                                        </a:rPr>
                                        <m:t>2</m:t>
                                      </m:r>
                                    </m:sup>
                                  </m:sSup>
                                </m:den>
                              </m:f>
                              <m:sSub>
                                <m:sSubPr>
                                  <m:ctrlPr>
                                    <a:rPr lang="zh-CN" altLang="en-US" sz="2800" i="1">
                                      <a:solidFill>
                                        <a:srgbClr val="000000"/>
                                      </a:solidFill>
                                      <a:latin typeface="Cambria Math" panose="02040503050406030204" pitchFamily="18" charset="0"/>
                                    </a:rPr>
                                  </m:ctrlPr>
                                </m:sSubPr>
                                <m:e>
                                  <m:acc>
                                    <m:accPr>
                                      <m:chr m:val="⃗"/>
                                      <m:ctrlPr>
                                        <a:rPr lang="zh-CN" altLang="en-US" sz="2800" i="1">
                                          <a:solidFill>
                                            <a:srgbClr val="000000"/>
                                          </a:solidFill>
                                          <a:latin typeface="Cambria Math" panose="02040503050406030204" pitchFamily="18" charset="0"/>
                                        </a:rPr>
                                      </m:ctrlPr>
                                    </m:accPr>
                                    <m:e>
                                      <m:r>
                                        <a:rPr lang="zh-CN" altLang="en-US" sz="2800" b="0" i="1">
                                          <a:solidFill>
                                            <a:srgbClr val="000000"/>
                                          </a:solidFill>
                                          <a:latin typeface="Cambria Math" panose="02040503050406030204" pitchFamily="18" charset="0"/>
                                        </a:rPr>
                                        <m:t>𝑒</m:t>
                                      </m:r>
                                    </m:e>
                                  </m:acc>
                                </m:e>
                                <m:sub>
                                  <m:r>
                                    <a:rPr lang="zh-CN" altLang="en-US" sz="2800" b="0" i="1">
                                      <a:solidFill>
                                        <a:srgbClr val="000000"/>
                                      </a:solidFill>
                                      <a:latin typeface="Cambria Math" panose="02040503050406030204" pitchFamily="18" charset="0"/>
                                    </a:rPr>
                                    <m:t>𝑟</m:t>
                                  </m:r>
                                </m:sub>
                              </m:sSub>
                              <m:r>
                                <a:rPr lang="zh-CN" altLang="en-US" sz="2800" b="0" i="1">
                                  <a:solidFill>
                                    <a:srgbClr val="000000"/>
                                  </a:solidFill>
                                  <a:latin typeface="Cambria Math" panose="02040503050406030204" pitchFamily="18" charset="0"/>
                                </a:rPr>
                                <m:t>    (</m:t>
                              </m:r>
                              <m:r>
                                <a:rPr lang="zh-CN" altLang="en-US" sz="2800" b="0" i="1">
                                  <a:solidFill>
                                    <a:srgbClr val="000000"/>
                                  </a:solidFill>
                                  <a:latin typeface="Cambria Math" panose="02040503050406030204" pitchFamily="18" charset="0"/>
                                </a:rPr>
                                <m:t>𝑟</m:t>
                              </m:r>
                              <m:r>
                                <a:rPr lang="zh-CN" altLang="en-US" sz="2800" b="0" i="1">
                                  <a:solidFill>
                                    <a:srgbClr val="000000"/>
                                  </a:solidFill>
                                  <a:latin typeface="Cambria Math" panose="02040503050406030204" pitchFamily="18" charset="0"/>
                                </a:rPr>
                                <m:t>&gt;</m:t>
                              </m:r>
                              <m:r>
                                <a:rPr lang="zh-CN" altLang="en-US" sz="2800" b="0" i="1">
                                  <a:solidFill>
                                    <a:srgbClr val="000000"/>
                                  </a:solidFill>
                                  <a:latin typeface="Cambria Math" panose="02040503050406030204" pitchFamily="18" charset="0"/>
                                </a:rPr>
                                <m:t>𝑅</m:t>
                              </m:r>
                              <m:r>
                                <a:rPr lang="zh-CN" altLang="en-US" sz="2800" b="0" i="1">
                                  <a:solidFill>
                                    <a:srgbClr val="000000"/>
                                  </a:solidFill>
                                  <a:latin typeface="Cambria Math" panose="02040503050406030204" pitchFamily="18" charset="0"/>
                                </a:rPr>
                                <m:t>)</m:t>
                              </m:r>
                            </m:e>
                          </m:eqArr>
                        </m:e>
                      </m:d>
                    </m:oMath>
                  </m:oMathPara>
                </a14:m>
                <a:endParaRPr lang="en-US" altLang="zh-CN" sz="2800" i="1" dirty="0">
                  <a:solidFill>
                    <a:srgbClr val="000000"/>
                  </a:solidFill>
                  <a:latin typeface="Cambria Math" panose="02040503050406030204" pitchFamily="18" charset="0"/>
                </a:endParaRPr>
              </a:p>
            </p:txBody>
          </p:sp>
        </mc:Choice>
        <mc:Fallback xmlns="">
          <p:sp>
            <p:nvSpPr>
              <p:cNvPr id="31" name="Object 31">
                <a:extLst>
                  <a:ext uri="{FF2B5EF4-FFF2-40B4-BE49-F238E27FC236}">
                    <a16:creationId xmlns:a16="http://schemas.microsoft.com/office/drawing/2014/main" id="{1C0A24EC-6948-43CE-A829-13C4469DA388}"/>
                  </a:ext>
                </a:extLst>
              </p:cNvPr>
              <p:cNvSpPr txBox="1">
                <a:spLocks noRot="1" noChangeAspect="1" noMove="1" noResize="1" noEditPoints="1" noAdjustHandles="1" noChangeArrowheads="1" noChangeShapeType="1" noTextEdit="1"/>
              </p:cNvSpPr>
              <p:nvPr/>
            </p:nvSpPr>
            <p:spPr bwMode="auto">
              <a:xfrm>
                <a:off x="6068221" y="501568"/>
                <a:ext cx="4991737" cy="1775443"/>
              </a:xfrm>
              <a:prstGeom prst="rect">
                <a:avLst/>
              </a:prstGeom>
              <a:blipFill>
                <a:blip r:embed="rId5"/>
                <a:stretch>
                  <a:fillRect b="-8904"/>
                </a:stretch>
              </a:blipFill>
              <a:ln>
                <a:noFill/>
              </a:ln>
              <a:effectLst/>
            </p:spPr>
            <p:txBody>
              <a:bodyPr/>
              <a:lstStyle/>
              <a:p>
                <a:r>
                  <a:rPr lang="zh-CN" altLang="en-US">
                    <a:noFill/>
                  </a:rPr>
                  <a:t> </a:t>
                </a:r>
              </a:p>
            </p:txBody>
          </p:sp>
        </mc:Fallback>
      </mc:AlternateContent>
      <p:sp>
        <p:nvSpPr>
          <p:cNvPr id="4" name="矩形 3">
            <a:extLst>
              <a:ext uri="{FF2B5EF4-FFF2-40B4-BE49-F238E27FC236}">
                <a16:creationId xmlns:a16="http://schemas.microsoft.com/office/drawing/2014/main" id="{7B493835-A7C2-4376-BE6E-33029CE82ACF}"/>
              </a:ext>
            </a:extLst>
          </p:cNvPr>
          <p:cNvSpPr/>
          <p:nvPr/>
        </p:nvSpPr>
        <p:spPr>
          <a:xfrm>
            <a:off x="4493616" y="3959258"/>
            <a:ext cx="3775393" cy="523220"/>
          </a:xfrm>
          <a:prstGeom prst="rect">
            <a:avLst/>
          </a:prstGeom>
        </p:spPr>
        <p:txBody>
          <a:bodyPr wrap="none">
            <a:spAutoFit/>
          </a:bodyPr>
          <a:lstStyle/>
          <a:p>
            <a:r>
              <a:rPr lang="zh-CN" altLang="en-US" sz="2800" dirty="0">
                <a:solidFill>
                  <a:srgbClr val="000000"/>
                </a:solidFill>
                <a:latin typeface="华文楷体" panose="02010600040101010101" pitchFamily="2" charset="-122"/>
                <a:ea typeface="华文楷体" panose="02010600040101010101" pitchFamily="2" charset="-122"/>
              </a:rPr>
              <a:t>取无穷远处为电势零点</a:t>
            </a:r>
            <a:endParaRPr lang="en-US" sz="2800" dirty="0">
              <a:latin typeface="华文楷体" panose="02010600040101010101" pitchFamily="2" charset="-122"/>
              <a:ea typeface="华文楷体" panose="02010600040101010101" pitchFamily="2" charset="-122"/>
            </a:endParaRPr>
          </a:p>
        </p:txBody>
      </p:sp>
      <mc:AlternateContent xmlns:mc="http://schemas.openxmlformats.org/markup-compatibility/2006" xmlns:a14="http://schemas.microsoft.com/office/drawing/2010/main">
        <mc:Choice Requires="a14">
          <p:sp>
            <p:nvSpPr>
              <p:cNvPr id="3" name="矩形 2">
                <a:extLst>
                  <a:ext uri="{FF2B5EF4-FFF2-40B4-BE49-F238E27FC236}">
                    <a16:creationId xmlns:a16="http://schemas.microsoft.com/office/drawing/2014/main" id="{DD251AAC-4471-3D77-7F0F-C8DDA486DF6D}"/>
                  </a:ext>
                </a:extLst>
              </p:cNvPr>
              <p:cNvSpPr/>
              <p:nvPr/>
            </p:nvSpPr>
            <p:spPr>
              <a:xfrm>
                <a:off x="4580050" y="4608474"/>
                <a:ext cx="1801262" cy="523220"/>
              </a:xfrm>
              <a:prstGeom prst="rect">
                <a:avLst/>
              </a:prstGeom>
            </p:spPr>
            <p:txBody>
              <a:bodyPr wrap="none">
                <a:spAutoFit/>
              </a:bodyPr>
              <a:lstStyle/>
              <a:p>
                <a14:m>
                  <m:oMath xmlns:m="http://schemas.openxmlformats.org/officeDocument/2006/math">
                    <m:r>
                      <a:rPr kumimoji="1" lang="en-US" altLang="zh-CN" sz="2800" i="1" dirty="0" smtClean="0">
                        <a:solidFill>
                          <a:srgbClr val="0066FF"/>
                        </a:solidFill>
                        <a:latin typeface="Cambria Math" panose="02040503050406030204" pitchFamily="18" charset="0"/>
                        <a:ea typeface="华文新魏" panose="02010800040101010101" pitchFamily="2" charset="-122"/>
                      </a:rPr>
                      <m:t>−</m:t>
                    </m:r>
                    <m:r>
                      <a:rPr kumimoji="1" lang="en-US" altLang="zh-CN" sz="2800" b="0" i="1" dirty="0" smtClean="0">
                        <a:solidFill>
                          <a:srgbClr val="0066FF"/>
                        </a:solidFill>
                        <a:latin typeface="Cambria Math" panose="02040503050406030204" pitchFamily="18" charset="0"/>
                        <a:ea typeface="华文新魏" panose="02010800040101010101" pitchFamily="2" charset="-122"/>
                      </a:rPr>
                      <m:t> </m:t>
                    </m:r>
                    <m:r>
                      <a:rPr kumimoji="1" lang="en-US" altLang="zh-CN" sz="2800" i="1" dirty="0" smtClean="0">
                        <a:solidFill>
                          <a:srgbClr val="0066FF"/>
                        </a:solidFill>
                        <a:latin typeface="Cambria Math" panose="02040503050406030204" pitchFamily="18" charset="0"/>
                        <a:ea typeface="华文新魏" panose="02010800040101010101" pitchFamily="2" charset="-122"/>
                      </a:rPr>
                      <m:t>𝒓</m:t>
                    </m:r>
                    <m:r>
                      <a:rPr kumimoji="1" lang="en-US" altLang="zh-CN" sz="2800" i="1" dirty="0" smtClean="0">
                        <a:solidFill>
                          <a:srgbClr val="0066FF"/>
                        </a:solidFill>
                        <a:latin typeface="Cambria Math" panose="02040503050406030204" pitchFamily="18" charset="0"/>
                        <a:ea typeface="华文新魏" panose="02010800040101010101" pitchFamily="2" charset="-122"/>
                      </a:rPr>
                      <m:t>&gt;</m:t>
                    </m:r>
                    <m:r>
                      <a:rPr kumimoji="1" lang="en-US" altLang="zh-CN" sz="2800" i="1" dirty="0" smtClean="0">
                        <a:solidFill>
                          <a:srgbClr val="0066FF"/>
                        </a:solidFill>
                        <a:latin typeface="Cambria Math" panose="02040503050406030204" pitchFamily="18" charset="0"/>
                        <a:ea typeface="华文新魏" panose="02010800040101010101" pitchFamily="2" charset="-122"/>
                      </a:rPr>
                      <m:t>𝑹</m:t>
                    </m:r>
                  </m:oMath>
                </a14:m>
                <a:r>
                  <a:rPr kumimoji="1" lang="zh-CN" altLang="en-US" sz="2800" dirty="0">
                    <a:solidFill>
                      <a:srgbClr val="0066FF"/>
                    </a:solidFill>
                  </a:rPr>
                  <a:t>时</a:t>
                </a:r>
                <a:endParaRPr lang="en-US" sz="2800" dirty="0">
                  <a:solidFill>
                    <a:srgbClr val="0066FF"/>
                  </a:solidFill>
                </a:endParaRPr>
              </a:p>
            </p:txBody>
          </p:sp>
        </mc:Choice>
        <mc:Fallback xmlns="">
          <p:sp>
            <p:nvSpPr>
              <p:cNvPr id="3" name="矩形 2">
                <a:extLst>
                  <a:ext uri="{FF2B5EF4-FFF2-40B4-BE49-F238E27FC236}">
                    <a16:creationId xmlns:a16="http://schemas.microsoft.com/office/drawing/2014/main" id="{DD251AAC-4471-3D77-7F0F-C8DDA486DF6D}"/>
                  </a:ext>
                </a:extLst>
              </p:cNvPr>
              <p:cNvSpPr>
                <a:spLocks noRot="1" noChangeAspect="1" noMove="1" noResize="1" noEditPoints="1" noAdjustHandles="1" noChangeArrowheads="1" noChangeShapeType="1" noTextEdit="1"/>
              </p:cNvSpPr>
              <p:nvPr/>
            </p:nvSpPr>
            <p:spPr>
              <a:xfrm>
                <a:off x="4580050" y="4608474"/>
                <a:ext cx="1801262" cy="523220"/>
              </a:xfrm>
              <a:prstGeom prst="rect">
                <a:avLst/>
              </a:prstGeom>
              <a:blipFill>
                <a:blip r:embed="rId6"/>
                <a:stretch>
                  <a:fillRect t="-12791" r="-5743" b="-3139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内容占位符 2">
                <a:extLst>
                  <a:ext uri="{FF2B5EF4-FFF2-40B4-BE49-F238E27FC236}">
                    <a16:creationId xmlns:a16="http://schemas.microsoft.com/office/drawing/2014/main" id="{447A538D-148D-9CF4-EE36-8A0BF5A5FA65}"/>
                  </a:ext>
                </a:extLst>
              </p:cNvPr>
              <p:cNvSpPr txBox="1">
                <a:spLocks/>
              </p:cNvSpPr>
              <p:nvPr/>
            </p:nvSpPr>
            <p:spPr>
              <a:xfrm>
                <a:off x="514368" y="4897775"/>
                <a:ext cx="10158308" cy="221086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14:m>
                  <m:oMathPara xmlns:m="http://schemas.openxmlformats.org/officeDocument/2006/math">
                    <m:oMathParaPr>
                      <m:jc m:val="centerGroup"/>
                    </m:oMathParaPr>
                    <m:oMath xmlns:m="http://schemas.openxmlformats.org/officeDocument/2006/math">
                      <m:r>
                        <a:rPr lang="zh-CN" altLang="en-US" b="0" i="1" smtClean="0">
                          <a:solidFill>
                            <a:srgbClr val="000000"/>
                          </a:solidFill>
                          <a:latin typeface="Cambria Math" panose="02040503050406030204" pitchFamily="18" charset="0"/>
                        </a:rPr>
                        <m:t>𝜑</m:t>
                      </m:r>
                      <m:r>
                        <a:rPr lang="zh-CN" altLang="en-US" b="0" i="1">
                          <a:solidFill>
                            <a:srgbClr val="000000"/>
                          </a:solidFill>
                          <a:latin typeface="Cambria Math" panose="02040503050406030204" pitchFamily="18" charset="0"/>
                        </a:rPr>
                        <m:t>=</m:t>
                      </m:r>
                      <m:nary>
                        <m:naryPr>
                          <m:ctrlPr>
                            <a:rPr lang="zh-CN" altLang="en-US" i="1">
                              <a:solidFill>
                                <a:srgbClr val="000000"/>
                              </a:solidFill>
                              <a:latin typeface="Cambria Math" panose="02040503050406030204" pitchFamily="18" charset="0"/>
                            </a:rPr>
                          </m:ctrlPr>
                        </m:naryPr>
                        <m:sub>
                          <m:r>
                            <a:rPr lang="en-US" altLang="zh-CN" b="0" i="1">
                              <a:solidFill>
                                <a:srgbClr val="000000"/>
                              </a:solidFill>
                              <a:latin typeface="Cambria Math" panose="02040503050406030204" pitchFamily="18" charset="0"/>
                            </a:rPr>
                            <m:t>𝑃</m:t>
                          </m:r>
                        </m:sub>
                        <m:sup>
                          <m:r>
                            <a:rPr lang="zh-CN" altLang="en-US" b="0" i="1">
                              <a:solidFill>
                                <a:srgbClr val="000000"/>
                              </a:solidFill>
                              <a:latin typeface="Cambria Math" panose="02040503050406030204" pitchFamily="18" charset="0"/>
                            </a:rPr>
                            <m:t>∞</m:t>
                          </m:r>
                        </m:sup>
                        <m:e>
                          <m:acc>
                            <m:accPr>
                              <m:chr m:val="⃗"/>
                              <m:ctrlPr>
                                <a:rPr lang="zh-CN" altLang="en-US" i="1">
                                  <a:solidFill>
                                    <a:srgbClr val="000000"/>
                                  </a:solidFill>
                                  <a:latin typeface="Cambria Math" panose="02040503050406030204" pitchFamily="18" charset="0"/>
                                </a:rPr>
                              </m:ctrlPr>
                            </m:accPr>
                            <m:e>
                              <m:r>
                                <a:rPr lang="zh-CN" altLang="en-US" b="0" i="1">
                                  <a:solidFill>
                                    <a:srgbClr val="000000"/>
                                  </a:solidFill>
                                  <a:latin typeface="Cambria Math" panose="02040503050406030204" pitchFamily="18" charset="0"/>
                                </a:rPr>
                                <m:t>𝐸</m:t>
                              </m:r>
                            </m:e>
                          </m:acc>
                          <m:r>
                            <a:rPr lang="zh-CN" altLang="en-US" b="0" i="1">
                              <a:solidFill>
                                <a:srgbClr val="000000"/>
                              </a:solidFill>
                              <a:latin typeface="Cambria Math" panose="02040503050406030204" pitchFamily="18" charset="0"/>
                            </a:rPr>
                            <m:t>⋅</m:t>
                          </m:r>
                          <m:r>
                            <a:rPr lang="zh-CN" altLang="en-US" b="0" i="1">
                              <a:solidFill>
                                <a:srgbClr val="000000"/>
                              </a:solidFill>
                              <a:latin typeface="Cambria Math" panose="02040503050406030204" pitchFamily="18" charset="0"/>
                            </a:rPr>
                            <m:t>𝑑</m:t>
                          </m:r>
                          <m:acc>
                            <m:accPr>
                              <m:chr m:val="⃗"/>
                              <m:ctrlPr>
                                <a:rPr lang="zh-CN" altLang="en-US" i="1">
                                  <a:solidFill>
                                    <a:srgbClr val="000000"/>
                                  </a:solidFill>
                                  <a:latin typeface="Cambria Math" panose="02040503050406030204" pitchFamily="18" charset="0"/>
                                </a:rPr>
                              </m:ctrlPr>
                            </m:accPr>
                            <m:e>
                              <m:r>
                                <a:rPr lang="zh-CN" altLang="en-US" b="0" i="1">
                                  <a:solidFill>
                                    <a:srgbClr val="000000"/>
                                  </a:solidFill>
                                  <a:latin typeface="Cambria Math" panose="02040503050406030204" pitchFamily="18" charset="0"/>
                                </a:rPr>
                                <m:t>𝑟</m:t>
                              </m:r>
                            </m:e>
                          </m:acc>
                        </m:e>
                      </m:nary>
                      <m:r>
                        <a:rPr lang="zh-CN" altLang="en-US" b="0" i="1">
                          <a:solidFill>
                            <a:srgbClr val="000000"/>
                          </a:solidFill>
                          <a:latin typeface="Cambria Math" panose="02040503050406030204" pitchFamily="18" charset="0"/>
                        </a:rPr>
                        <m:t>=</m:t>
                      </m:r>
                      <m:nary>
                        <m:naryPr>
                          <m:ctrlPr>
                            <a:rPr lang="zh-CN" altLang="en-US" i="1">
                              <a:solidFill>
                                <a:srgbClr val="000000"/>
                              </a:solidFill>
                              <a:latin typeface="Cambria Math" panose="02040503050406030204" pitchFamily="18" charset="0"/>
                            </a:rPr>
                          </m:ctrlPr>
                        </m:naryPr>
                        <m:sub>
                          <m:r>
                            <a:rPr lang="en-US" altLang="zh-CN" b="0" i="1" smtClean="0">
                              <a:solidFill>
                                <a:srgbClr val="000000"/>
                              </a:solidFill>
                              <a:latin typeface="Cambria Math" panose="02040503050406030204" pitchFamily="18" charset="0"/>
                            </a:rPr>
                            <m:t>𝑟</m:t>
                          </m:r>
                        </m:sub>
                        <m:sup>
                          <m:r>
                            <a:rPr lang="zh-CN" altLang="en-US" b="0" i="1">
                              <a:solidFill>
                                <a:srgbClr val="000000"/>
                              </a:solidFill>
                              <a:latin typeface="Cambria Math" panose="02040503050406030204" pitchFamily="18" charset="0"/>
                            </a:rPr>
                            <m:t>∞</m:t>
                          </m:r>
                        </m:sup>
                        <m:e>
                          <m:f>
                            <m:fPr>
                              <m:ctrlPr>
                                <a:rPr lang="zh-CN" altLang="en-US" i="1">
                                  <a:solidFill>
                                    <a:srgbClr val="000000"/>
                                  </a:solidFill>
                                  <a:latin typeface="Cambria Math" panose="02040503050406030204" pitchFamily="18" charset="0"/>
                                </a:rPr>
                              </m:ctrlPr>
                            </m:fPr>
                            <m:num>
                              <m:r>
                                <a:rPr lang="zh-CN" altLang="en-US" b="0" i="1">
                                  <a:solidFill>
                                    <a:srgbClr val="000000"/>
                                  </a:solidFill>
                                  <a:latin typeface="Cambria Math" panose="02040503050406030204" pitchFamily="18" charset="0"/>
                                </a:rPr>
                                <m:t>1</m:t>
                              </m:r>
                            </m:num>
                            <m:den>
                              <m:r>
                                <a:rPr lang="zh-CN" altLang="en-US" b="0" i="1">
                                  <a:solidFill>
                                    <a:srgbClr val="000000"/>
                                  </a:solidFill>
                                  <a:latin typeface="Cambria Math" panose="02040503050406030204" pitchFamily="18" charset="0"/>
                                </a:rPr>
                                <m:t>4</m:t>
                              </m:r>
                              <m:r>
                                <a:rPr lang="zh-CN" altLang="en-US" b="0" i="1">
                                  <a:solidFill>
                                    <a:srgbClr val="000000"/>
                                  </a:solidFill>
                                  <a:latin typeface="Cambria Math" panose="02040503050406030204" pitchFamily="18" charset="0"/>
                                </a:rPr>
                                <m:t>𝜋</m:t>
                              </m:r>
                              <m:sSub>
                                <m:sSubPr>
                                  <m:ctrlPr>
                                    <a:rPr lang="zh-CN" altLang="en-US" i="1">
                                      <a:solidFill>
                                        <a:srgbClr val="000000"/>
                                      </a:solidFill>
                                      <a:latin typeface="Cambria Math" panose="02040503050406030204" pitchFamily="18" charset="0"/>
                                    </a:rPr>
                                  </m:ctrlPr>
                                </m:sSubPr>
                                <m:e>
                                  <m:r>
                                    <a:rPr lang="zh-CN" altLang="en-US" b="0" i="1">
                                      <a:solidFill>
                                        <a:srgbClr val="000000"/>
                                      </a:solidFill>
                                      <a:latin typeface="Cambria Math" panose="02040503050406030204" pitchFamily="18" charset="0"/>
                                    </a:rPr>
                                    <m:t>𝜀</m:t>
                                  </m:r>
                                </m:e>
                                <m:sub>
                                  <m:r>
                                    <a:rPr lang="zh-CN" altLang="en-US" b="0" i="1">
                                      <a:solidFill>
                                        <a:srgbClr val="000000"/>
                                      </a:solidFill>
                                      <a:latin typeface="Cambria Math" panose="02040503050406030204" pitchFamily="18" charset="0"/>
                                    </a:rPr>
                                    <m:t>0</m:t>
                                  </m:r>
                                </m:sub>
                              </m:sSub>
                            </m:den>
                          </m:f>
                          <m:r>
                            <a:rPr lang="zh-CN" altLang="en-US" b="0"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b="0" i="1">
                                  <a:solidFill>
                                    <a:srgbClr val="000000"/>
                                  </a:solidFill>
                                  <a:latin typeface="Cambria Math" panose="02040503050406030204" pitchFamily="18" charset="0"/>
                                </a:rPr>
                                <m:t>𝑞</m:t>
                              </m:r>
                            </m:num>
                            <m:den>
                              <m:sSup>
                                <m:sSupPr>
                                  <m:ctrlPr>
                                    <a:rPr lang="en-US" altLang="zh-CN" i="1">
                                      <a:solidFill>
                                        <a:srgbClr val="000000"/>
                                      </a:solidFill>
                                      <a:latin typeface="Cambria Math" panose="02040503050406030204" pitchFamily="18" charset="0"/>
                                    </a:rPr>
                                  </m:ctrlPr>
                                </m:sSupPr>
                                <m:e>
                                  <m:r>
                                    <a:rPr lang="en-US" altLang="zh-CN" b="0" i="1">
                                      <a:solidFill>
                                        <a:srgbClr val="000000"/>
                                      </a:solidFill>
                                      <a:latin typeface="Cambria Math" panose="02040503050406030204" pitchFamily="18" charset="0"/>
                                    </a:rPr>
                                    <m:t>𝑟</m:t>
                                  </m:r>
                                </m:e>
                                <m:sup>
                                  <m:r>
                                    <a:rPr lang="en-US" altLang="zh-CN" b="0" i="1">
                                      <a:solidFill>
                                        <a:srgbClr val="000000"/>
                                      </a:solidFill>
                                      <a:latin typeface="Cambria Math" panose="02040503050406030204" pitchFamily="18" charset="0"/>
                                    </a:rPr>
                                    <m:t>2</m:t>
                                  </m:r>
                                </m:sup>
                              </m:sSup>
                            </m:den>
                          </m:f>
                          <m:r>
                            <a:rPr lang="zh-CN" altLang="en-US" b="0" i="1">
                              <a:solidFill>
                                <a:srgbClr val="000000"/>
                              </a:solidFill>
                              <a:latin typeface="Cambria Math" panose="02040503050406030204" pitchFamily="18" charset="0"/>
                            </a:rPr>
                            <m:t>𝑑𝑟</m:t>
                          </m:r>
                        </m:e>
                      </m:nary>
                    </m:oMath>
                  </m:oMathPara>
                </a14:m>
                <a:endParaRPr lang="en-US" altLang="zh-CN" i="1" dirty="0">
                  <a:solidFill>
                    <a:srgbClr val="000000"/>
                  </a:solidFill>
                </a:endParaRPr>
              </a:p>
            </p:txBody>
          </p:sp>
        </mc:Choice>
        <mc:Fallback xmlns="">
          <p:sp>
            <p:nvSpPr>
              <p:cNvPr id="5" name="内容占位符 2">
                <a:extLst>
                  <a:ext uri="{FF2B5EF4-FFF2-40B4-BE49-F238E27FC236}">
                    <a16:creationId xmlns:a16="http://schemas.microsoft.com/office/drawing/2014/main" id="{447A538D-148D-9CF4-EE36-8A0BF5A5FA65}"/>
                  </a:ext>
                </a:extLst>
              </p:cNvPr>
              <p:cNvSpPr txBox="1">
                <a:spLocks noRot="1" noChangeAspect="1" noMove="1" noResize="1" noEditPoints="1" noAdjustHandles="1" noChangeArrowheads="1" noChangeShapeType="1" noTextEdit="1"/>
              </p:cNvSpPr>
              <p:nvPr/>
            </p:nvSpPr>
            <p:spPr>
              <a:xfrm>
                <a:off x="514368" y="4897775"/>
                <a:ext cx="10158308" cy="2210863"/>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2586A7C1-18EC-7520-1128-073179FD279A}"/>
                  </a:ext>
                </a:extLst>
              </p:cNvPr>
              <p:cNvSpPr/>
              <p:nvPr/>
            </p:nvSpPr>
            <p:spPr>
              <a:xfrm>
                <a:off x="8269009" y="5059419"/>
                <a:ext cx="1904752" cy="1153906"/>
              </a:xfrm>
              <a:prstGeom prst="rect">
                <a:avLst/>
              </a:prstGeom>
            </p:spPr>
            <p:txBody>
              <a:bodyPr wrap="none">
                <a:spAutoFit/>
              </a:bodyPr>
              <a:lstStyle/>
              <a:p>
                <a:pPr>
                  <a:lnSpc>
                    <a:spcPct val="130000"/>
                  </a:lnSpc>
                  <a:spcBef>
                    <a:spcPts val="600"/>
                  </a:spcBef>
                </a:pPr>
                <a14:m>
                  <m:oMathPara xmlns:m="http://schemas.openxmlformats.org/officeDocument/2006/math">
                    <m:oMathParaPr>
                      <m:jc m:val="centerGroup"/>
                    </m:oMathParaPr>
                    <m:oMath xmlns:m="http://schemas.openxmlformats.org/officeDocument/2006/math">
                      <m:r>
                        <a:rPr lang="zh-CN" altLang="en-US" sz="2800" b="1" i="1" spc="300" smtClean="0">
                          <a:solidFill>
                            <a:srgbClr val="000000"/>
                          </a:solidFill>
                          <a:latin typeface="Cambria Math" panose="02040503050406030204" pitchFamily="18" charset="0"/>
                        </a:rPr>
                        <m:t>=</m:t>
                      </m:r>
                      <m:f>
                        <m:fPr>
                          <m:ctrlPr>
                            <a:rPr lang="zh-CN" altLang="en-US" sz="2800" b="1" i="1" spc="300">
                              <a:solidFill>
                                <a:srgbClr val="000000"/>
                              </a:solidFill>
                              <a:latin typeface="Cambria Math" panose="02040503050406030204" pitchFamily="18" charset="0"/>
                            </a:rPr>
                          </m:ctrlPr>
                        </m:fPr>
                        <m:num>
                          <m:r>
                            <a:rPr lang="zh-CN" altLang="en-US" sz="2800" b="1" i="1" spc="300">
                              <a:solidFill>
                                <a:srgbClr val="000000"/>
                              </a:solidFill>
                              <a:latin typeface="Cambria Math" panose="02040503050406030204" pitchFamily="18" charset="0"/>
                            </a:rPr>
                            <m:t>𝒒</m:t>
                          </m:r>
                        </m:num>
                        <m:den>
                          <m:r>
                            <a:rPr lang="zh-CN" altLang="en-US" sz="2800" b="1" i="1" spc="300">
                              <a:solidFill>
                                <a:srgbClr val="000000"/>
                              </a:solidFill>
                              <a:latin typeface="Cambria Math" panose="02040503050406030204" pitchFamily="18" charset="0"/>
                            </a:rPr>
                            <m:t>𝟒</m:t>
                          </m:r>
                          <m:r>
                            <a:rPr lang="zh-CN" altLang="en-US" sz="2800" b="1" i="1" spc="300">
                              <a:solidFill>
                                <a:srgbClr val="000000"/>
                              </a:solidFill>
                              <a:latin typeface="Cambria Math" panose="02040503050406030204" pitchFamily="18" charset="0"/>
                            </a:rPr>
                            <m:t>𝝅</m:t>
                          </m:r>
                          <m:sSub>
                            <m:sSubPr>
                              <m:ctrlPr>
                                <a:rPr lang="zh-CN" altLang="en-US" sz="2800" b="1" i="1" spc="300">
                                  <a:solidFill>
                                    <a:srgbClr val="000000"/>
                                  </a:solidFill>
                                  <a:latin typeface="Cambria Math" panose="02040503050406030204" pitchFamily="18" charset="0"/>
                                </a:rPr>
                              </m:ctrlPr>
                            </m:sSubPr>
                            <m:e>
                              <m:r>
                                <a:rPr lang="zh-CN" altLang="en-US" sz="2800" b="1" i="1" spc="300">
                                  <a:solidFill>
                                    <a:srgbClr val="000000"/>
                                  </a:solidFill>
                                  <a:latin typeface="Cambria Math" panose="02040503050406030204" pitchFamily="18" charset="0"/>
                                </a:rPr>
                                <m:t>𝜺</m:t>
                              </m:r>
                            </m:e>
                            <m:sub>
                              <m:r>
                                <a:rPr lang="zh-CN" altLang="en-US" sz="2800" b="1" i="1" spc="300">
                                  <a:solidFill>
                                    <a:srgbClr val="000000"/>
                                  </a:solidFill>
                                  <a:latin typeface="Cambria Math" panose="02040503050406030204" pitchFamily="18" charset="0"/>
                                </a:rPr>
                                <m:t>𝒐</m:t>
                              </m:r>
                            </m:sub>
                          </m:sSub>
                          <m:r>
                            <a:rPr lang="zh-CN" altLang="en-US" sz="2800" b="1" i="1" spc="300">
                              <a:solidFill>
                                <a:srgbClr val="000000"/>
                              </a:solidFill>
                              <a:latin typeface="Cambria Math" panose="02040503050406030204" pitchFamily="18" charset="0"/>
                            </a:rPr>
                            <m:t>𝒓</m:t>
                          </m:r>
                        </m:den>
                      </m:f>
                    </m:oMath>
                  </m:oMathPara>
                </a14:m>
                <a:endParaRPr kumimoji="1" lang="en-US" altLang="zh-CN" sz="2800" b="1" spc="300" dirty="0">
                  <a:solidFill>
                    <a:srgbClr val="FF0000"/>
                  </a:solidFill>
                </a:endParaRPr>
              </a:p>
            </p:txBody>
          </p:sp>
        </mc:Choice>
        <mc:Fallback xmlns="">
          <p:sp>
            <p:nvSpPr>
              <p:cNvPr id="6" name="矩形 5">
                <a:extLst>
                  <a:ext uri="{FF2B5EF4-FFF2-40B4-BE49-F238E27FC236}">
                    <a16:creationId xmlns:a16="http://schemas.microsoft.com/office/drawing/2014/main" id="{2586A7C1-18EC-7520-1128-073179FD279A}"/>
                  </a:ext>
                </a:extLst>
              </p:cNvPr>
              <p:cNvSpPr>
                <a:spLocks noRot="1" noChangeAspect="1" noMove="1" noResize="1" noEditPoints="1" noAdjustHandles="1" noChangeArrowheads="1" noChangeShapeType="1" noTextEdit="1"/>
              </p:cNvSpPr>
              <p:nvPr/>
            </p:nvSpPr>
            <p:spPr>
              <a:xfrm>
                <a:off x="8269009" y="5059419"/>
                <a:ext cx="1904752" cy="1153906"/>
              </a:xfrm>
              <a:prstGeom prst="rect">
                <a:avLst/>
              </a:prstGeom>
              <a:blipFill>
                <a:blip r:embed="rId8"/>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363804768"/>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6"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20903" name="Group 7"/>
          <p:cNvGrpSpPr>
            <a:grpSpLocks/>
          </p:cNvGrpSpPr>
          <p:nvPr/>
        </p:nvGrpSpPr>
        <p:grpSpPr bwMode="auto">
          <a:xfrm>
            <a:off x="824988" y="1631929"/>
            <a:ext cx="3146425" cy="3090863"/>
            <a:chOff x="3360" y="672"/>
            <a:chExt cx="1982" cy="1947"/>
          </a:xfrm>
        </p:grpSpPr>
        <p:sp>
          <p:nvSpPr>
            <p:cNvPr id="720904" name="Oval 8"/>
            <p:cNvSpPr>
              <a:spLocks noChangeArrowheads="1"/>
            </p:cNvSpPr>
            <p:nvPr/>
          </p:nvSpPr>
          <p:spPr bwMode="auto">
            <a:xfrm>
              <a:off x="3360" y="720"/>
              <a:ext cx="1898" cy="1899"/>
            </a:xfrm>
            <a:prstGeom prst="ellipse">
              <a:avLst/>
            </a:prstGeom>
            <a:gradFill rotWithShape="1">
              <a:gsLst>
                <a:gs pos="0">
                  <a:schemeClr val="bg1"/>
                </a:gs>
                <a:gs pos="100000">
                  <a:schemeClr val="bg1">
                    <a:gamma/>
                    <a:shade val="47451"/>
                    <a:invGamma/>
                  </a:schemeClr>
                </a:gs>
              </a:gsLst>
              <a:path path="shape">
                <a:fillToRect l="50000" t="50000" r="50000" b="50000"/>
              </a:path>
            </a:gradFill>
            <a:ln>
              <a:noFill/>
            </a:ln>
            <a:effectLst/>
            <a:extLst>
              <a:ext uri="{91240B29-F687-4F45-9708-019B960494DF}">
                <a14:hiddenLine xmlns:a14="http://schemas.microsoft.com/office/drawing/2010/main" w="50800">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algn="ctr" eaLnBrk="1" fontAlgn="base" hangingPunct="1">
                <a:spcBef>
                  <a:spcPct val="0"/>
                </a:spcBef>
                <a:spcAft>
                  <a:spcPct val="0"/>
                </a:spcAft>
                <a:defRPr/>
              </a:pPr>
              <a:endParaRPr lang="zh-CN" altLang="en-US" sz="3200">
                <a:solidFill>
                  <a:srgbClr val="000000"/>
                </a:solidFill>
                <a:latin typeface="华文楷体" panose="02010600040101010101" pitchFamily="2" charset="-122"/>
                <a:ea typeface="华文楷体" panose="02010600040101010101" pitchFamily="2" charset="-122"/>
              </a:endParaRPr>
            </a:p>
          </p:txBody>
        </p:sp>
        <p:sp>
          <p:nvSpPr>
            <p:cNvPr id="109578" name="Rectangle 9"/>
            <p:cNvSpPr>
              <a:spLocks noChangeArrowheads="1"/>
            </p:cNvSpPr>
            <p:nvPr/>
          </p:nvSpPr>
          <p:spPr bwMode="auto">
            <a:xfrm>
              <a:off x="4864" y="1057"/>
              <a:ext cx="290" cy="3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defRPr/>
              </a:pPr>
              <a:r>
                <a:rPr lang="en-US" altLang="zh-CN" sz="3200" dirty="0">
                  <a:solidFill>
                    <a:srgbClr val="000000"/>
                  </a:solidFill>
                  <a:latin typeface="华文楷体" panose="02010600040101010101" pitchFamily="2" charset="-122"/>
                  <a:ea typeface="华文楷体" panose="02010600040101010101" pitchFamily="2" charset="-122"/>
                </a:rPr>
                <a:t>+</a:t>
              </a:r>
            </a:p>
          </p:txBody>
        </p:sp>
        <p:grpSp>
          <p:nvGrpSpPr>
            <p:cNvPr id="109579" name="Group 10"/>
            <p:cNvGrpSpPr>
              <a:grpSpLocks/>
            </p:cNvGrpSpPr>
            <p:nvPr/>
          </p:nvGrpSpPr>
          <p:grpSpPr bwMode="auto">
            <a:xfrm>
              <a:off x="3462" y="672"/>
              <a:ext cx="1880" cy="1874"/>
              <a:chOff x="3185" y="1871"/>
              <a:chExt cx="2338" cy="2330"/>
            </a:xfrm>
          </p:grpSpPr>
          <p:sp>
            <p:nvSpPr>
              <p:cNvPr id="109584" name="Rectangle 11"/>
              <p:cNvSpPr>
                <a:spLocks noChangeArrowheads="1"/>
              </p:cNvSpPr>
              <p:nvPr/>
            </p:nvSpPr>
            <p:spPr bwMode="auto">
              <a:xfrm>
                <a:off x="3331" y="3312"/>
                <a:ext cx="360" cy="4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defRPr/>
                </a:pPr>
                <a:r>
                  <a:rPr lang="en-US" altLang="zh-CN" sz="3200">
                    <a:solidFill>
                      <a:srgbClr val="000000"/>
                    </a:solidFill>
                    <a:latin typeface="华文楷体" panose="02010600040101010101" pitchFamily="2" charset="-122"/>
                    <a:ea typeface="华文楷体" panose="02010600040101010101" pitchFamily="2" charset="-122"/>
                  </a:rPr>
                  <a:t>+</a:t>
                </a:r>
              </a:p>
            </p:txBody>
          </p:sp>
          <p:sp>
            <p:nvSpPr>
              <p:cNvPr id="109585" name="Rectangle 12"/>
              <p:cNvSpPr>
                <a:spLocks noChangeArrowheads="1"/>
              </p:cNvSpPr>
              <p:nvPr/>
            </p:nvSpPr>
            <p:spPr bwMode="auto">
              <a:xfrm>
                <a:off x="3185" y="3022"/>
                <a:ext cx="360" cy="4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defRPr/>
                </a:pPr>
                <a:r>
                  <a:rPr lang="en-US" altLang="zh-CN" sz="3200">
                    <a:solidFill>
                      <a:srgbClr val="000000"/>
                    </a:solidFill>
                    <a:latin typeface="华文楷体" panose="02010600040101010101" pitchFamily="2" charset="-122"/>
                    <a:ea typeface="华文楷体" panose="02010600040101010101" pitchFamily="2" charset="-122"/>
                  </a:rPr>
                  <a:t>+</a:t>
                </a:r>
              </a:p>
            </p:txBody>
          </p:sp>
          <p:sp>
            <p:nvSpPr>
              <p:cNvPr id="109586" name="Rectangle 13"/>
              <p:cNvSpPr>
                <a:spLocks noChangeArrowheads="1"/>
              </p:cNvSpPr>
              <p:nvPr/>
            </p:nvSpPr>
            <p:spPr bwMode="auto">
              <a:xfrm>
                <a:off x="3185" y="2735"/>
                <a:ext cx="360" cy="4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defRPr/>
                </a:pPr>
                <a:r>
                  <a:rPr lang="en-US" altLang="zh-CN" sz="3200" dirty="0">
                    <a:solidFill>
                      <a:srgbClr val="000000"/>
                    </a:solidFill>
                    <a:latin typeface="华文楷体" panose="02010600040101010101" pitchFamily="2" charset="-122"/>
                    <a:ea typeface="华文楷体" panose="02010600040101010101" pitchFamily="2" charset="-122"/>
                  </a:rPr>
                  <a:t>+</a:t>
                </a:r>
              </a:p>
            </p:txBody>
          </p:sp>
          <p:sp>
            <p:nvSpPr>
              <p:cNvPr id="109587" name="Rectangle 14"/>
              <p:cNvSpPr>
                <a:spLocks noChangeArrowheads="1"/>
              </p:cNvSpPr>
              <p:nvPr/>
            </p:nvSpPr>
            <p:spPr bwMode="auto">
              <a:xfrm>
                <a:off x="3281" y="2351"/>
                <a:ext cx="360" cy="4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defRPr/>
                </a:pPr>
                <a:r>
                  <a:rPr lang="en-US" altLang="zh-CN" sz="3200">
                    <a:solidFill>
                      <a:srgbClr val="000000"/>
                    </a:solidFill>
                    <a:latin typeface="华文楷体" panose="02010600040101010101" pitchFamily="2" charset="-122"/>
                    <a:ea typeface="华文楷体" panose="02010600040101010101" pitchFamily="2" charset="-122"/>
                  </a:rPr>
                  <a:t>+</a:t>
                </a:r>
              </a:p>
            </p:txBody>
          </p:sp>
          <p:sp>
            <p:nvSpPr>
              <p:cNvPr id="109588" name="Rectangle 15"/>
              <p:cNvSpPr>
                <a:spLocks noChangeArrowheads="1"/>
              </p:cNvSpPr>
              <p:nvPr/>
            </p:nvSpPr>
            <p:spPr bwMode="auto">
              <a:xfrm>
                <a:off x="3569" y="2062"/>
                <a:ext cx="360" cy="4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defRPr/>
                </a:pPr>
                <a:r>
                  <a:rPr lang="en-US" altLang="zh-CN" sz="3200">
                    <a:solidFill>
                      <a:srgbClr val="000000"/>
                    </a:solidFill>
                    <a:latin typeface="华文楷体" panose="02010600040101010101" pitchFamily="2" charset="-122"/>
                    <a:ea typeface="华文楷体" panose="02010600040101010101" pitchFamily="2" charset="-122"/>
                  </a:rPr>
                  <a:t>+</a:t>
                </a:r>
              </a:p>
            </p:txBody>
          </p:sp>
          <p:sp>
            <p:nvSpPr>
              <p:cNvPr id="109589" name="Rectangle 16"/>
              <p:cNvSpPr>
                <a:spLocks noChangeArrowheads="1"/>
              </p:cNvSpPr>
              <p:nvPr/>
            </p:nvSpPr>
            <p:spPr bwMode="auto">
              <a:xfrm>
                <a:off x="3905" y="1871"/>
                <a:ext cx="360" cy="4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defRPr/>
                </a:pPr>
                <a:r>
                  <a:rPr lang="en-US" altLang="zh-CN" sz="3200">
                    <a:solidFill>
                      <a:srgbClr val="000000"/>
                    </a:solidFill>
                    <a:latin typeface="华文楷体" panose="02010600040101010101" pitchFamily="2" charset="-122"/>
                    <a:ea typeface="华文楷体" panose="02010600040101010101" pitchFamily="2" charset="-122"/>
                  </a:rPr>
                  <a:t>+</a:t>
                </a:r>
              </a:p>
            </p:txBody>
          </p:sp>
          <p:sp>
            <p:nvSpPr>
              <p:cNvPr id="109590" name="Rectangle 17"/>
              <p:cNvSpPr>
                <a:spLocks noChangeArrowheads="1"/>
              </p:cNvSpPr>
              <p:nvPr/>
            </p:nvSpPr>
            <p:spPr bwMode="auto">
              <a:xfrm>
                <a:off x="4674" y="2062"/>
                <a:ext cx="360" cy="4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defRPr/>
                </a:pPr>
                <a:r>
                  <a:rPr lang="en-US" altLang="zh-CN" sz="3200">
                    <a:solidFill>
                      <a:srgbClr val="000000"/>
                    </a:solidFill>
                    <a:latin typeface="华文楷体" panose="02010600040101010101" pitchFamily="2" charset="-122"/>
                    <a:ea typeface="华文楷体" panose="02010600040101010101" pitchFamily="2" charset="-122"/>
                  </a:rPr>
                  <a:t>+</a:t>
                </a:r>
              </a:p>
            </p:txBody>
          </p:sp>
          <p:sp>
            <p:nvSpPr>
              <p:cNvPr id="109591" name="Rectangle 18"/>
              <p:cNvSpPr>
                <a:spLocks noChangeArrowheads="1"/>
              </p:cNvSpPr>
              <p:nvPr/>
            </p:nvSpPr>
            <p:spPr bwMode="auto">
              <a:xfrm>
                <a:off x="4290" y="1871"/>
                <a:ext cx="360" cy="4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defRPr/>
                </a:pPr>
                <a:r>
                  <a:rPr lang="en-US" altLang="zh-CN" sz="3200">
                    <a:solidFill>
                      <a:srgbClr val="000000"/>
                    </a:solidFill>
                    <a:latin typeface="华文楷体" panose="02010600040101010101" pitchFamily="2" charset="-122"/>
                    <a:ea typeface="华文楷体" panose="02010600040101010101" pitchFamily="2" charset="-122"/>
                  </a:rPr>
                  <a:t>+</a:t>
                </a:r>
              </a:p>
            </p:txBody>
          </p:sp>
          <p:sp>
            <p:nvSpPr>
              <p:cNvPr id="109592" name="Rectangle 19"/>
              <p:cNvSpPr>
                <a:spLocks noChangeArrowheads="1"/>
              </p:cNvSpPr>
              <p:nvPr/>
            </p:nvSpPr>
            <p:spPr bwMode="auto">
              <a:xfrm>
                <a:off x="4290" y="3742"/>
                <a:ext cx="360" cy="4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defRPr/>
                </a:pPr>
                <a:r>
                  <a:rPr lang="en-US" altLang="zh-CN" sz="3200">
                    <a:solidFill>
                      <a:srgbClr val="000000"/>
                    </a:solidFill>
                    <a:latin typeface="华文楷体" panose="02010600040101010101" pitchFamily="2" charset="-122"/>
                    <a:ea typeface="华文楷体" panose="02010600040101010101" pitchFamily="2" charset="-122"/>
                  </a:rPr>
                  <a:t>+</a:t>
                </a:r>
              </a:p>
            </p:txBody>
          </p:sp>
          <p:sp>
            <p:nvSpPr>
              <p:cNvPr id="109593" name="Rectangle 20"/>
              <p:cNvSpPr>
                <a:spLocks noChangeArrowheads="1"/>
              </p:cNvSpPr>
              <p:nvPr/>
            </p:nvSpPr>
            <p:spPr bwMode="auto">
              <a:xfrm>
                <a:off x="4674" y="3551"/>
                <a:ext cx="360" cy="4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defRPr/>
                </a:pPr>
                <a:r>
                  <a:rPr lang="en-US" altLang="zh-CN" sz="3200">
                    <a:solidFill>
                      <a:srgbClr val="000000"/>
                    </a:solidFill>
                    <a:latin typeface="华文楷体" panose="02010600040101010101" pitchFamily="2" charset="-122"/>
                    <a:ea typeface="华文楷体" panose="02010600040101010101" pitchFamily="2" charset="-122"/>
                  </a:rPr>
                  <a:t>+</a:t>
                </a:r>
              </a:p>
            </p:txBody>
          </p:sp>
          <p:sp>
            <p:nvSpPr>
              <p:cNvPr id="109594" name="Rectangle 21"/>
              <p:cNvSpPr>
                <a:spLocks noChangeArrowheads="1"/>
              </p:cNvSpPr>
              <p:nvPr/>
            </p:nvSpPr>
            <p:spPr bwMode="auto">
              <a:xfrm>
                <a:off x="4913" y="3312"/>
                <a:ext cx="360" cy="4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defRPr/>
                </a:pPr>
                <a:r>
                  <a:rPr lang="en-US" altLang="zh-CN" sz="3200">
                    <a:solidFill>
                      <a:srgbClr val="000000"/>
                    </a:solidFill>
                    <a:latin typeface="华文楷体" panose="02010600040101010101" pitchFamily="2" charset="-122"/>
                    <a:ea typeface="华文楷体" panose="02010600040101010101" pitchFamily="2" charset="-122"/>
                  </a:rPr>
                  <a:t>+</a:t>
                </a:r>
              </a:p>
            </p:txBody>
          </p:sp>
          <p:sp>
            <p:nvSpPr>
              <p:cNvPr id="109595" name="Rectangle 22"/>
              <p:cNvSpPr>
                <a:spLocks noChangeArrowheads="1"/>
              </p:cNvSpPr>
              <p:nvPr/>
            </p:nvSpPr>
            <p:spPr bwMode="auto">
              <a:xfrm>
                <a:off x="5009" y="3022"/>
                <a:ext cx="360" cy="4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defRPr/>
                </a:pPr>
                <a:r>
                  <a:rPr lang="en-US" altLang="zh-CN" sz="3200">
                    <a:solidFill>
                      <a:srgbClr val="000000"/>
                    </a:solidFill>
                    <a:latin typeface="华文楷体" panose="02010600040101010101" pitchFamily="2" charset="-122"/>
                    <a:ea typeface="华文楷体" panose="02010600040101010101" pitchFamily="2" charset="-122"/>
                  </a:rPr>
                  <a:t>+</a:t>
                </a:r>
              </a:p>
            </p:txBody>
          </p:sp>
          <p:sp>
            <p:nvSpPr>
              <p:cNvPr id="109596" name="Rectangle 23"/>
              <p:cNvSpPr>
                <a:spLocks noChangeArrowheads="1"/>
              </p:cNvSpPr>
              <p:nvPr/>
            </p:nvSpPr>
            <p:spPr bwMode="auto">
              <a:xfrm>
                <a:off x="5058" y="2687"/>
                <a:ext cx="360" cy="4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defRPr/>
                </a:pPr>
                <a:r>
                  <a:rPr lang="en-US" altLang="zh-CN" sz="3200" dirty="0">
                    <a:solidFill>
                      <a:srgbClr val="000000"/>
                    </a:solidFill>
                    <a:latin typeface="华文楷体" panose="02010600040101010101" pitchFamily="2" charset="-122"/>
                    <a:ea typeface="华文楷体" panose="02010600040101010101" pitchFamily="2" charset="-122"/>
                  </a:rPr>
                  <a:t>+</a:t>
                </a:r>
              </a:p>
            </p:txBody>
          </p:sp>
          <p:sp>
            <p:nvSpPr>
              <p:cNvPr id="109597" name="Rectangle 24"/>
              <p:cNvSpPr>
                <a:spLocks noChangeArrowheads="1"/>
              </p:cNvSpPr>
              <p:nvPr/>
            </p:nvSpPr>
            <p:spPr bwMode="auto">
              <a:xfrm>
                <a:off x="3618" y="3599"/>
                <a:ext cx="360" cy="4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defRPr/>
                </a:pPr>
                <a:r>
                  <a:rPr lang="en-US" altLang="zh-CN" sz="3200">
                    <a:solidFill>
                      <a:srgbClr val="000000"/>
                    </a:solidFill>
                    <a:latin typeface="华文楷体" panose="02010600040101010101" pitchFamily="2" charset="-122"/>
                    <a:ea typeface="华文楷体" panose="02010600040101010101" pitchFamily="2" charset="-122"/>
                  </a:rPr>
                  <a:t>+</a:t>
                </a:r>
              </a:p>
            </p:txBody>
          </p:sp>
          <p:sp>
            <p:nvSpPr>
              <p:cNvPr id="109598" name="Rectangle 25"/>
              <p:cNvSpPr>
                <a:spLocks noChangeArrowheads="1"/>
              </p:cNvSpPr>
              <p:nvPr/>
            </p:nvSpPr>
            <p:spPr bwMode="auto">
              <a:xfrm>
                <a:off x="3952" y="3743"/>
                <a:ext cx="360" cy="4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defRPr/>
                </a:pPr>
                <a:r>
                  <a:rPr lang="en-US" altLang="zh-CN" sz="3200">
                    <a:solidFill>
                      <a:srgbClr val="000000"/>
                    </a:solidFill>
                    <a:latin typeface="华文楷体" panose="02010600040101010101" pitchFamily="2" charset="-122"/>
                    <a:ea typeface="华文楷体" panose="02010600040101010101" pitchFamily="2" charset="-122"/>
                  </a:rPr>
                  <a:t>+</a:t>
                </a:r>
              </a:p>
            </p:txBody>
          </p:sp>
          <mc:AlternateContent xmlns:mc="http://schemas.openxmlformats.org/markup-compatibility/2006" xmlns:a14="http://schemas.microsoft.com/office/drawing/2010/main">
            <mc:Choice Requires="a14">
              <p:sp>
                <p:nvSpPr>
                  <p:cNvPr id="109599" name="Rectangle 26"/>
                  <p:cNvSpPr>
                    <a:spLocks noChangeArrowheads="1"/>
                  </p:cNvSpPr>
                  <p:nvPr/>
                </p:nvSpPr>
                <p:spPr bwMode="auto">
                  <a:xfrm>
                    <a:off x="5102" y="1976"/>
                    <a:ext cx="421" cy="458"/>
                  </a:xfrm>
                  <a:prstGeom prst="rect">
                    <a:avLst/>
                  </a:prstGeom>
                  <a:noFill/>
                  <a:ln>
                    <a:noFill/>
                  </a:ln>
                  <a:effectLst/>
                  <a:extLst>
                    <a:ext uri="{909E8E84-426E-40DD-AFC4-6F175D3DCCD1}">
                      <a14:hiddenFill>
                        <a:solidFill>
                          <a:schemeClr val="accent1"/>
                        </a:solidFill>
                      </a14:hiddenFill>
                    </a:ext>
                    <a:ext uri="{91240B29-F687-4F45-9708-019B960494DF}">
                      <a14:hiddenLine w="9525">
                        <a:solidFill>
                          <a:srgbClr val="FFFF00"/>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non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defRPr/>
                    </a:pPr>
                    <a14:m>
                      <m:oMathPara xmlns:m="http://schemas.openxmlformats.org/officeDocument/2006/math">
                        <m:oMathParaPr>
                          <m:jc m:val="centerGroup"/>
                        </m:oMathParaPr>
                        <m:oMath xmlns:m="http://schemas.openxmlformats.org/officeDocument/2006/math">
                          <m:r>
                            <a:rPr lang="en-US" altLang="zh-CN" sz="3200" i="1">
                              <a:solidFill>
                                <a:srgbClr val="000000"/>
                              </a:solidFill>
                              <a:latin typeface="Cambria Math" panose="02040503050406030204" pitchFamily="18" charset="0"/>
                              <a:ea typeface="华文新魏" panose="02010800040101010101" pitchFamily="2" charset="-122"/>
                            </a:rPr>
                            <m:t>𝒒</m:t>
                          </m:r>
                        </m:oMath>
                      </m:oMathPara>
                    </a14:m>
                    <a:endParaRPr lang="en-US" altLang="zh-CN" sz="3200" i="1" dirty="0">
                      <a:solidFill>
                        <a:srgbClr val="000000"/>
                      </a:solidFill>
                      <a:latin typeface="华文楷体" panose="02010600040101010101" pitchFamily="2" charset="-122"/>
                      <a:ea typeface="华文楷体" panose="02010600040101010101" pitchFamily="2" charset="-122"/>
                    </a:endParaRPr>
                  </a:p>
                </p:txBody>
              </p:sp>
            </mc:Choice>
            <mc:Fallback xmlns="">
              <p:sp>
                <p:nvSpPr>
                  <p:cNvPr id="109599" name="Rectangle 26"/>
                  <p:cNvSpPr>
                    <a:spLocks noRot="1" noChangeAspect="1" noMove="1" noResize="1" noEditPoints="1" noAdjustHandles="1" noChangeArrowheads="1" noChangeShapeType="1" noTextEdit="1"/>
                  </p:cNvSpPr>
                  <p:nvPr/>
                </p:nvSpPr>
                <p:spPr bwMode="auto">
                  <a:xfrm>
                    <a:off x="5102" y="1976"/>
                    <a:ext cx="421" cy="458"/>
                  </a:xfrm>
                  <a:prstGeom prst="rect">
                    <a:avLst/>
                  </a:prstGeom>
                  <a:blipFill>
                    <a:blip r:embed="rId3"/>
                    <a:stretch>
                      <a:fillRect/>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p:grpSp>
        <p:grpSp>
          <p:nvGrpSpPr>
            <p:cNvPr id="109580" name="Group 27"/>
            <p:cNvGrpSpPr>
              <a:grpSpLocks/>
            </p:cNvGrpSpPr>
            <p:nvPr/>
          </p:nvGrpSpPr>
          <p:grpSpPr bwMode="auto">
            <a:xfrm>
              <a:off x="3705" y="935"/>
              <a:ext cx="820" cy="965"/>
              <a:chOff x="455" y="1388"/>
              <a:chExt cx="820" cy="965"/>
            </a:xfrm>
          </p:grpSpPr>
          <p:sp>
            <p:nvSpPr>
              <p:cNvPr id="109581" name="Line 28"/>
              <p:cNvSpPr>
                <a:spLocks noChangeShapeType="1"/>
              </p:cNvSpPr>
              <p:nvPr/>
            </p:nvSpPr>
            <p:spPr bwMode="auto">
              <a:xfrm flipH="1" flipV="1">
                <a:off x="455" y="1388"/>
                <a:ext cx="647" cy="707"/>
              </a:xfrm>
              <a:prstGeom prst="line">
                <a:avLst/>
              </a:prstGeom>
              <a:noFill/>
              <a:ln w="25400">
                <a:solidFill>
                  <a:srgbClr val="FF0000"/>
                </a:solidFill>
                <a:round/>
                <a:headEnd type="oval"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defRPr/>
                </a:pPr>
                <a:endParaRPr kumimoji="1" lang="zh-CN" altLang="en-US" b="1" dirty="0">
                  <a:solidFill>
                    <a:srgbClr val="000000"/>
                  </a:solidFill>
                  <a:highlight>
                    <a:srgbClr val="008000"/>
                  </a:highlight>
                  <a:latin typeface="华文楷体" panose="02010600040101010101" pitchFamily="2" charset="-122"/>
                  <a:ea typeface="华文楷体" panose="02010600040101010101" pitchFamily="2" charset="-122"/>
                </a:endParaRPr>
              </a:p>
            </p:txBody>
          </p:sp>
          <p:sp>
            <p:nvSpPr>
              <p:cNvPr id="109582" name="Text Box 29"/>
              <p:cNvSpPr txBox="1">
                <a:spLocks noChangeArrowheads="1"/>
              </p:cNvSpPr>
              <p:nvPr/>
            </p:nvSpPr>
            <p:spPr bwMode="auto">
              <a:xfrm>
                <a:off x="669" y="1751"/>
                <a:ext cx="287" cy="3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Lst>
            </p:spPr>
            <p:txBody>
              <a:bodyPr wrap="none">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defRPr/>
                </a:pPr>
                <a:r>
                  <a:rPr lang="en-US" altLang="zh-CN" sz="3200" i="1" dirty="0">
                    <a:solidFill>
                      <a:srgbClr val="000000"/>
                    </a:solidFill>
                    <a:latin typeface="华文楷体" panose="02010600040101010101" pitchFamily="2" charset="-122"/>
                    <a:ea typeface="华文楷体" panose="02010600040101010101" pitchFamily="2" charset="-122"/>
                  </a:rPr>
                  <a:t>R</a:t>
                </a:r>
              </a:p>
            </p:txBody>
          </p:sp>
          <p:sp>
            <p:nvSpPr>
              <p:cNvPr id="109583" name="Text Box 30"/>
              <p:cNvSpPr txBox="1">
                <a:spLocks noChangeArrowheads="1"/>
              </p:cNvSpPr>
              <p:nvPr/>
            </p:nvSpPr>
            <p:spPr bwMode="auto">
              <a:xfrm>
                <a:off x="1026" y="1985"/>
                <a:ext cx="249" cy="36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Lst>
            </p:spPr>
            <p:txBody>
              <a:bodyPr wrap="none">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defRPr/>
                </a:pPr>
                <a:r>
                  <a:rPr lang="en-US" altLang="zh-CN" sz="3200">
                    <a:solidFill>
                      <a:srgbClr val="000000"/>
                    </a:solidFill>
                    <a:latin typeface="华文楷体" panose="02010600040101010101" pitchFamily="2" charset="-122"/>
                    <a:ea typeface="华文楷体" panose="02010600040101010101" pitchFamily="2" charset="-122"/>
                  </a:rPr>
                  <a:t>o</a:t>
                </a:r>
              </a:p>
            </p:txBody>
          </p:sp>
        </p:grpSp>
      </p:grpSp>
      <mc:AlternateContent xmlns:mc="http://schemas.openxmlformats.org/markup-compatibility/2006" xmlns:a14="http://schemas.microsoft.com/office/drawing/2010/main">
        <mc:Choice Requires="a14">
          <p:sp>
            <p:nvSpPr>
              <p:cNvPr id="39" name="Object 29">
                <a:extLst>
                  <a:ext uri="{FF2B5EF4-FFF2-40B4-BE49-F238E27FC236}">
                    <a16:creationId xmlns:a16="http://schemas.microsoft.com/office/drawing/2014/main" id="{BDE8FCB3-648E-4615-A898-387D75E288EF}"/>
                  </a:ext>
                </a:extLst>
              </p:cNvPr>
              <p:cNvSpPr txBox="1">
                <a:spLocks/>
              </p:cNvSpPr>
              <p:nvPr/>
            </p:nvSpPr>
            <p:spPr bwMode="auto">
              <a:xfrm>
                <a:off x="9500411" y="834913"/>
                <a:ext cx="790575" cy="577850"/>
              </a:xfrm>
              <a:prstGeom prst="rect">
                <a:avLst/>
              </a:prstGeom>
              <a:noFill/>
              <a:ln>
                <a:noFill/>
              </a:ln>
              <a:effectLst/>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Arial" panose="020B0604020202020204" pitchFamily="34" charset="0"/>
                  <a:buNone/>
                </a:pPr>
                <a14:m>
                  <m:oMathPara xmlns:m="http://schemas.openxmlformats.org/officeDocument/2006/math">
                    <m:oMathParaPr>
                      <m:jc m:val="left"/>
                    </m:oMathParaPr>
                    <m:oMath xmlns:m="http://schemas.openxmlformats.org/officeDocument/2006/math">
                      <m:r>
                        <a:rPr lang="zh-CN" altLang="en-US" b="1" i="1" smtClean="0">
                          <a:solidFill>
                            <a:srgbClr val="000000"/>
                          </a:solidFill>
                          <a:latin typeface="Cambria Math" panose="02040503050406030204" pitchFamily="18" charset="0"/>
                        </a:rPr>
                        <m:t>∝</m:t>
                      </m:r>
                      <m:sSup>
                        <m:sSupPr>
                          <m:ctrlPr>
                            <a:rPr lang="zh-CN" altLang="en-US" b="1" i="1">
                              <a:solidFill>
                                <a:srgbClr val="000000"/>
                              </a:solidFill>
                              <a:latin typeface="Cambria Math" panose="02040503050406030204" pitchFamily="18" charset="0"/>
                            </a:rPr>
                          </m:ctrlPr>
                        </m:sSupPr>
                        <m:e>
                          <m:r>
                            <a:rPr lang="zh-CN" altLang="en-US" b="1" i="1">
                              <a:solidFill>
                                <a:srgbClr val="000000"/>
                              </a:solidFill>
                              <a:latin typeface="Cambria Math" panose="02040503050406030204" pitchFamily="18" charset="0"/>
                            </a:rPr>
                            <m:t>𝒓</m:t>
                          </m:r>
                        </m:e>
                        <m:sup>
                          <m:r>
                            <a:rPr lang="zh-CN" altLang="en-US" b="1" i="1">
                              <a:solidFill>
                                <a:srgbClr val="000000"/>
                              </a:solidFill>
                              <a:latin typeface="Cambria Math" panose="02040503050406030204" pitchFamily="18" charset="0"/>
                            </a:rPr>
                            <m:t>−</m:t>
                          </m:r>
                          <m:r>
                            <a:rPr lang="zh-CN" altLang="en-US" b="1" i="1">
                              <a:solidFill>
                                <a:srgbClr val="000000"/>
                              </a:solidFill>
                              <a:latin typeface="Cambria Math" panose="02040503050406030204" pitchFamily="18" charset="0"/>
                            </a:rPr>
                            <m:t>𝟐</m:t>
                          </m:r>
                        </m:sup>
                      </m:sSup>
                    </m:oMath>
                  </m:oMathPara>
                </a14:m>
                <a:endParaRPr lang="zh-CN" altLang="en-US" b="1" dirty="0">
                  <a:latin typeface="华文楷体" panose="02010600040101010101" pitchFamily="2" charset="-122"/>
                  <a:ea typeface="华文楷体" panose="02010600040101010101" pitchFamily="2" charset="-122"/>
                </a:endParaRPr>
              </a:p>
            </p:txBody>
          </p:sp>
        </mc:Choice>
        <mc:Fallback xmlns="">
          <p:sp>
            <p:nvSpPr>
              <p:cNvPr id="39" name="Object 29">
                <a:extLst>
                  <a:ext uri="{FF2B5EF4-FFF2-40B4-BE49-F238E27FC236}">
                    <a16:creationId xmlns:a16="http://schemas.microsoft.com/office/drawing/2014/main" id="{BDE8FCB3-648E-4615-A898-387D75E288EF}"/>
                  </a:ext>
                </a:extLst>
              </p:cNvPr>
              <p:cNvSpPr txBox="1">
                <a:spLocks noRot="1" noChangeAspect="1" noMove="1" noResize="1" noEditPoints="1" noAdjustHandles="1" noChangeArrowheads="1" noChangeShapeType="1" noTextEdit="1"/>
              </p:cNvSpPr>
              <p:nvPr/>
            </p:nvSpPr>
            <p:spPr bwMode="auto">
              <a:xfrm>
                <a:off x="9500411" y="834913"/>
                <a:ext cx="790575" cy="577850"/>
              </a:xfrm>
              <a:prstGeom prst="rect">
                <a:avLst/>
              </a:prstGeom>
              <a:blipFill>
                <a:blip r:embed="rId4"/>
                <a:stretch>
                  <a:fillRect l="-769" r="-33846"/>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2" name="Object 30">
                <a:extLst>
                  <a:ext uri="{FF2B5EF4-FFF2-40B4-BE49-F238E27FC236}">
                    <a16:creationId xmlns:a16="http://schemas.microsoft.com/office/drawing/2014/main" id="{4166423D-3A1D-4A7F-AFAE-0B0A9EF1C444}"/>
                  </a:ext>
                </a:extLst>
              </p:cNvPr>
              <p:cNvSpPr txBox="1">
                <a:spLocks/>
              </p:cNvSpPr>
              <p:nvPr/>
            </p:nvSpPr>
            <p:spPr bwMode="auto">
              <a:xfrm>
                <a:off x="9665064" y="3557274"/>
                <a:ext cx="900112" cy="635000"/>
              </a:xfrm>
              <a:prstGeom prst="rect">
                <a:avLst/>
              </a:prstGeom>
              <a:noFill/>
              <a:ln>
                <a:noFill/>
              </a:ln>
              <a:effectLst/>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Arial" panose="020B0604020202020204" pitchFamily="34" charset="0"/>
                  <a:buNone/>
                </a:pPr>
                <a14:m>
                  <m:oMathPara xmlns:m="http://schemas.openxmlformats.org/officeDocument/2006/math">
                    <m:oMathParaPr>
                      <m:jc m:val="left"/>
                    </m:oMathParaPr>
                    <m:oMath xmlns:m="http://schemas.openxmlformats.org/officeDocument/2006/math">
                      <m:r>
                        <a:rPr lang="zh-CN" altLang="en-US" b="1" i="1" smtClean="0">
                          <a:solidFill>
                            <a:srgbClr val="000000"/>
                          </a:solidFill>
                          <a:latin typeface="Cambria Math" panose="02040503050406030204" pitchFamily="18" charset="0"/>
                        </a:rPr>
                        <m:t>∝</m:t>
                      </m:r>
                      <m:sSup>
                        <m:sSupPr>
                          <m:ctrlPr>
                            <a:rPr lang="zh-CN" altLang="en-US" b="1" i="1">
                              <a:solidFill>
                                <a:srgbClr val="000000"/>
                              </a:solidFill>
                              <a:latin typeface="Cambria Math" panose="02040503050406030204" pitchFamily="18" charset="0"/>
                            </a:rPr>
                          </m:ctrlPr>
                        </m:sSupPr>
                        <m:e>
                          <m:r>
                            <a:rPr lang="zh-CN" altLang="en-US" b="1" i="1">
                              <a:solidFill>
                                <a:srgbClr val="000000"/>
                              </a:solidFill>
                              <a:latin typeface="Cambria Math" panose="02040503050406030204" pitchFamily="18" charset="0"/>
                            </a:rPr>
                            <m:t>𝒓</m:t>
                          </m:r>
                        </m:e>
                        <m:sup>
                          <m:r>
                            <a:rPr lang="zh-CN" altLang="en-US" b="1" i="1">
                              <a:solidFill>
                                <a:srgbClr val="000000"/>
                              </a:solidFill>
                              <a:latin typeface="Cambria Math" panose="02040503050406030204" pitchFamily="18" charset="0"/>
                            </a:rPr>
                            <m:t>−</m:t>
                          </m:r>
                          <m:r>
                            <a:rPr lang="zh-CN" altLang="en-US" b="1" i="1">
                              <a:solidFill>
                                <a:srgbClr val="000000"/>
                              </a:solidFill>
                              <a:latin typeface="Cambria Math" panose="02040503050406030204" pitchFamily="18" charset="0"/>
                            </a:rPr>
                            <m:t>𝟏</m:t>
                          </m:r>
                        </m:sup>
                      </m:sSup>
                    </m:oMath>
                  </m:oMathPara>
                </a14:m>
                <a:endParaRPr lang="zh-CN" altLang="en-US" b="1" dirty="0">
                  <a:latin typeface="华文楷体" panose="02010600040101010101" pitchFamily="2" charset="-122"/>
                  <a:ea typeface="华文楷体" panose="02010600040101010101" pitchFamily="2" charset="-122"/>
                </a:endParaRPr>
              </a:p>
            </p:txBody>
          </p:sp>
        </mc:Choice>
        <mc:Fallback xmlns="">
          <p:sp>
            <p:nvSpPr>
              <p:cNvPr id="42" name="Object 30">
                <a:extLst>
                  <a:ext uri="{FF2B5EF4-FFF2-40B4-BE49-F238E27FC236}">
                    <a16:creationId xmlns:a16="http://schemas.microsoft.com/office/drawing/2014/main" id="{4166423D-3A1D-4A7F-AFAE-0B0A9EF1C444}"/>
                  </a:ext>
                </a:extLst>
              </p:cNvPr>
              <p:cNvSpPr txBox="1">
                <a:spLocks noRot="1" noChangeAspect="1" noMove="1" noResize="1" noEditPoints="1" noAdjustHandles="1" noChangeArrowheads="1" noChangeShapeType="1" noTextEdit="1"/>
              </p:cNvSpPr>
              <p:nvPr/>
            </p:nvSpPr>
            <p:spPr bwMode="auto">
              <a:xfrm>
                <a:off x="9665064" y="3557274"/>
                <a:ext cx="900112" cy="635000"/>
              </a:xfrm>
              <a:prstGeom prst="rect">
                <a:avLst/>
              </a:prstGeom>
              <a:blipFill>
                <a:blip r:embed="rId5"/>
                <a:stretch>
                  <a:fillRect l="-676" r="-17568"/>
                </a:stretch>
              </a:blipFill>
              <a:ln>
                <a:noFill/>
              </a:ln>
              <a:effectLst/>
            </p:spPr>
            <p:txBody>
              <a:bodyPr/>
              <a:lstStyle/>
              <a:p>
                <a:r>
                  <a:rPr lang="zh-CN" altLang="en-US">
                    <a:noFill/>
                  </a:rPr>
                  <a:t> </a:t>
                </a:r>
              </a:p>
            </p:txBody>
          </p:sp>
        </mc:Fallback>
      </mc:AlternateContent>
      <p:sp>
        <p:nvSpPr>
          <p:cNvPr id="43" name="Rectangle 2">
            <a:extLst>
              <a:ext uri="{FF2B5EF4-FFF2-40B4-BE49-F238E27FC236}">
                <a16:creationId xmlns:a16="http://schemas.microsoft.com/office/drawing/2014/main" id="{EF55885E-3FEA-4785-A442-F1B2D6A33F7B}"/>
              </a:ext>
            </a:extLst>
          </p:cNvPr>
          <p:cNvSpPr>
            <a:spLocks noChangeArrowheads="1"/>
          </p:cNvSpPr>
          <p:nvPr/>
        </p:nvSpPr>
        <p:spPr bwMode="auto">
          <a:xfrm>
            <a:off x="4999693" y="4021482"/>
            <a:ext cx="1690686" cy="523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defRPr/>
            </a:pPr>
            <a:r>
              <a:rPr lang="zh-CN" altLang="en-US" sz="2800" dirty="0">
                <a:solidFill>
                  <a:srgbClr val="000000"/>
                </a:solidFill>
                <a:latin typeface="华文楷体" panose="02010600040101010101" pitchFamily="2" charset="-122"/>
                <a:ea typeface="华文楷体" panose="02010600040101010101" pitchFamily="2" charset="-122"/>
              </a:rPr>
              <a:t>电势</a:t>
            </a:r>
            <a:r>
              <a:rPr lang="en-US" altLang="zh-CN" sz="2800" dirty="0">
                <a:solidFill>
                  <a:srgbClr val="000000"/>
                </a:solidFill>
                <a:latin typeface="华文楷体" panose="02010600040101010101" pitchFamily="2" charset="-122"/>
                <a:ea typeface="华文楷体" panose="02010600040101010101" pitchFamily="2" charset="-122"/>
              </a:rPr>
              <a:t>:</a:t>
            </a:r>
            <a:endParaRPr lang="zh-CN" altLang="en-US" sz="2800" dirty="0">
              <a:solidFill>
                <a:srgbClr val="000000"/>
              </a:solidFill>
              <a:latin typeface="华文楷体" panose="02010600040101010101" pitchFamily="2" charset="-122"/>
              <a:ea typeface="华文楷体" panose="02010600040101010101" pitchFamily="2" charset="-122"/>
            </a:endParaRPr>
          </a:p>
        </p:txBody>
      </p:sp>
      <p:sp>
        <p:nvSpPr>
          <p:cNvPr id="44" name="Rectangle 3">
            <a:extLst>
              <a:ext uri="{FF2B5EF4-FFF2-40B4-BE49-F238E27FC236}">
                <a16:creationId xmlns:a16="http://schemas.microsoft.com/office/drawing/2014/main" id="{02272C34-E2F5-4601-B157-3ACA8870D170}"/>
              </a:ext>
            </a:extLst>
          </p:cNvPr>
          <p:cNvSpPr>
            <a:spLocks noChangeArrowheads="1"/>
          </p:cNvSpPr>
          <p:nvPr/>
        </p:nvSpPr>
        <p:spPr bwMode="auto">
          <a:xfrm>
            <a:off x="4874855" y="1779274"/>
            <a:ext cx="1614486" cy="523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defRPr/>
            </a:pPr>
            <a:r>
              <a:rPr lang="zh-CN" altLang="en-US" sz="2800" dirty="0">
                <a:solidFill>
                  <a:srgbClr val="000000"/>
                </a:solidFill>
                <a:latin typeface="华文楷体" panose="02010600040101010101" pitchFamily="2" charset="-122"/>
                <a:ea typeface="华文楷体" panose="02010600040101010101" pitchFamily="2" charset="-122"/>
              </a:rPr>
              <a:t>场强</a:t>
            </a:r>
            <a:r>
              <a:rPr lang="en-US" altLang="zh-CN" sz="2800" dirty="0">
                <a:solidFill>
                  <a:srgbClr val="000000"/>
                </a:solidFill>
                <a:latin typeface="华文楷体" panose="02010600040101010101" pitchFamily="2" charset="-122"/>
                <a:ea typeface="华文楷体" panose="02010600040101010101" pitchFamily="2" charset="-122"/>
              </a:rPr>
              <a:t>:</a:t>
            </a:r>
            <a:endParaRPr lang="zh-CN" altLang="en-US" sz="2800" dirty="0">
              <a:solidFill>
                <a:srgbClr val="000000"/>
              </a:solidFill>
              <a:latin typeface="华文楷体" panose="02010600040101010101" pitchFamily="2" charset="-122"/>
              <a:ea typeface="华文楷体" panose="02010600040101010101" pitchFamily="2" charset="-122"/>
            </a:endParaRPr>
          </a:p>
        </p:txBody>
      </p:sp>
      <p:sp>
        <p:nvSpPr>
          <p:cNvPr id="45" name="Oval 4">
            <a:extLst>
              <a:ext uri="{FF2B5EF4-FFF2-40B4-BE49-F238E27FC236}">
                <a16:creationId xmlns:a16="http://schemas.microsoft.com/office/drawing/2014/main" id="{1A75D419-1F86-4D0C-A915-939181672473}"/>
              </a:ext>
            </a:extLst>
          </p:cNvPr>
          <p:cNvSpPr>
            <a:spLocks noChangeArrowheads="1"/>
          </p:cNvSpPr>
          <p:nvPr/>
        </p:nvSpPr>
        <p:spPr bwMode="auto">
          <a:xfrm>
            <a:off x="6183119" y="1230218"/>
            <a:ext cx="2069070" cy="2139740"/>
          </a:xfrm>
          <a:prstGeom prst="ellipse">
            <a:avLst/>
          </a:prstGeom>
          <a:noFill/>
          <a:ln w="25400">
            <a:solidFill>
              <a:schemeClr val="tx1"/>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algn="ctr" fontAlgn="base">
              <a:spcBef>
                <a:spcPct val="0"/>
              </a:spcBef>
              <a:spcAft>
                <a:spcPct val="0"/>
              </a:spcAft>
              <a:defRPr/>
            </a:pPr>
            <a:endParaRPr lang="zh-CN" altLang="en-US" sz="2800">
              <a:solidFill>
                <a:srgbClr val="000000"/>
              </a:solidFill>
              <a:latin typeface="华文楷体" panose="02010600040101010101" pitchFamily="2" charset="-122"/>
              <a:ea typeface="华文楷体" panose="02010600040101010101" pitchFamily="2" charset="-122"/>
            </a:endParaRPr>
          </a:p>
        </p:txBody>
      </p:sp>
      <p:sp>
        <p:nvSpPr>
          <p:cNvPr id="46" name="Line 5">
            <a:extLst>
              <a:ext uri="{FF2B5EF4-FFF2-40B4-BE49-F238E27FC236}">
                <a16:creationId xmlns:a16="http://schemas.microsoft.com/office/drawing/2014/main" id="{E0078438-5F75-46B2-B33D-611E9D437EA1}"/>
              </a:ext>
            </a:extLst>
          </p:cNvPr>
          <p:cNvSpPr>
            <a:spLocks noChangeShapeType="1"/>
          </p:cNvSpPr>
          <p:nvPr/>
        </p:nvSpPr>
        <p:spPr bwMode="auto">
          <a:xfrm>
            <a:off x="7266352" y="2350774"/>
            <a:ext cx="4495800" cy="0"/>
          </a:xfrm>
          <a:prstGeom prst="line">
            <a:avLst/>
          </a:prstGeom>
          <a:noFill/>
          <a:ln w="28575">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defRPr/>
            </a:pPr>
            <a:endParaRPr kumimoji="1" lang="zh-CN" altLang="en-US" sz="2800" b="1">
              <a:solidFill>
                <a:srgbClr val="000000"/>
              </a:solidFill>
              <a:latin typeface="华文楷体" panose="02010600040101010101" pitchFamily="2" charset="-122"/>
              <a:ea typeface="华文楷体" panose="02010600040101010101" pitchFamily="2" charset="-122"/>
            </a:endParaRPr>
          </a:p>
        </p:txBody>
      </p:sp>
      <p:sp>
        <p:nvSpPr>
          <p:cNvPr id="47" name="Line 6">
            <a:extLst>
              <a:ext uri="{FF2B5EF4-FFF2-40B4-BE49-F238E27FC236}">
                <a16:creationId xmlns:a16="http://schemas.microsoft.com/office/drawing/2014/main" id="{810BC490-B68C-467F-8532-D0604AB4663A}"/>
              </a:ext>
            </a:extLst>
          </p:cNvPr>
          <p:cNvSpPr>
            <a:spLocks noChangeShapeType="1"/>
          </p:cNvSpPr>
          <p:nvPr/>
        </p:nvSpPr>
        <p:spPr bwMode="auto">
          <a:xfrm>
            <a:off x="7267939" y="5384487"/>
            <a:ext cx="4495800" cy="0"/>
          </a:xfrm>
          <a:prstGeom prst="line">
            <a:avLst/>
          </a:prstGeom>
          <a:noFill/>
          <a:ln w="28575">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defRPr/>
            </a:pPr>
            <a:endParaRPr kumimoji="1" lang="zh-CN" altLang="en-US" sz="2800" b="1">
              <a:solidFill>
                <a:srgbClr val="000000"/>
              </a:solidFill>
              <a:latin typeface="华文楷体" panose="02010600040101010101" pitchFamily="2" charset="-122"/>
              <a:ea typeface="华文楷体" panose="02010600040101010101" pitchFamily="2" charset="-122"/>
            </a:endParaRPr>
          </a:p>
        </p:txBody>
      </p:sp>
      <p:sp>
        <p:nvSpPr>
          <p:cNvPr id="48" name="Line 7">
            <a:extLst>
              <a:ext uri="{FF2B5EF4-FFF2-40B4-BE49-F238E27FC236}">
                <a16:creationId xmlns:a16="http://schemas.microsoft.com/office/drawing/2014/main" id="{525D15C2-904C-468F-A941-0B748B0E695B}"/>
              </a:ext>
            </a:extLst>
          </p:cNvPr>
          <p:cNvSpPr>
            <a:spLocks noChangeShapeType="1"/>
          </p:cNvSpPr>
          <p:nvPr/>
        </p:nvSpPr>
        <p:spPr bwMode="auto">
          <a:xfrm>
            <a:off x="7267939" y="674374"/>
            <a:ext cx="0" cy="1676400"/>
          </a:xfrm>
          <a:prstGeom prst="line">
            <a:avLst/>
          </a:prstGeom>
          <a:noFill/>
          <a:ln w="28575">
            <a:solidFill>
              <a:schemeClr val="tx1"/>
            </a:solidFill>
            <a:round/>
            <a:headEnd type="stealth" w="med" len="lg"/>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defRPr/>
            </a:pPr>
            <a:endParaRPr kumimoji="1" lang="zh-CN" altLang="en-US" sz="2800" b="1">
              <a:solidFill>
                <a:srgbClr val="000000"/>
              </a:solidFill>
              <a:latin typeface="华文楷体" panose="02010600040101010101" pitchFamily="2" charset="-122"/>
              <a:ea typeface="华文楷体" panose="02010600040101010101" pitchFamily="2" charset="-122"/>
            </a:endParaRPr>
          </a:p>
        </p:txBody>
      </p:sp>
      <p:sp>
        <p:nvSpPr>
          <p:cNvPr id="49" name="Line 8">
            <a:extLst>
              <a:ext uri="{FF2B5EF4-FFF2-40B4-BE49-F238E27FC236}">
                <a16:creationId xmlns:a16="http://schemas.microsoft.com/office/drawing/2014/main" id="{71F001D9-9D64-4834-A198-7B2A397B1B2D}"/>
              </a:ext>
            </a:extLst>
          </p:cNvPr>
          <p:cNvSpPr>
            <a:spLocks noChangeShapeType="1"/>
          </p:cNvSpPr>
          <p:nvPr/>
        </p:nvSpPr>
        <p:spPr bwMode="auto">
          <a:xfrm flipH="1">
            <a:off x="7266353" y="3555688"/>
            <a:ext cx="1587" cy="1843087"/>
          </a:xfrm>
          <a:prstGeom prst="line">
            <a:avLst/>
          </a:prstGeom>
          <a:noFill/>
          <a:ln w="28575">
            <a:solidFill>
              <a:schemeClr val="tx1"/>
            </a:solidFill>
            <a:round/>
            <a:headEnd type="stealth" w="med" len="lg"/>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defRPr/>
            </a:pPr>
            <a:endParaRPr kumimoji="1" lang="zh-CN" altLang="en-US" sz="2800" b="1">
              <a:solidFill>
                <a:srgbClr val="000000"/>
              </a:solidFill>
              <a:latin typeface="华文楷体" panose="02010600040101010101" pitchFamily="2" charset="-122"/>
              <a:ea typeface="华文楷体" panose="02010600040101010101" pitchFamily="2" charset="-122"/>
            </a:endParaRPr>
          </a:p>
        </p:txBody>
      </p:sp>
      <mc:AlternateContent xmlns:mc="http://schemas.openxmlformats.org/markup-compatibility/2006" xmlns:a14="http://schemas.microsoft.com/office/drawing/2010/main">
        <mc:Choice Requires="a14">
          <p:sp>
            <p:nvSpPr>
              <p:cNvPr id="50" name="Rectangle 9">
                <a:extLst>
                  <a:ext uri="{FF2B5EF4-FFF2-40B4-BE49-F238E27FC236}">
                    <a16:creationId xmlns:a16="http://schemas.microsoft.com/office/drawing/2014/main" id="{7C9208D1-E627-4480-9568-17C4BC0F9A66}"/>
                  </a:ext>
                </a:extLst>
              </p:cNvPr>
              <p:cNvSpPr>
                <a:spLocks noChangeArrowheads="1"/>
              </p:cNvSpPr>
              <p:nvPr/>
            </p:nvSpPr>
            <p:spPr bwMode="auto">
              <a:xfrm>
                <a:off x="7328265" y="612462"/>
                <a:ext cx="511358" cy="523862"/>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non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defRPr/>
                </a:pPr>
                <a14:m>
                  <m:oMathPara xmlns:m="http://schemas.openxmlformats.org/officeDocument/2006/math">
                    <m:oMathParaPr>
                      <m:jc m:val="centerGroup"/>
                    </m:oMathParaPr>
                    <m:oMath xmlns:m="http://schemas.openxmlformats.org/officeDocument/2006/math">
                      <m:r>
                        <a:rPr lang="en-US" altLang="zh-CN" sz="2800" i="1" dirty="0">
                          <a:solidFill>
                            <a:srgbClr val="C00000"/>
                          </a:solidFill>
                          <a:latin typeface="Cambria Math" panose="02040503050406030204" pitchFamily="18" charset="0"/>
                          <a:ea typeface="黑体" panose="02010609060101010101" pitchFamily="49" charset="-122"/>
                        </a:rPr>
                        <m:t>𝑬</m:t>
                      </m:r>
                    </m:oMath>
                  </m:oMathPara>
                </a14:m>
                <a:endParaRPr lang="en-US" altLang="zh-CN" sz="2800" i="1" dirty="0">
                  <a:solidFill>
                    <a:srgbClr val="C00000"/>
                  </a:solidFill>
                  <a:latin typeface="华文楷体" panose="02010600040101010101" pitchFamily="2" charset="-122"/>
                  <a:ea typeface="华文楷体" panose="02010600040101010101" pitchFamily="2" charset="-122"/>
                </a:endParaRPr>
              </a:p>
            </p:txBody>
          </p:sp>
        </mc:Choice>
        <mc:Fallback xmlns="">
          <p:sp>
            <p:nvSpPr>
              <p:cNvPr id="50" name="Rectangle 9">
                <a:extLst>
                  <a:ext uri="{FF2B5EF4-FFF2-40B4-BE49-F238E27FC236}">
                    <a16:creationId xmlns:a16="http://schemas.microsoft.com/office/drawing/2014/main" id="{7C9208D1-E627-4480-9568-17C4BC0F9A66}"/>
                  </a:ext>
                </a:extLst>
              </p:cNvPr>
              <p:cNvSpPr>
                <a:spLocks noRot="1" noChangeAspect="1" noMove="1" noResize="1" noEditPoints="1" noAdjustHandles="1" noChangeArrowheads="1" noChangeShapeType="1" noTextEdit="1"/>
              </p:cNvSpPr>
              <p:nvPr/>
            </p:nvSpPr>
            <p:spPr bwMode="auto">
              <a:xfrm>
                <a:off x="7328265" y="612462"/>
                <a:ext cx="511358" cy="523862"/>
              </a:xfrm>
              <a:prstGeom prst="rect">
                <a:avLst/>
              </a:prstGeom>
              <a:blipFill>
                <a:blip r:embed="rId6"/>
                <a:stretch>
                  <a:fillRect/>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1" name="Rectangle 10">
                <a:extLst>
                  <a:ext uri="{FF2B5EF4-FFF2-40B4-BE49-F238E27FC236}">
                    <a16:creationId xmlns:a16="http://schemas.microsoft.com/office/drawing/2014/main" id="{E5980066-6C8C-4CFD-8697-4FF82BACB4E1}"/>
                  </a:ext>
                </a:extLst>
              </p:cNvPr>
              <p:cNvSpPr>
                <a:spLocks noChangeArrowheads="1"/>
              </p:cNvSpPr>
              <p:nvPr/>
            </p:nvSpPr>
            <p:spPr bwMode="auto">
              <a:xfrm>
                <a:off x="7252065" y="3431862"/>
                <a:ext cx="546623" cy="523862"/>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non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defRPr/>
                </a:pPr>
                <a14:m>
                  <m:oMathPara xmlns:m="http://schemas.openxmlformats.org/officeDocument/2006/math">
                    <m:oMathParaPr>
                      <m:jc m:val="centerGroup"/>
                    </m:oMathParaPr>
                    <m:oMath xmlns:m="http://schemas.openxmlformats.org/officeDocument/2006/math">
                      <m:r>
                        <a:rPr lang="zh-CN" altLang="en-US" sz="2800" i="1" dirty="0">
                          <a:solidFill>
                            <a:srgbClr val="C00000"/>
                          </a:solidFill>
                          <a:latin typeface="Cambria Math" panose="02040503050406030204" pitchFamily="18" charset="0"/>
                          <a:ea typeface="黑体" panose="02010609060101010101" pitchFamily="49" charset="-122"/>
                        </a:rPr>
                        <m:t>𝝋</m:t>
                      </m:r>
                    </m:oMath>
                  </m:oMathPara>
                </a14:m>
                <a:endParaRPr lang="en-US" altLang="zh-CN" sz="2800" i="1" dirty="0">
                  <a:solidFill>
                    <a:srgbClr val="C00000"/>
                  </a:solidFill>
                  <a:latin typeface="华文楷体" panose="02010600040101010101" pitchFamily="2" charset="-122"/>
                  <a:ea typeface="华文楷体" panose="02010600040101010101" pitchFamily="2" charset="-122"/>
                </a:endParaRPr>
              </a:p>
            </p:txBody>
          </p:sp>
        </mc:Choice>
        <mc:Fallback xmlns="">
          <p:sp>
            <p:nvSpPr>
              <p:cNvPr id="51" name="Rectangle 10">
                <a:extLst>
                  <a:ext uri="{FF2B5EF4-FFF2-40B4-BE49-F238E27FC236}">
                    <a16:creationId xmlns:a16="http://schemas.microsoft.com/office/drawing/2014/main" id="{E5980066-6C8C-4CFD-8697-4FF82BACB4E1}"/>
                  </a:ext>
                </a:extLst>
              </p:cNvPr>
              <p:cNvSpPr>
                <a:spLocks noRot="1" noChangeAspect="1" noMove="1" noResize="1" noEditPoints="1" noAdjustHandles="1" noChangeArrowheads="1" noChangeShapeType="1" noTextEdit="1"/>
              </p:cNvSpPr>
              <p:nvPr/>
            </p:nvSpPr>
            <p:spPr bwMode="auto">
              <a:xfrm>
                <a:off x="7252065" y="3431862"/>
                <a:ext cx="546623" cy="523862"/>
              </a:xfrm>
              <a:prstGeom prst="rect">
                <a:avLst/>
              </a:prstGeom>
              <a:blipFill>
                <a:blip r:embed="rId7"/>
                <a:stretch>
                  <a:fillRect/>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3" name="Rectangle 11">
                <a:extLst>
                  <a:ext uri="{FF2B5EF4-FFF2-40B4-BE49-F238E27FC236}">
                    <a16:creationId xmlns:a16="http://schemas.microsoft.com/office/drawing/2014/main" id="{2F7405FB-69A0-49C0-87AE-66C4B14DAF48}"/>
                  </a:ext>
                </a:extLst>
              </p:cNvPr>
              <p:cNvSpPr>
                <a:spLocks noChangeArrowheads="1"/>
              </p:cNvSpPr>
              <p:nvPr/>
            </p:nvSpPr>
            <p:spPr bwMode="auto">
              <a:xfrm>
                <a:off x="8252190" y="5351156"/>
                <a:ext cx="525785" cy="523862"/>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non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defRPr/>
                </a:pPr>
                <a14:m>
                  <m:oMathPara xmlns:m="http://schemas.openxmlformats.org/officeDocument/2006/math">
                    <m:oMathParaPr>
                      <m:jc m:val="centerGroup"/>
                    </m:oMathParaPr>
                    <m:oMath xmlns:m="http://schemas.openxmlformats.org/officeDocument/2006/math">
                      <m:r>
                        <a:rPr lang="en-US" altLang="zh-CN" sz="2800" i="1" dirty="0">
                          <a:solidFill>
                            <a:srgbClr val="C00000"/>
                          </a:solidFill>
                          <a:latin typeface="Cambria Math" panose="02040503050406030204" pitchFamily="18" charset="0"/>
                          <a:ea typeface="黑体" panose="02010609060101010101" pitchFamily="49" charset="-122"/>
                        </a:rPr>
                        <m:t>𝑹</m:t>
                      </m:r>
                    </m:oMath>
                  </m:oMathPara>
                </a14:m>
                <a:endParaRPr lang="en-US" altLang="zh-CN" sz="2800" i="1" dirty="0">
                  <a:solidFill>
                    <a:srgbClr val="C00000"/>
                  </a:solidFill>
                  <a:latin typeface="华文楷体" panose="02010600040101010101" pitchFamily="2" charset="-122"/>
                  <a:ea typeface="华文楷体" panose="02010600040101010101" pitchFamily="2" charset="-122"/>
                </a:endParaRPr>
              </a:p>
            </p:txBody>
          </p:sp>
        </mc:Choice>
        <mc:Fallback xmlns="">
          <p:sp>
            <p:nvSpPr>
              <p:cNvPr id="53" name="Rectangle 11">
                <a:extLst>
                  <a:ext uri="{FF2B5EF4-FFF2-40B4-BE49-F238E27FC236}">
                    <a16:creationId xmlns:a16="http://schemas.microsoft.com/office/drawing/2014/main" id="{2F7405FB-69A0-49C0-87AE-66C4B14DAF48}"/>
                  </a:ext>
                </a:extLst>
              </p:cNvPr>
              <p:cNvSpPr>
                <a:spLocks noRot="1" noChangeAspect="1" noMove="1" noResize="1" noEditPoints="1" noAdjustHandles="1" noChangeArrowheads="1" noChangeShapeType="1" noTextEdit="1"/>
              </p:cNvSpPr>
              <p:nvPr/>
            </p:nvSpPr>
            <p:spPr bwMode="auto">
              <a:xfrm>
                <a:off x="8252190" y="5351156"/>
                <a:ext cx="525785" cy="523862"/>
              </a:xfrm>
              <a:prstGeom prst="rect">
                <a:avLst/>
              </a:prstGeom>
              <a:blipFill>
                <a:blip r:embed="rId8"/>
                <a:stretch>
                  <a:fillRect/>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4" name="Rectangle 12">
                <a:extLst>
                  <a:ext uri="{FF2B5EF4-FFF2-40B4-BE49-F238E27FC236}">
                    <a16:creationId xmlns:a16="http://schemas.microsoft.com/office/drawing/2014/main" id="{6ED39F3C-539C-4162-A3BC-21108181D5CF}"/>
                  </a:ext>
                </a:extLst>
              </p:cNvPr>
              <p:cNvSpPr>
                <a:spLocks noChangeArrowheads="1"/>
              </p:cNvSpPr>
              <p:nvPr/>
            </p:nvSpPr>
            <p:spPr bwMode="auto">
              <a:xfrm>
                <a:off x="8258540" y="2274574"/>
                <a:ext cx="525785" cy="523862"/>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non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defRPr/>
                </a:pPr>
                <a14:m>
                  <m:oMathPara xmlns:m="http://schemas.openxmlformats.org/officeDocument/2006/math">
                    <m:oMathParaPr>
                      <m:jc m:val="centerGroup"/>
                    </m:oMathParaPr>
                    <m:oMath xmlns:m="http://schemas.openxmlformats.org/officeDocument/2006/math">
                      <m:r>
                        <a:rPr lang="en-US" altLang="zh-CN" sz="2800" i="1" dirty="0">
                          <a:solidFill>
                            <a:srgbClr val="C00000"/>
                          </a:solidFill>
                          <a:latin typeface="Cambria Math" panose="02040503050406030204" pitchFamily="18" charset="0"/>
                          <a:ea typeface="黑体" panose="02010609060101010101" pitchFamily="49" charset="-122"/>
                        </a:rPr>
                        <m:t>𝑹</m:t>
                      </m:r>
                    </m:oMath>
                  </m:oMathPara>
                </a14:m>
                <a:endParaRPr lang="en-US" altLang="zh-CN" sz="2800" i="1" dirty="0">
                  <a:solidFill>
                    <a:srgbClr val="C00000"/>
                  </a:solidFill>
                  <a:latin typeface="华文楷体" panose="02010600040101010101" pitchFamily="2" charset="-122"/>
                  <a:ea typeface="华文楷体" panose="02010600040101010101" pitchFamily="2" charset="-122"/>
                </a:endParaRPr>
              </a:p>
            </p:txBody>
          </p:sp>
        </mc:Choice>
        <mc:Fallback xmlns="">
          <p:sp>
            <p:nvSpPr>
              <p:cNvPr id="54" name="Rectangle 12">
                <a:extLst>
                  <a:ext uri="{FF2B5EF4-FFF2-40B4-BE49-F238E27FC236}">
                    <a16:creationId xmlns:a16="http://schemas.microsoft.com/office/drawing/2014/main" id="{6ED39F3C-539C-4162-A3BC-21108181D5CF}"/>
                  </a:ext>
                </a:extLst>
              </p:cNvPr>
              <p:cNvSpPr>
                <a:spLocks noRot="1" noChangeAspect="1" noMove="1" noResize="1" noEditPoints="1" noAdjustHandles="1" noChangeArrowheads="1" noChangeShapeType="1" noTextEdit="1"/>
              </p:cNvSpPr>
              <p:nvPr/>
            </p:nvSpPr>
            <p:spPr bwMode="auto">
              <a:xfrm>
                <a:off x="8258540" y="2274574"/>
                <a:ext cx="525785" cy="523862"/>
              </a:xfrm>
              <a:prstGeom prst="rect">
                <a:avLst/>
              </a:prstGeom>
              <a:blipFill>
                <a:blip r:embed="rId9"/>
                <a:stretch>
                  <a:fillRect/>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
        <p:nvSpPr>
          <p:cNvPr id="55" name="Line 13">
            <a:extLst>
              <a:ext uri="{FF2B5EF4-FFF2-40B4-BE49-F238E27FC236}">
                <a16:creationId xmlns:a16="http://schemas.microsoft.com/office/drawing/2014/main" id="{C198FE1B-F729-49D7-823C-DC2B27A90D2F}"/>
              </a:ext>
            </a:extLst>
          </p:cNvPr>
          <p:cNvSpPr>
            <a:spLocks noChangeShapeType="1"/>
          </p:cNvSpPr>
          <p:nvPr/>
        </p:nvSpPr>
        <p:spPr bwMode="auto">
          <a:xfrm>
            <a:off x="8258539" y="2360675"/>
            <a:ext cx="0" cy="3048000"/>
          </a:xfrm>
          <a:prstGeom prst="line">
            <a:avLst/>
          </a:prstGeom>
          <a:noFill/>
          <a:ln w="22225">
            <a:solidFill>
              <a:schemeClr val="tx1"/>
            </a:solidFill>
            <a:prstDash val="dash"/>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defRPr/>
            </a:pPr>
            <a:endParaRPr kumimoji="1" lang="zh-CN" altLang="en-US" sz="2800" b="1">
              <a:solidFill>
                <a:srgbClr val="000000"/>
              </a:solidFill>
              <a:latin typeface="华文楷体" panose="02010600040101010101" pitchFamily="2" charset="-122"/>
              <a:ea typeface="华文楷体" panose="02010600040101010101" pitchFamily="2" charset="-122"/>
            </a:endParaRPr>
          </a:p>
        </p:txBody>
      </p:sp>
      <mc:AlternateContent xmlns:mc="http://schemas.openxmlformats.org/markup-compatibility/2006" xmlns:a14="http://schemas.microsoft.com/office/drawing/2010/main">
        <mc:Choice Requires="a14">
          <p:sp>
            <p:nvSpPr>
              <p:cNvPr id="56" name="Rectangle 14">
                <a:extLst>
                  <a:ext uri="{FF2B5EF4-FFF2-40B4-BE49-F238E27FC236}">
                    <a16:creationId xmlns:a16="http://schemas.microsoft.com/office/drawing/2014/main" id="{4B75D153-5E12-493D-BA74-99A7231C4738}"/>
                  </a:ext>
                </a:extLst>
              </p:cNvPr>
              <p:cNvSpPr>
                <a:spLocks noChangeArrowheads="1"/>
              </p:cNvSpPr>
              <p:nvPr/>
            </p:nvSpPr>
            <p:spPr bwMode="auto">
              <a:xfrm>
                <a:off x="11214465" y="2198374"/>
                <a:ext cx="468077" cy="523862"/>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non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defRPr/>
                </a:pPr>
                <a14:m>
                  <m:oMathPara xmlns:m="http://schemas.openxmlformats.org/officeDocument/2006/math">
                    <m:oMathParaPr>
                      <m:jc m:val="centerGroup"/>
                    </m:oMathParaPr>
                    <m:oMath xmlns:m="http://schemas.openxmlformats.org/officeDocument/2006/math">
                      <m:r>
                        <a:rPr lang="en-US" altLang="zh-CN" sz="2800" i="1" dirty="0">
                          <a:solidFill>
                            <a:srgbClr val="C00000"/>
                          </a:solidFill>
                          <a:latin typeface="Cambria Math" panose="02040503050406030204" pitchFamily="18" charset="0"/>
                          <a:ea typeface="黑体" panose="02010609060101010101" pitchFamily="49" charset="-122"/>
                        </a:rPr>
                        <m:t>𝒓</m:t>
                      </m:r>
                    </m:oMath>
                  </m:oMathPara>
                </a14:m>
                <a:endParaRPr lang="en-US" altLang="zh-CN" sz="2800" i="1" dirty="0">
                  <a:solidFill>
                    <a:srgbClr val="C00000"/>
                  </a:solidFill>
                  <a:latin typeface="华文楷体" panose="02010600040101010101" pitchFamily="2" charset="-122"/>
                  <a:ea typeface="华文楷体" panose="02010600040101010101" pitchFamily="2" charset="-122"/>
                </a:endParaRPr>
              </a:p>
            </p:txBody>
          </p:sp>
        </mc:Choice>
        <mc:Fallback xmlns="">
          <p:sp>
            <p:nvSpPr>
              <p:cNvPr id="56" name="Rectangle 14">
                <a:extLst>
                  <a:ext uri="{FF2B5EF4-FFF2-40B4-BE49-F238E27FC236}">
                    <a16:creationId xmlns:a16="http://schemas.microsoft.com/office/drawing/2014/main" id="{4B75D153-5E12-493D-BA74-99A7231C4738}"/>
                  </a:ext>
                </a:extLst>
              </p:cNvPr>
              <p:cNvSpPr>
                <a:spLocks noRot="1" noChangeAspect="1" noMove="1" noResize="1" noEditPoints="1" noAdjustHandles="1" noChangeArrowheads="1" noChangeShapeType="1" noTextEdit="1"/>
              </p:cNvSpPr>
              <p:nvPr/>
            </p:nvSpPr>
            <p:spPr bwMode="auto">
              <a:xfrm>
                <a:off x="11214465" y="2198374"/>
                <a:ext cx="468077" cy="523862"/>
              </a:xfrm>
              <a:prstGeom prst="rect">
                <a:avLst/>
              </a:prstGeom>
              <a:blipFill>
                <a:blip r:embed="rId10"/>
                <a:stretch>
                  <a:fillRect/>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7" name="Rectangle 15">
                <a:extLst>
                  <a:ext uri="{FF2B5EF4-FFF2-40B4-BE49-F238E27FC236}">
                    <a16:creationId xmlns:a16="http://schemas.microsoft.com/office/drawing/2014/main" id="{DE41C6D8-3DBA-4DE9-BF0B-36D1A20FBACA}"/>
                  </a:ext>
                </a:extLst>
              </p:cNvPr>
              <p:cNvSpPr>
                <a:spLocks noChangeArrowheads="1"/>
              </p:cNvSpPr>
              <p:nvPr/>
            </p:nvSpPr>
            <p:spPr bwMode="auto">
              <a:xfrm>
                <a:off x="11407988" y="5263222"/>
                <a:ext cx="468077" cy="523862"/>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non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defRPr/>
                </a:pPr>
                <a14:m>
                  <m:oMathPara xmlns:m="http://schemas.openxmlformats.org/officeDocument/2006/math">
                    <m:oMathParaPr>
                      <m:jc m:val="centerGroup"/>
                    </m:oMathParaPr>
                    <m:oMath xmlns:m="http://schemas.openxmlformats.org/officeDocument/2006/math">
                      <m:r>
                        <a:rPr lang="en-US" altLang="zh-CN" sz="2800" i="1" dirty="0">
                          <a:solidFill>
                            <a:srgbClr val="C00000"/>
                          </a:solidFill>
                          <a:latin typeface="Cambria Math" panose="02040503050406030204" pitchFamily="18" charset="0"/>
                          <a:ea typeface="黑体" panose="02010609060101010101" pitchFamily="49" charset="-122"/>
                        </a:rPr>
                        <m:t>𝒓</m:t>
                      </m:r>
                    </m:oMath>
                  </m:oMathPara>
                </a14:m>
                <a:endParaRPr lang="en-US" altLang="zh-CN" sz="2800" i="1" dirty="0">
                  <a:solidFill>
                    <a:srgbClr val="C00000"/>
                  </a:solidFill>
                  <a:latin typeface="华文楷体" panose="02010600040101010101" pitchFamily="2" charset="-122"/>
                  <a:ea typeface="华文楷体" panose="02010600040101010101" pitchFamily="2" charset="-122"/>
                </a:endParaRPr>
              </a:p>
            </p:txBody>
          </p:sp>
        </mc:Choice>
        <mc:Fallback xmlns="">
          <p:sp>
            <p:nvSpPr>
              <p:cNvPr id="57" name="Rectangle 15">
                <a:extLst>
                  <a:ext uri="{FF2B5EF4-FFF2-40B4-BE49-F238E27FC236}">
                    <a16:creationId xmlns:a16="http://schemas.microsoft.com/office/drawing/2014/main" id="{DE41C6D8-3DBA-4DE9-BF0B-36D1A20FBACA}"/>
                  </a:ext>
                </a:extLst>
              </p:cNvPr>
              <p:cNvSpPr>
                <a:spLocks noRot="1" noChangeAspect="1" noMove="1" noResize="1" noEditPoints="1" noAdjustHandles="1" noChangeArrowheads="1" noChangeShapeType="1" noTextEdit="1"/>
              </p:cNvSpPr>
              <p:nvPr/>
            </p:nvSpPr>
            <p:spPr bwMode="auto">
              <a:xfrm>
                <a:off x="11407988" y="5263222"/>
                <a:ext cx="468077" cy="523862"/>
              </a:xfrm>
              <a:prstGeom prst="rect">
                <a:avLst/>
              </a:prstGeom>
              <a:blipFill>
                <a:blip r:embed="rId11"/>
                <a:stretch>
                  <a:fillRect/>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8" name="Rectangle 16">
                <a:extLst>
                  <a:ext uri="{FF2B5EF4-FFF2-40B4-BE49-F238E27FC236}">
                    <a16:creationId xmlns:a16="http://schemas.microsoft.com/office/drawing/2014/main" id="{3C8C43C0-7F6E-42D1-9E4F-FF8849ED4293}"/>
                  </a:ext>
                </a:extLst>
              </p:cNvPr>
              <p:cNvSpPr>
                <a:spLocks noChangeArrowheads="1"/>
              </p:cNvSpPr>
              <p:nvPr/>
            </p:nvSpPr>
            <p:spPr bwMode="auto">
              <a:xfrm>
                <a:off x="6694407" y="5294000"/>
                <a:ext cx="538609" cy="523862"/>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non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defRPr/>
                </a:pPr>
                <a14:m>
                  <m:oMathPara xmlns:m="http://schemas.openxmlformats.org/officeDocument/2006/math">
                    <m:oMathParaPr>
                      <m:jc m:val="centerGroup"/>
                    </m:oMathParaPr>
                    <m:oMath xmlns:m="http://schemas.openxmlformats.org/officeDocument/2006/math">
                      <m:r>
                        <a:rPr lang="en-US" altLang="zh-CN" sz="2800" i="1" dirty="0">
                          <a:solidFill>
                            <a:srgbClr val="C00000"/>
                          </a:solidFill>
                          <a:latin typeface="Cambria Math" panose="02040503050406030204" pitchFamily="18" charset="0"/>
                          <a:ea typeface="黑体" panose="02010609060101010101" pitchFamily="49" charset="-122"/>
                        </a:rPr>
                        <m:t>𝑶</m:t>
                      </m:r>
                    </m:oMath>
                  </m:oMathPara>
                </a14:m>
                <a:endParaRPr lang="en-US" altLang="zh-CN" sz="2800" dirty="0">
                  <a:solidFill>
                    <a:srgbClr val="C00000"/>
                  </a:solidFill>
                  <a:latin typeface="华文楷体" panose="02010600040101010101" pitchFamily="2" charset="-122"/>
                  <a:ea typeface="华文楷体" panose="02010600040101010101" pitchFamily="2" charset="-122"/>
                </a:endParaRPr>
              </a:p>
            </p:txBody>
          </p:sp>
        </mc:Choice>
        <mc:Fallback xmlns="">
          <p:sp>
            <p:nvSpPr>
              <p:cNvPr id="58" name="Rectangle 16">
                <a:extLst>
                  <a:ext uri="{FF2B5EF4-FFF2-40B4-BE49-F238E27FC236}">
                    <a16:creationId xmlns:a16="http://schemas.microsoft.com/office/drawing/2014/main" id="{3C8C43C0-7F6E-42D1-9E4F-FF8849ED4293}"/>
                  </a:ext>
                </a:extLst>
              </p:cNvPr>
              <p:cNvSpPr>
                <a:spLocks noRot="1" noChangeAspect="1" noMove="1" noResize="1" noEditPoints="1" noAdjustHandles="1" noChangeArrowheads="1" noChangeShapeType="1" noTextEdit="1"/>
              </p:cNvSpPr>
              <p:nvPr/>
            </p:nvSpPr>
            <p:spPr bwMode="auto">
              <a:xfrm>
                <a:off x="6694407" y="5294000"/>
                <a:ext cx="538609" cy="523862"/>
              </a:xfrm>
              <a:prstGeom prst="rect">
                <a:avLst/>
              </a:prstGeom>
              <a:blipFill>
                <a:blip r:embed="rId12"/>
                <a:stretch>
                  <a:fillRect/>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9" name="Rectangle 17">
                <a:extLst>
                  <a:ext uri="{FF2B5EF4-FFF2-40B4-BE49-F238E27FC236}">
                    <a16:creationId xmlns:a16="http://schemas.microsoft.com/office/drawing/2014/main" id="{7E5B601C-5694-4D74-B0AC-CD27C667949E}"/>
                  </a:ext>
                </a:extLst>
              </p:cNvPr>
              <p:cNvSpPr>
                <a:spLocks noChangeArrowheads="1"/>
              </p:cNvSpPr>
              <p:nvPr/>
            </p:nvSpPr>
            <p:spPr bwMode="auto">
              <a:xfrm>
                <a:off x="6796453" y="2090424"/>
                <a:ext cx="538609" cy="523862"/>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non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defRPr/>
                </a:pPr>
                <a14:m>
                  <m:oMathPara xmlns:m="http://schemas.openxmlformats.org/officeDocument/2006/math">
                    <m:oMathParaPr>
                      <m:jc m:val="centerGroup"/>
                    </m:oMathParaPr>
                    <m:oMath xmlns:m="http://schemas.openxmlformats.org/officeDocument/2006/math">
                      <m:r>
                        <a:rPr lang="en-US" altLang="zh-CN" sz="2800" i="1" dirty="0">
                          <a:solidFill>
                            <a:srgbClr val="C00000"/>
                          </a:solidFill>
                          <a:latin typeface="Cambria Math" panose="02040503050406030204" pitchFamily="18" charset="0"/>
                          <a:ea typeface="黑体" panose="02010609060101010101" pitchFamily="49" charset="-122"/>
                        </a:rPr>
                        <m:t>𝑶</m:t>
                      </m:r>
                    </m:oMath>
                  </m:oMathPara>
                </a14:m>
                <a:endParaRPr lang="en-US" altLang="zh-CN" sz="2800" dirty="0">
                  <a:solidFill>
                    <a:srgbClr val="C00000"/>
                  </a:solidFill>
                  <a:latin typeface="华文楷体" panose="02010600040101010101" pitchFamily="2" charset="-122"/>
                  <a:ea typeface="华文楷体" panose="02010600040101010101" pitchFamily="2" charset="-122"/>
                </a:endParaRPr>
              </a:p>
            </p:txBody>
          </p:sp>
        </mc:Choice>
        <mc:Fallback xmlns="">
          <p:sp>
            <p:nvSpPr>
              <p:cNvPr id="59" name="Rectangle 17">
                <a:extLst>
                  <a:ext uri="{FF2B5EF4-FFF2-40B4-BE49-F238E27FC236}">
                    <a16:creationId xmlns:a16="http://schemas.microsoft.com/office/drawing/2014/main" id="{7E5B601C-5694-4D74-B0AC-CD27C667949E}"/>
                  </a:ext>
                </a:extLst>
              </p:cNvPr>
              <p:cNvSpPr>
                <a:spLocks noRot="1" noChangeAspect="1" noMove="1" noResize="1" noEditPoints="1" noAdjustHandles="1" noChangeArrowheads="1" noChangeShapeType="1" noTextEdit="1"/>
              </p:cNvSpPr>
              <p:nvPr/>
            </p:nvSpPr>
            <p:spPr bwMode="auto">
              <a:xfrm>
                <a:off x="6796453" y="2090424"/>
                <a:ext cx="538609" cy="523862"/>
              </a:xfrm>
              <a:prstGeom prst="rect">
                <a:avLst/>
              </a:prstGeom>
              <a:blipFill>
                <a:blip r:embed="rId13"/>
                <a:stretch>
                  <a:fillRect/>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
        <p:nvSpPr>
          <p:cNvPr id="60" name="Line 18">
            <a:extLst>
              <a:ext uri="{FF2B5EF4-FFF2-40B4-BE49-F238E27FC236}">
                <a16:creationId xmlns:a16="http://schemas.microsoft.com/office/drawing/2014/main" id="{A1B23783-DB5E-4968-A6CD-A33E49EAFEF3}"/>
              </a:ext>
            </a:extLst>
          </p:cNvPr>
          <p:cNvSpPr>
            <a:spLocks noChangeShapeType="1"/>
          </p:cNvSpPr>
          <p:nvPr/>
        </p:nvSpPr>
        <p:spPr bwMode="auto">
          <a:xfrm>
            <a:off x="7267939" y="2350774"/>
            <a:ext cx="990600" cy="0"/>
          </a:xfrm>
          <a:prstGeom prst="line">
            <a:avLst/>
          </a:prstGeom>
          <a:noFill/>
          <a:ln w="31750">
            <a:solidFill>
              <a:srgbClr val="CC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defRPr/>
            </a:pPr>
            <a:endParaRPr kumimoji="1" lang="zh-CN" altLang="en-US" sz="2800" b="1">
              <a:solidFill>
                <a:srgbClr val="000000"/>
              </a:solidFill>
              <a:latin typeface="华文楷体" panose="02010600040101010101" pitchFamily="2" charset="-122"/>
              <a:ea typeface="华文楷体" panose="02010600040101010101" pitchFamily="2" charset="-122"/>
            </a:endParaRPr>
          </a:p>
        </p:txBody>
      </p:sp>
      <p:sp>
        <p:nvSpPr>
          <p:cNvPr id="61" name="Arc 19">
            <a:extLst>
              <a:ext uri="{FF2B5EF4-FFF2-40B4-BE49-F238E27FC236}">
                <a16:creationId xmlns:a16="http://schemas.microsoft.com/office/drawing/2014/main" id="{686F2681-8F5F-4673-916C-4E34AF0B1AC3}"/>
              </a:ext>
            </a:extLst>
          </p:cNvPr>
          <p:cNvSpPr>
            <a:spLocks/>
          </p:cNvSpPr>
          <p:nvPr/>
        </p:nvSpPr>
        <p:spPr bwMode="auto">
          <a:xfrm>
            <a:off x="8258539" y="979174"/>
            <a:ext cx="2032446" cy="1295400"/>
          </a:xfrm>
          <a:custGeom>
            <a:avLst/>
            <a:gdLst>
              <a:gd name="T0" fmla="*/ 2147483646 w 21299"/>
              <a:gd name="T1" fmla="*/ 2147483646 h 21596"/>
              <a:gd name="T2" fmla="*/ 0 w 21299"/>
              <a:gd name="T3" fmla="*/ 2147483646 h 21596"/>
              <a:gd name="T4" fmla="*/ 2147483646 w 21299"/>
              <a:gd name="T5" fmla="*/ 0 h 21596"/>
              <a:gd name="T6" fmla="*/ 0 60000 65536"/>
              <a:gd name="T7" fmla="*/ 0 60000 65536"/>
              <a:gd name="T8" fmla="*/ 0 60000 65536"/>
            </a:gdLst>
            <a:ahLst/>
            <a:cxnLst>
              <a:cxn ang="T6">
                <a:pos x="T0" y="T1"/>
              </a:cxn>
              <a:cxn ang="T7">
                <a:pos x="T2" y="T3"/>
              </a:cxn>
              <a:cxn ang="T8">
                <a:pos x="T4" y="T5"/>
              </a:cxn>
            </a:cxnLst>
            <a:rect l="0" t="0" r="r" b="b"/>
            <a:pathLst>
              <a:path w="21299" h="21596" fill="none" extrusionOk="0">
                <a:moveTo>
                  <a:pt x="20882" y="21595"/>
                </a:moveTo>
                <a:cubicBezTo>
                  <a:pt x="10499" y="21395"/>
                  <a:pt x="1729" y="13835"/>
                  <a:pt x="0" y="3595"/>
                </a:cubicBezTo>
              </a:path>
              <a:path w="21299" h="21596" stroke="0" extrusionOk="0">
                <a:moveTo>
                  <a:pt x="20882" y="21595"/>
                </a:moveTo>
                <a:cubicBezTo>
                  <a:pt x="10499" y="21395"/>
                  <a:pt x="1729" y="13835"/>
                  <a:pt x="0" y="3595"/>
                </a:cubicBezTo>
                <a:lnTo>
                  <a:pt x="21299" y="0"/>
                </a:lnTo>
                <a:lnTo>
                  <a:pt x="20882" y="21595"/>
                </a:lnTo>
                <a:close/>
              </a:path>
            </a:pathLst>
          </a:custGeom>
          <a:noFill/>
          <a:ln w="31750" cap="rnd">
            <a:solidFill>
              <a:srgbClr val="CC0000"/>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defRPr/>
            </a:pPr>
            <a:endParaRPr kumimoji="1" lang="zh-CN" altLang="en-US" sz="2800" b="1">
              <a:solidFill>
                <a:srgbClr val="000000"/>
              </a:solidFill>
              <a:latin typeface="华文楷体" panose="02010600040101010101" pitchFamily="2" charset="-122"/>
              <a:ea typeface="华文楷体" panose="02010600040101010101" pitchFamily="2" charset="-122"/>
            </a:endParaRPr>
          </a:p>
        </p:txBody>
      </p:sp>
      <p:sp>
        <p:nvSpPr>
          <p:cNvPr id="62" name="Line 20">
            <a:extLst>
              <a:ext uri="{FF2B5EF4-FFF2-40B4-BE49-F238E27FC236}">
                <a16:creationId xmlns:a16="http://schemas.microsoft.com/office/drawing/2014/main" id="{849E780B-08A4-4A0B-8020-A3023EC5C4F1}"/>
              </a:ext>
            </a:extLst>
          </p:cNvPr>
          <p:cNvSpPr>
            <a:spLocks noChangeShapeType="1"/>
          </p:cNvSpPr>
          <p:nvPr/>
        </p:nvSpPr>
        <p:spPr bwMode="auto">
          <a:xfrm>
            <a:off x="7267939" y="4241487"/>
            <a:ext cx="990600" cy="0"/>
          </a:xfrm>
          <a:prstGeom prst="line">
            <a:avLst/>
          </a:prstGeom>
          <a:noFill/>
          <a:ln w="31750">
            <a:solidFill>
              <a:srgbClr val="CC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defRPr/>
            </a:pPr>
            <a:endParaRPr kumimoji="1" lang="zh-CN" altLang="en-US" sz="2800" b="1">
              <a:solidFill>
                <a:srgbClr val="000000"/>
              </a:solidFill>
              <a:latin typeface="华文楷体" panose="02010600040101010101" pitchFamily="2" charset="-122"/>
              <a:ea typeface="华文楷体" panose="02010600040101010101" pitchFamily="2" charset="-122"/>
            </a:endParaRPr>
          </a:p>
        </p:txBody>
      </p:sp>
      <p:sp>
        <p:nvSpPr>
          <p:cNvPr id="63" name="Arc 21">
            <a:extLst>
              <a:ext uri="{FF2B5EF4-FFF2-40B4-BE49-F238E27FC236}">
                <a16:creationId xmlns:a16="http://schemas.microsoft.com/office/drawing/2014/main" id="{D498A1B6-1BAA-4CB2-A32E-DE3F7FD43DFD}"/>
              </a:ext>
            </a:extLst>
          </p:cNvPr>
          <p:cNvSpPr>
            <a:spLocks/>
          </p:cNvSpPr>
          <p:nvPr/>
        </p:nvSpPr>
        <p:spPr bwMode="auto">
          <a:xfrm>
            <a:off x="8252189" y="3784287"/>
            <a:ext cx="2292350" cy="1371600"/>
          </a:xfrm>
          <a:custGeom>
            <a:avLst/>
            <a:gdLst>
              <a:gd name="T0" fmla="*/ 2147483646 w 20302"/>
              <a:gd name="T1" fmla="*/ 2147483646 h 21600"/>
              <a:gd name="T2" fmla="*/ 0 w 20302"/>
              <a:gd name="T3" fmla="*/ 2147483646 h 21600"/>
              <a:gd name="T4" fmla="*/ 2147483646 w 20302"/>
              <a:gd name="T5" fmla="*/ 0 h 21600"/>
              <a:gd name="T6" fmla="*/ 0 60000 65536"/>
              <a:gd name="T7" fmla="*/ 0 60000 65536"/>
              <a:gd name="T8" fmla="*/ 0 60000 65536"/>
            </a:gdLst>
            <a:ahLst/>
            <a:cxnLst>
              <a:cxn ang="T6">
                <a:pos x="T0" y="T1"/>
              </a:cxn>
              <a:cxn ang="T7">
                <a:pos x="T2" y="T3"/>
              </a:cxn>
              <a:cxn ang="T8">
                <a:pos x="T4" y="T5"/>
              </a:cxn>
            </a:cxnLst>
            <a:rect l="0" t="0" r="r" b="b"/>
            <a:pathLst>
              <a:path w="20302" h="21600" fill="none" extrusionOk="0">
                <a:moveTo>
                  <a:pt x="20302" y="21600"/>
                </a:moveTo>
                <a:cubicBezTo>
                  <a:pt x="11216" y="21600"/>
                  <a:pt x="3102" y="15914"/>
                  <a:pt x="0" y="7374"/>
                </a:cubicBezTo>
              </a:path>
              <a:path w="20302" h="21600" stroke="0" extrusionOk="0">
                <a:moveTo>
                  <a:pt x="20302" y="21600"/>
                </a:moveTo>
                <a:cubicBezTo>
                  <a:pt x="11216" y="21600"/>
                  <a:pt x="3102" y="15914"/>
                  <a:pt x="0" y="7374"/>
                </a:cubicBezTo>
                <a:lnTo>
                  <a:pt x="20302" y="0"/>
                </a:lnTo>
                <a:lnTo>
                  <a:pt x="20302" y="21600"/>
                </a:lnTo>
                <a:close/>
              </a:path>
            </a:pathLst>
          </a:custGeom>
          <a:noFill/>
          <a:ln w="31750" cap="rnd">
            <a:solidFill>
              <a:srgbClr val="CC0000"/>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defRPr/>
            </a:pPr>
            <a:endParaRPr kumimoji="1" lang="zh-CN" altLang="en-US" sz="2800" b="1">
              <a:solidFill>
                <a:srgbClr val="000000"/>
              </a:solidFill>
              <a:latin typeface="华文楷体" panose="02010600040101010101" pitchFamily="2" charset="-122"/>
              <a:ea typeface="华文楷体" panose="02010600040101010101" pitchFamily="2" charset="-122"/>
            </a:endParaRPr>
          </a:p>
        </p:txBody>
      </p:sp>
      <p:sp>
        <p:nvSpPr>
          <p:cNvPr id="64" name="Line 22">
            <a:extLst>
              <a:ext uri="{FF2B5EF4-FFF2-40B4-BE49-F238E27FC236}">
                <a16:creationId xmlns:a16="http://schemas.microsoft.com/office/drawing/2014/main" id="{58500BA9-693C-4F5F-BAB0-81EFE74880CE}"/>
              </a:ext>
            </a:extLst>
          </p:cNvPr>
          <p:cNvSpPr>
            <a:spLocks noChangeShapeType="1"/>
          </p:cNvSpPr>
          <p:nvPr/>
        </p:nvSpPr>
        <p:spPr bwMode="auto">
          <a:xfrm flipH="1">
            <a:off x="9068164" y="1482412"/>
            <a:ext cx="381000" cy="381000"/>
          </a:xfrm>
          <a:prstGeom prst="line">
            <a:avLst/>
          </a:prstGeom>
          <a:noFill/>
          <a:ln w="25400">
            <a:solidFill>
              <a:schemeClr val="tx2"/>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defRPr/>
            </a:pPr>
            <a:endParaRPr kumimoji="1" lang="zh-CN" altLang="en-US" sz="2800" b="1">
              <a:solidFill>
                <a:srgbClr val="000000"/>
              </a:solidFill>
              <a:latin typeface="华文楷体" panose="02010600040101010101" pitchFamily="2" charset="-122"/>
              <a:ea typeface="华文楷体" panose="02010600040101010101" pitchFamily="2" charset="-122"/>
            </a:endParaRPr>
          </a:p>
        </p:txBody>
      </p:sp>
      <p:sp>
        <p:nvSpPr>
          <p:cNvPr id="65" name="Line 23">
            <a:extLst>
              <a:ext uri="{FF2B5EF4-FFF2-40B4-BE49-F238E27FC236}">
                <a16:creationId xmlns:a16="http://schemas.microsoft.com/office/drawing/2014/main" id="{BEC3DCF7-DDA7-4D0E-8D74-6E1AF61B0F85}"/>
              </a:ext>
            </a:extLst>
          </p:cNvPr>
          <p:cNvSpPr>
            <a:spLocks noChangeShapeType="1"/>
          </p:cNvSpPr>
          <p:nvPr/>
        </p:nvSpPr>
        <p:spPr bwMode="auto">
          <a:xfrm flipH="1">
            <a:off x="9284064" y="4168462"/>
            <a:ext cx="381000" cy="533400"/>
          </a:xfrm>
          <a:prstGeom prst="line">
            <a:avLst/>
          </a:prstGeom>
          <a:noFill/>
          <a:ln w="12700">
            <a:solidFill>
              <a:schemeClr val="tx2"/>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defRPr/>
            </a:pPr>
            <a:endParaRPr kumimoji="1" lang="zh-CN" altLang="en-US" sz="2800" b="1">
              <a:solidFill>
                <a:srgbClr val="000000"/>
              </a:solidFill>
              <a:latin typeface="华文楷体" panose="02010600040101010101" pitchFamily="2" charset="-122"/>
              <a:ea typeface="华文楷体" panose="02010600040101010101" pitchFamily="2" charset="-122"/>
            </a:endParaRPr>
          </a:p>
        </p:txBody>
      </p:sp>
      <p:sp>
        <p:nvSpPr>
          <p:cNvPr id="66" name="Line 25">
            <a:extLst>
              <a:ext uri="{FF2B5EF4-FFF2-40B4-BE49-F238E27FC236}">
                <a16:creationId xmlns:a16="http://schemas.microsoft.com/office/drawing/2014/main" id="{1EC05A37-7B83-4380-AB59-73960CA63589}"/>
              </a:ext>
            </a:extLst>
          </p:cNvPr>
          <p:cNvSpPr>
            <a:spLocks noChangeShapeType="1"/>
          </p:cNvSpPr>
          <p:nvPr/>
        </p:nvSpPr>
        <p:spPr bwMode="auto">
          <a:xfrm>
            <a:off x="7267939" y="1215712"/>
            <a:ext cx="990600" cy="0"/>
          </a:xfrm>
          <a:prstGeom prst="line">
            <a:avLst/>
          </a:prstGeom>
          <a:noFill/>
          <a:ln w="2857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defRPr/>
            </a:pPr>
            <a:endParaRPr kumimoji="1" lang="zh-CN" altLang="en-US" sz="2800" b="1">
              <a:solidFill>
                <a:srgbClr val="000000"/>
              </a:solidFill>
              <a:latin typeface="华文楷体" panose="02010600040101010101" pitchFamily="2" charset="-122"/>
              <a:ea typeface="华文楷体" panose="02010600040101010101" pitchFamily="2" charset="-122"/>
            </a:endParaRPr>
          </a:p>
        </p:txBody>
      </p:sp>
      <mc:AlternateContent xmlns:mc="http://schemas.openxmlformats.org/markup-compatibility/2006" xmlns:a14="http://schemas.microsoft.com/office/drawing/2010/main">
        <mc:Choice Requires="a14">
          <p:sp>
            <p:nvSpPr>
              <p:cNvPr id="67" name="Object 26">
                <a:extLst>
                  <a:ext uri="{FF2B5EF4-FFF2-40B4-BE49-F238E27FC236}">
                    <a16:creationId xmlns:a16="http://schemas.microsoft.com/office/drawing/2014/main" id="{B7777EA1-5AAA-4BAB-AD01-001FC8D69746}"/>
                  </a:ext>
                </a:extLst>
              </p:cNvPr>
              <p:cNvSpPr txBox="1"/>
              <p:nvPr/>
            </p:nvSpPr>
            <p:spPr bwMode="auto">
              <a:xfrm>
                <a:off x="5791215" y="477414"/>
                <a:ext cx="1106487" cy="1023938"/>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f>
                        <m:fPr>
                          <m:ctrlPr>
                            <a:rPr lang="zh-CN" altLang="en-US" sz="2800" b="1" i="1">
                              <a:solidFill>
                                <a:srgbClr val="000000"/>
                              </a:solidFill>
                              <a:latin typeface="Cambria Math" panose="02040503050406030204" pitchFamily="18" charset="0"/>
                            </a:rPr>
                          </m:ctrlPr>
                        </m:fPr>
                        <m:num>
                          <m:r>
                            <a:rPr lang="zh-CN" altLang="en-US" sz="2800" b="1" i="1">
                              <a:solidFill>
                                <a:srgbClr val="000000"/>
                              </a:solidFill>
                              <a:latin typeface="Cambria Math" panose="02040503050406030204" pitchFamily="18" charset="0"/>
                            </a:rPr>
                            <m:t>𝒒</m:t>
                          </m:r>
                        </m:num>
                        <m:den>
                          <m:r>
                            <a:rPr lang="zh-CN" altLang="en-US" sz="2800" b="1" i="1">
                              <a:solidFill>
                                <a:srgbClr val="000000"/>
                              </a:solidFill>
                              <a:latin typeface="Cambria Math" panose="02040503050406030204" pitchFamily="18" charset="0"/>
                            </a:rPr>
                            <m:t>𝟒</m:t>
                          </m:r>
                          <m:r>
                            <a:rPr lang="zh-CN" altLang="en-US" sz="2800" b="1" i="1">
                              <a:solidFill>
                                <a:srgbClr val="000000"/>
                              </a:solidFill>
                              <a:latin typeface="Cambria Math" panose="02040503050406030204" pitchFamily="18" charset="0"/>
                            </a:rPr>
                            <m:t>𝝅</m:t>
                          </m:r>
                          <m:sSub>
                            <m:sSubPr>
                              <m:ctrlPr>
                                <a:rPr lang="zh-CN" altLang="en-US" sz="2800" b="1" i="1">
                                  <a:solidFill>
                                    <a:srgbClr val="000000"/>
                                  </a:solidFill>
                                  <a:latin typeface="Cambria Math" panose="02040503050406030204" pitchFamily="18" charset="0"/>
                                </a:rPr>
                              </m:ctrlPr>
                            </m:sSubPr>
                            <m:e>
                              <m:r>
                                <a:rPr lang="zh-CN" altLang="en-US" sz="2800" b="1" i="1">
                                  <a:solidFill>
                                    <a:srgbClr val="000000"/>
                                  </a:solidFill>
                                  <a:latin typeface="Cambria Math" panose="02040503050406030204" pitchFamily="18" charset="0"/>
                                </a:rPr>
                                <m:t>𝜺</m:t>
                              </m:r>
                            </m:e>
                            <m:sub>
                              <m:r>
                                <a:rPr lang="zh-CN" altLang="en-US" sz="2800" b="1" i="1">
                                  <a:solidFill>
                                    <a:srgbClr val="000000"/>
                                  </a:solidFill>
                                  <a:latin typeface="Cambria Math" panose="02040503050406030204" pitchFamily="18" charset="0"/>
                                </a:rPr>
                                <m:t>𝟎</m:t>
                              </m:r>
                            </m:sub>
                          </m:sSub>
                          <m:sSup>
                            <m:sSupPr>
                              <m:ctrlPr>
                                <a:rPr lang="zh-CN" altLang="en-US" sz="2800" b="1" i="1">
                                  <a:solidFill>
                                    <a:srgbClr val="000000"/>
                                  </a:solidFill>
                                  <a:latin typeface="Cambria Math" panose="02040503050406030204" pitchFamily="18" charset="0"/>
                                </a:rPr>
                              </m:ctrlPr>
                            </m:sSupPr>
                            <m:e>
                              <m:r>
                                <a:rPr lang="zh-CN" altLang="en-US" sz="2800" b="1" i="1">
                                  <a:solidFill>
                                    <a:srgbClr val="000000"/>
                                  </a:solidFill>
                                  <a:latin typeface="Cambria Math" panose="02040503050406030204" pitchFamily="18" charset="0"/>
                                </a:rPr>
                                <m:t>𝑹</m:t>
                              </m:r>
                            </m:e>
                            <m:sup>
                              <m:r>
                                <a:rPr lang="zh-CN" altLang="en-US" sz="2800" b="1" i="1">
                                  <a:solidFill>
                                    <a:srgbClr val="000000"/>
                                  </a:solidFill>
                                  <a:latin typeface="Cambria Math" panose="02040503050406030204" pitchFamily="18" charset="0"/>
                                </a:rPr>
                                <m:t>𝟐</m:t>
                              </m:r>
                            </m:sup>
                          </m:sSup>
                        </m:den>
                      </m:f>
                    </m:oMath>
                  </m:oMathPara>
                </a14:m>
                <a:endParaRPr lang="zh-CN" altLang="en-US" sz="2800" b="1" dirty="0">
                  <a:latin typeface="华文楷体" panose="02010600040101010101" pitchFamily="2" charset="-122"/>
                  <a:ea typeface="华文楷体" panose="02010600040101010101" pitchFamily="2" charset="-122"/>
                </a:endParaRPr>
              </a:p>
            </p:txBody>
          </p:sp>
        </mc:Choice>
        <mc:Fallback xmlns="">
          <p:sp>
            <p:nvSpPr>
              <p:cNvPr id="67" name="Object 26">
                <a:extLst>
                  <a:ext uri="{FF2B5EF4-FFF2-40B4-BE49-F238E27FC236}">
                    <a16:creationId xmlns:a16="http://schemas.microsoft.com/office/drawing/2014/main" id="{B7777EA1-5AAA-4BAB-AD01-001FC8D69746}"/>
                  </a:ext>
                </a:extLst>
              </p:cNvPr>
              <p:cNvSpPr txBox="1">
                <a:spLocks noRot="1" noChangeAspect="1" noMove="1" noResize="1" noEditPoints="1" noAdjustHandles="1" noChangeArrowheads="1" noChangeShapeType="1" noTextEdit="1"/>
              </p:cNvSpPr>
              <p:nvPr/>
            </p:nvSpPr>
            <p:spPr bwMode="auto">
              <a:xfrm>
                <a:off x="5791215" y="477414"/>
                <a:ext cx="1106487" cy="1023938"/>
              </a:xfrm>
              <a:prstGeom prst="rect">
                <a:avLst/>
              </a:prstGeom>
              <a:blipFill>
                <a:blip r:embed="rId14"/>
                <a:stretch>
                  <a:fillRect r="-19231"/>
                </a:stretch>
              </a:blipFill>
              <a:ln>
                <a:noFill/>
              </a:ln>
              <a:effectLst/>
            </p:spPr>
            <p:txBody>
              <a:bodyPr/>
              <a:lstStyle/>
              <a:p>
                <a:r>
                  <a:rPr lang="zh-CN" altLang="en-US">
                    <a:noFill/>
                  </a:rPr>
                  <a:t> </a:t>
                </a:r>
              </a:p>
            </p:txBody>
          </p:sp>
        </mc:Fallback>
      </mc:AlternateContent>
      <p:sp>
        <p:nvSpPr>
          <p:cNvPr id="68" name="Line 27">
            <a:extLst>
              <a:ext uri="{FF2B5EF4-FFF2-40B4-BE49-F238E27FC236}">
                <a16:creationId xmlns:a16="http://schemas.microsoft.com/office/drawing/2014/main" id="{80D713E5-0C0A-46BB-8161-167A1742C209}"/>
              </a:ext>
            </a:extLst>
          </p:cNvPr>
          <p:cNvSpPr>
            <a:spLocks noChangeShapeType="1"/>
          </p:cNvSpPr>
          <p:nvPr/>
        </p:nvSpPr>
        <p:spPr bwMode="auto">
          <a:xfrm>
            <a:off x="8258539" y="1207774"/>
            <a:ext cx="0" cy="1143000"/>
          </a:xfrm>
          <a:prstGeom prst="line">
            <a:avLst/>
          </a:prstGeom>
          <a:noFill/>
          <a:ln w="22225">
            <a:solidFill>
              <a:schemeClr val="tx1"/>
            </a:solidFill>
            <a:prstDash val="dash"/>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defRPr/>
            </a:pPr>
            <a:endParaRPr kumimoji="1" lang="zh-CN" altLang="en-US" sz="2800" b="1">
              <a:solidFill>
                <a:srgbClr val="000000"/>
              </a:solidFill>
              <a:latin typeface="华文楷体" panose="02010600040101010101" pitchFamily="2" charset="-122"/>
              <a:ea typeface="华文楷体" panose="02010600040101010101" pitchFamily="2" charset="-122"/>
            </a:endParaRPr>
          </a:p>
        </p:txBody>
      </p:sp>
      <mc:AlternateContent xmlns:mc="http://schemas.openxmlformats.org/markup-compatibility/2006" xmlns:a14="http://schemas.microsoft.com/office/drawing/2010/main">
        <mc:Choice Requires="a14">
          <p:sp>
            <p:nvSpPr>
              <p:cNvPr id="69" name="Object 28">
                <a:extLst>
                  <a:ext uri="{FF2B5EF4-FFF2-40B4-BE49-F238E27FC236}">
                    <a16:creationId xmlns:a16="http://schemas.microsoft.com/office/drawing/2014/main" id="{D7CD888E-2071-4DED-9A0B-F967ECFAA6BD}"/>
                  </a:ext>
                </a:extLst>
              </p:cNvPr>
              <p:cNvSpPr txBox="1"/>
              <p:nvPr/>
            </p:nvSpPr>
            <p:spPr bwMode="auto">
              <a:xfrm>
                <a:off x="6053308" y="3723167"/>
                <a:ext cx="914400" cy="938213"/>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f>
                        <m:fPr>
                          <m:ctrlPr>
                            <a:rPr lang="zh-CN" altLang="en-US" sz="2800" b="1" i="1">
                              <a:solidFill>
                                <a:srgbClr val="000000"/>
                              </a:solidFill>
                              <a:latin typeface="Cambria Math" panose="02040503050406030204" pitchFamily="18" charset="0"/>
                            </a:rPr>
                          </m:ctrlPr>
                        </m:fPr>
                        <m:num>
                          <m:r>
                            <a:rPr lang="zh-CN" altLang="en-US" sz="2800" b="1" i="1">
                              <a:solidFill>
                                <a:srgbClr val="000000"/>
                              </a:solidFill>
                              <a:latin typeface="Cambria Math" panose="02040503050406030204" pitchFamily="18" charset="0"/>
                            </a:rPr>
                            <m:t>𝒒</m:t>
                          </m:r>
                        </m:num>
                        <m:den>
                          <m:r>
                            <a:rPr lang="zh-CN" altLang="en-US" sz="2800" b="1" i="1">
                              <a:solidFill>
                                <a:srgbClr val="000000"/>
                              </a:solidFill>
                              <a:latin typeface="Cambria Math" panose="02040503050406030204" pitchFamily="18" charset="0"/>
                            </a:rPr>
                            <m:t>𝟒</m:t>
                          </m:r>
                          <m:r>
                            <a:rPr lang="zh-CN" altLang="en-US" sz="2800" b="1" i="1">
                              <a:solidFill>
                                <a:srgbClr val="000000"/>
                              </a:solidFill>
                              <a:latin typeface="Cambria Math" panose="02040503050406030204" pitchFamily="18" charset="0"/>
                            </a:rPr>
                            <m:t>𝝅</m:t>
                          </m:r>
                          <m:sSub>
                            <m:sSubPr>
                              <m:ctrlPr>
                                <a:rPr lang="zh-CN" altLang="en-US" sz="2800" b="1" i="1">
                                  <a:solidFill>
                                    <a:srgbClr val="000000"/>
                                  </a:solidFill>
                                  <a:latin typeface="Cambria Math" panose="02040503050406030204" pitchFamily="18" charset="0"/>
                                </a:rPr>
                              </m:ctrlPr>
                            </m:sSubPr>
                            <m:e>
                              <m:r>
                                <a:rPr lang="zh-CN" altLang="en-US" sz="2800" b="1" i="1">
                                  <a:solidFill>
                                    <a:srgbClr val="000000"/>
                                  </a:solidFill>
                                  <a:latin typeface="Cambria Math" panose="02040503050406030204" pitchFamily="18" charset="0"/>
                                </a:rPr>
                                <m:t>𝜺</m:t>
                              </m:r>
                            </m:e>
                            <m:sub>
                              <m:r>
                                <a:rPr lang="zh-CN" altLang="en-US" sz="2800" b="1" i="1">
                                  <a:solidFill>
                                    <a:srgbClr val="000000"/>
                                  </a:solidFill>
                                  <a:latin typeface="Cambria Math" panose="02040503050406030204" pitchFamily="18" charset="0"/>
                                </a:rPr>
                                <m:t>𝟎</m:t>
                              </m:r>
                            </m:sub>
                          </m:sSub>
                          <m:r>
                            <a:rPr lang="zh-CN" altLang="en-US" sz="2800" b="1" i="1">
                              <a:solidFill>
                                <a:srgbClr val="000000"/>
                              </a:solidFill>
                              <a:latin typeface="Cambria Math" panose="02040503050406030204" pitchFamily="18" charset="0"/>
                            </a:rPr>
                            <m:t>𝑹</m:t>
                          </m:r>
                        </m:den>
                      </m:f>
                    </m:oMath>
                  </m:oMathPara>
                </a14:m>
                <a:endParaRPr lang="zh-CN" altLang="en-US" sz="2800" b="1" dirty="0">
                  <a:latin typeface="华文楷体" panose="02010600040101010101" pitchFamily="2" charset="-122"/>
                  <a:ea typeface="华文楷体" panose="02010600040101010101" pitchFamily="2" charset="-122"/>
                </a:endParaRPr>
              </a:p>
            </p:txBody>
          </p:sp>
        </mc:Choice>
        <mc:Fallback xmlns="">
          <p:sp>
            <p:nvSpPr>
              <p:cNvPr id="69" name="Object 28">
                <a:extLst>
                  <a:ext uri="{FF2B5EF4-FFF2-40B4-BE49-F238E27FC236}">
                    <a16:creationId xmlns:a16="http://schemas.microsoft.com/office/drawing/2014/main" id="{D7CD888E-2071-4DED-9A0B-F967ECFAA6BD}"/>
                  </a:ext>
                </a:extLst>
              </p:cNvPr>
              <p:cNvSpPr txBox="1">
                <a:spLocks noRot="1" noChangeAspect="1" noMove="1" noResize="1" noEditPoints="1" noAdjustHandles="1" noChangeArrowheads="1" noChangeShapeType="1" noTextEdit="1"/>
              </p:cNvSpPr>
              <p:nvPr/>
            </p:nvSpPr>
            <p:spPr bwMode="auto">
              <a:xfrm>
                <a:off x="6053308" y="3723167"/>
                <a:ext cx="914400" cy="938213"/>
              </a:xfrm>
              <a:prstGeom prst="rect">
                <a:avLst/>
              </a:prstGeom>
              <a:blipFill>
                <a:blip r:embed="rId15"/>
                <a:stretch>
                  <a:fillRect r="-26000"/>
                </a:stretch>
              </a:blipFill>
              <a:ln>
                <a:noFill/>
              </a:ln>
              <a:effectLst/>
            </p:spPr>
            <p:txBody>
              <a:bodyPr/>
              <a:lstStyle/>
              <a:p>
                <a:r>
                  <a:rPr lang="zh-CN" altLang="en-US">
                    <a:noFill/>
                  </a:rPr>
                  <a:t> </a:t>
                </a:r>
              </a:p>
            </p:txBody>
          </p:sp>
        </mc:Fallback>
      </mc:AlternateContent>
      <p:sp>
        <p:nvSpPr>
          <p:cNvPr id="5" name="矩形 4">
            <a:extLst>
              <a:ext uri="{FF2B5EF4-FFF2-40B4-BE49-F238E27FC236}">
                <a16:creationId xmlns:a16="http://schemas.microsoft.com/office/drawing/2014/main" id="{901A9660-FD0A-4EBC-812F-8FD7CBD4BC14}"/>
              </a:ext>
            </a:extLst>
          </p:cNvPr>
          <p:cNvSpPr/>
          <p:nvPr/>
        </p:nvSpPr>
        <p:spPr>
          <a:xfrm>
            <a:off x="1186872" y="5704021"/>
            <a:ext cx="10382827" cy="954107"/>
          </a:xfrm>
          <a:prstGeom prst="rect">
            <a:avLst/>
          </a:prstGeom>
        </p:spPr>
        <p:txBody>
          <a:bodyPr wrap="square">
            <a:spAutoFit/>
          </a:bodyPr>
          <a:lstStyle/>
          <a:p>
            <a:r>
              <a:rPr kumimoji="1" lang="en-US" altLang="zh-CN" sz="2800" spc="300" dirty="0">
                <a:solidFill>
                  <a:srgbClr val="000000"/>
                </a:solidFill>
                <a:latin typeface="华文楷体" panose="02010600040101010101" pitchFamily="2" charset="-122"/>
                <a:ea typeface="华文楷体" panose="02010600040101010101" pitchFamily="2" charset="-122"/>
              </a:rPr>
              <a:t>- </a:t>
            </a:r>
            <a:r>
              <a:rPr kumimoji="1" lang="zh-CN" altLang="en-US" sz="2800" spc="300" dirty="0">
                <a:solidFill>
                  <a:srgbClr val="000000"/>
                </a:solidFill>
                <a:latin typeface="华文楷体" panose="02010600040101010101" pitchFamily="2" charset="-122"/>
                <a:ea typeface="华文楷体" panose="02010600040101010101" pitchFamily="2" charset="-122"/>
              </a:rPr>
              <a:t>球内的电势等于球表面的电势，球内电场为零</a:t>
            </a:r>
            <a:endParaRPr kumimoji="1" lang="en-US" altLang="zh-CN" sz="2800" spc="300" dirty="0">
              <a:solidFill>
                <a:srgbClr val="000000"/>
              </a:solidFill>
              <a:latin typeface="华文楷体" panose="02010600040101010101" pitchFamily="2" charset="-122"/>
              <a:ea typeface="华文楷体" panose="02010600040101010101" pitchFamily="2" charset="-122"/>
            </a:endParaRPr>
          </a:p>
          <a:p>
            <a:r>
              <a:rPr kumimoji="1" lang="en-US" altLang="zh-CN" sz="2800" spc="300" dirty="0">
                <a:solidFill>
                  <a:srgbClr val="000000"/>
                </a:solidFill>
                <a:latin typeface="华文楷体" panose="02010600040101010101" pitchFamily="2" charset="-122"/>
                <a:ea typeface="华文楷体" panose="02010600040101010101" pitchFamily="2" charset="-122"/>
              </a:rPr>
              <a:t>- </a:t>
            </a:r>
            <a:r>
              <a:rPr kumimoji="1" lang="zh-CN" altLang="en-US" sz="2800" spc="300" dirty="0">
                <a:solidFill>
                  <a:srgbClr val="000000"/>
                </a:solidFill>
                <a:latin typeface="华文楷体" panose="02010600040101010101" pitchFamily="2" charset="-122"/>
                <a:ea typeface="华文楷体" panose="02010600040101010101" pitchFamily="2" charset="-122"/>
              </a:rPr>
              <a:t>球外的电势等效于将电荷集中于球心的点电荷的电势。</a:t>
            </a:r>
            <a:endParaRPr lang="en-US" sz="2800" dirty="0">
              <a:latin typeface="华文楷体" panose="02010600040101010101" pitchFamily="2" charset="-122"/>
              <a:ea typeface="华文楷体" panose="02010600040101010101" pitchFamily="2" charset="-122"/>
            </a:endParaRPr>
          </a:p>
        </p:txBody>
      </p:sp>
      <p:sp>
        <p:nvSpPr>
          <p:cNvPr id="9" name="标题 1">
            <a:extLst>
              <a:ext uri="{FF2B5EF4-FFF2-40B4-BE49-F238E27FC236}">
                <a16:creationId xmlns:a16="http://schemas.microsoft.com/office/drawing/2014/main" id="{B25BE3E1-EBB2-D656-4F03-0AAF77ACB50B}"/>
              </a:ext>
            </a:extLst>
          </p:cNvPr>
          <p:cNvSpPr>
            <a:spLocks noGrp="1"/>
          </p:cNvSpPr>
          <p:nvPr>
            <p:ph type="title"/>
          </p:nvPr>
        </p:nvSpPr>
        <p:spPr>
          <a:xfrm>
            <a:off x="514368" y="185048"/>
            <a:ext cx="7543800" cy="1243238"/>
          </a:xfrm>
        </p:spPr>
        <p:txBody>
          <a:bodyPr>
            <a:normAutofit/>
          </a:bodyPr>
          <a:lstStyle/>
          <a:p>
            <a:pPr marL="571500" indent="-571500">
              <a:buFont typeface="Wingdings" panose="05000000000000000000" pitchFamily="2" charset="2"/>
              <a:buChar char="q"/>
            </a:pPr>
            <a:r>
              <a:rPr kumimoji="1" lang="zh-CN" altLang="en-US" sz="3200" b="1" dirty="0">
                <a:solidFill>
                  <a:srgbClr val="0066FF"/>
                </a:solidFill>
                <a:latin typeface="华文楷体" panose="02010600040101010101" pitchFamily="2" charset="-122"/>
                <a:ea typeface="华文楷体" panose="02010600040101010101" pitchFamily="2" charset="-122"/>
                <a:cs typeface="+mn-cs"/>
              </a:rPr>
              <a:t>均匀带电球面的电势</a:t>
            </a:r>
            <a:endParaRPr lang="zh-CN" altLang="en-US" sz="3200" b="1" dirty="0">
              <a:solidFill>
                <a:srgbClr val="0066FF"/>
              </a:solidFill>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176512118"/>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6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6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6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6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6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4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47"/>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49"/>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51"/>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53"/>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57"/>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58"/>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62"/>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63"/>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55"/>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65"/>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69"/>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5"/>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nodeType="clickEffect">
                                  <p:stCondLst>
                                    <p:cond delay="0"/>
                                  </p:stCondLst>
                                  <p:childTnLst>
                                    <p:set>
                                      <p:cBhvr>
                                        <p:cTn id="7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p:bldP spid="42" grpId="0"/>
      <p:bldP spid="43" grpId="0"/>
      <p:bldP spid="44" grpId="0"/>
      <p:bldP spid="45" grpId="0" animBg="1"/>
      <p:bldP spid="46" grpId="0" animBg="1"/>
      <p:bldP spid="47" grpId="0" animBg="1"/>
      <p:bldP spid="48" grpId="0" animBg="1"/>
      <p:bldP spid="49" grpId="0" animBg="1"/>
      <p:bldP spid="50" grpId="0"/>
      <p:bldP spid="51" grpId="0"/>
      <p:bldP spid="53" grpId="0"/>
      <p:bldP spid="54" grpId="0"/>
      <p:bldP spid="55" grpId="0" animBg="1"/>
      <p:bldP spid="56" grpId="0"/>
      <p:bldP spid="57" grpId="0"/>
      <p:bldP spid="58" grpId="0"/>
      <p:bldP spid="59" grpId="0"/>
      <p:bldP spid="60" grpId="0" animBg="1"/>
      <p:bldP spid="61" grpId="0" animBg="1"/>
      <p:bldP spid="62" grpId="0" animBg="1"/>
      <p:bldP spid="63" grpId="0" animBg="1"/>
      <p:bldP spid="64" grpId="0" animBg="1"/>
      <p:bldP spid="65" grpId="0" animBg="1"/>
      <p:bldP spid="66" grpId="0" animBg="1"/>
      <p:bldP spid="67" grpId="0"/>
      <p:bldP spid="68" grpId="0" animBg="1"/>
      <p:bldP spid="69" grpId="0"/>
      <p:bldP spid="5"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8460" name="Object 11">
                <a:extLst>
                  <a:ext uri="{FF2B5EF4-FFF2-40B4-BE49-F238E27FC236}">
                    <a16:creationId xmlns:a16="http://schemas.microsoft.com/office/drawing/2014/main" id="{54646F0F-B799-4859-91D7-CF57B8EBC55A}"/>
                  </a:ext>
                </a:extLst>
              </p:cNvPr>
              <p:cNvSpPr txBox="1"/>
              <p:nvPr/>
            </p:nvSpPr>
            <p:spPr bwMode="auto">
              <a:xfrm>
                <a:off x="5997575" y="738189"/>
                <a:ext cx="4727575" cy="1092200"/>
              </a:xfrm>
              <a:prstGeom prst="rect">
                <a:avLst/>
              </a:prstGeom>
              <a:noFill/>
              <a:ln>
                <a:noFill/>
              </a:ln>
              <a:effectLst/>
            </p:spPr>
            <p:txBody>
              <a:bodyPr>
                <a:noAutofit/>
              </a:bodyPr>
              <a:lstStyle/>
              <a:p>
                <a:pPr/>
                <a14:m>
                  <m:oMathPara xmlns:m="http://schemas.openxmlformats.org/officeDocument/2006/math">
                    <m:oMathParaPr>
                      <m:jc m:val="centerGroup"/>
                    </m:oMathParaPr>
                    <m:oMath xmlns:m="http://schemas.openxmlformats.org/officeDocument/2006/math">
                      <m:acc>
                        <m:accPr>
                          <m:chr m:val="⃗"/>
                          <m:ctrlPr>
                            <a:rPr lang="en-US" sz="2800" i="1">
                              <a:solidFill>
                                <a:srgbClr val="000000"/>
                              </a:solidFill>
                              <a:latin typeface="Cambria Math" panose="02040503050406030204" pitchFamily="18" charset="0"/>
                            </a:rPr>
                          </m:ctrlPr>
                        </m:accPr>
                        <m:e>
                          <m:r>
                            <a:rPr lang="en-US" sz="2800" i="1">
                              <a:solidFill>
                                <a:srgbClr val="000000"/>
                              </a:solidFill>
                              <a:latin typeface="Cambria Math" panose="02040503050406030204" pitchFamily="18" charset="0"/>
                            </a:rPr>
                            <m:t>𝐸</m:t>
                          </m:r>
                        </m:e>
                      </m:acc>
                      <m:r>
                        <a:rPr lang="en-US" sz="2800" i="1">
                          <a:solidFill>
                            <a:srgbClr val="000000"/>
                          </a:solidFill>
                          <a:latin typeface="Cambria Math" panose="02040503050406030204" pitchFamily="18" charset="0"/>
                        </a:rPr>
                        <m:t>=</m:t>
                      </m:r>
                      <m:f>
                        <m:fPr>
                          <m:ctrlPr>
                            <a:rPr lang="en-US" sz="2800" i="1">
                              <a:solidFill>
                                <a:srgbClr val="000000"/>
                              </a:solidFill>
                              <a:latin typeface="Cambria Math" panose="02040503050406030204" pitchFamily="18" charset="0"/>
                            </a:rPr>
                          </m:ctrlPr>
                        </m:fPr>
                        <m:num>
                          <m:r>
                            <a:rPr lang="en-US" sz="2800" i="1">
                              <a:solidFill>
                                <a:srgbClr val="000000"/>
                              </a:solidFill>
                              <a:latin typeface="Cambria Math" panose="02040503050406030204" pitchFamily="18" charset="0"/>
                            </a:rPr>
                            <m:t>𝑞</m:t>
                          </m:r>
                        </m:num>
                        <m:den>
                          <m:r>
                            <a:rPr lang="en-US" sz="2800" i="1">
                              <a:solidFill>
                                <a:srgbClr val="000000"/>
                              </a:solidFill>
                              <a:latin typeface="Cambria Math" panose="02040503050406030204" pitchFamily="18" charset="0"/>
                            </a:rPr>
                            <m:t>4</m:t>
                          </m:r>
                          <m:r>
                            <a:rPr lang="en-US" sz="2800" i="1">
                              <a:solidFill>
                                <a:srgbClr val="000000"/>
                              </a:solidFill>
                              <a:latin typeface="Cambria Math" panose="02040503050406030204" pitchFamily="18" charset="0"/>
                            </a:rPr>
                            <m:t>𝜋</m:t>
                          </m:r>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𝜀</m:t>
                              </m:r>
                            </m:e>
                            <m:sub>
                              <m:r>
                                <a:rPr lang="en-US" sz="2800" i="1">
                                  <a:solidFill>
                                    <a:srgbClr val="000000"/>
                                  </a:solidFill>
                                  <a:latin typeface="Cambria Math" panose="02040503050406030204" pitchFamily="18" charset="0"/>
                                </a:rPr>
                                <m:t>0</m:t>
                              </m:r>
                            </m:sub>
                          </m:sSub>
                          <m:sSup>
                            <m:sSupPr>
                              <m:ctrlPr>
                                <a:rPr lang="en-US" sz="2800" i="1">
                                  <a:solidFill>
                                    <a:srgbClr val="000000"/>
                                  </a:solidFill>
                                  <a:latin typeface="Cambria Math" panose="02040503050406030204" pitchFamily="18" charset="0"/>
                                </a:rPr>
                              </m:ctrlPr>
                            </m:sSupPr>
                            <m:e>
                              <m:r>
                                <a:rPr lang="en-US" sz="2800" i="1">
                                  <a:solidFill>
                                    <a:srgbClr val="000000"/>
                                  </a:solidFill>
                                  <a:latin typeface="Cambria Math" panose="02040503050406030204" pitchFamily="18" charset="0"/>
                                </a:rPr>
                                <m:t>𝑟</m:t>
                              </m:r>
                            </m:e>
                            <m:sup>
                              <m:r>
                                <a:rPr lang="en-US" sz="2800" i="1">
                                  <a:solidFill>
                                    <a:srgbClr val="000000"/>
                                  </a:solidFill>
                                  <a:latin typeface="Cambria Math" panose="02040503050406030204" pitchFamily="18" charset="0"/>
                                </a:rPr>
                                <m:t>2</m:t>
                              </m:r>
                            </m:sup>
                          </m:sSup>
                        </m:den>
                      </m:f>
                      <m:m>
                        <m:mPr>
                          <m:plcHide m:val="on"/>
                          <m:mcs>
                            <m:mc>
                              <m:mcPr>
                                <m:count m:val="2"/>
                                <m:mcJc m:val="center"/>
                              </m:mcPr>
                            </m:mc>
                          </m:mcs>
                          <m:ctrlPr>
                            <a:rPr lang="en-US" sz="2800" i="1">
                              <a:solidFill>
                                <a:srgbClr val="000000"/>
                              </a:solidFill>
                              <a:latin typeface="Cambria Math" panose="02040503050406030204" pitchFamily="18" charset="0"/>
                            </a:rPr>
                          </m:ctrlPr>
                        </m:mPr>
                        <m:mr>
                          <m:e>
                            <m:acc>
                              <m:accPr>
                                <m:chr m:val="̂"/>
                                <m:ctrlPr>
                                  <a:rPr lang="en-US" sz="2800" i="1">
                                    <a:solidFill>
                                      <a:srgbClr val="000000"/>
                                    </a:solidFill>
                                    <a:latin typeface="Cambria Math" panose="02040503050406030204" pitchFamily="18" charset="0"/>
                                  </a:rPr>
                                </m:ctrlPr>
                              </m:accPr>
                              <m:e>
                                <m:r>
                                  <a:rPr lang="en-US" sz="2800" i="1">
                                    <a:solidFill>
                                      <a:srgbClr val="000000"/>
                                    </a:solidFill>
                                    <a:latin typeface="Cambria Math" panose="02040503050406030204" pitchFamily="18" charset="0"/>
                                  </a:rPr>
                                  <m:t>𝑟</m:t>
                                </m:r>
                              </m:e>
                            </m:acc>
                          </m:e>
                          <m:e/>
                        </m:mr>
                      </m:m>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𝑟</m:t>
                      </m:r>
                      <m:r>
                        <a:rPr lang="en-US" sz="2800" i="1">
                          <a:solidFill>
                            <a:srgbClr val="000000"/>
                          </a:solidFill>
                          <a:latin typeface="Cambria Math" panose="02040503050406030204" pitchFamily="18" charset="0"/>
                        </a:rPr>
                        <m:t>&gt;</m:t>
                      </m:r>
                      <m:r>
                        <a:rPr lang="en-US" sz="2800" i="1">
                          <a:solidFill>
                            <a:srgbClr val="000000"/>
                          </a:solidFill>
                          <a:latin typeface="Cambria Math" panose="02040503050406030204" pitchFamily="18" charset="0"/>
                        </a:rPr>
                        <m:t>𝑅</m:t>
                      </m:r>
                      <m:r>
                        <a:rPr lang="en-US" sz="2800" i="1">
                          <a:solidFill>
                            <a:srgbClr val="000000"/>
                          </a:solidFill>
                          <a:latin typeface="Cambria Math" panose="02040503050406030204" pitchFamily="18" charset="0"/>
                        </a:rPr>
                        <m:t>)</m:t>
                      </m:r>
                    </m:oMath>
                  </m:oMathPara>
                </a14:m>
                <a:endParaRPr lang="en-US" sz="2800" dirty="0"/>
              </a:p>
            </p:txBody>
          </p:sp>
        </mc:Choice>
        <mc:Fallback xmlns="">
          <p:sp>
            <p:nvSpPr>
              <p:cNvPr id="18460" name="Object 11">
                <a:extLst>
                  <a:ext uri="{FF2B5EF4-FFF2-40B4-BE49-F238E27FC236}">
                    <a16:creationId xmlns:a16="http://schemas.microsoft.com/office/drawing/2014/main" id="{54646F0F-B799-4859-91D7-CF57B8EBC55A}"/>
                  </a:ext>
                </a:extLst>
              </p:cNvPr>
              <p:cNvSpPr txBox="1">
                <a:spLocks noRot="1" noChangeAspect="1" noMove="1" noResize="1" noEditPoints="1" noAdjustHandles="1" noChangeArrowheads="1" noChangeShapeType="1" noTextEdit="1"/>
              </p:cNvSpPr>
              <p:nvPr/>
            </p:nvSpPr>
            <p:spPr bwMode="auto">
              <a:xfrm>
                <a:off x="5997575" y="738189"/>
                <a:ext cx="4727575" cy="1092200"/>
              </a:xfrm>
              <a:prstGeom prst="rect">
                <a:avLst/>
              </a:prstGeom>
              <a:blipFill>
                <a:blip r:embed="rId3"/>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461" name="Object 13">
                <a:extLst>
                  <a:ext uri="{FF2B5EF4-FFF2-40B4-BE49-F238E27FC236}">
                    <a16:creationId xmlns:a16="http://schemas.microsoft.com/office/drawing/2014/main" id="{33513928-AD21-4751-AC99-B7E7E7442260}"/>
                  </a:ext>
                </a:extLst>
              </p:cNvPr>
              <p:cNvSpPr txBox="1"/>
              <p:nvPr/>
            </p:nvSpPr>
            <p:spPr bwMode="auto">
              <a:xfrm>
                <a:off x="5980113" y="1693863"/>
                <a:ext cx="4707320" cy="1060450"/>
              </a:xfrm>
              <a:prstGeom prst="rect">
                <a:avLst/>
              </a:prstGeom>
              <a:noFill/>
              <a:ln>
                <a:noFill/>
              </a:ln>
              <a:effectLst/>
            </p:spPr>
            <p:txBody>
              <a:bodyPr>
                <a:noAutofit/>
              </a:bodyPr>
              <a:lstStyle/>
              <a:p>
                <a:pPr/>
                <a14:m>
                  <m:oMathPara xmlns:m="http://schemas.openxmlformats.org/officeDocument/2006/math">
                    <m:oMathParaPr>
                      <m:jc m:val="centerGroup"/>
                    </m:oMathParaPr>
                    <m:oMath xmlns:m="http://schemas.openxmlformats.org/officeDocument/2006/math">
                      <m:acc>
                        <m:accPr>
                          <m:chr m:val="⃗"/>
                          <m:ctrlPr>
                            <a:rPr lang="en-US" sz="2800" i="1">
                              <a:solidFill>
                                <a:srgbClr val="000000"/>
                              </a:solidFill>
                              <a:latin typeface="Cambria Math" panose="02040503050406030204" pitchFamily="18" charset="0"/>
                            </a:rPr>
                          </m:ctrlPr>
                        </m:accPr>
                        <m:e>
                          <m:r>
                            <a:rPr lang="en-US" sz="2800" i="1">
                              <a:solidFill>
                                <a:srgbClr val="000000"/>
                              </a:solidFill>
                              <a:latin typeface="Cambria Math" panose="02040503050406030204" pitchFamily="18" charset="0"/>
                            </a:rPr>
                            <m:t>𝐸</m:t>
                          </m:r>
                        </m:e>
                      </m:acc>
                      <m:r>
                        <a:rPr lang="en-US" sz="2800" i="1">
                          <a:solidFill>
                            <a:srgbClr val="000000"/>
                          </a:solidFill>
                          <a:latin typeface="Cambria Math" panose="02040503050406030204" pitchFamily="18" charset="0"/>
                        </a:rPr>
                        <m:t>=</m:t>
                      </m:r>
                      <m:f>
                        <m:fPr>
                          <m:ctrlPr>
                            <a:rPr lang="en-US" sz="2800" i="1">
                              <a:solidFill>
                                <a:srgbClr val="000000"/>
                              </a:solidFill>
                              <a:latin typeface="Cambria Math" panose="02040503050406030204" pitchFamily="18" charset="0"/>
                            </a:rPr>
                          </m:ctrlPr>
                        </m:fPr>
                        <m:num>
                          <m:r>
                            <a:rPr lang="en-US" sz="2800" i="1">
                              <a:solidFill>
                                <a:srgbClr val="000000"/>
                              </a:solidFill>
                              <a:latin typeface="Cambria Math" panose="02040503050406030204" pitchFamily="18" charset="0"/>
                            </a:rPr>
                            <m:t>𝑞</m:t>
                          </m:r>
                          <m:acc>
                            <m:accPr>
                              <m:chr m:val="⃗"/>
                              <m:ctrlPr>
                                <a:rPr lang="en-US" sz="2800" i="1">
                                  <a:solidFill>
                                    <a:srgbClr val="000000"/>
                                  </a:solidFill>
                                  <a:latin typeface="Cambria Math" panose="02040503050406030204" pitchFamily="18" charset="0"/>
                                </a:rPr>
                              </m:ctrlPr>
                            </m:accPr>
                            <m:e>
                              <m:r>
                                <a:rPr lang="en-US" sz="2800" i="1">
                                  <a:solidFill>
                                    <a:srgbClr val="000000"/>
                                  </a:solidFill>
                                  <a:latin typeface="Cambria Math" panose="02040503050406030204" pitchFamily="18" charset="0"/>
                                </a:rPr>
                                <m:t>𝑟</m:t>
                              </m:r>
                            </m:e>
                          </m:acc>
                        </m:num>
                        <m:den>
                          <m:r>
                            <a:rPr lang="en-US" sz="2800" i="1">
                              <a:solidFill>
                                <a:srgbClr val="000000"/>
                              </a:solidFill>
                              <a:latin typeface="Cambria Math" panose="02040503050406030204" pitchFamily="18" charset="0"/>
                            </a:rPr>
                            <m:t>4</m:t>
                          </m:r>
                          <m:r>
                            <a:rPr lang="en-US" sz="2800" i="1">
                              <a:solidFill>
                                <a:srgbClr val="000000"/>
                              </a:solidFill>
                              <a:latin typeface="Cambria Math" panose="02040503050406030204" pitchFamily="18" charset="0"/>
                            </a:rPr>
                            <m:t>𝜋</m:t>
                          </m:r>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𝜀</m:t>
                              </m:r>
                            </m:e>
                            <m:sub>
                              <m:r>
                                <a:rPr lang="en-US" sz="2800" i="1">
                                  <a:solidFill>
                                    <a:srgbClr val="000000"/>
                                  </a:solidFill>
                                  <a:latin typeface="Cambria Math" panose="02040503050406030204" pitchFamily="18" charset="0"/>
                                </a:rPr>
                                <m:t>0</m:t>
                              </m:r>
                            </m:sub>
                          </m:sSub>
                          <m:sSup>
                            <m:sSupPr>
                              <m:ctrlPr>
                                <a:rPr lang="en-US" sz="2800" i="1">
                                  <a:solidFill>
                                    <a:srgbClr val="000000"/>
                                  </a:solidFill>
                                  <a:latin typeface="Cambria Math" panose="02040503050406030204" pitchFamily="18" charset="0"/>
                                </a:rPr>
                              </m:ctrlPr>
                            </m:sSupPr>
                            <m:e>
                              <m:r>
                                <a:rPr lang="en-US" sz="2800" i="1">
                                  <a:solidFill>
                                    <a:srgbClr val="000000"/>
                                  </a:solidFill>
                                  <a:latin typeface="Cambria Math" panose="02040503050406030204" pitchFamily="18" charset="0"/>
                                </a:rPr>
                                <m:t>𝑅</m:t>
                              </m:r>
                            </m:e>
                            <m:sup>
                              <m:r>
                                <a:rPr lang="en-US" sz="2800" i="1">
                                  <a:solidFill>
                                    <a:srgbClr val="000000"/>
                                  </a:solidFill>
                                  <a:latin typeface="Cambria Math" panose="02040503050406030204" pitchFamily="18" charset="0"/>
                                </a:rPr>
                                <m:t>3</m:t>
                              </m:r>
                            </m:sup>
                          </m:sSup>
                        </m:den>
                      </m:f>
                      <m:m>
                        <m:mPr>
                          <m:plcHide m:val="on"/>
                          <m:mcs>
                            <m:mc>
                              <m:mcPr>
                                <m:count m:val="2"/>
                                <m:mcJc m:val="center"/>
                              </m:mcPr>
                            </m:mc>
                          </m:mcs>
                          <m:ctrlPr>
                            <a:rPr lang="en-US" sz="2800" i="1">
                              <a:solidFill>
                                <a:srgbClr val="000000"/>
                              </a:solidFill>
                              <a:latin typeface="Cambria Math" panose="02040503050406030204" pitchFamily="18" charset="0"/>
                            </a:rPr>
                          </m:ctrlPr>
                        </m:mPr>
                        <m:mr>
                          <m:e/>
                          <m:e/>
                        </m:mr>
                      </m:m>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𝑟</m:t>
                      </m:r>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𝑅</m:t>
                      </m:r>
                      <m:r>
                        <a:rPr lang="en-US" sz="2800" i="1">
                          <a:solidFill>
                            <a:srgbClr val="000000"/>
                          </a:solidFill>
                          <a:latin typeface="Cambria Math" panose="02040503050406030204" pitchFamily="18" charset="0"/>
                        </a:rPr>
                        <m:t>)</m:t>
                      </m:r>
                    </m:oMath>
                  </m:oMathPara>
                </a14:m>
                <a:endParaRPr lang="en-US" sz="2800" dirty="0"/>
              </a:p>
            </p:txBody>
          </p:sp>
        </mc:Choice>
        <mc:Fallback xmlns="">
          <p:sp>
            <p:nvSpPr>
              <p:cNvPr id="18461" name="Object 13">
                <a:extLst>
                  <a:ext uri="{FF2B5EF4-FFF2-40B4-BE49-F238E27FC236}">
                    <a16:creationId xmlns:a16="http://schemas.microsoft.com/office/drawing/2014/main" id="{33513928-AD21-4751-AC99-B7E7E7442260}"/>
                  </a:ext>
                </a:extLst>
              </p:cNvPr>
              <p:cNvSpPr txBox="1">
                <a:spLocks noRot="1" noChangeAspect="1" noMove="1" noResize="1" noEditPoints="1" noAdjustHandles="1" noChangeArrowheads="1" noChangeShapeType="1" noTextEdit="1"/>
              </p:cNvSpPr>
              <p:nvPr/>
            </p:nvSpPr>
            <p:spPr bwMode="auto">
              <a:xfrm>
                <a:off x="5980113" y="1693863"/>
                <a:ext cx="4707320" cy="1060450"/>
              </a:xfrm>
              <a:prstGeom prst="rect">
                <a:avLst/>
              </a:prstGeom>
              <a:blipFill>
                <a:blip r:embed="rId4"/>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2" name="Object 8">
                <a:extLst>
                  <a:ext uri="{FF2B5EF4-FFF2-40B4-BE49-F238E27FC236}">
                    <a16:creationId xmlns:a16="http://schemas.microsoft.com/office/drawing/2014/main" id="{6E7D9AD4-249E-4C00-8617-40FBFC78F646}"/>
                  </a:ext>
                </a:extLst>
              </p:cNvPr>
              <p:cNvSpPr txBox="1"/>
              <p:nvPr/>
            </p:nvSpPr>
            <p:spPr bwMode="auto">
              <a:xfrm>
                <a:off x="3143770" y="5636791"/>
                <a:ext cx="5638280" cy="1103312"/>
              </a:xfrm>
              <a:prstGeom prst="rect">
                <a:avLst/>
              </a:prstGeom>
              <a:noFill/>
              <a:ln>
                <a:noFill/>
              </a:ln>
              <a:effectLst/>
            </p:spPr>
            <p:txBody>
              <a:bodyPr>
                <a:noAutofit/>
              </a:bodyPr>
              <a:lstStyle/>
              <a:p>
                <a:pPr/>
                <a14:m>
                  <m:oMathPara xmlns:m="http://schemas.openxmlformats.org/officeDocument/2006/math">
                    <m:oMathParaPr>
                      <m:jc m:val="centerGroup"/>
                    </m:oMathParaPr>
                    <m:oMath xmlns:m="http://schemas.openxmlformats.org/officeDocument/2006/math">
                      <m:r>
                        <a:rPr lang="zh-CN" altLang="en-US" sz="2800" b="1" i="1" smtClean="0">
                          <a:solidFill>
                            <a:srgbClr val="000000"/>
                          </a:solidFill>
                          <a:latin typeface="Cambria Math" panose="02040503050406030204" pitchFamily="18" charset="0"/>
                        </a:rPr>
                        <m:t>𝝋</m:t>
                      </m:r>
                      <m:r>
                        <a:rPr lang="en-US" sz="2800" i="1">
                          <a:solidFill>
                            <a:srgbClr val="000000"/>
                          </a:solidFill>
                          <a:latin typeface="Cambria Math" panose="02040503050406030204" pitchFamily="18" charset="0"/>
                        </a:rPr>
                        <m:t>=</m:t>
                      </m:r>
                      <m:nary>
                        <m:naryPr>
                          <m:ctrlPr>
                            <a:rPr lang="en-US" sz="2800" i="1">
                              <a:solidFill>
                                <a:srgbClr val="000000"/>
                              </a:solidFill>
                              <a:latin typeface="Cambria Math" panose="02040503050406030204" pitchFamily="18" charset="0"/>
                            </a:rPr>
                          </m:ctrlPr>
                        </m:naryPr>
                        <m:sub>
                          <m:r>
                            <a:rPr lang="en-US" sz="2800" i="1">
                              <a:solidFill>
                                <a:srgbClr val="000000"/>
                              </a:solidFill>
                              <a:latin typeface="Cambria Math" panose="02040503050406030204" pitchFamily="18" charset="0"/>
                            </a:rPr>
                            <m:t>𝑃</m:t>
                          </m:r>
                        </m:sub>
                        <m:sup>
                          <m:r>
                            <a:rPr lang="en-US" sz="2800" i="1">
                              <a:solidFill>
                                <a:srgbClr val="000000"/>
                              </a:solidFill>
                              <a:latin typeface="Cambria Math" panose="02040503050406030204" pitchFamily="18" charset="0"/>
                            </a:rPr>
                            <m:t>∞</m:t>
                          </m:r>
                        </m:sup>
                        <m:e>
                          <m:acc>
                            <m:accPr>
                              <m:chr m:val="⃗"/>
                              <m:ctrlPr>
                                <a:rPr lang="en-US" sz="2800" i="1">
                                  <a:solidFill>
                                    <a:srgbClr val="000000"/>
                                  </a:solidFill>
                                  <a:latin typeface="Cambria Math" panose="02040503050406030204" pitchFamily="18" charset="0"/>
                                </a:rPr>
                              </m:ctrlPr>
                            </m:accPr>
                            <m:e>
                              <m:r>
                                <a:rPr lang="en-US" sz="2800" i="1">
                                  <a:solidFill>
                                    <a:srgbClr val="000000"/>
                                  </a:solidFill>
                                  <a:latin typeface="Cambria Math" panose="02040503050406030204" pitchFamily="18" charset="0"/>
                                </a:rPr>
                                <m:t>𝐸</m:t>
                              </m:r>
                            </m:e>
                          </m:acc>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𝑑</m:t>
                          </m:r>
                          <m:acc>
                            <m:accPr>
                              <m:chr m:val="⃗"/>
                              <m:ctrlPr>
                                <a:rPr lang="en-US" sz="2800" i="1">
                                  <a:solidFill>
                                    <a:srgbClr val="000000"/>
                                  </a:solidFill>
                                  <a:latin typeface="Cambria Math" panose="02040503050406030204" pitchFamily="18" charset="0"/>
                                </a:rPr>
                              </m:ctrlPr>
                            </m:accPr>
                            <m:e>
                              <m:r>
                                <a:rPr lang="en-US" sz="2800" i="1">
                                  <a:solidFill>
                                    <a:srgbClr val="000000"/>
                                  </a:solidFill>
                                  <a:latin typeface="Cambria Math" panose="02040503050406030204" pitchFamily="18" charset="0"/>
                                </a:rPr>
                                <m:t>𝑙</m:t>
                              </m:r>
                            </m:e>
                          </m:acc>
                        </m:e>
                      </m:nary>
                      <m:r>
                        <a:rPr lang="en-US" sz="2800" i="1">
                          <a:solidFill>
                            <a:srgbClr val="000000"/>
                          </a:solidFill>
                          <a:latin typeface="Cambria Math" panose="02040503050406030204" pitchFamily="18" charset="0"/>
                        </a:rPr>
                        <m:t>=</m:t>
                      </m:r>
                      <m:nary>
                        <m:naryPr>
                          <m:ctrlPr>
                            <a:rPr lang="en-US" sz="2800" i="1">
                              <a:solidFill>
                                <a:srgbClr val="000000"/>
                              </a:solidFill>
                              <a:latin typeface="Cambria Math" panose="02040503050406030204" pitchFamily="18" charset="0"/>
                            </a:rPr>
                          </m:ctrlPr>
                        </m:naryPr>
                        <m:sub>
                          <m:r>
                            <a:rPr lang="en-US" altLang="zh-CN" sz="2800" b="0" i="1" smtClean="0">
                              <a:solidFill>
                                <a:srgbClr val="000000"/>
                              </a:solidFill>
                              <a:latin typeface="Cambria Math" panose="02040503050406030204" pitchFamily="18" charset="0"/>
                            </a:rPr>
                            <m:t>𝑟</m:t>
                          </m:r>
                        </m:sub>
                        <m:sup>
                          <m:r>
                            <a:rPr lang="en-US" sz="2800" i="1">
                              <a:solidFill>
                                <a:srgbClr val="000000"/>
                              </a:solidFill>
                              <a:latin typeface="Cambria Math" panose="02040503050406030204" pitchFamily="18" charset="0"/>
                            </a:rPr>
                            <m:t>∞</m:t>
                          </m:r>
                        </m:sup>
                        <m:e>
                          <m:f>
                            <m:fPr>
                              <m:ctrlPr>
                                <a:rPr lang="en-US" sz="2800" i="1">
                                  <a:solidFill>
                                    <a:srgbClr val="000000"/>
                                  </a:solidFill>
                                  <a:latin typeface="Cambria Math" panose="02040503050406030204" pitchFamily="18" charset="0"/>
                                </a:rPr>
                              </m:ctrlPr>
                            </m:fPr>
                            <m:num>
                              <m:r>
                                <a:rPr lang="en-US" sz="2800" i="1">
                                  <a:solidFill>
                                    <a:srgbClr val="000000"/>
                                  </a:solidFill>
                                  <a:latin typeface="Cambria Math" panose="02040503050406030204" pitchFamily="18" charset="0"/>
                                </a:rPr>
                                <m:t>𝑞</m:t>
                              </m:r>
                            </m:num>
                            <m:den>
                              <m:r>
                                <a:rPr lang="en-US" sz="2800" i="1">
                                  <a:solidFill>
                                    <a:srgbClr val="000000"/>
                                  </a:solidFill>
                                  <a:latin typeface="Cambria Math" panose="02040503050406030204" pitchFamily="18" charset="0"/>
                                </a:rPr>
                                <m:t>4</m:t>
                              </m:r>
                              <m:r>
                                <a:rPr lang="en-US" sz="2800" i="1">
                                  <a:solidFill>
                                    <a:srgbClr val="000000"/>
                                  </a:solidFill>
                                  <a:latin typeface="Cambria Math" panose="02040503050406030204" pitchFamily="18" charset="0"/>
                                </a:rPr>
                                <m:t>𝜋</m:t>
                              </m:r>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𝜀</m:t>
                                  </m:r>
                                </m:e>
                                <m:sub>
                                  <m:r>
                                    <a:rPr lang="en-US" sz="2800" i="1">
                                      <a:solidFill>
                                        <a:srgbClr val="000000"/>
                                      </a:solidFill>
                                      <a:latin typeface="Cambria Math" panose="02040503050406030204" pitchFamily="18" charset="0"/>
                                    </a:rPr>
                                    <m:t>0</m:t>
                                  </m:r>
                                </m:sub>
                              </m:sSub>
                              <m:sSup>
                                <m:sSupPr>
                                  <m:ctrlPr>
                                    <a:rPr lang="en-US" sz="2800" i="1">
                                      <a:solidFill>
                                        <a:srgbClr val="000000"/>
                                      </a:solidFill>
                                      <a:latin typeface="Cambria Math" panose="02040503050406030204" pitchFamily="18" charset="0"/>
                                    </a:rPr>
                                  </m:ctrlPr>
                                </m:sSupPr>
                                <m:e>
                                  <m:r>
                                    <a:rPr lang="en-US" sz="2800" i="1">
                                      <a:solidFill>
                                        <a:srgbClr val="000000"/>
                                      </a:solidFill>
                                      <a:latin typeface="Cambria Math" panose="02040503050406030204" pitchFamily="18" charset="0"/>
                                    </a:rPr>
                                    <m:t>𝑟</m:t>
                                  </m:r>
                                </m:e>
                                <m:sup>
                                  <m:r>
                                    <a:rPr lang="en-US" sz="2800" i="1">
                                      <a:solidFill>
                                        <a:srgbClr val="000000"/>
                                      </a:solidFill>
                                      <a:latin typeface="Cambria Math" panose="02040503050406030204" pitchFamily="18" charset="0"/>
                                    </a:rPr>
                                    <m:t>2</m:t>
                                  </m:r>
                                </m:sup>
                              </m:sSup>
                            </m:den>
                          </m:f>
                        </m:e>
                      </m:nary>
                      <m:r>
                        <a:rPr lang="en-US" sz="2800" i="1">
                          <a:solidFill>
                            <a:srgbClr val="000000"/>
                          </a:solidFill>
                          <a:latin typeface="Cambria Math" panose="02040503050406030204" pitchFamily="18" charset="0"/>
                        </a:rPr>
                        <m:t>𝑑𝑟</m:t>
                      </m:r>
                    </m:oMath>
                  </m:oMathPara>
                </a14:m>
                <a:endParaRPr lang="en-US" sz="2800" dirty="0"/>
              </a:p>
            </p:txBody>
          </p:sp>
        </mc:Choice>
        <mc:Fallback xmlns="">
          <p:sp>
            <p:nvSpPr>
              <p:cNvPr id="32" name="Object 8">
                <a:extLst>
                  <a:ext uri="{FF2B5EF4-FFF2-40B4-BE49-F238E27FC236}">
                    <a16:creationId xmlns:a16="http://schemas.microsoft.com/office/drawing/2014/main" id="{6E7D9AD4-249E-4C00-8617-40FBFC78F646}"/>
                  </a:ext>
                </a:extLst>
              </p:cNvPr>
              <p:cNvSpPr txBox="1">
                <a:spLocks noRot="1" noChangeAspect="1" noMove="1" noResize="1" noEditPoints="1" noAdjustHandles="1" noChangeArrowheads="1" noChangeShapeType="1" noTextEdit="1"/>
              </p:cNvSpPr>
              <p:nvPr/>
            </p:nvSpPr>
            <p:spPr bwMode="auto">
              <a:xfrm>
                <a:off x="3143770" y="5636791"/>
                <a:ext cx="5638280" cy="1103312"/>
              </a:xfrm>
              <a:prstGeom prst="rect">
                <a:avLst/>
              </a:prstGeom>
              <a:blipFill>
                <a:blip r:embed="rId5"/>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Object 20">
                <a:extLst>
                  <a:ext uri="{FF2B5EF4-FFF2-40B4-BE49-F238E27FC236}">
                    <a16:creationId xmlns:a16="http://schemas.microsoft.com/office/drawing/2014/main" id="{162FD6F9-DDA1-48AE-A5DA-8EFEE4D18EDC}"/>
                  </a:ext>
                </a:extLst>
              </p:cNvPr>
              <p:cNvSpPr txBox="1"/>
              <p:nvPr/>
            </p:nvSpPr>
            <p:spPr bwMode="auto">
              <a:xfrm>
                <a:off x="8398258" y="5697487"/>
                <a:ext cx="1423988" cy="1130300"/>
              </a:xfrm>
              <a:prstGeom prst="rect">
                <a:avLst/>
              </a:prstGeom>
              <a:noFill/>
              <a:ln>
                <a:noFill/>
              </a:ln>
              <a:effectLst/>
            </p:spPr>
            <p:txBody>
              <a:bodyPr>
                <a:noAutofit/>
              </a:bodyPr>
              <a:lstStyle/>
              <a:p>
                <a:pPr/>
                <a14:m>
                  <m:oMathPara xmlns:m="http://schemas.openxmlformats.org/officeDocument/2006/math">
                    <m:oMathParaPr>
                      <m:jc m:val="centerGroup"/>
                    </m:oMathParaPr>
                    <m:oMath xmlns:m="http://schemas.openxmlformats.org/officeDocument/2006/math">
                      <m:r>
                        <a:rPr lang="en-US" sz="2800" i="1" smtClean="0">
                          <a:solidFill>
                            <a:srgbClr val="000000"/>
                          </a:solidFill>
                          <a:latin typeface="Cambria Math" panose="02040503050406030204" pitchFamily="18" charset="0"/>
                        </a:rPr>
                        <m:t>=</m:t>
                      </m:r>
                      <m:f>
                        <m:fPr>
                          <m:ctrlPr>
                            <a:rPr lang="en-US" sz="2800" i="1">
                              <a:solidFill>
                                <a:srgbClr val="000000"/>
                              </a:solidFill>
                              <a:latin typeface="Cambria Math" panose="02040503050406030204" pitchFamily="18" charset="0"/>
                            </a:rPr>
                          </m:ctrlPr>
                        </m:fPr>
                        <m:num>
                          <m:r>
                            <a:rPr lang="en-US" sz="2800" i="1">
                              <a:solidFill>
                                <a:srgbClr val="000000"/>
                              </a:solidFill>
                              <a:latin typeface="Cambria Math" panose="02040503050406030204" pitchFamily="18" charset="0"/>
                            </a:rPr>
                            <m:t>𝑞</m:t>
                          </m:r>
                        </m:num>
                        <m:den>
                          <m:r>
                            <a:rPr lang="en-US" sz="2800" i="1">
                              <a:solidFill>
                                <a:srgbClr val="000000"/>
                              </a:solidFill>
                              <a:latin typeface="Cambria Math" panose="02040503050406030204" pitchFamily="18" charset="0"/>
                            </a:rPr>
                            <m:t>4</m:t>
                          </m:r>
                          <m:r>
                            <a:rPr lang="en-US" sz="2800" i="1">
                              <a:solidFill>
                                <a:srgbClr val="000000"/>
                              </a:solidFill>
                              <a:latin typeface="Cambria Math" panose="02040503050406030204" pitchFamily="18" charset="0"/>
                            </a:rPr>
                            <m:t>𝜋</m:t>
                          </m:r>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𝜀</m:t>
                              </m:r>
                            </m:e>
                            <m:sub>
                              <m:r>
                                <a:rPr lang="en-US" sz="2800" i="1">
                                  <a:solidFill>
                                    <a:srgbClr val="000000"/>
                                  </a:solidFill>
                                  <a:latin typeface="Cambria Math" panose="02040503050406030204" pitchFamily="18" charset="0"/>
                                </a:rPr>
                                <m:t>0</m:t>
                              </m:r>
                            </m:sub>
                          </m:sSub>
                          <m:r>
                            <a:rPr lang="en-US" sz="2800" b="0" i="1" smtClean="0">
                              <a:solidFill>
                                <a:srgbClr val="000000"/>
                              </a:solidFill>
                              <a:latin typeface="Cambria Math" panose="02040503050406030204" pitchFamily="18" charset="0"/>
                            </a:rPr>
                            <m:t>𝑟</m:t>
                          </m:r>
                        </m:den>
                      </m:f>
                    </m:oMath>
                  </m:oMathPara>
                </a14:m>
                <a:endParaRPr lang="en-US" sz="2800" dirty="0"/>
              </a:p>
            </p:txBody>
          </p:sp>
        </mc:Choice>
        <mc:Fallback xmlns="">
          <p:sp>
            <p:nvSpPr>
              <p:cNvPr id="33" name="Object 20">
                <a:extLst>
                  <a:ext uri="{FF2B5EF4-FFF2-40B4-BE49-F238E27FC236}">
                    <a16:creationId xmlns:a16="http://schemas.microsoft.com/office/drawing/2014/main" id="{162FD6F9-DDA1-48AE-A5DA-8EFEE4D18EDC}"/>
                  </a:ext>
                </a:extLst>
              </p:cNvPr>
              <p:cNvSpPr txBox="1">
                <a:spLocks noRot="1" noChangeAspect="1" noMove="1" noResize="1" noEditPoints="1" noAdjustHandles="1" noChangeArrowheads="1" noChangeShapeType="1" noTextEdit="1"/>
              </p:cNvSpPr>
              <p:nvPr/>
            </p:nvSpPr>
            <p:spPr bwMode="auto">
              <a:xfrm>
                <a:off x="8398258" y="5697487"/>
                <a:ext cx="1423988" cy="1130300"/>
              </a:xfrm>
              <a:prstGeom prst="rect">
                <a:avLst/>
              </a:prstGeom>
              <a:blipFill>
                <a:blip r:embed="rId6"/>
                <a:stretch>
                  <a:fillRect/>
                </a:stretch>
              </a:blipFill>
              <a:ln>
                <a:noFill/>
              </a:ln>
              <a:effectLst/>
            </p:spPr>
            <p:txBody>
              <a:bodyPr/>
              <a:lstStyle/>
              <a:p>
                <a:r>
                  <a:rPr lang="en-US">
                    <a:noFill/>
                  </a:rPr>
                  <a:t> </a:t>
                </a:r>
              </a:p>
            </p:txBody>
          </p:sp>
        </mc:Fallback>
      </mc:AlternateContent>
      <p:grpSp>
        <p:nvGrpSpPr>
          <p:cNvPr id="52" name="Group 7">
            <a:extLst>
              <a:ext uri="{FF2B5EF4-FFF2-40B4-BE49-F238E27FC236}">
                <a16:creationId xmlns:a16="http://schemas.microsoft.com/office/drawing/2014/main" id="{46AAEA14-07C0-4061-A943-139E5DA49141}"/>
              </a:ext>
            </a:extLst>
          </p:cNvPr>
          <p:cNvGrpSpPr>
            <a:grpSpLocks/>
          </p:cNvGrpSpPr>
          <p:nvPr/>
        </p:nvGrpSpPr>
        <p:grpSpPr bwMode="auto">
          <a:xfrm>
            <a:off x="824988" y="1631929"/>
            <a:ext cx="3146425" cy="3090863"/>
            <a:chOff x="3360" y="672"/>
            <a:chExt cx="1982" cy="1947"/>
          </a:xfrm>
        </p:grpSpPr>
        <p:sp>
          <p:nvSpPr>
            <p:cNvPr id="53" name="Oval 8">
              <a:extLst>
                <a:ext uri="{FF2B5EF4-FFF2-40B4-BE49-F238E27FC236}">
                  <a16:creationId xmlns:a16="http://schemas.microsoft.com/office/drawing/2014/main" id="{A359E9C0-1ED3-4CC3-BFFC-A8D339877342}"/>
                </a:ext>
              </a:extLst>
            </p:cNvPr>
            <p:cNvSpPr>
              <a:spLocks noChangeArrowheads="1"/>
            </p:cNvSpPr>
            <p:nvPr/>
          </p:nvSpPr>
          <p:spPr bwMode="auto">
            <a:xfrm>
              <a:off x="3360" y="720"/>
              <a:ext cx="1898" cy="1899"/>
            </a:xfrm>
            <a:prstGeom prst="ellipse">
              <a:avLst/>
            </a:prstGeom>
            <a:gradFill rotWithShape="1">
              <a:gsLst>
                <a:gs pos="0">
                  <a:schemeClr val="bg1"/>
                </a:gs>
                <a:gs pos="100000">
                  <a:schemeClr val="bg1">
                    <a:gamma/>
                    <a:shade val="47451"/>
                    <a:invGamma/>
                  </a:schemeClr>
                </a:gs>
              </a:gsLst>
              <a:path path="shape">
                <a:fillToRect l="50000" t="50000" r="50000" b="50000"/>
              </a:path>
            </a:gradFill>
            <a:ln>
              <a:noFill/>
            </a:ln>
            <a:effectLst/>
            <a:extLst>
              <a:ext uri="{91240B29-F687-4F45-9708-019B960494DF}">
                <a14:hiddenLine xmlns:a14="http://schemas.microsoft.com/office/drawing/2010/main" w="50800">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algn="ctr" eaLnBrk="1" fontAlgn="base" hangingPunct="1">
                <a:spcBef>
                  <a:spcPct val="0"/>
                </a:spcBef>
                <a:spcAft>
                  <a:spcPct val="0"/>
                </a:spcAft>
                <a:defRPr/>
              </a:pPr>
              <a:endParaRPr lang="zh-CN" altLang="en-US" sz="3200">
                <a:solidFill>
                  <a:srgbClr val="000000"/>
                </a:solidFill>
                <a:latin typeface="华文楷体" panose="02010600040101010101" pitchFamily="2" charset="-122"/>
                <a:ea typeface="华文楷体" panose="02010600040101010101" pitchFamily="2" charset="-122"/>
              </a:endParaRPr>
            </a:p>
          </p:txBody>
        </p:sp>
        <p:sp>
          <p:nvSpPr>
            <p:cNvPr id="54" name="Rectangle 9">
              <a:extLst>
                <a:ext uri="{FF2B5EF4-FFF2-40B4-BE49-F238E27FC236}">
                  <a16:creationId xmlns:a16="http://schemas.microsoft.com/office/drawing/2014/main" id="{D5746D15-C55B-4659-88F6-C223616BD948}"/>
                </a:ext>
              </a:extLst>
            </p:cNvPr>
            <p:cNvSpPr>
              <a:spLocks noChangeArrowheads="1"/>
            </p:cNvSpPr>
            <p:nvPr/>
          </p:nvSpPr>
          <p:spPr bwMode="auto">
            <a:xfrm>
              <a:off x="4864" y="1057"/>
              <a:ext cx="290" cy="3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defRPr/>
              </a:pPr>
              <a:r>
                <a:rPr lang="en-US" altLang="zh-CN" sz="3200" dirty="0">
                  <a:solidFill>
                    <a:srgbClr val="000000"/>
                  </a:solidFill>
                  <a:latin typeface="华文楷体" panose="02010600040101010101" pitchFamily="2" charset="-122"/>
                  <a:ea typeface="华文楷体" panose="02010600040101010101" pitchFamily="2" charset="-122"/>
                </a:rPr>
                <a:t>+</a:t>
              </a:r>
            </a:p>
          </p:txBody>
        </p:sp>
        <p:grpSp>
          <p:nvGrpSpPr>
            <p:cNvPr id="55" name="Group 10">
              <a:extLst>
                <a:ext uri="{FF2B5EF4-FFF2-40B4-BE49-F238E27FC236}">
                  <a16:creationId xmlns:a16="http://schemas.microsoft.com/office/drawing/2014/main" id="{2825705D-55D6-4371-BCCA-F32BDCC61DCE}"/>
                </a:ext>
              </a:extLst>
            </p:cNvPr>
            <p:cNvGrpSpPr>
              <a:grpSpLocks/>
            </p:cNvGrpSpPr>
            <p:nvPr/>
          </p:nvGrpSpPr>
          <p:grpSpPr bwMode="auto">
            <a:xfrm>
              <a:off x="3462" y="672"/>
              <a:ext cx="1880" cy="1874"/>
              <a:chOff x="3185" y="1871"/>
              <a:chExt cx="2338" cy="2330"/>
            </a:xfrm>
          </p:grpSpPr>
          <p:sp>
            <p:nvSpPr>
              <p:cNvPr id="60" name="Rectangle 11">
                <a:extLst>
                  <a:ext uri="{FF2B5EF4-FFF2-40B4-BE49-F238E27FC236}">
                    <a16:creationId xmlns:a16="http://schemas.microsoft.com/office/drawing/2014/main" id="{AE7B9340-9AA5-4D96-986E-2416125B8C5D}"/>
                  </a:ext>
                </a:extLst>
              </p:cNvPr>
              <p:cNvSpPr>
                <a:spLocks noChangeArrowheads="1"/>
              </p:cNvSpPr>
              <p:nvPr/>
            </p:nvSpPr>
            <p:spPr bwMode="auto">
              <a:xfrm>
                <a:off x="3331" y="3312"/>
                <a:ext cx="360" cy="4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defRPr/>
                </a:pPr>
                <a:r>
                  <a:rPr lang="en-US" altLang="zh-CN" sz="3200">
                    <a:solidFill>
                      <a:srgbClr val="000000"/>
                    </a:solidFill>
                    <a:latin typeface="华文楷体" panose="02010600040101010101" pitchFamily="2" charset="-122"/>
                    <a:ea typeface="华文楷体" panose="02010600040101010101" pitchFamily="2" charset="-122"/>
                  </a:rPr>
                  <a:t>+</a:t>
                </a:r>
              </a:p>
            </p:txBody>
          </p:sp>
          <p:sp>
            <p:nvSpPr>
              <p:cNvPr id="61" name="Rectangle 12">
                <a:extLst>
                  <a:ext uri="{FF2B5EF4-FFF2-40B4-BE49-F238E27FC236}">
                    <a16:creationId xmlns:a16="http://schemas.microsoft.com/office/drawing/2014/main" id="{82359469-55FC-429E-A165-F85E07F02400}"/>
                  </a:ext>
                </a:extLst>
              </p:cNvPr>
              <p:cNvSpPr>
                <a:spLocks noChangeArrowheads="1"/>
              </p:cNvSpPr>
              <p:nvPr/>
            </p:nvSpPr>
            <p:spPr bwMode="auto">
              <a:xfrm>
                <a:off x="3185" y="3022"/>
                <a:ext cx="360" cy="4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defRPr/>
                </a:pPr>
                <a:r>
                  <a:rPr lang="en-US" altLang="zh-CN" sz="3200">
                    <a:solidFill>
                      <a:srgbClr val="000000"/>
                    </a:solidFill>
                    <a:latin typeface="华文楷体" panose="02010600040101010101" pitchFamily="2" charset="-122"/>
                    <a:ea typeface="华文楷体" panose="02010600040101010101" pitchFamily="2" charset="-122"/>
                  </a:rPr>
                  <a:t>+</a:t>
                </a:r>
              </a:p>
            </p:txBody>
          </p:sp>
          <p:sp>
            <p:nvSpPr>
              <p:cNvPr id="62" name="Rectangle 13">
                <a:extLst>
                  <a:ext uri="{FF2B5EF4-FFF2-40B4-BE49-F238E27FC236}">
                    <a16:creationId xmlns:a16="http://schemas.microsoft.com/office/drawing/2014/main" id="{B1031384-6819-44A2-8CCA-F61D5F635610}"/>
                  </a:ext>
                </a:extLst>
              </p:cNvPr>
              <p:cNvSpPr>
                <a:spLocks noChangeArrowheads="1"/>
              </p:cNvSpPr>
              <p:nvPr/>
            </p:nvSpPr>
            <p:spPr bwMode="auto">
              <a:xfrm>
                <a:off x="3185" y="2735"/>
                <a:ext cx="360" cy="4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defRPr/>
                </a:pPr>
                <a:r>
                  <a:rPr lang="en-US" altLang="zh-CN" sz="3200" dirty="0">
                    <a:solidFill>
                      <a:srgbClr val="000000"/>
                    </a:solidFill>
                    <a:latin typeface="华文楷体" panose="02010600040101010101" pitchFamily="2" charset="-122"/>
                    <a:ea typeface="华文楷体" panose="02010600040101010101" pitchFamily="2" charset="-122"/>
                  </a:rPr>
                  <a:t>+</a:t>
                </a:r>
              </a:p>
            </p:txBody>
          </p:sp>
          <p:sp>
            <p:nvSpPr>
              <p:cNvPr id="63" name="Rectangle 14">
                <a:extLst>
                  <a:ext uri="{FF2B5EF4-FFF2-40B4-BE49-F238E27FC236}">
                    <a16:creationId xmlns:a16="http://schemas.microsoft.com/office/drawing/2014/main" id="{884FDD17-7F2D-4D78-8AB3-0E24EAEF57ED}"/>
                  </a:ext>
                </a:extLst>
              </p:cNvPr>
              <p:cNvSpPr>
                <a:spLocks noChangeArrowheads="1"/>
              </p:cNvSpPr>
              <p:nvPr/>
            </p:nvSpPr>
            <p:spPr bwMode="auto">
              <a:xfrm>
                <a:off x="3281" y="2351"/>
                <a:ext cx="360" cy="4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defRPr/>
                </a:pPr>
                <a:r>
                  <a:rPr lang="en-US" altLang="zh-CN" sz="3200">
                    <a:solidFill>
                      <a:srgbClr val="000000"/>
                    </a:solidFill>
                    <a:latin typeface="华文楷体" panose="02010600040101010101" pitchFamily="2" charset="-122"/>
                    <a:ea typeface="华文楷体" panose="02010600040101010101" pitchFamily="2" charset="-122"/>
                  </a:rPr>
                  <a:t>+</a:t>
                </a:r>
              </a:p>
            </p:txBody>
          </p:sp>
          <p:sp>
            <p:nvSpPr>
              <p:cNvPr id="64" name="Rectangle 15">
                <a:extLst>
                  <a:ext uri="{FF2B5EF4-FFF2-40B4-BE49-F238E27FC236}">
                    <a16:creationId xmlns:a16="http://schemas.microsoft.com/office/drawing/2014/main" id="{A7E6B13B-8E9E-4F80-968D-35DC432DAEEF}"/>
                  </a:ext>
                </a:extLst>
              </p:cNvPr>
              <p:cNvSpPr>
                <a:spLocks noChangeArrowheads="1"/>
              </p:cNvSpPr>
              <p:nvPr/>
            </p:nvSpPr>
            <p:spPr bwMode="auto">
              <a:xfrm>
                <a:off x="3569" y="2062"/>
                <a:ext cx="360" cy="4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defRPr/>
                </a:pPr>
                <a:r>
                  <a:rPr lang="en-US" altLang="zh-CN" sz="3200">
                    <a:solidFill>
                      <a:srgbClr val="000000"/>
                    </a:solidFill>
                    <a:latin typeface="华文楷体" panose="02010600040101010101" pitchFamily="2" charset="-122"/>
                    <a:ea typeface="华文楷体" panose="02010600040101010101" pitchFamily="2" charset="-122"/>
                  </a:rPr>
                  <a:t>+</a:t>
                </a:r>
              </a:p>
            </p:txBody>
          </p:sp>
          <p:sp>
            <p:nvSpPr>
              <p:cNvPr id="65" name="Rectangle 16">
                <a:extLst>
                  <a:ext uri="{FF2B5EF4-FFF2-40B4-BE49-F238E27FC236}">
                    <a16:creationId xmlns:a16="http://schemas.microsoft.com/office/drawing/2014/main" id="{61A1997D-BB1E-4DE4-A98B-03ADA7D60196}"/>
                  </a:ext>
                </a:extLst>
              </p:cNvPr>
              <p:cNvSpPr>
                <a:spLocks noChangeArrowheads="1"/>
              </p:cNvSpPr>
              <p:nvPr/>
            </p:nvSpPr>
            <p:spPr bwMode="auto">
              <a:xfrm>
                <a:off x="3905" y="1871"/>
                <a:ext cx="360" cy="4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defRPr/>
                </a:pPr>
                <a:r>
                  <a:rPr lang="en-US" altLang="zh-CN" sz="3200">
                    <a:solidFill>
                      <a:srgbClr val="000000"/>
                    </a:solidFill>
                    <a:latin typeface="华文楷体" panose="02010600040101010101" pitchFamily="2" charset="-122"/>
                    <a:ea typeface="华文楷体" panose="02010600040101010101" pitchFamily="2" charset="-122"/>
                  </a:rPr>
                  <a:t>+</a:t>
                </a:r>
              </a:p>
            </p:txBody>
          </p:sp>
          <p:sp>
            <p:nvSpPr>
              <p:cNvPr id="66" name="Rectangle 17">
                <a:extLst>
                  <a:ext uri="{FF2B5EF4-FFF2-40B4-BE49-F238E27FC236}">
                    <a16:creationId xmlns:a16="http://schemas.microsoft.com/office/drawing/2014/main" id="{594A1C85-A7FB-47EC-B7E7-E28AAEACF92F}"/>
                  </a:ext>
                </a:extLst>
              </p:cNvPr>
              <p:cNvSpPr>
                <a:spLocks noChangeArrowheads="1"/>
              </p:cNvSpPr>
              <p:nvPr/>
            </p:nvSpPr>
            <p:spPr bwMode="auto">
              <a:xfrm>
                <a:off x="4674" y="2062"/>
                <a:ext cx="360" cy="4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defRPr/>
                </a:pPr>
                <a:r>
                  <a:rPr lang="en-US" altLang="zh-CN" sz="3200">
                    <a:solidFill>
                      <a:srgbClr val="000000"/>
                    </a:solidFill>
                    <a:latin typeface="华文楷体" panose="02010600040101010101" pitchFamily="2" charset="-122"/>
                    <a:ea typeface="华文楷体" panose="02010600040101010101" pitchFamily="2" charset="-122"/>
                  </a:rPr>
                  <a:t>+</a:t>
                </a:r>
              </a:p>
            </p:txBody>
          </p:sp>
          <p:sp>
            <p:nvSpPr>
              <p:cNvPr id="67" name="Rectangle 18">
                <a:extLst>
                  <a:ext uri="{FF2B5EF4-FFF2-40B4-BE49-F238E27FC236}">
                    <a16:creationId xmlns:a16="http://schemas.microsoft.com/office/drawing/2014/main" id="{3548816E-ED56-4EA5-B48C-39D4E8724EE9}"/>
                  </a:ext>
                </a:extLst>
              </p:cNvPr>
              <p:cNvSpPr>
                <a:spLocks noChangeArrowheads="1"/>
              </p:cNvSpPr>
              <p:nvPr/>
            </p:nvSpPr>
            <p:spPr bwMode="auto">
              <a:xfrm>
                <a:off x="4290" y="1871"/>
                <a:ext cx="360" cy="4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defRPr/>
                </a:pPr>
                <a:r>
                  <a:rPr lang="en-US" altLang="zh-CN" sz="3200">
                    <a:solidFill>
                      <a:srgbClr val="000000"/>
                    </a:solidFill>
                    <a:latin typeface="华文楷体" panose="02010600040101010101" pitchFamily="2" charset="-122"/>
                    <a:ea typeface="华文楷体" panose="02010600040101010101" pitchFamily="2" charset="-122"/>
                  </a:rPr>
                  <a:t>+</a:t>
                </a:r>
              </a:p>
            </p:txBody>
          </p:sp>
          <p:sp>
            <p:nvSpPr>
              <p:cNvPr id="68" name="Rectangle 19">
                <a:extLst>
                  <a:ext uri="{FF2B5EF4-FFF2-40B4-BE49-F238E27FC236}">
                    <a16:creationId xmlns:a16="http://schemas.microsoft.com/office/drawing/2014/main" id="{04775FA1-D7F4-4782-BF3B-D8D7C8254149}"/>
                  </a:ext>
                </a:extLst>
              </p:cNvPr>
              <p:cNvSpPr>
                <a:spLocks noChangeArrowheads="1"/>
              </p:cNvSpPr>
              <p:nvPr/>
            </p:nvSpPr>
            <p:spPr bwMode="auto">
              <a:xfrm>
                <a:off x="4290" y="3742"/>
                <a:ext cx="360" cy="4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defRPr/>
                </a:pPr>
                <a:r>
                  <a:rPr lang="en-US" altLang="zh-CN" sz="3200">
                    <a:solidFill>
                      <a:srgbClr val="000000"/>
                    </a:solidFill>
                    <a:latin typeface="华文楷体" panose="02010600040101010101" pitchFamily="2" charset="-122"/>
                    <a:ea typeface="华文楷体" panose="02010600040101010101" pitchFamily="2" charset="-122"/>
                  </a:rPr>
                  <a:t>+</a:t>
                </a:r>
              </a:p>
            </p:txBody>
          </p:sp>
          <p:sp>
            <p:nvSpPr>
              <p:cNvPr id="69" name="Rectangle 20">
                <a:extLst>
                  <a:ext uri="{FF2B5EF4-FFF2-40B4-BE49-F238E27FC236}">
                    <a16:creationId xmlns:a16="http://schemas.microsoft.com/office/drawing/2014/main" id="{4F130053-AF31-4E39-A8B6-BBFC3C21E0EE}"/>
                  </a:ext>
                </a:extLst>
              </p:cNvPr>
              <p:cNvSpPr>
                <a:spLocks noChangeArrowheads="1"/>
              </p:cNvSpPr>
              <p:nvPr/>
            </p:nvSpPr>
            <p:spPr bwMode="auto">
              <a:xfrm>
                <a:off x="4674" y="3551"/>
                <a:ext cx="360" cy="4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defRPr/>
                </a:pPr>
                <a:r>
                  <a:rPr lang="en-US" altLang="zh-CN" sz="3200">
                    <a:solidFill>
                      <a:srgbClr val="000000"/>
                    </a:solidFill>
                    <a:latin typeface="华文楷体" panose="02010600040101010101" pitchFamily="2" charset="-122"/>
                    <a:ea typeface="华文楷体" panose="02010600040101010101" pitchFamily="2" charset="-122"/>
                  </a:rPr>
                  <a:t>+</a:t>
                </a:r>
              </a:p>
            </p:txBody>
          </p:sp>
          <p:sp>
            <p:nvSpPr>
              <p:cNvPr id="70" name="Rectangle 21">
                <a:extLst>
                  <a:ext uri="{FF2B5EF4-FFF2-40B4-BE49-F238E27FC236}">
                    <a16:creationId xmlns:a16="http://schemas.microsoft.com/office/drawing/2014/main" id="{BABAC140-54F2-45F3-8212-44204776CD1B}"/>
                  </a:ext>
                </a:extLst>
              </p:cNvPr>
              <p:cNvSpPr>
                <a:spLocks noChangeArrowheads="1"/>
              </p:cNvSpPr>
              <p:nvPr/>
            </p:nvSpPr>
            <p:spPr bwMode="auto">
              <a:xfrm>
                <a:off x="4913" y="3312"/>
                <a:ext cx="360" cy="4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defRPr/>
                </a:pPr>
                <a:r>
                  <a:rPr lang="en-US" altLang="zh-CN" sz="3200">
                    <a:solidFill>
                      <a:srgbClr val="000000"/>
                    </a:solidFill>
                    <a:latin typeface="华文楷体" panose="02010600040101010101" pitchFamily="2" charset="-122"/>
                    <a:ea typeface="华文楷体" panose="02010600040101010101" pitchFamily="2" charset="-122"/>
                  </a:rPr>
                  <a:t>+</a:t>
                </a:r>
              </a:p>
            </p:txBody>
          </p:sp>
          <p:sp>
            <p:nvSpPr>
              <p:cNvPr id="71" name="Rectangle 22">
                <a:extLst>
                  <a:ext uri="{FF2B5EF4-FFF2-40B4-BE49-F238E27FC236}">
                    <a16:creationId xmlns:a16="http://schemas.microsoft.com/office/drawing/2014/main" id="{5EA5B3DD-19FF-483C-B6C1-3781A42C9C51}"/>
                  </a:ext>
                </a:extLst>
              </p:cNvPr>
              <p:cNvSpPr>
                <a:spLocks noChangeArrowheads="1"/>
              </p:cNvSpPr>
              <p:nvPr/>
            </p:nvSpPr>
            <p:spPr bwMode="auto">
              <a:xfrm>
                <a:off x="5009" y="3022"/>
                <a:ext cx="360" cy="4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defRPr/>
                </a:pPr>
                <a:r>
                  <a:rPr lang="en-US" altLang="zh-CN" sz="3200">
                    <a:solidFill>
                      <a:srgbClr val="000000"/>
                    </a:solidFill>
                    <a:latin typeface="华文楷体" panose="02010600040101010101" pitchFamily="2" charset="-122"/>
                    <a:ea typeface="华文楷体" panose="02010600040101010101" pitchFamily="2" charset="-122"/>
                  </a:rPr>
                  <a:t>+</a:t>
                </a:r>
              </a:p>
            </p:txBody>
          </p:sp>
          <p:sp>
            <p:nvSpPr>
              <p:cNvPr id="72" name="Rectangle 23">
                <a:extLst>
                  <a:ext uri="{FF2B5EF4-FFF2-40B4-BE49-F238E27FC236}">
                    <a16:creationId xmlns:a16="http://schemas.microsoft.com/office/drawing/2014/main" id="{C7E4CA73-E158-491A-BA16-A753313EB31E}"/>
                  </a:ext>
                </a:extLst>
              </p:cNvPr>
              <p:cNvSpPr>
                <a:spLocks noChangeArrowheads="1"/>
              </p:cNvSpPr>
              <p:nvPr/>
            </p:nvSpPr>
            <p:spPr bwMode="auto">
              <a:xfrm>
                <a:off x="5058" y="2687"/>
                <a:ext cx="360" cy="4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defRPr/>
                </a:pPr>
                <a:r>
                  <a:rPr lang="en-US" altLang="zh-CN" sz="3200" dirty="0">
                    <a:solidFill>
                      <a:srgbClr val="000000"/>
                    </a:solidFill>
                    <a:latin typeface="华文楷体" panose="02010600040101010101" pitchFamily="2" charset="-122"/>
                    <a:ea typeface="华文楷体" panose="02010600040101010101" pitchFamily="2" charset="-122"/>
                  </a:rPr>
                  <a:t>+</a:t>
                </a:r>
              </a:p>
            </p:txBody>
          </p:sp>
          <p:sp>
            <p:nvSpPr>
              <p:cNvPr id="73" name="Rectangle 24">
                <a:extLst>
                  <a:ext uri="{FF2B5EF4-FFF2-40B4-BE49-F238E27FC236}">
                    <a16:creationId xmlns:a16="http://schemas.microsoft.com/office/drawing/2014/main" id="{7E42BFE1-1F1B-4FEC-8914-12A2B6F8D851}"/>
                  </a:ext>
                </a:extLst>
              </p:cNvPr>
              <p:cNvSpPr>
                <a:spLocks noChangeArrowheads="1"/>
              </p:cNvSpPr>
              <p:nvPr/>
            </p:nvSpPr>
            <p:spPr bwMode="auto">
              <a:xfrm>
                <a:off x="3618" y="3599"/>
                <a:ext cx="360" cy="4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defRPr/>
                </a:pPr>
                <a:r>
                  <a:rPr lang="en-US" altLang="zh-CN" sz="3200">
                    <a:solidFill>
                      <a:srgbClr val="000000"/>
                    </a:solidFill>
                    <a:latin typeface="华文楷体" panose="02010600040101010101" pitchFamily="2" charset="-122"/>
                    <a:ea typeface="华文楷体" panose="02010600040101010101" pitchFamily="2" charset="-122"/>
                  </a:rPr>
                  <a:t>+</a:t>
                </a:r>
              </a:p>
            </p:txBody>
          </p:sp>
          <p:sp>
            <p:nvSpPr>
              <p:cNvPr id="74" name="Rectangle 25">
                <a:extLst>
                  <a:ext uri="{FF2B5EF4-FFF2-40B4-BE49-F238E27FC236}">
                    <a16:creationId xmlns:a16="http://schemas.microsoft.com/office/drawing/2014/main" id="{29D6C031-AF59-47BC-9356-1212BA2F9C96}"/>
                  </a:ext>
                </a:extLst>
              </p:cNvPr>
              <p:cNvSpPr>
                <a:spLocks noChangeArrowheads="1"/>
              </p:cNvSpPr>
              <p:nvPr/>
            </p:nvSpPr>
            <p:spPr bwMode="auto">
              <a:xfrm>
                <a:off x="3952" y="3743"/>
                <a:ext cx="360" cy="4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defRPr/>
                </a:pPr>
                <a:r>
                  <a:rPr lang="en-US" altLang="zh-CN" sz="3200">
                    <a:solidFill>
                      <a:srgbClr val="000000"/>
                    </a:solidFill>
                    <a:latin typeface="华文楷体" panose="02010600040101010101" pitchFamily="2" charset="-122"/>
                    <a:ea typeface="华文楷体" panose="02010600040101010101" pitchFamily="2" charset="-122"/>
                  </a:rPr>
                  <a:t>+</a:t>
                </a:r>
              </a:p>
            </p:txBody>
          </p:sp>
          <mc:AlternateContent xmlns:mc="http://schemas.openxmlformats.org/markup-compatibility/2006" xmlns:a14="http://schemas.microsoft.com/office/drawing/2010/main">
            <mc:Choice Requires="a14">
              <p:sp>
                <p:nvSpPr>
                  <p:cNvPr id="75" name="Rectangle 26">
                    <a:extLst>
                      <a:ext uri="{FF2B5EF4-FFF2-40B4-BE49-F238E27FC236}">
                        <a16:creationId xmlns:a16="http://schemas.microsoft.com/office/drawing/2014/main" id="{21BAADEB-A918-420A-B6D0-A49A93AC487D}"/>
                      </a:ext>
                    </a:extLst>
                  </p:cNvPr>
                  <p:cNvSpPr>
                    <a:spLocks noChangeArrowheads="1"/>
                  </p:cNvSpPr>
                  <p:nvPr/>
                </p:nvSpPr>
                <p:spPr bwMode="auto">
                  <a:xfrm>
                    <a:off x="5102" y="1976"/>
                    <a:ext cx="421" cy="458"/>
                  </a:xfrm>
                  <a:prstGeom prst="rect">
                    <a:avLst/>
                  </a:prstGeom>
                  <a:noFill/>
                  <a:ln>
                    <a:noFill/>
                  </a:ln>
                  <a:effectLst/>
                  <a:extLst>
                    <a:ext uri="{909E8E84-426E-40DD-AFC4-6F175D3DCCD1}">
                      <a14:hiddenFill>
                        <a:solidFill>
                          <a:schemeClr val="accent1"/>
                        </a:solidFill>
                      </a14:hiddenFill>
                    </a:ext>
                    <a:ext uri="{91240B29-F687-4F45-9708-019B960494DF}">
                      <a14:hiddenLine w="9525">
                        <a:solidFill>
                          <a:srgbClr val="FFFF00"/>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non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defRPr/>
                    </a:pPr>
                    <a14:m>
                      <m:oMathPara xmlns:m="http://schemas.openxmlformats.org/officeDocument/2006/math">
                        <m:oMathParaPr>
                          <m:jc m:val="centerGroup"/>
                        </m:oMathParaPr>
                        <m:oMath xmlns:m="http://schemas.openxmlformats.org/officeDocument/2006/math">
                          <m:r>
                            <a:rPr lang="en-US" altLang="zh-CN" sz="3200" i="1">
                              <a:solidFill>
                                <a:srgbClr val="000000"/>
                              </a:solidFill>
                              <a:latin typeface="Cambria Math" panose="02040503050406030204" pitchFamily="18" charset="0"/>
                              <a:ea typeface="华文新魏" panose="02010800040101010101" pitchFamily="2" charset="-122"/>
                            </a:rPr>
                            <m:t>𝒒</m:t>
                          </m:r>
                        </m:oMath>
                      </m:oMathPara>
                    </a14:m>
                    <a:endParaRPr lang="en-US" altLang="zh-CN" sz="3200" i="1" dirty="0">
                      <a:solidFill>
                        <a:srgbClr val="000000"/>
                      </a:solidFill>
                      <a:latin typeface="华文楷体" panose="02010600040101010101" pitchFamily="2" charset="-122"/>
                      <a:ea typeface="华文楷体" panose="02010600040101010101" pitchFamily="2" charset="-122"/>
                    </a:endParaRPr>
                  </a:p>
                </p:txBody>
              </p:sp>
            </mc:Choice>
            <mc:Fallback xmlns="">
              <p:sp>
                <p:nvSpPr>
                  <p:cNvPr id="75" name="Rectangle 26">
                    <a:extLst>
                      <a:ext uri="{FF2B5EF4-FFF2-40B4-BE49-F238E27FC236}">
                        <a16:creationId xmlns:a16="http://schemas.microsoft.com/office/drawing/2014/main" id="{21BAADEB-A918-420A-B6D0-A49A93AC487D}"/>
                      </a:ext>
                    </a:extLst>
                  </p:cNvPr>
                  <p:cNvSpPr>
                    <a:spLocks noRot="1" noChangeAspect="1" noMove="1" noResize="1" noEditPoints="1" noAdjustHandles="1" noChangeArrowheads="1" noChangeShapeType="1" noTextEdit="1"/>
                  </p:cNvSpPr>
                  <p:nvPr/>
                </p:nvSpPr>
                <p:spPr bwMode="auto">
                  <a:xfrm>
                    <a:off x="5102" y="1976"/>
                    <a:ext cx="421" cy="458"/>
                  </a:xfrm>
                  <a:prstGeom prst="rect">
                    <a:avLst/>
                  </a:prstGeom>
                  <a:blipFill>
                    <a:blip r:embed="rId7"/>
                    <a:stretch>
                      <a:fillRect/>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p:grpSp>
        <p:grpSp>
          <p:nvGrpSpPr>
            <p:cNvPr id="56" name="Group 27">
              <a:extLst>
                <a:ext uri="{FF2B5EF4-FFF2-40B4-BE49-F238E27FC236}">
                  <a16:creationId xmlns:a16="http://schemas.microsoft.com/office/drawing/2014/main" id="{AFDD972F-3D67-4356-8BA7-3F1DF8FBC43D}"/>
                </a:ext>
              </a:extLst>
            </p:cNvPr>
            <p:cNvGrpSpPr>
              <a:grpSpLocks/>
            </p:cNvGrpSpPr>
            <p:nvPr/>
          </p:nvGrpSpPr>
          <p:grpSpPr bwMode="auto">
            <a:xfrm>
              <a:off x="3705" y="935"/>
              <a:ext cx="820" cy="965"/>
              <a:chOff x="455" y="1388"/>
              <a:chExt cx="820" cy="965"/>
            </a:xfrm>
          </p:grpSpPr>
          <p:sp>
            <p:nvSpPr>
              <p:cNvPr id="57" name="Line 28">
                <a:extLst>
                  <a:ext uri="{FF2B5EF4-FFF2-40B4-BE49-F238E27FC236}">
                    <a16:creationId xmlns:a16="http://schemas.microsoft.com/office/drawing/2014/main" id="{FEE23397-4D9D-42BF-BBFD-A35828646120}"/>
                  </a:ext>
                </a:extLst>
              </p:cNvPr>
              <p:cNvSpPr>
                <a:spLocks noChangeShapeType="1"/>
              </p:cNvSpPr>
              <p:nvPr/>
            </p:nvSpPr>
            <p:spPr bwMode="auto">
              <a:xfrm flipH="1" flipV="1">
                <a:off x="455" y="1388"/>
                <a:ext cx="647" cy="707"/>
              </a:xfrm>
              <a:prstGeom prst="line">
                <a:avLst/>
              </a:prstGeom>
              <a:noFill/>
              <a:ln w="25400">
                <a:solidFill>
                  <a:srgbClr val="FF0000"/>
                </a:solidFill>
                <a:round/>
                <a:headEnd type="oval"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defRPr/>
                </a:pPr>
                <a:endParaRPr kumimoji="1" lang="zh-CN" altLang="en-US" b="1" dirty="0">
                  <a:solidFill>
                    <a:srgbClr val="000000"/>
                  </a:solidFill>
                  <a:highlight>
                    <a:srgbClr val="008000"/>
                  </a:highlight>
                  <a:latin typeface="华文楷体" panose="02010600040101010101" pitchFamily="2" charset="-122"/>
                  <a:ea typeface="华文楷体" panose="02010600040101010101" pitchFamily="2" charset="-122"/>
                </a:endParaRPr>
              </a:p>
            </p:txBody>
          </p:sp>
          <p:sp>
            <p:nvSpPr>
              <p:cNvPr id="58" name="Text Box 29">
                <a:extLst>
                  <a:ext uri="{FF2B5EF4-FFF2-40B4-BE49-F238E27FC236}">
                    <a16:creationId xmlns:a16="http://schemas.microsoft.com/office/drawing/2014/main" id="{C7873D7E-26C9-4302-9852-A5240632B284}"/>
                  </a:ext>
                </a:extLst>
              </p:cNvPr>
              <p:cNvSpPr txBox="1">
                <a:spLocks noChangeArrowheads="1"/>
              </p:cNvSpPr>
              <p:nvPr/>
            </p:nvSpPr>
            <p:spPr bwMode="auto">
              <a:xfrm>
                <a:off x="669" y="1751"/>
                <a:ext cx="287" cy="3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Lst>
            </p:spPr>
            <p:txBody>
              <a:bodyPr wrap="none">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defRPr/>
                </a:pPr>
                <a:r>
                  <a:rPr lang="en-US" altLang="zh-CN" sz="3200" i="1" dirty="0">
                    <a:solidFill>
                      <a:srgbClr val="000000"/>
                    </a:solidFill>
                    <a:latin typeface="华文楷体" panose="02010600040101010101" pitchFamily="2" charset="-122"/>
                    <a:ea typeface="华文楷体" panose="02010600040101010101" pitchFamily="2" charset="-122"/>
                  </a:rPr>
                  <a:t>R</a:t>
                </a:r>
              </a:p>
            </p:txBody>
          </p:sp>
          <p:sp>
            <p:nvSpPr>
              <p:cNvPr id="59" name="Text Box 30">
                <a:extLst>
                  <a:ext uri="{FF2B5EF4-FFF2-40B4-BE49-F238E27FC236}">
                    <a16:creationId xmlns:a16="http://schemas.microsoft.com/office/drawing/2014/main" id="{CEC0B411-0CF5-41D9-A525-B23F76713362}"/>
                  </a:ext>
                </a:extLst>
              </p:cNvPr>
              <p:cNvSpPr txBox="1">
                <a:spLocks noChangeArrowheads="1"/>
              </p:cNvSpPr>
              <p:nvPr/>
            </p:nvSpPr>
            <p:spPr bwMode="auto">
              <a:xfrm>
                <a:off x="1026" y="1985"/>
                <a:ext cx="249" cy="36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Lst>
            </p:spPr>
            <p:txBody>
              <a:bodyPr wrap="none">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defRPr/>
                </a:pPr>
                <a:r>
                  <a:rPr lang="en-US" altLang="zh-CN" sz="3200">
                    <a:solidFill>
                      <a:srgbClr val="000000"/>
                    </a:solidFill>
                    <a:latin typeface="华文楷体" panose="02010600040101010101" pitchFamily="2" charset="-122"/>
                    <a:ea typeface="华文楷体" panose="02010600040101010101" pitchFamily="2" charset="-122"/>
                  </a:rPr>
                  <a:t>o</a:t>
                </a:r>
              </a:p>
            </p:txBody>
          </p:sp>
        </p:grpSp>
      </p:grpSp>
      <mc:AlternateContent xmlns:mc="http://schemas.openxmlformats.org/markup-compatibility/2006" xmlns:a14="http://schemas.microsoft.com/office/drawing/2010/main">
        <mc:Choice Requires="a14">
          <p:sp>
            <p:nvSpPr>
              <p:cNvPr id="76" name="矩形 75">
                <a:extLst>
                  <a:ext uri="{FF2B5EF4-FFF2-40B4-BE49-F238E27FC236}">
                    <a16:creationId xmlns:a16="http://schemas.microsoft.com/office/drawing/2014/main" id="{0C57C2A2-FB0F-4C49-A2B6-EF54A7A0259F}"/>
                  </a:ext>
                </a:extLst>
              </p:cNvPr>
              <p:cNvSpPr/>
              <p:nvPr/>
            </p:nvSpPr>
            <p:spPr>
              <a:xfrm>
                <a:off x="5097039" y="2714611"/>
                <a:ext cx="2160335" cy="523220"/>
              </a:xfrm>
              <a:prstGeom prst="rect">
                <a:avLst/>
              </a:prstGeom>
            </p:spPr>
            <p:txBody>
              <a:bodyPr wrap="none">
                <a:spAutoFit/>
              </a:bodyPr>
              <a:lstStyle/>
              <a:p>
                <a14:m>
                  <m:oMath xmlns:m="http://schemas.openxmlformats.org/officeDocument/2006/math">
                    <m:r>
                      <a:rPr kumimoji="1" lang="en-US" altLang="zh-CN" sz="2800" b="0" i="1" dirty="0" smtClean="0">
                        <a:solidFill>
                          <a:srgbClr val="0066FF"/>
                        </a:solidFill>
                        <a:latin typeface="Cambria Math" panose="02040503050406030204" pitchFamily="18" charset="0"/>
                        <a:ea typeface="华文新魏" panose="02010800040101010101" pitchFamily="2" charset="-122"/>
                      </a:rPr>
                      <m:t>− </m:t>
                    </m:r>
                    <m:r>
                      <a:rPr kumimoji="1" lang="en-US" altLang="zh-CN" sz="2800" i="1" dirty="0" smtClean="0">
                        <a:solidFill>
                          <a:srgbClr val="0066FF"/>
                        </a:solidFill>
                        <a:latin typeface="Cambria Math" panose="02040503050406030204" pitchFamily="18" charset="0"/>
                        <a:ea typeface="华文新魏" panose="02010800040101010101" pitchFamily="2" charset="-122"/>
                      </a:rPr>
                      <m:t>𝒓</m:t>
                    </m:r>
                    <m:r>
                      <a:rPr kumimoji="1" lang="en-US" altLang="zh-CN" sz="2800" i="1" dirty="0" smtClean="0">
                        <a:solidFill>
                          <a:srgbClr val="0066FF"/>
                        </a:solidFill>
                        <a:latin typeface="Cambria Math" panose="02040503050406030204" pitchFamily="18" charset="0"/>
                        <a:ea typeface="华文新魏" panose="02010800040101010101" pitchFamily="2" charset="-122"/>
                      </a:rPr>
                      <m:t>≤</m:t>
                    </m:r>
                    <m:r>
                      <a:rPr kumimoji="1" lang="en-US" altLang="zh-CN" sz="2800" i="1" dirty="0" smtClean="0">
                        <a:solidFill>
                          <a:srgbClr val="0066FF"/>
                        </a:solidFill>
                        <a:latin typeface="Cambria Math" panose="02040503050406030204" pitchFamily="18" charset="0"/>
                        <a:ea typeface="华文新魏" panose="02010800040101010101" pitchFamily="2" charset="-122"/>
                      </a:rPr>
                      <m:t>𝑹</m:t>
                    </m:r>
                  </m:oMath>
                </a14:m>
                <a:r>
                  <a:rPr lang="zh-CN" altLang="en-US" sz="2800" dirty="0">
                    <a:solidFill>
                      <a:srgbClr val="0066FF"/>
                    </a:solidFill>
                  </a:rPr>
                  <a:t>时，</a:t>
                </a:r>
                <a:endParaRPr lang="en-US" sz="2800" dirty="0">
                  <a:solidFill>
                    <a:srgbClr val="0066FF"/>
                  </a:solidFill>
                </a:endParaRPr>
              </a:p>
            </p:txBody>
          </p:sp>
        </mc:Choice>
        <mc:Fallback xmlns="">
          <p:sp>
            <p:nvSpPr>
              <p:cNvPr id="76" name="矩形 75">
                <a:extLst>
                  <a:ext uri="{FF2B5EF4-FFF2-40B4-BE49-F238E27FC236}">
                    <a16:creationId xmlns:a16="http://schemas.microsoft.com/office/drawing/2014/main" id="{0C57C2A2-FB0F-4C49-A2B6-EF54A7A0259F}"/>
                  </a:ext>
                </a:extLst>
              </p:cNvPr>
              <p:cNvSpPr>
                <a:spLocks noRot="1" noChangeAspect="1" noMove="1" noResize="1" noEditPoints="1" noAdjustHandles="1" noChangeArrowheads="1" noChangeShapeType="1" noTextEdit="1"/>
              </p:cNvSpPr>
              <p:nvPr/>
            </p:nvSpPr>
            <p:spPr>
              <a:xfrm>
                <a:off x="5097039" y="2714611"/>
                <a:ext cx="2160335" cy="523220"/>
              </a:xfrm>
              <a:prstGeom prst="rect">
                <a:avLst/>
              </a:prstGeom>
              <a:blipFill>
                <a:blip r:embed="rId8"/>
                <a:stretch>
                  <a:fillRect t="-11628" r="-4507" b="-3139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7" name="矩形 76">
                <a:extLst>
                  <a:ext uri="{FF2B5EF4-FFF2-40B4-BE49-F238E27FC236}">
                    <a16:creationId xmlns:a16="http://schemas.microsoft.com/office/drawing/2014/main" id="{6B7A48AA-22DE-43C7-BC86-9BEF677C29D0}"/>
                  </a:ext>
                </a:extLst>
              </p:cNvPr>
              <p:cNvSpPr/>
              <p:nvPr/>
            </p:nvSpPr>
            <p:spPr>
              <a:xfrm>
                <a:off x="1210072" y="5844920"/>
                <a:ext cx="1801262" cy="523220"/>
              </a:xfrm>
              <a:prstGeom prst="rect">
                <a:avLst/>
              </a:prstGeom>
            </p:spPr>
            <p:txBody>
              <a:bodyPr wrap="none">
                <a:spAutoFit/>
              </a:bodyPr>
              <a:lstStyle/>
              <a:p>
                <a14:m>
                  <m:oMath xmlns:m="http://schemas.openxmlformats.org/officeDocument/2006/math">
                    <m:r>
                      <a:rPr kumimoji="1" lang="en-US" altLang="zh-CN" sz="2800" i="1" dirty="0" smtClean="0">
                        <a:solidFill>
                          <a:srgbClr val="0066FF"/>
                        </a:solidFill>
                        <a:latin typeface="Cambria Math" panose="02040503050406030204" pitchFamily="18" charset="0"/>
                        <a:ea typeface="华文新魏" panose="02010800040101010101" pitchFamily="2" charset="-122"/>
                      </a:rPr>
                      <m:t>−</m:t>
                    </m:r>
                    <m:r>
                      <a:rPr kumimoji="1" lang="en-US" altLang="zh-CN" sz="2800" b="0" i="1" dirty="0" smtClean="0">
                        <a:solidFill>
                          <a:srgbClr val="0066FF"/>
                        </a:solidFill>
                        <a:latin typeface="Cambria Math" panose="02040503050406030204" pitchFamily="18" charset="0"/>
                        <a:ea typeface="华文新魏" panose="02010800040101010101" pitchFamily="2" charset="-122"/>
                      </a:rPr>
                      <m:t> </m:t>
                    </m:r>
                    <m:r>
                      <a:rPr kumimoji="1" lang="en-US" altLang="zh-CN" sz="2800" i="1" dirty="0" smtClean="0">
                        <a:solidFill>
                          <a:srgbClr val="0066FF"/>
                        </a:solidFill>
                        <a:latin typeface="Cambria Math" panose="02040503050406030204" pitchFamily="18" charset="0"/>
                        <a:ea typeface="华文新魏" panose="02010800040101010101" pitchFamily="2" charset="-122"/>
                      </a:rPr>
                      <m:t>𝒓</m:t>
                    </m:r>
                    <m:r>
                      <a:rPr kumimoji="1" lang="en-US" altLang="zh-CN" sz="2800" i="1" dirty="0" smtClean="0">
                        <a:solidFill>
                          <a:srgbClr val="0066FF"/>
                        </a:solidFill>
                        <a:latin typeface="Cambria Math" panose="02040503050406030204" pitchFamily="18" charset="0"/>
                        <a:ea typeface="华文新魏" panose="02010800040101010101" pitchFamily="2" charset="-122"/>
                      </a:rPr>
                      <m:t>&gt;</m:t>
                    </m:r>
                    <m:r>
                      <a:rPr kumimoji="1" lang="en-US" altLang="zh-CN" sz="2800" i="1" dirty="0" smtClean="0">
                        <a:solidFill>
                          <a:srgbClr val="0066FF"/>
                        </a:solidFill>
                        <a:latin typeface="Cambria Math" panose="02040503050406030204" pitchFamily="18" charset="0"/>
                        <a:ea typeface="华文新魏" panose="02010800040101010101" pitchFamily="2" charset="-122"/>
                      </a:rPr>
                      <m:t>𝑹</m:t>
                    </m:r>
                  </m:oMath>
                </a14:m>
                <a:r>
                  <a:rPr kumimoji="1" lang="zh-CN" altLang="en-US" sz="2800" dirty="0">
                    <a:solidFill>
                      <a:srgbClr val="0066FF"/>
                    </a:solidFill>
                  </a:rPr>
                  <a:t>时</a:t>
                </a:r>
                <a:endParaRPr lang="en-US" sz="2800" dirty="0">
                  <a:solidFill>
                    <a:srgbClr val="0066FF"/>
                  </a:solidFill>
                </a:endParaRPr>
              </a:p>
            </p:txBody>
          </p:sp>
        </mc:Choice>
        <mc:Fallback xmlns="">
          <p:sp>
            <p:nvSpPr>
              <p:cNvPr id="77" name="矩形 76">
                <a:extLst>
                  <a:ext uri="{FF2B5EF4-FFF2-40B4-BE49-F238E27FC236}">
                    <a16:creationId xmlns:a16="http://schemas.microsoft.com/office/drawing/2014/main" id="{6B7A48AA-22DE-43C7-BC86-9BEF677C29D0}"/>
                  </a:ext>
                </a:extLst>
              </p:cNvPr>
              <p:cNvSpPr>
                <a:spLocks noRot="1" noChangeAspect="1" noMove="1" noResize="1" noEditPoints="1" noAdjustHandles="1" noChangeArrowheads="1" noChangeShapeType="1" noTextEdit="1"/>
              </p:cNvSpPr>
              <p:nvPr/>
            </p:nvSpPr>
            <p:spPr>
              <a:xfrm>
                <a:off x="1210072" y="5844920"/>
                <a:ext cx="1801262" cy="523220"/>
              </a:xfrm>
              <a:prstGeom prst="rect">
                <a:avLst/>
              </a:prstGeom>
              <a:blipFill>
                <a:blip r:embed="rId9"/>
                <a:stretch>
                  <a:fillRect t="-12791" r="-5763" b="-3139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8" name="Object 6">
                <a:extLst>
                  <a:ext uri="{FF2B5EF4-FFF2-40B4-BE49-F238E27FC236}">
                    <a16:creationId xmlns:a16="http://schemas.microsoft.com/office/drawing/2014/main" id="{F175B523-30F6-436E-A997-7A39BB9A3217}"/>
                  </a:ext>
                </a:extLst>
              </p:cNvPr>
              <p:cNvSpPr txBox="1"/>
              <p:nvPr/>
            </p:nvSpPr>
            <p:spPr bwMode="auto">
              <a:xfrm>
                <a:off x="4163146" y="4355432"/>
                <a:ext cx="4792306" cy="1152525"/>
              </a:xfrm>
              <a:prstGeom prst="rect">
                <a:avLst/>
              </a:prstGeom>
              <a:noFill/>
              <a:ln>
                <a:noFill/>
              </a:ln>
            </p:spPr>
            <p:txBody>
              <a:bodyPr>
                <a:noAutofit/>
              </a:bodyPr>
              <a:lstStyle/>
              <a:p>
                <a:pPr/>
                <a14:m>
                  <m:oMathPara xmlns:m="http://schemas.openxmlformats.org/officeDocument/2006/math">
                    <m:oMathParaPr>
                      <m:jc m:val="centerGroup"/>
                    </m:oMathParaPr>
                    <m:oMath xmlns:m="http://schemas.openxmlformats.org/officeDocument/2006/math">
                      <m:r>
                        <a:rPr lang="en-US" sz="2800" i="1">
                          <a:solidFill>
                            <a:srgbClr val="000000"/>
                          </a:solidFill>
                          <a:latin typeface="Cambria Math" panose="02040503050406030204" pitchFamily="18" charset="0"/>
                        </a:rPr>
                        <m:t>=</m:t>
                      </m:r>
                      <m:f>
                        <m:fPr>
                          <m:ctrlPr>
                            <a:rPr lang="en-US" sz="2800" i="1">
                              <a:solidFill>
                                <a:srgbClr val="000000"/>
                              </a:solidFill>
                              <a:latin typeface="Cambria Math" panose="02040503050406030204" pitchFamily="18" charset="0"/>
                            </a:rPr>
                          </m:ctrlPr>
                        </m:fPr>
                        <m:num>
                          <m:r>
                            <a:rPr lang="en-US" sz="2800" i="1">
                              <a:solidFill>
                                <a:srgbClr val="000000"/>
                              </a:solidFill>
                              <a:latin typeface="Cambria Math" panose="02040503050406030204" pitchFamily="18" charset="0"/>
                            </a:rPr>
                            <m:t>𝑞</m:t>
                          </m:r>
                          <m:r>
                            <a:rPr lang="en-US" sz="2800" i="1">
                              <a:solidFill>
                                <a:srgbClr val="000000"/>
                              </a:solidFill>
                              <a:latin typeface="Cambria Math" panose="02040503050406030204" pitchFamily="18" charset="0"/>
                            </a:rPr>
                            <m:t>(</m:t>
                          </m:r>
                          <m:sSup>
                            <m:sSupPr>
                              <m:ctrlPr>
                                <a:rPr lang="en-US" sz="2800" i="1">
                                  <a:solidFill>
                                    <a:srgbClr val="000000"/>
                                  </a:solidFill>
                                  <a:latin typeface="Cambria Math" panose="02040503050406030204" pitchFamily="18" charset="0"/>
                                </a:rPr>
                              </m:ctrlPr>
                            </m:sSupPr>
                            <m:e>
                              <m:r>
                                <a:rPr lang="en-US" sz="2800" i="1">
                                  <a:solidFill>
                                    <a:srgbClr val="000000"/>
                                  </a:solidFill>
                                  <a:latin typeface="Cambria Math" panose="02040503050406030204" pitchFamily="18" charset="0"/>
                                </a:rPr>
                                <m:t>𝑅</m:t>
                              </m:r>
                            </m:e>
                            <m:sup>
                              <m:r>
                                <a:rPr lang="en-US" sz="2800" i="1">
                                  <a:solidFill>
                                    <a:srgbClr val="000000"/>
                                  </a:solidFill>
                                  <a:latin typeface="Cambria Math" panose="02040503050406030204" pitchFamily="18" charset="0"/>
                                </a:rPr>
                                <m:t>2</m:t>
                              </m:r>
                            </m:sup>
                          </m:sSup>
                          <m:r>
                            <a:rPr lang="en-US" sz="2800" i="1">
                              <a:solidFill>
                                <a:srgbClr val="000000"/>
                              </a:solidFill>
                              <a:latin typeface="Cambria Math" panose="02040503050406030204" pitchFamily="18" charset="0"/>
                            </a:rPr>
                            <m:t>−</m:t>
                          </m:r>
                          <m:sSup>
                            <m:sSupPr>
                              <m:ctrlPr>
                                <a:rPr lang="en-US" sz="2800" i="1">
                                  <a:solidFill>
                                    <a:srgbClr val="000000"/>
                                  </a:solidFill>
                                  <a:latin typeface="Cambria Math" panose="02040503050406030204" pitchFamily="18" charset="0"/>
                                </a:rPr>
                              </m:ctrlPr>
                            </m:sSupPr>
                            <m:e>
                              <m:r>
                                <a:rPr lang="en-US" sz="2800" i="1">
                                  <a:solidFill>
                                    <a:srgbClr val="000000"/>
                                  </a:solidFill>
                                  <a:latin typeface="Cambria Math" panose="02040503050406030204" pitchFamily="18" charset="0"/>
                                </a:rPr>
                                <m:t>𝑟</m:t>
                              </m:r>
                            </m:e>
                            <m:sup>
                              <m:r>
                                <a:rPr lang="en-US" sz="2800" i="1">
                                  <a:solidFill>
                                    <a:srgbClr val="000000"/>
                                  </a:solidFill>
                                  <a:latin typeface="Cambria Math" panose="02040503050406030204" pitchFamily="18" charset="0"/>
                                </a:rPr>
                                <m:t>2</m:t>
                              </m:r>
                            </m:sup>
                          </m:sSup>
                          <m:r>
                            <a:rPr lang="en-US" sz="2800" i="1">
                              <a:solidFill>
                                <a:srgbClr val="000000"/>
                              </a:solidFill>
                              <a:latin typeface="Cambria Math" panose="02040503050406030204" pitchFamily="18" charset="0"/>
                            </a:rPr>
                            <m:t>)</m:t>
                          </m:r>
                        </m:num>
                        <m:den>
                          <m:r>
                            <a:rPr lang="en-US" sz="2800" i="1">
                              <a:solidFill>
                                <a:srgbClr val="000000"/>
                              </a:solidFill>
                              <a:latin typeface="Cambria Math" panose="02040503050406030204" pitchFamily="18" charset="0"/>
                            </a:rPr>
                            <m:t>8</m:t>
                          </m:r>
                          <m:r>
                            <a:rPr lang="en-US" sz="2800" i="1">
                              <a:solidFill>
                                <a:srgbClr val="000000"/>
                              </a:solidFill>
                              <a:latin typeface="Cambria Math" panose="02040503050406030204" pitchFamily="18" charset="0"/>
                            </a:rPr>
                            <m:t>𝜋</m:t>
                          </m:r>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𝜀</m:t>
                              </m:r>
                            </m:e>
                            <m:sub>
                              <m:r>
                                <a:rPr lang="en-US" sz="2800" i="1">
                                  <a:solidFill>
                                    <a:srgbClr val="000000"/>
                                  </a:solidFill>
                                  <a:latin typeface="Cambria Math" panose="02040503050406030204" pitchFamily="18" charset="0"/>
                                </a:rPr>
                                <m:t>0</m:t>
                              </m:r>
                            </m:sub>
                          </m:sSub>
                          <m:sSup>
                            <m:sSupPr>
                              <m:ctrlPr>
                                <a:rPr lang="en-US" sz="2800" i="1">
                                  <a:solidFill>
                                    <a:srgbClr val="000000"/>
                                  </a:solidFill>
                                  <a:latin typeface="Cambria Math" panose="02040503050406030204" pitchFamily="18" charset="0"/>
                                </a:rPr>
                              </m:ctrlPr>
                            </m:sSupPr>
                            <m:e>
                              <m:r>
                                <a:rPr lang="en-US" sz="2800" i="1">
                                  <a:solidFill>
                                    <a:srgbClr val="000000"/>
                                  </a:solidFill>
                                  <a:latin typeface="Cambria Math" panose="02040503050406030204" pitchFamily="18" charset="0"/>
                                </a:rPr>
                                <m:t>𝑅</m:t>
                              </m:r>
                            </m:e>
                            <m:sup>
                              <m:r>
                                <a:rPr lang="en-US" sz="2800" i="1">
                                  <a:solidFill>
                                    <a:srgbClr val="000000"/>
                                  </a:solidFill>
                                  <a:latin typeface="Cambria Math" panose="02040503050406030204" pitchFamily="18" charset="0"/>
                                </a:rPr>
                                <m:t>3</m:t>
                              </m:r>
                            </m:sup>
                          </m:sSup>
                        </m:den>
                      </m:f>
                      <m:r>
                        <a:rPr lang="en-US" sz="2800" i="1">
                          <a:solidFill>
                            <a:srgbClr val="000000"/>
                          </a:solidFill>
                          <a:latin typeface="Cambria Math" panose="02040503050406030204" pitchFamily="18" charset="0"/>
                        </a:rPr>
                        <m:t>+</m:t>
                      </m:r>
                      <m:f>
                        <m:fPr>
                          <m:ctrlPr>
                            <a:rPr lang="en-US" sz="2800" i="1">
                              <a:solidFill>
                                <a:srgbClr val="000000"/>
                              </a:solidFill>
                              <a:latin typeface="Cambria Math" panose="02040503050406030204" pitchFamily="18" charset="0"/>
                            </a:rPr>
                          </m:ctrlPr>
                        </m:fPr>
                        <m:num>
                          <m:r>
                            <a:rPr lang="en-US" sz="2800" i="1">
                              <a:solidFill>
                                <a:srgbClr val="000000"/>
                              </a:solidFill>
                              <a:latin typeface="Cambria Math" panose="02040503050406030204" pitchFamily="18" charset="0"/>
                            </a:rPr>
                            <m:t>𝑞</m:t>
                          </m:r>
                        </m:num>
                        <m:den>
                          <m:r>
                            <a:rPr lang="en-US" sz="2800" i="1">
                              <a:solidFill>
                                <a:srgbClr val="000000"/>
                              </a:solidFill>
                              <a:latin typeface="Cambria Math" panose="02040503050406030204" pitchFamily="18" charset="0"/>
                            </a:rPr>
                            <m:t>4</m:t>
                          </m:r>
                          <m:r>
                            <a:rPr lang="en-US" sz="2800" i="1">
                              <a:solidFill>
                                <a:srgbClr val="000000"/>
                              </a:solidFill>
                              <a:latin typeface="Cambria Math" panose="02040503050406030204" pitchFamily="18" charset="0"/>
                            </a:rPr>
                            <m:t>𝜋</m:t>
                          </m:r>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𝜀</m:t>
                              </m:r>
                            </m:e>
                            <m:sub>
                              <m:r>
                                <a:rPr lang="en-US" sz="2800" i="1">
                                  <a:solidFill>
                                    <a:srgbClr val="000000"/>
                                  </a:solidFill>
                                  <a:latin typeface="Cambria Math" panose="02040503050406030204" pitchFamily="18" charset="0"/>
                                </a:rPr>
                                <m:t>0</m:t>
                              </m:r>
                            </m:sub>
                          </m:sSub>
                          <m:r>
                            <a:rPr lang="en-US" sz="2800" i="1">
                              <a:solidFill>
                                <a:srgbClr val="000000"/>
                              </a:solidFill>
                              <a:latin typeface="Cambria Math" panose="02040503050406030204" pitchFamily="18" charset="0"/>
                            </a:rPr>
                            <m:t>𝑅</m:t>
                          </m:r>
                        </m:den>
                      </m:f>
                    </m:oMath>
                  </m:oMathPara>
                </a14:m>
                <a:endParaRPr lang="en-US" sz="2800" dirty="0"/>
              </a:p>
            </p:txBody>
          </p:sp>
        </mc:Choice>
        <mc:Fallback xmlns="">
          <p:sp>
            <p:nvSpPr>
              <p:cNvPr id="78" name="Object 6">
                <a:extLst>
                  <a:ext uri="{FF2B5EF4-FFF2-40B4-BE49-F238E27FC236}">
                    <a16:creationId xmlns:a16="http://schemas.microsoft.com/office/drawing/2014/main" id="{F175B523-30F6-436E-A997-7A39BB9A3217}"/>
                  </a:ext>
                </a:extLst>
              </p:cNvPr>
              <p:cNvSpPr txBox="1">
                <a:spLocks noRot="1" noChangeAspect="1" noMove="1" noResize="1" noEditPoints="1" noAdjustHandles="1" noChangeArrowheads="1" noChangeShapeType="1" noTextEdit="1"/>
              </p:cNvSpPr>
              <p:nvPr/>
            </p:nvSpPr>
            <p:spPr bwMode="auto">
              <a:xfrm>
                <a:off x="4163146" y="4355432"/>
                <a:ext cx="4792306" cy="1152525"/>
              </a:xfrm>
              <a:prstGeom prst="rect">
                <a:avLst/>
              </a:prstGeom>
              <a:blipFill>
                <a:blip r:embed="rId10"/>
                <a:stretch>
                  <a:fillRect/>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9" name="Object 26">
                <a:extLst>
                  <a:ext uri="{FF2B5EF4-FFF2-40B4-BE49-F238E27FC236}">
                    <a16:creationId xmlns:a16="http://schemas.microsoft.com/office/drawing/2014/main" id="{EB775A2E-2730-447E-A0DD-C78AB7515C65}"/>
                  </a:ext>
                </a:extLst>
              </p:cNvPr>
              <p:cNvSpPr txBox="1"/>
              <p:nvPr/>
            </p:nvSpPr>
            <p:spPr bwMode="auto">
              <a:xfrm>
                <a:off x="8398258" y="4360812"/>
                <a:ext cx="2289175" cy="1146175"/>
              </a:xfrm>
              <a:prstGeom prst="rect">
                <a:avLst/>
              </a:prstGeom>
              <a:noFill/>
              <a:ln>
                <a:noFill/>
              </a:ln>
            </p:spPr>
            <p:txBody>
              <a:bodyPr>
                <a:noAutofit/>
              </a:bodyPr>
              <a:lstStyle/>
              <a:p>
                <a:pPr/>
                <a14:m>
                  <m:oMathPara xmlns:m="http://schemas.openxmlformats.org/officeDocument/2006/math">
                    <m:oMathParaPr>
                      <m:jc m:val="centerGroup"/>
                    </m:oMathParaPr>
                    <m:oMath xmlns:m="http://schemas.openxmlformats.org/officeDocument/2006/math">
                      <m:r>
                        <a:rPr lang="en-US" sz="2800" i="1">
                          <a:solidFill>
                            <a:srgbClr val="000000"/>
                          </a:solidFill>
                          <a:latin typeface="Cambria Math" panose="02040503050406030204" pitchFamily="18" charset="0"/>
                        </a:rPr>
                        <m:t>=</m:t>
                      </m:r>
                      <m:f>
                        <m:fPr>
                          <m:ctrlPr>
                            <a:rPr lang="en-US" sz="2800" i="1">
                              <a:solidFill>
                                <a:srgbClr val="000000"/>
                              </a:solidFill>
                              <a:latin typeface="Cambria Math" panose="02040503050406030204" pitchFamily="18" charset="0"/>
                            </a:rPr>
                          </m:ctrlPr>
                        </m:fPr>
                        <m:num>
                          <m:r>
                            <a:rPr lang="en-US" sz="2800" i="1">
                              <a:solidFill>
                                <a:srgbClr val="000000"/>
                              </a:solidFill>
                              <a:latin typeface="Cambria Math" panose="02040503050406030204" pitchFamily="18" charset="0"/>
                            </a:rPr>
                            <m:t>𝑞</m:t>
                          </m:r>
                          <m:r>
                            <a:rPr lang="en-US" sz="2800" i="1">
                              <a:solidFill>
                                <a:srgbClr val="000000"/>
                              </a:solidFill>
                              <a:latin typeface="Cambria Math" panose="02040503050406030204" pitchFamily="18" charset="0"/>
                            </a:rPr>
                            <m:t>(3</m:t>
                          </m:r>
                          <m:sSup>
                            <m:sSupPr>
                              <m:ctrlPr>
                                <a:rPr lang="en-US" sz="2800" i="1">
                                  <a:solidFill>
                                    <a:srgbClr val="000000"/>
                                  </a:solidFill>
                                  <a:latin typeface="Cambria Math" panose="02040503050406030204" pitchFamily="18" charset="0"/>
                                </a:rPr>
                              </m:ctrlPr>
                            </m:sSupPr>
                            <m:e>
                              <m:r>
                                <a:rPr lang="en-US" sz="2800" i="1">
                                  <a:solidFill>
                                    <a:srgbClr val="000000"/>
                                  </a:solidFill>
                                  <a:latin typeface="Cambria Math" panose="02040503050406030204" pitchFamily="18" charset="0"/>
                                </a:rPr>
                                <m:t>𝑅</m:t>
                              </m:r>
                            </m:e>
                            <m:sup>
                              <m:r>
                                <a:rPr lang="en-US" sz="2800" i="1">
                                  <a:solidFill>
                                    <a:srgbClr val="000000"/>
                                  </a:solidFill>
                                  <a:latin typeface="Cambria Math" panose="02040503050406030204" pitchFamily="18" charset="0"/>
                                </a:rPr>
                                <m:t>2</m:t>
                              </m:r>
                            </m:sup>
                          </m:sSup>
                          <m:r>
                            <a:rPr lang="en-US" sz="2800" i="1">
                              <a:solidFill>
                                <a:srgbClr val="000000"/>
                              </a:solidFill>
                              <a:latin typeface="Cambria Math" panose="02040503050406030204" pitchFamily="18" charset="0"/>
                            </a:rPr>
                            <m:t>−</m:t>
                          </m:r>
                          <m:sSup>
                            <m:sSupPr>
                              <m:ctrlPr>
                                <a:rPr lang="en-US" sz="2800" i="1">
                                  <a:solidFill>
                                    <a:srgbClr val="000000"/>
                                  </a:solidFill>
                                  <a:latin typeface="Cambria Math" panose="02040503050406030204" pitchFamily="18" charset="0"/>
                                </a:rPr>
                              </m:ctrlPr>
                            </m:sSupPr>
                            <m:e>
                              <m:r>
                                <a:rPr lang="en-US" sz="2800" i="1">
                                  <a:solidFill>
                                    <a:srgbClr val="000000"/>
                                  </a:solidFill>
                                  <a:latin typeface="Cambria Math" panose="02040503050406030204" pitchFamily="18" charset="0"/>
                                </a:rPr>
                                <m:t>𝑟</m:t>
                              </m:r>
                            </m:e>
                            <m:sup>
                              <m:r>
                                <a:rPr lang="en-US" sz="2800" i="1">
                                  <a:solidFill>
                                    <a:srgbClr val="000000"/>
                                  </a:solidFill>
                                  <a:latin typeface="Cambria Math" panose="02040503050406030204" pitchFamily="18" charset="0"/>
                                </a:rPr>
                                <m:t>2</m:t>
                              </m:r>
                            </m:sup>
                          </m:sSup>
                          <m:r>
                            <a:rPr lang="en-US" sz="2800" i="1">
                              <a:solidFill>
                                <a:srgbClr val="000000"/>
                              </a:solidFill>
                              <a:latin typeface="Cambria Math" panose="02040503050406030204" pitchFamily="18" charset="0"/>
                            </a:rPr>
                            <m:t>)</m:t>
                          </m:r>
                        </m:num>
                        <m:den>
                          <m:r>
                            <a:rPr lang="en-US" sz="2800" i="1">
                              <a:solidFill>
                                <a:srgbClr val="000000"/>
                              </a:solidFill>
                              <a:latin typeface="Cambria Math" panose="02040503050406030204" pitchFamily="18" charset="0"/>
                            </a:rPr>
                            <m:t>8</m:t>
                          </m:r>
                          <m:r>
                            <a:rPr lang="en-US" sz="2800" i="1">
                              <a:solidFill>
                                <a:srgbClr val="000000"/>
                              </a:solidFill>
                              <a:latin typeface="Cambria Math" panose="02040503050406030204" pitchFamily="18" charset="0"/>
                            </a:rPr>
                            <m:t>𝜋</m:t>
                          </m:r>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𝜀</m:t>
                              </m:r>
                            </m:e>
                            <m:sub>
                              <m:r>
                                <a:rPr lang="en-US" sz="2800" i="1">
                                  <a:solidFill>
                                    <a:srgbClr val="000000"/>
                                  </a:solidFill>
                                  <a:latin typeface="Cambria Math" panose="02040503050406030204" pitchFamily="18" charset="0"/>
                                </a:rPr>
                                <m:t>0</m:t>
                              </m:r>
                            </m:sub>
                          </m:sSub>
                          <m:sSup>
                            <m:sSupPr>
                              <m:ctrlPr>
                                <a:rPr lang="en-US" sz="2800" i="1">
                                  <a:solidFill>
                                    <a:srgbClr val="000000"/>
                                  </a:solidFill>
                                  <a:latin typeface="Cambria Math" panose="02040503050406030204" pitchFamily="18" charset="0"/>
                                </a:rPr>
                              </m:ctrlPr>
                            </m:sSupPr>
                            <m:e>
                              <m:r>
                                <a:rPr lang="en-US" sz="2800" i="1">
                                  <a:solidFill>
                                    <a:srgbClr val="000000"/>
                                  </a:solidFill>
                                  <a:latin typeface="Cambria Math" panose="02040503050406030204" pitchFamily="18" charset="0"/>
                                </a:rPr>
                                <m:t>𝑅</m:t>
                              </m:r>
                            </m:e>
                            <m:sup>
                              <m:r>
                                <a:rPr lang="en-US" sz="2800" i="1">
                                  <a:solidFill>
                                    <a:srgbClr val="000000"/>
                                  </a:solidFill>
                                  <a:latin typeface="Cambria Math" panose="02040503050406030204" pitchFamily="18" charset="0"/>
                                </a:rPr>
                                <m:t>3</m:t>
                              </m:r>
                            </m:sup>
                          </m:sSup>
                        </m:den>
                      </m:f>
                    </m:oMath>
                  </m:oMathPara>
                </a14:m>
                <a:endParaRPr lang="en-US" sz="2800" dirty="0"/>
              </a:p>
            </p:txBody>
          </p:sp>
        </mc:Choice>
        <mc:Fallback xmlns="">
          <p:sp>
            <p:nvSpPr>
              <p:cNvPr id="79" name="Object 26">
                <a:extLst>
                  <a:ext uri="{FF2B5EF4-FFF2-40B4-BE49-F238E27FC236}">
                    <a16:creationId xmlns:a16="http://schemas.microsoft.com/office/drawing/2014/main" id="{EB775A2E-2730-447E-A0DD-C78AB7515C65}"/>
                  </a:ext>
                </a:extLst>
              </p:cNvPr>
              <p:cNvSpPr txBox="1">
                <a:spLocks noRot="1" noChangeAspect="1" noMove="1" noResize="1" noEditPoints="1" noAdjustHandles="1" noChangeArrowheads="1" noChangeShapeType="1" noTextEdit="1"/>
              </p:cNvSpPr>
              <p:nvPr/>
            </p:nvSpPr>
            <p:spPr bwMode="auto">
              <a:xfrm>
                <a:off x="8398258" y="4360812"/>
                <a:ext cx="2289175" cy="1146175"/>
              </a:xfrm>
              <a:prstGeom prst="rect">
                <a:avLst/>
              </a:prstGeom>
              <a:blipFill>
                <a:blip r:embed="rId11"/>
                <a:stretch>
                  <a:fillRect r="-1867"/>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0" name="Object 16">
                <a:extLst>
                  <a:ext uri="{FF2B5EF4-FFF2-40B4-BE49-F238E27FC236}">
                    <a16:creationId xmlns:a16="http://schemas.microsoft.com/office/drawing/2014/main" id="{6F1D2F41-9ECE-4E95-AEEF-CB385D322DAF}"/>
                  </a:ext>
                </a:extLst>
              </p:cNvPr>
              <p:cNvSpPr txBox="1"/>
              <p:nvPr/>
            </p:nvSpPr>
            <p:spPr bwMode="auto">
              <a:xfrm>
                <a:off x="4029730" y="3350971"/>
                <a:ext cx="2916910" cy="820738"/>
              </a:xfrm>
              <a:prstGeom prst="rect">
                <a:avLst/>
              </a:prstGeom>
              <a:noFill/>
              <a:ln>
                <a:noFill/>
              </a:ln>
              <a:effectLst/>
            </p:spPr>
            <p:txBody>
              <a:bodyPr>
                <a:noAutofit/>
              </a:bodyPr>
              <a:lstStyle/>
              <a:p>
                <a:pPr/>
                <a14:m>
                  <m:oMathPara xmlns:m="http://schemas.openxmlformats.org/officeDocument/2006/math">
                    <m:oMathParaPr>
                      <m:jc m:val="centerGroup"/>
                    </m:oMathParaPr>
                    <m:oMath xmlns:m="http://schemas.openxmlformats.org/officeDocument/2006/math">
                      <m:r>
                        <m:rPr>
                          <m:nor/>
                        </m:rPr>
                        <a:rPr lang="zh-CN" altLang="en-US" sz="2800" b="1">
                          <a:solidFill>
                            <a:srgbClr val="000000"/>
                          </a:solidFill>
                          <a:latin typeface="Cambria Math" panose="02040503050406030204" pitchFamily="18" charset="0"/>
                        </a:rPr>
                        <m:t>𝝋</m:t>
                      </m:r>
                      <m:r>
                        <a:rPr lang="en-US" sz="2800" i="1">
                          <a:solidFill>
                            <a:srgbClr val="000000"/>
                          </a:solidFill>
                          <a:latin typeface="Cambria Math" panose="02040503050406030204" pitchFamily="18" charset="0"/>
                        </a:rPr>
                        <m:t>=</m:t>
                      </m:r>
                      <m:nary>
                        <m:naryPr>
                          <m:ctrlPr>
                            <a:rPr lang="en-US" sz="2800" i="1">
                              <a:solidFill>
                                <a:srgbClr val="000000"/>
                              </a:solidFill>
                              <a:latin typeface="Cambria Math" panose="02040503050406030204" pitchFamily="18" charset="0"/>
                            </a:rPr>
                          </m:ctrlPr>
                        </m:naryPr>
                        <m:sub>
                          <m:r>
                            <a:rPr lang="en-US" sz="2800" i="1">
                              <a:solidFill>
                                <a:srgbClr val="000000"/>
                              </a:solidFill>
                              <a:latin typeface="Cambria Math" panose="02040503050406030204" pitchFamily="18" charset="0"/>
                            </a:rPr>
                            <m:t>𝑟</m:t>
                          </m:r>
                        </m:sub>
                        <m:sup>
                          <m:r>
                            <a:rPr lang="en-US" sz="2800" i="1">
                              <a:solidFill>
                                <a:srgbClr val="000000"/>
                              </a:solidFill>
                              <a:latin typeface="Cambria Math" panose="02040503050406030204" pitchFamily="18" charset="0"/>
                            </a:rPr>
                            <m:t>∞</m:t>
                          </m:r>
                        </m:sup>
                        <m:e>
                          <m:acc>
                            <m:accPr>
                              <m:chr m:val="⃗"/>
                              <m:ctrlPr>
                                <a:rPr lang="en-US" sz="2800" i="1">
                                  <a:solidFill>
                                    <a:srgbClr val="000000"/>
                                  </a:solidFill>
                                  <a:latin typeface="Cambria Math" panose="02040503050406030204" pitchFamily="18" charset="0"/>
                                </a:rPr>
                              </m:ctrlPr>
                            </m:accPr>
                            <m:e>
                              <m:r>
                                <a:rPr lang="en-US" sz="2800" i="1">
                                  <a:solidFill>
                                    <a:srgbClr val="000000"/>
                                  </a:solidFill>
                                  <a:latin typeface="Cambria Math" panose="02040503050406030204" pitchFamily="18" charset="0"/>
                                </a:rPr>
                                <m:t>𝐸</m:t>
                              </m:r>
                            </m:e>
                          </m:acc>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𝑑</m:t>
                          </m:r>
                          <m:acc>
                            <m:accPr>
                              <m:chr m:val="⃗"/>
                              <m:ctrlPr>
                                <a:rPr lang="en-US" sz="2800" i="1">
                                  <a:solidFill>
                                    <a:srgbClr val="000000"/>
                                  </a:solidFill>
                                  <a:latin typeface="Cambria Math" panose="02040503050406030204" pitchFamily="18" charset="0"/>
                                </a:rPr>
                              </m:ctrlPr>
                            </m:accPr>
                            <m:e>
                              <m:r>
                                <a:rPr lang="en-US" sz="2800" i="1">
                                  <a:solidFill>
                                    <a:srgbClr val="000000"/>
                                  </a:solidFill>
                                  <a:latin typeface="Cambria Math" panose="02040503050406030204" pitchFamily="18" charset="0"/>
                                </a:rPr>
                                <m:t>𝑙</m:t>
                              </m:r>
                            </m:e>
                          </m:acc>
                        </m:e>
                      </m:nary>
                    </m:oMath>
                  </m:oMathPara>
                </a14:m>
                <a:endParaRPr lang="en-US" sz="2800" dirty="0"/>
              </a:p>
            </p:txBody>
          </p:sp>
        </mc:Choice>
        <mc:Fallback xmlns="">
          <p:sp>
            <p:nvSpPr>
              <p:cNvPr id="80" name="Object 16">
                <a:extLst>
                  <a:ext uri="{FF2B5EF4-FFF2-40B4-BE49-F238E27FC236}">
                    <a16:creationId xmlns:a16="http://schemas.microsoft.com/office/drawing/2014/main" id="{6F1D2F41-9ECE-4E95-AEEF-CB385D322DAF}"/>
                  </a:ext>
                </a:extLst>
              </p:cNvPr>
              <p:cNvSpPr txBox="1">
                <a:spLocks noRot="1" noChangeAspect="1" noMove="1" noResize="1" noEditPoints="1" noAdjustHandles="1" noChangeArrowheads="1" noChangeShapeType="1" noTextEdit="1"/>
              </p:cNvSpPr>
              <p:nvPr/>
            </p:nvSpPr>
            <p:spPr bwMode="auto">
              <a:xfrm>
                <a:off x="4029730" y="3350971"/>
                <a:ext cx="2916910" cy="820738"/>
              </a:xfrm>
              <a:prstGeom prst="rect">
                <a:avLst/>
              </a:prstGeom>
              <a:blipFill>
                <a:blip r:embed="rId12"/>
                <a:stretch>
                  <a:fillRect b="-18657"/>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1" name="Object 35">
                <a:extLst>
                  <a:ext uri="{FF2B5EF4-FFF2-40B4-BE49-F238E27FC236}">
                    <a16:creationId xmlns:a16="http://schemas.microsoft.com/office/drawing/2014/main" id="{6FDA0310-CE32-469D-B5C0-B361F0CDF4E6}"/>
                  </a:ext>
                </a:extLst>
              </p:cNvPr>
              <p:cNvSpPr txBox="1"/>
              <p:nvPr/>
            </p:nvSpPr>
            <p:spPr bwMode="auto">
              <a:xfrm>
                <a:off x="5794997" y="3244975"/>
                <a:ext cx="6676403" cy="1103313"/>
              </a:xfrm>
              <a:prstGeom prst="rect">
                <a:avLst/>
              </a:prstGeom>
              <a:noFill/>
              <a:ln>
                <a:noFill/>
              </a:ln>
              <a:effectLst/>
            </p:spPr>
            <p:txBody>
              <a:bodyPr>
                <a:noAutofit/>
              </a:bodyPr>
              <a:lstStyle/>
              <a:p>
                <a:pPr/>
                <a14:m>
                  <m:oMathPara xmlns:m="http://schemas.openxmlformats.org/officeDocument/2006/math">
                    <m:oMathParaPr>
                      <m:jc m:val="centerGroup"/>
                    </m:oMathParaPr>
                    <m:oMath xmlns:m="http://schemas.openxmlformats.org/officeDocument/2006/math">
                      <m:r>
                        <a:rPr lang="en-US" sz="2800" i="1">
                          <a:solidFill>
                            <a:srgbClr val="000000"/>
                          </a:solidFill>
                          <a:latin typeface="Cambria Math" panose="02040503050406030204" pitchFamily="18" charset="0"/>
                        </a:rPr>
                        <m:t>=</m:t>
                      </m:r>
                      <m:nary>
                        <m:naryPr>
                          <m:ctrlPr>
                            <a:rPr lang="en-US" sz="2800" i="1">
                              <a:solidFill>
                                <a:srgbClr val="000000"/>
                              </a:solidFill>
                              <a:latin typeface="Cambria Math" panose="02040503050406030204" pitchFamily="18" charset="0"/>
                            </a:rPr>
                          </m:ctrlPr>
                        </m:naryPr>
                        <m:sub>
                          <m:r>
                            <a:rPr lang="en-US" sz="2800" i="1">
                              <a:solidFill>
                                <a:srgbClr val="000000"/>
                              </a:solidFill>
                              <a:latin typeface="Cambria Math" panose="02040503050406030204" pitchFamily="18" charset="0"/>
                            </a:rPr>
                            <m:t>𝑟</m:t>
                          </m:r>
                        </m:sub>
                        <m:sup>
                          <m:r>
                            <a:rPr lang="en-US" sz="2800" i="1">
                              <a:solidFill>
                                <a:srgbClr val="000000"/>
                              </a:solidFill>
                              <a:latin typeface="Cambria Math" panose="02040503050406030204" pitchFamily="18" charset="0"/>
                            </a:rPr>
                            <m:t>𝑅</m:t>
                          </m:r>
                        </m:sup>
                        <m:e>
                          <m:f>
                            <m:fPr>
                              <m:ctrlPr>
                                <a:rPr lang="en-US" sz="2800" i="1">
                                  <a:solidFill>
                                    <a:srgbClr val="000000"/>
                                  </a:solidFill>
                                  <a:latin typeface="Cambria Math" panose="02040503050406030204" pitchFamily="18" charset="0"/>
                                </a:rPr>
                              </m:ctrlPr>
                            </m:fPr>
                            <m:num>
                              <m:r>
                                <a:rPr lang="en-US" sz="2800" i="1">
                                  <a:solidFill>
                                    <a:srgbClr val="000000"/>
                                  </a:solidFill>
                                  <a:latin typeface="Cambria Math" panose="02040503050406030204" pitchFamily="18" charset="0"/>
                                </a:rPr>
                                <m:t>𝑞𝑟</m:t>
                              </m:r>
                            </m:num>
                            <m:den>
                              <m:r>
                                <a:rPr lang="en-US" sz="2800" i="1">
                                  <a:solidFill>
                                    <a:srgbClr val="000000"/>
                                  </a:solidFill>
                                  <a:latin typeface="Cambria Math" panose="02040503050406030204" pitchFamily="18" charset="0"/>
                                </a:rPr>
                                <m:t>4</m:t>
                              </m:r>
                              <m:r>
                                <a:rPr lang="en-US" sz="2800" i="1">
                                  <a:solidFill>
                                    <a:srgbClr val="000000"/>
                                  </a:solidFill>
                                  <a:latin typeface="Cambria Math" panose="02040503050406030204" pitchFamily="18" charset="0"/>
                                </a:rPr>
                                <m:t>𝜋</m:t>
                              </m:r>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𝜀</m:t>
                                  </m:r>
                                </m:e>
                                <m:sub>
                                  <m:r>
                                    <a:rPr lang="en-US" sz="2800" i="1">
                                      <a:solidFill>
                                        <a:srgbClr val="000000"/>
                                      </a:solidFill>
                                      <a:latin typeface="Cambria Math" panose="02040503050406030204" pitchFamily="18" charset="0"/>
                                    </a:rPr>
                                    <m:t>0</m:t>
                                  </m:r>
                                </m:sub>
                              </m:sSub>
                              <m:sSup>
                                <m:sSupPr>
                                  <m:ctrlPr>
                                    <a:rPr lang="en-US" sz="2800" i="1">
                                      <a:solidFill>
                                        <a:srgbClr val="000000"/>
                                      </a:solidFill>
                                      <a:latin typeface="Cambria Math" panose="02040503050406030204" pitchFamily="18" charset="0"/>
                                    </a:rPr>
                                  </m:ctrlPr>
                                </m:sSupPr>
                                <m:e>
                                  <m:r>
                                    <a:rPr lang="en-US" sz="2800" i="1">
                                      <a:solidFill>
                                        <a:srgbClr val="000000"/>
                                      </a:solidFill>
                                      <a:latin typeface="Cambria Math" panose="02040503050406030204" pitchFamily="18" charset="0"/>
                                    </a:rPr>
                                    <m:t>𝑅</m:t>
                                  </m:r>
                                </m:e>
                                <m:sup>
                                  <m:r>
                                    <a:rPr lang="en-US" sz="2800" i="1">
                                      <a:solidFill>
                                        <a:srgbClr val="000000"/>
                                      </a:solidFill>
                                      <a:latin typeface="Cambria Math" panose="02040503050406030204" pitchFamily="18" charset="0"/>
                                    </a:rPr>
                                    <m:t>3</m:t>
                                  </m:r>
                                </m:sup>
                              </m:sSup>
                            </m:den>
                          </m:f>
                        </m:e>
                      </m:nary>
                      <m:r>
                        <a:rPr lang="en-US" sz="2800" i="1">
                          <a:solidFill>
                            <a:srgbClr val="000000"/>
                          </a:solidFill>
                          <a:latin typeface="Cambria Math" panose="02040503050406030204" pitchFamily="18" charset="0"/>
                        </a:rPr>
                        <m:t>𝑑𝑟</m:t>
                      </m:r>
                      <m:r>
                        <a:rPr lang="en-US" sz="2800" i="1">
                          <a:solidFill>
                            <a:srgbClr val="000000"/>
                          </a:solidFill>
                          <a:latin typeface="Cambria Math" panose="02040503050406030204" pitchFamily="18" charset="0"/>
                        </a:rPr>
                        <m:t>+</m:t>
                      </m:r>
                      <m:nary>
                        <m:naryPr>
                          <m:ctrlPr>
                            <a:rPr lang="en-US" sz="2800" i="1">
                              <a:solidFill>
                                <a:srgbClr val="000000"/>
                              </a:solidFill>
                              <a:latin typeface="Cambria Math" panose="02040503050406030204" pitchFamily="18" charset="0"/>
                            </a:rPr>
                          </m:ctrlPr>
                        </m:naryPr>
                        <m:sub>
                          <m:r>
                            <a:rPr lang="en-US" sz="2800" i="1">
                              <a:solidFill>
                                <a:srgbClr val="000000"/>
                              </a:solidFill>
                              <a:latin typeface="Cambria Math" panose="02040503050406030204" pitchFamily="18" charset="0"/>
                            </a:rPr>
                            <m:t>𝑅</m:t>
                          </m:r>
                        </m:sub>
                        <m:sup>
                          <m:r>
                            <a:rPr lang="en-US" sz="2800" i="1">
                              <a:solidFill>
                                <a:srgbClr val="000000"/>
                              </a:solidFill>
                              <a:latin typeface="Cambria Math" panose="02040503050406030204" pitchFamily="18" charset="0"/>
                            </a:rPr>
                            <m:t>∞</m:t>
                          </m:r>
                        </m:sup>
                        <m:e>
                          <m:f>
                            <m:fPr>
                              <m:ctrlPr>
                                <a:rPr lang="en-US" sz="2800" i="1">
                                  <a:solidFill>
                                    <a:srgbClr val="000000"/>
                                  </a:solidFill>
                                  <a:latin typeface="Cambria Math" panose="02040503050406030204" pitchFamily="18" charset="0"/>
                                </a:rPr>
                              </m:ctrlPr>
                            </m:fPr>
                            <m:num>
                              <m:r>
                                <a:rPr lang="en-US" sz="2800" i="1">
                                  <a:solidFill>
                                    <a:srgbClr val="000000"/>
                                  </a:solidFill>
                                  <a:latin typeface="Cambria Math" panose="02040503050406030204" pitchFamily="18" charset="0"/>
                                </a:rPr>
                                <m:t>𝑞</m:t>
                              </m:r>
                            </m:num>
                            <m:den>
                              <m:r>
                                <a:rPr lang="en-US" sz="2800" i="1">
                                  <a:solidFill>
                                    <a:srgbClr val="000000"/>
                                  </a:solidFill>
                                  <a:latin typeface="Cambria Math" panose="02040503050406030204" pitchFamily="18" charset="0"/>
                                </a:rPr>
                                <m:t>4</m:t>
                              </m:r>
                              <m:r>
                                <a:rPr lang="en-US" sz="2800" i="1">
                                  <a:solidFill>
                                    <a:srgbClr val="000000"/>
                                  </a:solidFill>
                                  <a:latin typeface="Cambria Math" panose="02040503050406030204" pitchFamily="18" charset="0"/>
                                </a:rPr>
                                <m:t>𝜋</m:t>
                              </m:r>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𝜀</m:t>
                                  </m:r>
                                </m:e>
                                <m:sub>
                                  <m:r>
                                    <a:rPr lang="en-US" sz="2800" i="1">
                                      <a:solidFill>
                                        <a:srgbClr val="000000"/>
                                      </a:solidFill>
                                      <a:latin typeface="Cambria Math" panose="02040503050406030204" pitchFamily="18" charset="0"/>
                                    </a:rPr>
                                    <m:t>0</m:t>
                                  </m:r>
                                </m:sub>
                              </m:sSub>
                              <m:sSup>
                                <m:sSupPr>
                                  <m:ctrlPr>
                                    <a:rPr lang="en-US" sz="2800" i="1">
                                      <a:solidFill>
                                        <a:srgbClr val="000000"/>
                                      </a:solidFill>
                                      <a:latin typeface="Cambria Math" panose="02040503050406030204" pitchFamily="18" charset="0"/>
                                    </a:rPr>
                                  </m:ctrlPr>
                                </m:sSupPr>
                                <m:e>
                                  <m:r>
                                    <a:rPr lang="en-US" sz="2800" i="1">
                                      <a:solidFill>
                                        <a:srgbClr val="000000"/>
                                      </a:solidFill>
                                      <a:latin typeface="Cambria Math" panose="02040503050406030204" pitchFamily="18" charset="0"/>
                                    </a:rPr>
                                    <m:t>𝑟</m:t>
                                  </m:r>
                                </m:e>
                                <m:sup>
                                  <m:r>
                                    <a:rPr lang="en-US" sz="2800" i="1">
                                      <a:solidFill>
                                        <a:srgbClr val="000000"/>
                                      </a:solidFill>
                                      <a:latin typeface="Cambria Math" panose="02040503050406030204" pitchFamily="18" charset="0"/>
                                    </a:rPr>
                                    <m:t>2</m:t>
                                  </m:r>
                                </m:sup>
                              </m:sSup>
                            </m:den>
                          </m:f>
                          <m:r>
                            <a:rPr lang="en-US" sz="2800" i="1">
                              <a:solidFill>
                                <a:srgbClr val="000000"/>
                              </a:solidFill>
                              <a:latin typeface="Cambria Math" panose="02040503050406030204" pitchFamily="18" charset="0"/>
                            </a:rPr>
                            <m:t>𝑑𝑟</m:t>
                          </m:r>
                        </m:e>
                      </m:nary>
                    </m:oMath>
                  </m:oMathPara>
                </a14:m>
                <a:endParaRPr lang="en-US" sz="2800" dirty="0"/>
              </a:p>
            </p:txBody>
          </p:sp>
        </mc:Choice>
        <mc:Fallback xmlns="">
          <p:sp>
            <p:nvSpPr>
              <p:cNvPr id="81" name="Object 35">
                <a:extLst>
                  <a:ext uri="{FF2B5EF4-FFF2-40B4-BE49-F238E27FC236}">
                    <a16:creationId xmlns:a16="http://schemas.microsoft.com/office/drawing/2014/main" id="{6FDA0310-CE32-469D-B5C0-B361F0CDF4E6}"/>
                  </a:ext>
                </a:extLst>
              </p:cNvPr>
              <p:cNvSpPr txBox="1">
                <a:spLocks noRot="1" noChangeAspect="1" noMove="1" noResize="1" noEditPoints="1" noAdjustHandles="1" noChangeArrowheads="1" noChangeShapeType="1" noTextEdit="1"/>
              </p:cNvSpPr>
              <p:nvPr/>
            </p:nvSpPr>
            <p:spPr bwMode="auto">
              <a:xfrm>
                <a:off x="5794997" y="3244975"/>
                <a:ext cx="6676403" cy="1103313"/>
              </a:xfrm>
              <a:prstGeom prst="rect">
                <a:avLst/>
              </a:prstGeom>
              <a:blipFill>
                <a:blip r:embed="rId13"/>
                <a:stretch>
                  <a:fillRect/>
                </a:stretch>
              </a:blipFill>
              <a:ln>
                <a:noFill/>
              </a:ln>
              <a:effectLst/>
            </p:spPr>
            <p:txBody>
              <a:bodyPr/>
              <a:lstStyle/>
              <a:p>
                <a:r>
                  <a:rPr lang="zh-CN" altLang="en-US">
                    <a:noFill/>
                  </a:rPr>
                  <a:t> </a:t>
                </a:r>
              </a:p>
            </p:txBody>
          </p:sp>
        </mc:Fallback>
      </mc:AlternateContent>
      <p:sp>
        <p:nvSpPr>
          <p:cNvPr id="2" name="标题 1">
            <a:extLst>
              <a:ext uri="{FF2B5EF4-FFF2-40B4-BE49-F238E27FC236}">
                <a16:creationId xmlns:a16="http://schemas.microsoft.com/office/drawing/2014/main" id="{092A4665-44D7-541A-F852-71B3D3EF712B}"/>
              </a:ext>
            </a:extLst>
          </p:cNvPr>
          <p:cNvSpPr txBox="1">
            <a:spLocks/>
          </p:cNvSpPr>
          <p:nvPr/>
        </p:nvSpPr>
        <p:spPr>
          <a:xfrm>
            <a:off x="476268" y="673480"/>
            <a:ext cx="7543800" cy="1243238"/>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571500" indent="-571500">
              <a:buFont typeface="Wingdings" panose="05000000000000000000" pitchFamily="2" charset="2"/>
              <a:buChar char="q"/>
            </a:pPr>
            <a:r>
              <a:rPr kumimoji="1" lang="zh-CN" altLang="en-US" sz="3200" b="1" dirty="0">
                <a:solidFill>
                  <a:srgbClr val="0066FF"/>
                </a:solidFill>
                <a:latin typeface="华文楷体" panose="02010600040101010101" pitchFamily="2" charset="-122"/>
                <a:ea typeface="华文楷体" panose="02010600040101010101" pitchFamily="2" charset="-122"/>
                <a:cs typeface="+mn-cs"/>
              </a:rPr>
              <a:t>均匀带电球体的电势</a:t>
            </a:r>
            <a:endParaRPr lang="zh-CN" altLang="en-US" sz="3200" b="1" dirty="0">
              <a:solidFill>
                <a:srgbClr val="0066FF"/>
              </a:solidFill>
              <a:latin typeface="华文楷体" panose="02010600040101010101" pitchFamily="2" charset="-122"/>
              <a:ea typeface="华文楷体" panose="0201060004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33" grpId="0"/>
      <p:bldP spid="76" grpId="0"/>
      <p:bldP spid="77" grpId="0"/>
      <p:bldP spid="78" grpId="0"/>
      <p:bldP spid="79" grpId="0"/>
      <p:bldP spid="80" grpId="0"/>
      <p:bldP spid="81"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9"/>
          <p:cNvSpPr>
            <a:spLocks noGrp="1"/>
          </p:cNvSpPr>
          <p:nvPr>
            <p:ph type="title"/>
          </p:nvPr>
        </p:nvSpPr>
        <p:spPr>
          <a:xfrm>
            <a:off x="429260" y="156141"/>
            <a:ext cx="7978140" cy="1450757"/>
          </a:xfrm>
        </p:spPr>
        <p:txBody>
          <a:bodyPr>
            <a:normAutofit/>
          </a:bodyPr>
          <a:lstStyle/>
          <a:p>
            <a:pPr marL="457200" indent="-457200">
              <a:buFont typeface="Wingdings" panose="05000000000000000000" pitchFamily="2" charset="2"/>
              <a:buChar char="q"/>
            </a:pPr>
            <a:r>
              <a:rPr kumimoji="1" lang="zh-CN" altLang="en-US" sz="3200" b="1" dirty="0">
                <a:solidFill>
                  <a:srgbClr val="0066FF"/>
                </a:solidFill>
                <a:latin typeface="华文楷体" panose="02010600040101010101" pitchFamily="2" charset="-122"/>
                <a:ea typeface="华文楷体" panose="02010600040101010101" pitchFamily="2" charset="-122"/>
                <a:cs typeface="+mn-cs"/>
              </a:rPr>
              <a:t>无限长带电直导线的电势分布</a:t>
            </a:r>
            <a:endParaRPr lang="zh-CN" altLang="en-US" sz="3200" dirty="0">
              <a:solidFill>
                <a:srgbClr val="0066FF"/>
              </a:solidFill>
              <a:latin typeface="华文楷体" panose="02010600040101010101" pitchFamily="2" charset="-122"/>
              <a:ea typeface="华文楷体" panose="02010600040101010101" pitchFamily="2" charset="-122"/>
            </a:endParaRPr>
          </a:p>
        </p:txBody>
      </p:sp>
      <mc:AlternateContent xmlns:mc="http://schemas.openxmlformats.org/markup-compatibility/2006" xmlns:a14="http://schemas.microsoft.com/office/drawing/2010/main">
        <mc:Choice Requires="a14">
          <p:sp>
            <p:nvSpPr>
              <p:cNvPr id="11" name="内容占位符 10"/>
              <p:cNvSpPr>
                <a:spLocks noGrp="1"/>
              </p:cNvSpPr>
              <p:nvPr>
                <p:ph sz="half" idx="1"/>
              </p:nvPr>
            </p:nvSpPr>
            <p:spPr>
              <a:xfrm>
                <a:off x="3812065" y="2601554"/>
                <a:ext cx="2985823" cy="1285560"/>
              </a:xfrm>
            </p:spPr>
            <p:txBody>
              <a:bodyPr>
                <a:noAutofit/>
              </a:bodyPr>
              <a:lstStyle/>
              <a:p>
                <a:pPr marL="36000" indent="0">
                  <a:lnSpc>
                    <a:spcPct val="120000"/>
                  </a:lnSpc>
                  <a:buNone/>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b="0" i="1">
                              <a:solidFill>
                                <a:srgbClr val="000000"/>
                              </a:solidFill>
                              <a:latin typeface="Cambria Math" panose="02040503050406030204" pitchFamily="18" charset="0"/>
                            </a:rPr>
                            <m:t>𝜑</m:t>
                          </m:r>
                        </m:e>
                        <m:sub>
                          <m:r>
                            <a:rPr lang="zh-CN" altLang="en-US" b="0" i="1">
                              <a:solidFill>
                                <a:srgbClr val="000000"/>
                              </a:solidFill>
                              <a:latin typeface="Cambria Math" panose="02040503050406030204" pitchFamily="18" charset="0"/>
                            </a:rPr>
                            <m:t>𝑃</m:t>
                          </m:r>
                        </m:sub>
                      </m:sSub>
                      <m:r>
                        <a:rPr lang="zh-CN" altLang="en-US" b="0" i="1">
                          <a:solidFill>
                            <a:srgbClr val="000000"/>
                          </a:solidFill>
                          <a:latin typeface="Cambria Math" panose="02040503050406030204" pitchFamily="18" charset="0"/>
                        </a:rPr>
                        <m:t>=</m:t>
                      </m:r>
                      <m:nary>
                        <m:naryPr>
                          <m:ctrlPr>
                            <a:rPr lang="zh-CN" altLang="en-US" i="1">
                              <a:solidFill>
                                <a:srgbClr val="000000"/>
                              </a:solidFill>
                              <a:latin typeface="Cambria Math" panose="02040503050406030204" pitchFamily="18" charset="0"/>
                            </a:rPr>
                          </m:ctrlPr>
                        </m:naryPr>
                        <m:sub>
                          <m:r>
                            <a:rPr lang="zh-CN" altLang="en-US" b="0" i="1">
                              <a:solidFill>
                                <a:srgbClr val="000000"/>
                              </a:solidFill>
                              <a:latin typeface="Cambria Math" panose="02040503050406030204" pitchFamily="18" charset="0"/>
                            </a:rPr>
                            <m:t>𝑟</m:t>
                          </m:r>
                        </m:sub>
                        <m:sup>
                          <m:r>
                            <a:rPr lang="zh-CN" altLang="en-US" b="0" i="1" smtClean="0">
                              <a:solidFill>
                                <a:srgbClr val="000000"/>
                              </a:solidFill>
                              <a:latin typeface="Cambria Math" panose="02040503050406030204" pitchFamily="18" charset="0"/>
                            </a:rPr>
                            <m:t>∞</m:t>
                          </m:r>
                        </m:sup>
                        <m:e>
                          <m:acc>
                            <m:accPr>
                              <m:chr m:val="⃑"/>
                              <m:ctrlPr>
                                <a:rPr lang="zh-CN" altLang="en-US" i="1">
                                  <a:solidFill>
                                    <a:srgbClr val="000000"/>
                                  </a:solidFill>
                                  <a:latin typeface="Cambria Math" panose="02040503050406030204" pitchFamily="18" charset="0"/>
                                </a:rPr>
                              </m:ctrlPr>
                            </m:accPr>
                            <m:e>
                              <m:r>
                                <a:rPr lang="zh-CN" altLang="en-US" b="0" i="1">
                                  <a:solidFill>
                                    <a:srgbClr val="000000"/>
                                  </a:solidFill>
                                  <a:latin typeface="Cambria Math" panose="02040503050406030204" pitchFamily="18" charset="0"/>
                                </a:rPr>
                                <m:t>𝐸</m:t>
                              </m:r>
                            </m:e>
                          </m:acc>
                          <m:r>
                            <a:rPr lang="zh-CN" altLang="en-US" b="0" i="1">
                              <a:solidFill>
                                <a:srgbClr val="000000"/>
                              </a:solidFill>
                              <a:latin typeface="Cambria Math" panose="02040503050406030204" pitchFamily="18" charset="0"/>
                            </a:rPr>
                            <m:t>⋅</m:t>
                          </m:r>
                          <m:r>
                            <a:rPr lang="zh-CN" altLang="en-US" b="0" i="1">
                              <a:solidFill>
                                <a:srgbClr val="000000"/>
                              </a:solidFill>
                              <a:latin typeface="Cambria Math" panose="02040503050406030204" pitchFamily="18" charset="0"/>
                            </a:rPr>
                            <m:t>𝑑</m:t>
                          </m:r>
                          <m:acc>
                            <m:accPr>
                              <m:chr m:val="⃑"/>
                              <m:ctrlPr>
                                <a:rPr lang="zh-CN" altLang="en-US" i="1">
                                  <a:solidFill>
                                    <a:srgbClr val="000000"/>
                                  </a:solidFill>
                                  <a:latin typeface="Cambria Math" panose="02040503050406030204" pitchFamily="18" charset="0"/>
                                </a:rPr>
                              </m:ctrlPr>
                            </m:accPr>
                            <m:e>
                              <m:r>
                                <a:rPr lang="zh-CN" altLang="en-US" b="0" i="1">
                                  <a:solidFill>
                                    <a:srgbClr val="000000"/>
                                  </a:solidFill>
                                  <a:latin typeface="Cambria Math" panose="02040503050406030204" pitchFamily="18" charset="0"/>
                                </a:rPr>
                                <m:t>𝑟</m:t>
                              </m:r>
                            </m:e>
                          </m:acc>
                        </m:e>
                      </m:nary>
                    </m:oMath>
                  </m:oMathPara>
                </a14:m>
                <a:endParaRPr lang="en-US" altLang="zh-CN" dirty="0"/>
              </a:p>
              <a:p>
                <a:pPr marL="36000" indent="0">
                  <a:lnSpc>
                    <a:spcPct val="120000"/>
                  </a:lnSpc>
                  <a:buNone/>
                </a:pPr>
                <a:endParaRPr lang="en-US" altLang="zh-CN" dirty="0"/>
              </a:p>
            </p:txBody>
          </p:sp>
        </mc:Choice>
        <mc:Fallback xmlns="">
          <p:sp>
            <p:nvSpPr>
              <p:cNvPr id="11" name="内容占位符 10"/>
              <p:cNvSpPr>
                <a:spLocks noGrp="1" noRot="1" noChangeAspect="1" noMove="1" noResize="1" noEditPoints="1" noAdjustHandles="1" noChangeArrowheads="1" noChangeShapeType="1" noTextEdit="1"/>
              </p:cNvSpPr>
              <p:nvPr>
                <p:ph sz="half" idx="1"/>
              </p:nvPr>
            </p:nvSpPr>
            <p:spPr>
              <a:xfrm>
                <a:off x="3812065" y="2601554"/>
                <a:ext cx="2985823" cy="1285560"/>
              </a:xfrm>
              <a:blipFill>
                <a:blip r:embed="rId2"/>
                <a:stretch>
                  <a:fillRect/>
                </a:stretch>
              </a:blipFill>
            </p:spPr>
            <p:txBody>
              <a:bodyPr/>
              <a:lstStyle/>
              <a:p>
                <a:r>
                  <a:rPr lang="zh-CN" altLang="en-US">
                    <a:noFill/>
                  </a:rPr>
                  <a:t> </a:t>
                </a:r>
              </a:p>
            </p:txBody>
          </p:sp>
        </mc:Fallback>
      </mc:AlternateContent>
      <p:pic>
        <p:nvPicPr>
          <p:cNvPr id="14" name="图片 13"/>
          <p:cNvPicPr>
            <a:picLocks noChangeAspect="1"/>
          </p:cNvPicPr>
          <p:nvPr/>
        </p:nvPicPr>
        <p:blipFill rotWithShape="1">
          <a:blip r:embed="rId3"/>
          <a:srcRect t="6831"/>
          <a:stretch/>
        </p:blipFill>
        <p:spPr>
          <a:xfrm>
            <a:off x="594452" y="1803748"/>
            <a:ext cx="2763658" cy="3859875"/>
          </a:xfrm>
          <a:prstGeom prst="rect">
            <a:avLst/>
          </a:prstGeom>
          <a:ln>
            <a:noFill/>
          </a:ln>
          <a:effectLst>
            <a:softEdge rad="112500"/>
          </a:effectLst>
        </p:spPr>
      </p:pic>
      <mc:AlternateContent xmlns:mc="http://schemas.openxmlformats.org/markup-compatibility/2006" xmlns:a14="http://schemas.microsoft.com/office/drawing/2010/main">
        <mc:Choice Requires="a14">
          <p:sp>
            <p:nvSpPr>
              <p:cNvPr id="3" name="矩形 2">
                <a:extLst>
                  <a:ext uri="{FF2B5EF4-FFF2-40B4-BE49-F238E27FC236}">
                    <a16:creationId xmlns:a16="http://schemas.microsoft.com/office/drawing/2014/main" id="{7D37B744-BC88-4176-9F88-D6E2580410DA}"/>
                  </a:ext>
                </a:extLst>
              </p:cNvPr>
              <p:cNvSpPr/>
              <p:nvPr/>
            </p:nvSpPr>
            <p:spPr>
              <a:xfrm>
                <a:off x="4693913" y="1244234"/>
                <a:ext cx="1897186" cy="98309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800" b="0" i="1" smtClean="0">
                          <a:solidFill>
                            <a:srgbClr val="000000"/>
                          </a:solidFill>
                          <a:latin typeface="Cambria Math" panose="02040503050406030204" pitchFamily="18" charset="0"/>
                        </a:rPr>
                        <m:t>𝐸</m:t>
                      </m:r>
                      <m:r>
                        <a:rPr lang="en-US" sz="2800" b="0" i="1" smtClean="0">
                          <a:solidFill>
                            <a:srgbClr val="000000"/>
                          </a:solidFill>
                          <a:latin typeface="Cambria Math" panose="02040503050406030204" pitchFamily="18" charset="0"/>
                        </a:rPr>
                        <m:t>=</m:t>
                      </m:r>
                      <m:f>
                        <m:fPr>
                          <m:ctrlPr>
                            <a:rPr lang="en-US" sz="2800" i="1">
                              <a:solidFill>
                                <a:srgbClr val="000000"/>
                              </a:solidFill>
                              <a:latin typeface="Cambria Math" panose="02040503050406030204" pitchFamily="18" charset="0"/>
                            </a:rPr>
                          </m:ctrlPr>
                        </m:fPr>
                        <m:num>
                          <m:r>
                            <a:rPr lang="en-US" sz="2800" b="0" i="1">
                              <a:solidFill>
                                <a:srgbClr val="000000"/>
                              </a:solidFill>
                              <a:latin typeface="Cambria Math" panose="02040503050406030204" pitchFamily="18" charset="0"/>
                            </a:rPr>
                            <m:t>𝜆</m:t>
                          </m:r>
                        </m:num>
                        <m:den>
                          <m:r>
                            <a:rPr lang="en-US" sz="2800" b="0" i="1">
                              <a:solidFill>
                                <a:srgbClr val="000000"/>
                              </a:solidFill>
                              <a:latin typeface="Cambria Math" panose="02040503050406030204" pitchFamily="18" charset="0"/>
                            </a:rPr>
                            <m:t>2</m:t>
                          </m:r>
                          <m:r>
                            <a:rPr lang="en-US" sz="2800" b="0" i="1">
                              <a:solidFill>
                                <a:srgbClr val="000000"/>
                              </a:solidFill>
                              <a:latin typeface="Cambria Math" panose="02040503050406030204" pitchFamily="18" charset="0"/>
                            </a:rPr>
                            <m:t>𝜋</m:t>
                          </m:r>
                          <m:sSub>
                            <m:sSubPr>
                              <m:ctrlPr>
                                <a:rPr lang="en-US" sz="2800" i="1">
                                  <a:solidFill>
                                    <a:srgbClr val="000000"/>
                                  </a:solidFill>
                                  <a:latin typeface="Cambria Math" panose="02040503050406030204" pitchFamily="18" charset="0"/>
                                </a:rPr>
                              </m:ctrlPr>
                            </m:sSubPr>
                            <m:e>
                              <m:r>
                                <a:rPr lang="en-US" sz="2800" b="0" i="1">
                                  <a:solidFill>
                                    <a:srgbClr val="000000"/>
                                  </a:solidFill>
                                  <a:latin typeface="Cambria Math" panose="02040503050406030204" pitchFamily="18" charset="0"/>
                                </a:rPr>
                                <m:t>𝜀</m:t>
                              </m:r>
                            </m:e>
                            <m:sub>
                              <m:r>
                                <a:rPr lang="en-US" sz="2800" b="0" i="1">
                                  <a:solidFill>
                                    <a:srgbClr val="000000"/>
                                  </a:solidFill>
                                  <a:latin typeface="Cambria Math" panose="02040503050406030204" pitchFamily="18" charset="0"/>
                                </a:rPr>
                                <m:t>0</m:t>
                              </m:r>
                            </m:sub>
                          </m:sSub>
                          <m:r>
                            <a:rPr lang="en-US" sz="2800" b="0" i="1">
                              <a:solidFill>
                                <a:srgbClr val="000000"/>
                              </a:solidFill>
                              <a:latin typeface="Cambria Math" panose="02040503050406030204" pitchFamily="18" charset="0"/>
                            </a:rPr>
                            <m:t>𝑟</m:t>
                          </m:r>
                        </m:den>
                      </m:f>
                    </m:oMath>
                  </m:oMathPara>
                </a14:m>
                <a:endParaRPr lang="en-US" sz="2800" dirty="0"/>
              </a:p>
            </p:txBody>
          </p:sp>
        </mc:Choice>
        <mc:Fallback xmlns="">
          <p:sp>
            <p:nvSpPr>
              <p:cNvPr id="3" name="矩形 2">
                <a:extLst>
                  <a:ext uri="{FF2B5EF4-FFF2-40B4-BE49-F238E27FC236}">
                    <a16:creationId xmlns:a16="http://schemas.microsoft.com/office/drawing/2014/main" id="{7D37B744-BC88-4176-9F88-D6E2580410DA}"/>
                  </a:ext>
                </a:extLst>
              </p:cNvPr>
              <p:cNvSpPr>
                <a:spLocks noRot="1" noChangeAspect="1" noMove="1" noResize="1" noEditPoints="1" noAdjustHandles="1" noChangeArrowheads="1" noChangeShapeType="1" noTextEdit="1"/>
              </p:cNvSpPr>
              <p:nvPr/>
            </p:nvSpPr>
            <p:spPr>
              <a:xfrm>
                <a:off x="4693913" y="1244234"/>
                <a:ext cx="1897186" cy="983090"/>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3EEBFDA2-72EE-46F5-A891-8C30D38B8FE2}"/>
                  </a:ext>
                </a:extLst>
              </p:cNvPr>
              <p:cNvSpPr/>
              <p:nvPr/>
            </p:nvSpPr>
            <p:spPr>
              <a:xfrm>
                <a:off x="6544356" y="2733361"/>
                <a:ext cx="3163879" cy="102002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sz="2800" b="0" i="1">
                          <a:solidFill>
                            <a:srgbClr val="000000"/>
                          </a:solidFill>
                          <a:latin typeface="Cambria Math" panose="02040503050406030204" pitchFamily="18" charset="0"/>
                        </a:rPr>
                        <m:t>=</m:t>
                      </m:r>
                      <m:nary>
                        <m:naryPr>
                          <m:ctrlPr>
                            <a:rPr lang="zh-CN" altLang="en-US" sz="2800" i="1">
                              <a:solidFill>
                                <a:srgbClr val="000000"/>
                              </a:solidFill>
                              <a:latin typeface="Cambria Math" panose="02040503050406030204" pitchFamily="18" charset="0"/>
                            </a:rPr>
                          </m:ctrlPr>
                        </m:naryPr>
                        <m:sub>
                          <m:r>
                            <a:rPr lang="zh-CN" altLang="en-US" sz="2800" b="0" i="1">
                              <a:solidFill>
                                <a:srgbClr val="000000"/>
                              </a:solidFill>
                              <a:latin typeface="Cambria Math" panose="02040503050406030204" pitchFamily="18" charset="0"/>
                            </a:rPr>
                            <m:t>𝑟</m:t>
                          </m:r>
                        </m:sub>
                        <m:sup>
                          <m:r>
                            <a:rPr lang="zh-CN" altLang="en-US" sz="2800" b="0" i="1">
                              <a:solidFill>
                                <a:srgbClr val="000000"/>
                              </a:solidFill>
                              <a:latin typeface="Cambria Math" panose="02040503050406030204" pitchFamily="18" charset="0"/>
                            </a:rPr>
                            <m:t>∞</m:t>
                          </m:r>
                        </m:sup>
                        <m:e>
                          <m:f>
                            <m:fPr>
                              <m:ctrlPr>
                                <a:rPr lang="zh-CN" altLang="en-US" sz="2800" i="1">
                                  <a:solidFill>
                                    <a:srgbClr val="000000"/>
                                  </a:solidFill>
                                  <a:latin typeface="Cambria Math" panose="02040503050406030204" pitchFamily="18" charset="0"/>
                                </a:rPr>
                              </m:ctrlPr>
                            </m:fPr>
                            <m:num>
                              <m:r>
                                <a:rPr lang="zh-CN" altLang="en-US" sz="2800" b="0" i="1">
                                  <a:solidFill>
                                    <a:srgbClr val="000000"/>
                                  </a:solidFill>
                                  <a:latin typeface="Cambria Math" panose="02040503050406030204" pitchFamily="18" charset="0"/>
                                </a:rPr>
                                <m:t>𝜆</m:t>
                              </m:r>
                            </m:num>
                            <m:den>
                              <m:r>
                                <a:rPr lang="zh-CN" altLang="en-US" sz="2800" b="0" i="1">
                                  <a:solidFill>
                                    <a:srgbClr val="000000"/>
                                  </a:solidFill>
                                  <a:latin typeface="Cambria Math" panose="02040503050406030204" pitchFamily="18" charset="0"/>
                                </a:rPr>
                                <m:t>2</m:t>
                              </m:r>
                              <m:r>
                                <a:rPr lang="zh-CN" altLang="en-US" sz="2800" b="0" i="1">
                                  <a:solidFill>
                                    <a:srgbClr val="000000"/>
                                  </a:solidFill>
                                  <a:latin typeface="Cambria Math" panose="02040503050406030204" pitchFamily="18" charset="0"/>
                                </a:rPr>
                                <m:t>𝜋</m:t>
                              </m:r>
                              <m:sSub>
                                <m:sSubPr>
                                  <m:ctrlPr>
                                    <a:rPr lang="zh-CN" altLang="en-US" sz="2800" i="1">
                                      <a:solidFill>
                                        <a:srgbClr val="000000"/>
                                      </a:solidFill>
                                      <a:latin typeface="Cambria Math" panose="02040503050406030204" pitchFamily="18" charset="0"/>
                                    </a:rPr>
                                  </m:ctrlPr>
                                </m:sSubPr>
                                <m:e>
                                  <m:r>
                                    <a:rPr lang="zh-CN" altLang="en-US" sz="2800" b="0" i="1">
                                      <a:solidFill>
                                        <a:srgbClr val="000000"/>
                                      </a:solidFill>
                                      <a:latin typeface="Cambria Math" panose="02040503050406030204" pitchFamily="18" charset="0"/>
                                    </a:rPr>
                                    <m:t>𝜀</m:t>
                                  </m:r>
                                </m:e>
                                <m:sub>
                                  <m:r>
                                    <a:rPr lang="zh-CN" altLang="en-US" sz="2800" b="0" i="1">
                                      <a:solidFill>
                                        <a:srgbClr val="000000"/>
                                      </a:solidFill>
                                      <a:latin typeface="Cambria Math" panose="02040503050406030204" pitchFamily="18" charset="0"/>
                                    </a:rPr>
                                    <m:t>0</m:t>
                                  </m:r>
                                </m:sub>
                              </m:sSub>
                              <m:r>
                                <a:rPr lang="zh-CN" altLang="en-US" sz="2800" b="0" i="1">
                                  <a:solidFill>
                                    <a:srgbClr val="000000"/>
                                  </a:solidFill>
                                  <a:latin typeface="Cambria Math" panose="02040503050406030204" pitchFamily="18" charset="0"/>
                                </a:rPr>
                                <m:t>𝑟</m:t>
                              </m:r>
                            </m:den>
                          </m:f>
                          <m:sSub>
                            <m:sSubPr>
                              <m:ctrlPr>
                                <a:rPr lang="zh-CN" altLang="en-US" sz="2800" i="1">
                                  <a:solidFill>
                                    <a:srgbClr val="000000"/>
                                  </a:solidFill>
                                  <a:latin typeface="Cambria Math" panose="02040503050406030204" pitchFamily="18" charset="0"/>
                                </a:rPr>
                              </m:ctrlPr>
                            </m:sSubPr>
                            <m:e>
                              <m:acc>
                                <m:accPr>
                                  <m:chr m:val="⃑"/>
                                  <m:ctrlPr>
                                    <a:rPr lang="zh-CN" altLang="en-US" sz="2800" i="1">
                                      <a:solidFill>
                                        <a:srgbClr val="000000"/>
                                      </a:solidFill>
                                      <a:latin typeface="Cambria Math" panose="02040503050406030204" pitchFamily="18" charset="0"/>
                                    </a:rPr>
                                  </m:ctrlPr>
                                </m:accPr>
                                <m:e>
                                  <m:r>
                                    <a:rPr lang="zh-CN" altLang="en-US" sz="2800" b="0" i="1">
                                      <a:solidFill>
                                        <a:srgbClr val="000000"/>
                                      </a:solidFill>
                                      <a:latin typeface="Cambria Math" panose="02040503050406030204" pitchFamily="18" charset="0"/>
                                    </a:rPr>
                                    <m:t>𝑒</m:t>
                                  </m:r>
                                </m:e>
                              </m:acc>
                            </m:e>
                            <m:sub>
                              <m:r>
                                <a:rPr lang="zh-CN" altLang="en-US" sz="2800" b="0" i="1">
                                  <a:solidFill>
                                    <a:srgbClr val="000000"/>
                                  </a:solidFill>
                                  <a:latin typeface="Cambria Math" panose="02040503050406030204" pitchFamily="18" charset="0"/>
                                </a:rPr>
                                <m:t>𝑟</m:t>
                              </m:r>
                            </m:sub>
                          </m:sSub>
                          <m:r>
                            <a:rPr lang="zh-CN" altLang="en-US" sz="2800" b="0" i="1">
                              <a:solidFill>
                                <a:srgbClr val="000000"/>
                              </a:solidFill>
                              <a:latin typeface="Cambria Math" panose="02040503050406030204" pitchFamily="18" charset="0"/>
                            </a:rPr>
                            <m:t>⋅</m:t>
                          </m:r>
                          <m:r>
                            <a:rPr lang="zh-CN" altLang="en-US" sz="2800" b="0" i="1">
                              <a:solidFill>
                                <a:srgbClr val="000000"/>
                              </a:solidFill>
                              <a:latin typeface="Cambria Math" panose="02040503050406030204" pitchFamily="18" charset="0"/>
                            </a:rPr>
                            <m:t>𝑑</m:t>
                          </m:r>
                          <m:acc>
                            <m:accPr>
                              <m:chr m:val="⃑"/>
                              <m:ctrlPr>
                                <a:rPr lang="zh-CN" altLang="en-US" sz="2800" i="1">
                                  <a:solidFill>
                                    <a:srgbClr val="000000"/>
                                  </a:solidFill>
                                  <a:latin typeface="Cambria Math" panose="02040503050406030204" pitchFamily="18" charset="0"/>
                                </a:rPr>
                              </m:ctrlPr>
                            </m:accPr>
                            <m:e>
                              <m:r>
                                <a:rPr lang="zh-CN" altLang="en-US" sz="2800" b="0" i="1">
                                  <a:solidFill>
                                    <a:srgbClr val="000000"/>
                                  </a:solidFill>
                                  <a:latin typeface="Cambria Math" panose="02040503050406030204" pitchFamily="18" charset="0"/>
                                </a:rPr>
                                <m:t>𝑟</m:t>
                              </m:r>
                            </m:e>
                          </m:acc>
                        </m:e>
                      </m:nary>
                    </m:oMath>
                  </m:oMathPara>
                </a14:m>
                <a:endParaRPr lang="en-US" sz="2800" dirty="0"/>
              </a:p>
            </p:txBody>
          </p:sp>
        </mc:Choice>
        <mc:Fallback xmlns="">
          <p:sp>
            <p:nvSpPr>
              <p:cNvPr id="6" name="矩形 5">
                <a:extLst>
                  <a:ext uri="{FF2B5EF4-FFF2-40B4-BE49-F238E27FC236}">
                    <a16:creationId xmlns:a16="http://schemas.microsoft.com/office/drawing/2014/main" id="{3EEBFDA2-72EE-46F5-A891-8C30D38B8FE2}"/>
                  </a:ext>
                </a:extLst>
              </p:cNvPr>
              <p:cNvSpPr>
                <a:spLocks noRot="1" noChangeAspect="1" noMove="1" noResize="1" noEditPoints="1" noAdjustHandles="1" noChangeArrowheads="1" noChangeShapeType="1" noTextEdit="1"/>
              </p:cNvSpPr>
              <p:nvPr/>
            </p:nvSpPr>
            <p:spPr>
              <a:xfrm>
                <a:off x="6544356" y="2733361"/>
                <a:ext cx="3163879" cy="1020023"/>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矩形 7">
                <a:extLst>
                  <a:ext uri="{FF2B5EF4-FFF2-40B4-BE49-F238E27FC236}">
                    <a16:creationId xmlns:a16="http://schemas.microsoft.com/office/drawing/2014/main" id="{CD065FF6-4277-4F76-AF2D-8FD6431E43C8}"/>
                  </a:ext>
                </a:extLst>
              </p:cNvPr>
              <p:cNvSpPr/>
              <p:nvPr/>
            </p:nvSpPr>
            <p:spPr>
              <a:xfrm>
                <a:off x="7105793" y="3887114"/>
                <a:ext cx="2168671" cy="1161215"/>
              </a:xfrm>
              <a:prstGeom prst="rect">
                <a:avLst/>
              </a:prstGeom>
            </p:spPr>
            <p:txBody>
              <a:bodyPr wrap="none">
                <a:spAutoFit/>
              </a:bodyPr>
              <a:lstStyle/>
              <a:p>
                <a:pPr marL="36000" lvl="0">
                  <a:lnSpc>
                    <a:spcPct val="120000"/>
                  </a:lnSpc>
                  <a:spcBef>
                    <a:spcPts val="1000"/>
                  </a:spcBef>
                </a:pPr>
                <a14:m>
                  <m:oMathPara xmlns:m="http://schemas.openxmlformats.org/officeDocument/2006/math">
                    <m:oMathParaPr>
                      <m:jc m:val="centerGroup"/>
                    </m:oMathParaPr>
                    <m:oMath xmlns:m="http://schemas.openxmlformats.org/officeDocument/2006/math">
                      <m:r>
                        <a:rPr lang="zh-CN" altLang="en-US" sz="2800" b="0" i="1">
                          <a:solidFill>
                            <a:srgbClr val="000000"/>
                          </a:solidFill>
                          <a:latin typeface="Cambria Math" panose="02040503050406030204" pitchFamily="18" charset="0"/>
                        </a:rPr>
                        <m:t>=</m:t>
                      </m:r>
                      <m:f>
                        <m:fPr>
                          <m:ctrlPr>
                            <a:rPr lang="zh-CN" altLang="en-US" sz="2800" i="1">
                              <a:solidFill>
                                <a:srgbClr val="000000"/>
                              </a:solidFill>
                              <a:latin typeface="Cambria Math" panose="02040503050406030204" pitchFamily="18" charset="0"/>
                            </a:rPr>
                          </m:ctrlPr>
                        </m:fPr>
                        <m:num>
                          <m:r>
                            <a:rPr lang="zh-CN" altLang="en-US" sz="2800" b="0" i="1">
                              <a:solidFill>
                                <a:srgbClr val="000000"/>
                              </a:solidFill>
                              <a:latin typeface="Cambria Math" panose="02040503050406030204" pitchFamily="18" charset="0"/>
                            </a:rPr>
                            <m:t>𝜆</m:t>
                          </m:r>
                        </m:num>
                        <m:den>
                          <m:r>
                            <a:rPr lang="zh-CN" altLang="en-US" sz="2800" b="0" i="1">
                              <a:solidFill>
                                <a:srgbClr val="000000"/>
                              </a:solidFill>
                              <a:latin typeface="Cambria Math" panose="02040503050406030204" pitchFamily="18" charset="0"/>
                            </a:rPr>
                            <m:t>2</m:t>
                          </m:r>
                          <m:r>
                            <a:rPr lang="zh-CN" altLang="en-US" sz="2800" b="0" i="1">
                              <a:solidFill>
                                <a:srgbClr val="000000"/>
                              </a:solidFill>
                              <a:latin typeface="Cambria Math" panose="02040503050406030204" pitchFamily="18" charset="0"/>
                            </a:rPr>
                            <m:t>𝜋</m:t>
                          </m:r>
                          <m:sSub>
                            <m:sSubPr>
                              <m:ctrlPr>
                                <a:rPr lang="zh-CN" altLang="en-US" sz="2800" i="1">
                                  <a:solidFill>
                                    <a:srgbClr val="000000"/>
                                  </a:solidFill>
                                  <a:latin typeface="Cambria Math" panose="02040503050406030204" pitchFamily="18" charset="0"/>
                                </a:rPr>
                              </m:ctrlPr>
                            </m:sSubPr>
                            <m:e>
                              <m:r>
                                <a:rPr lang="zh-CN" altLang="en-US" sz="2800" b="0" i="1">
                                  <a:solidFill>
                                    <a:srgbClr val="000000"/>
                                  </a:solidFill>
                                  <a:latin typeface="Cambria Math" panose="02040503050406030204" pitchFamily="18" charset="0"/>
                                </a:rPr>
                                <m:t>𝜀</m:t>
                              </m:r>
                            </m:e>
                            <m:sub>
                              <m:r>
                                <a:rPr lang="zh-CN" altLang="en-US" sz="2800" b="0" i="1">
                                  <a:solidFill>
                                    <a:srgbClr val="000000"/>
                                  </a:solidFill>
                                  <a:latin typeface="Cambria Math" panose="02040503050406030204" pitchFamily="18" charset="0"/>
                                </a:rPr>
                                <m:t>0</m:t>
                              </m:r>
                            </m:sub>
                          </m:sSub>
                        </m:den>
                      </m:f>
                      <m:func>
                        <m:funcPr>
                          <m:ctrlPr>
                            <a:rPr lang="zh-CN" altLang="en-US" sz="2800" i="1">
                              <a:solidFill>
                                <a:srgbClr val="000000"/>
                              </a:solidFill>
                              <a:latin typeface="Cambria Math" panose="02040503050406030204" pitchFamily="18" charset="0"/>
                            </a:rPr>
                          </m:ctrlPr>
                        </m:funcPr>
                        <m:fName>
                          <m:r>
                            <a:rPr lang="zh-CN" altLang="en-US" sz="2800" b="0" i="1">
                              <a:solidFill>
                                <a:srgbClr val="000000"/>
                              </a:solidFill>
                              <a:latin typeface="Cambria Math" panose="02040503050406030204" pitchFamily="18" charset="0"/>
                            </a:rPr>
                            <m:t>𝑙𝑛</m:t>
                          </m:r>
                        </m:fName>
                        <m:e>
                          <m:f>
                            <m:fPr>
                              <m:ctrlPr>
                                <a:rPr lang="zh-CN" altLang="en-US" sz="2800" i="1">
                                  <a:solidFill>
                                    <a:srgbClr val="000000"/>
                                  </a:solidFill>
                                  <a:latin typeface="Cambria Math" panose="02040503050406030204" pitchFamily="18" charset="0"/>
                                </a:rPr>
                              </m:ctrlPr>
                            </m:fPr>
                            <m:num>
                              <m:r>
                                <a:rPr lang="zh-CN" altLang="en-US" sz="2800" b="0" i="1">
                                  <a:solidFill>
                                    <a:srgbClr val="000000"/>
                                  </a:solidFill>
                                  <a:latin typeface="Cambria Math" panose="02040503050406030204" pitchFamily="18" charset="0"/>
                                </a:rPr>
                                <m:t>∞</m:t>
                              </m:r>
                            </m:num>
                            <m:den>
                              <m:r>
                                <a:rPr lang="zh-CN" altLang="en-US" sz="2800" b="0" i="1">
                                  <a:solidFill>
                                    <a:srgbClr val="000000"/>
                                  </a:solidFill>
                                  <a:latin typeface="Cambria Math" panose="02040503050406030204" pitchFamily="18" charset="0"/>
                                </a:rPr>
                                <m:t>𝑟</m:t>
                              </m:r>
                            </m:den>
                          </m:f>
                        </m:e>
                      </m:func>
                    </m:oMath>
                  </m:oMathPara>
                </a14:m>
                <a:endParaRPr lang="en-US" altLang="zh-CN" sz="2800" dirty="0">
                  <a:solidFill>
                    <a:prstClr val="black"/>
                  </a:solidFill>
                </a:endParaRPr>
              </a:p>
            </p:txBody>
          </p:sp>
        </mc:Choice>
        <mc:Fallback xmlns="">
          <p:sp>
            <p:nvSpPr>
              <p:cNvPr id="8" name="矩形 7">
                <a:extLst>
                  <a:ext uri="{FF2B5EF4-FFF2-40B4-BE49-F238E27FC236}">
                    <a16:creationId xmlns:a16="http://schemas.microsoft.com/office/drawing/2014/main" id="{CD065FF6-4277-4F76-AF2D-8FD6431E43C8}"/>
                  </a:ext>
                </a:extLst>
              </p:cNvPr>
              <p:cNvSpPr>
                <a:spLocks noRot="1" noChangeAspect="1" noMove="1" noResize="1" noEditPoints="1" noAdjustHandles="1" noChangeArrowheads="1" noChangeShapeType="1" noTextEdit="1"/>
              </p:cNvSpPr>
              <p:nvPr/>
            </p:nvSpPr>
            <p:spPr>
              <a:xfrm>
                <a:off x="7105793" y="3887114"/>
                <a:ext cx="2168671" cy="1161215"/>
              </a:xfrm>
              <a:prstGeom prst="rect">
                <a:avLst/>
              </a:prstGeom>
              <a:blipFill>
                <a:blip r:embed="rId6"/>
                <a:stretch>
                  <a:fillRect/>
                </a:stretch>
              </a:blipFill>
            </p:spPr>
            <p:txBody>
              <a:bodyPr/>
              <a:lstStyle/>
              <a:p>
                <a:r>
                  <a:rPr lang="zh-CN" altLang="en-US">
                    <a:noFill/>
                  </a:rPr>
                  <a:t> </a:t>
                </a:r>
              </a:p>
            </p:txBody>
          </p:sp>
        </mc:Fallback>
      </mc:AlternateContent>
      <p:sp>
        <p:nvSpPr>
          <p:cNvPr id="12" name="矩形 11">
            <a:extLst>
              <a:ext uri="{FF2B5EF4-FFF2-40B4-BE49-F238E27FC236}">
                <a16:creationId xmlns:a16="http://schemas.microsoft.com/office/drawing/2014/main" id="{AEDE51F2-6A36-4D70-896F-D5A26AB2016B}"/>
              </a:ext>
            </a:extLst>
          </p:cNvPr>
          <p:cNvSpPr/>
          <p:nvPr/>
        </p:nvSpPr>
        <p:spPr>
          <a:xfrm>
            <a:off x="3855904" y="2302474"/>
            <a:ext cx="3775393" cy="523220"/>
          </a:xfrm>
          <a:prstGeom prst="rect">
            <a:avLst/>
          </a:prstGeom>
        </p:spPr>
        <p:txBody>
          <a:bodyPr wrap="none">
            <a:spAutoFit/>
          </a:bodyPr>
          <a:lstStyle/>
          <a:p>
            <a:r>
              <a:rPr lang="zh-CN" altLang="en-US" sz="2800" dirty="0">
                <a:solidFill>
                  <a:srgbClr val="000000"/>
                </a:solidFill>
              </a:rPr>
              <a:t>取无穷远处为电势零点</a:t>
            </a:r>
            <a:endParaRPr lang="en-US" sz="2800" dirty="0"/>
          </a:p>
        </p:txBody>
      </p:sp>
      <mc:AlternateContent xmlns:mc="http://schemas.openxmlformats.org/markup-compatibility/2006" xmlns:a14="http://schemas.microsoft.com/office/drawing/2010/main">
        <mc:Choice Requires="a14">
          <p:sp>
            <p:nvSpPr>
              <p:cNvPr id="13" name="矩形 12">
                <a:extLst>
                  <a:ext uri="{FF2B5EF4-FFF2-40B4-BE49-F238E27FC236}">
                    <a16:creationId xmlns:a16="http://schemas.microsoft.com/office/drawing/2014/main" id="{A3797858-E041-4363-A328-18ABFCF39B94}"/>
                  </a:ext>
                </a:extLst>
              </p:cNvPr>
              <p:cNvSpPr/>
              <p:nvPr/>
            </p:nvSpPr>
            <p:spPr>
              <a:xfrm>
                <a:off x="4564380" y="4056001"/>
                <a:ext cx="2578846" cy="102002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sz="2800" b="0" i="1" smtClean="0">
                          <a:solidFill>
                            <a:srgbClr val="000000"/>
                          </a:solidFill>
                          <a:latin typeface="Cambria Math" panose="02040503050406030204" pitchFamily="18" charset="0"/>
                        </a:rPr>
                        <m:t>=</m:t>
                      </m:r>
                      <m:nary>
                        <m:naryPr>
                          <m:ctrlPr>
                            <a:rPr lang="zh-CN" altLang="en-US" sz="2800" i="1">
                              <a:solidFill>
                                <a:srgbClr val="000000"/>
                              </a:solidFill>
                              <a:latin typeface="Cambria Math" panose="02040503050406030204" pitchFamily="18" charset="0"/>
                            </a:rPr>
                          </m:ctrlPr>
                        </m:naryPr>
                        <m:sub>
                          <m:r>
                            <a:rPr lang="zh-CN" altLang="en-US" sz="2800" b="0" i="1">
                              <a:solidFill>
                                <a:srgbClr val="000000"/>
                              </a:solidFill>
                              <a:latin typeface="Cambria Math" panose="02040503050406030204" pitchFamily="18" charset="0"/>
                            </a:rPr>
                            <m:t>𝑟</m:t>
                          </m:r>
                        </m:sub>
                        <m:sup>
                          <m:r>
                            <a:rPr lang="zh-CN" altLang="en-US" sz="2800" b="0" i="1">
                              <a:solidFill>
                                <a:srgbClr val="000000"/>
                              </a:solidFill>
                              <a:latin typeface="Cambria Math" panose="02040503050406030204" pitchFamily="18" charset="0"/>
                            </a:rPr>
                            <m:t>∞</m:t>
                          </m:r>
                        </m:sup>
                        <m:e>
                          <m:f>
                            <m:fPr>
                              <m:ctrlPr>
                                <a:rPr lang="zh-CN" altLang="en-US" sz="2800" i="1">
                                  <a:solidFill>
                                    <a:srgbClr val="000000"/>
                                  </a:solidFill>
                                  <a:latin typeface="Cambria Math" panose="02040503050406030204" pitchFamily="18" charset="0"/>
                                </a:rPr>
                              </m:ctrlPr>
                            </m:fPr>
                            <m:num>
                              <m:r>
                                <a:rPr lang="zh-CN" altLang="en-US" sz="2800" b="0" i="1">
                                  <a:solidFill>
                                    <a:srgbClr val="000000"/>
                                  </a:solidFill>
                                  <a:latin typeface="Cambria Math" panose="02040503050406030204" pitchFamily="18" charset="0"/>
                                </a:rPr>
                                <m:t>𝜆</m:t>
                              </m:r>
                            </m:num>
                            <m:den>
                              <m:r>
                                <a:rPr lang="zh-CN" altLang="en-US" sz="2800" b="0" i="1">
                                  <a:solidFill>
                                    <a:srgbClr val="000000"/>
                                  </a:solidFill>
                                  <a:latin typeface="Cambria Math" panose="02040503050406030204" pitchFamily="18" charset="0"/>
                                </a:rPr>
                                <m:t>2</m:t>
                              </m:r>
                              <m:r>
                                <a:rPr lang="zh-CN" altLang="en-US" sz="2800" b="0" i="1">
                                  <a:solidFill>
                                    <a:srgbClr val="000000"/>
                                  </a:solidFill>
                                  <a:latin typeface="Cambria Math" panose="02040503050406030204" pitchFamily="18" charset="0"/>
                                </a:rPr>
                                <m:t>𝜋</m:t>
                              </m:r>
                              <m:sSub>
                                <m:sSubPr>
                                  <m:ctrlPr>
                                    <a:rPr lang="zh-CN" altLang="en-US" sz="2800" i="1">
                                      <a:solidFill>
                                        <a:srgbClr val="000000"/>
                                      </a:solidFill>
                                      <a:latin typeface="Cambria Math" panose="02040503050406030204" pitchFamily="18" charset="0"/>
                                    </a:rPr>
                                  </m:ctrlPr>
                                </m:sSubPr>
                                <m:e>
                                  <m:r>
                                    <a:rPr lang="zh-CN" altLang="en-US" sz="2800" b="0" i="1">
                                      <a:solidFill>
                                        <a:srgbClr val="000000"/>
                                      </a:solidFill>
                                      <a:latin typeface="Cambria Math" panose="02040503050406030204" pitchFamily="18" charset="0"/>
                                    </a:rPr>
                                    <m:t>𝜀</m:t>
                                  </m:r>
                                </m:e>
                                <m:sub>
                                  <m:r>
                                    <a:rPr lang="zh-CN" altLang="en-US" sz="2800" b="0" i="1">
                                      <a:solidFill>
                                        <a:srgbClr val="000000"/>
                                      </a:solidFill>
                                      <a:latin typeface="Cambria Math" panose="02040503050406030204" pitchFamily="18" charset="0"/>
                                    </a:rPr>
                                    <m:t>0</m:t>
                                  </m:r>
                                </m:sub>
                              </m:sSub>
                              <m:r>
                                <a:rPr lang="zh-CN" altLang="en-US" sz="2800" b="0" i="1">
                                  <a:solidFill>
                                    <a:srgbClr val="000000"/>
                                  </a:solidFill>
                                  <a:latin typeface="Cambria Math" panose="02040503050406030204" pitchFamily="18" charset="0"/>
                                </a:rPr>
                                <m:t>𝑟</m:t>
                              </m:r>
                            </m:den>
                          </m:f>
                          <m:r>
                            <a:rPr lang="zh-CN" altLang="en-US" sz="2800" b="0" i="1">
                              <a:solidFill>
                                <a:srgbClr val="000000"/>
                              </a:solidFill>
                              <a:latin typeface="Cambria Math" panose="02040503050406030204" pitchFamily="18" charset="0"/>
                            </a:rPr>
                            <m:t>𝑑</m:t>
                          </m:r>
                          <m:r>
                            <a:rPr lang="en-US" altLang="zh-CN" sz="2800" b="0" i="1" smtClean="0">
                              <a:solidFill>
                                <a:srgbClr val="000000"/>
                              </a:solidFill>
                              <a:latin typeface="Cambria Math" panose="02040503050406030204" pitchFamily="18" charset="0"/>
                            </a:rPr>
                            <m:t>𝑟</m:t>
                          </m:r>
                        </m:e>
                      </m:nary>
                    </m:oMath>
                  </m:oMathPara>
                </a14:m>
                <a:endParaRPr lang="en-US" sz="2800" dirty="0"/>
              </a:p>
            </p:txBody>
          </p:sp>
        </mc:Choice>
        <mc:Fallback xmlns="">
          <p:sp>
            <p:nvSpPr>
              <p:cNvPr id="13" name="矩形 12">
                <a:extLst>
                  <a:ext uri="{FF2B5EF4-FFF2-40B4-BE49-F238E27FC236}">
                    <a16:creationId xmlns:a16="http://schemas.microsoft.com/office/drawing/2014/main" id="{A3797858-E041-4363-A328-18ABFCF39B94}"/>
                  </a:ext>
                </a:extLst>
              </p:cNvPr>
              <p:cNvSpPr>
                <a:spLocks noRot="1" noChangeAspect="1" noMove="1" noResize="1" noEditPoints="1" noAdjustHandles="1" noChangeArrowheads="1" noChangeShapeType="1" noTextEdit="1"/>
              </p:cNvSpPr>
              <p:nvPr/>
            </p:nvSpPr>
            <p:spPr>
              <a:xfrm>
                <a:off x="4564380" y="4056001"/>
                <a:ext cx="2578846" cy="1020023"/>
              </a:xfrm>
              <a:prstGeom prst="rect">
                <a:avLst/>
              </a:prstGeom>
              <a:blipFill>
                <a:blip r:embed="rId7"/>
                <a:stretch>
                  <a:fillRect/>
                </a:stretch>
              </a:blipFill>
            </p:spPr>
            <p:txBody>
              <a:bodyPr/>
              <a:lstStyle/>
              <a:p>
                <a:r>
                  <a:rPr lang="zh-CN" altLang="en-US">
                    <a:noFill/>
                  </a:rPr>
                  <a:t> </a:t>
                </a:r>
              </a:p>
            </p:txBody>
          </p:sp>
        </mc:Fallback>
      </mc:AlternateContent>
      <p:sp>
        <p:nvSpPr>
          <p:cNvPr id="9" name="矩形 8">
            <a:extLst>
              <a:ext uri="{FF2B5EF4-FFF2-40B4-BE49-F238E27FC236}">
                <a16:creationId xmlns:a16="http://schemas.microsoft.com/office/drawing/2014/main" id="{97E3F5E7-8D84-4E86-87C4-74C1D54A5775}"/>
              </a:ext>
            </a:extLst>
          </p:cNvPr>
          <p:cNvSpPr/>
          <p:nvPr/>
        </p:nvSpPr>
        <p:spPr>
          <a:xfrm>
            <a:off x="3812065" y="5294291"/>
            <a:ext cx="6716235" cy="954107"/>
          </a:xfrm>
          <a:prstGeom prst="rect">
            <a:avLst/>
          </a:prstGeom>
        </p:spPr>
        <p:txBody>
          <a:bodyPr wrap="square">
            <a:spAutoFit/>
          </a:bodyPr>
          <a:lstStyle/>
          <a:p>
            <a:r>
              <a:rPr kumimoji="1" lang="zh-CN" altLang="en-US" sz="2800" dirty="0">
                <a:cs typeface="Times New Roman" panose="02020603050405020304" pitchFamily="18" charset="0"/>
              </a:rPr>
              <a:t>当电荷的分布扩展到无限远时，电势零点不能选在无限远处</a:t>
            </a:r>
            <a:endParaRPr lang="en-US" sz="2800" dirty="0"/>
          </a:p>
        </p:txBody>
      </p:sp>
      <mc:AlternateContent xmlns:mc="http://schemas.openxmlformats.org/markup-compatibility/2006" xmlns:a14="http://schemas.microsoft.com/office/drawing/2010/main">
        <mc:Choice Requires="a14">
          <p:sp>
            <p:nvSpPr>
              <p:cNvPr id="16" name="矩形 15">
                <a:extLst>
                  <a:ext uri="{FF2B5EF4-FFF2-40B4-BE49-F238E27FC236}">
                    <a16:creationId xmlns:a16="http://schemas.microsoft.com/office/drawing/2014/main" id="{3E20CEE4-0FD6-48D1-A369-D2E955F0ABC8}"/>
                  </a:ext>
                </a:extLst>
              </p:cNvPr>
              <p:cNvSpPr/>
              <p:nvPr/>
            </p:nvSpPr>
            <p:spPr>
              <a:xfrm>
                <a:off x="7105793" y="5653532"/>
                <a:ext cx="1820562" cy="1186863"/>
              </a:xfrm>
              <a:prstGeom prst="rect">
                <a:avLst/>
              </a:prstGeom>
            </p:spPr>
            <p:txBody>
              <a:bodyPr wrap="none">
                <a:spAutoFit/>
              </a:bodyPr>
              <a:lstStyle/>
              <a:p>
                <a:pPr marL="36000" lvl="0">
                  <a:lnSpc>
                    <a:spcPct val="120000"/>
                  </a:lnSpc>
                  <a:spcBef>
                    <a:spcPts val="1200"/>
                  </a:spcBef>
                  <a:spcAft>
                    <a:spcPts val="200"/>
                  </a:spcAft>
                  <a:buClr>
                    <a:srgbClr val="99CB38"/>
                  </a:buClr>
                  <a:buSzPct val="100000"/>
                </a:pPr>
                <a14:m>
                  <m:oMathPara xmlns:m="http://schemas.openxmlformats.org/officeDocument/2006/math">
                    <m:oMathParaPr>
                      <m:jc m:val="centerGroup"/>
                    </m:oMathParaPr>
                    <m:oMath xmlns:m="http://schemas.openxmlformats.org/officeDocument/2006/math">
                      <m:f>
                        <m:fPr>
                          <m:ctrlPr>
                            <a:rPr lang="zh-CN" altLang="en-US" sz="2800" i="1">
                              <a:solidFill>
                                <a:srgbClr val="000000"/>
                              </a:solidFill>
                              <a:latin typeface="Cambria Math" panose="02040503050406030204" pitchFamily="18" charset="0"/>
                            </a:rPr>
                          </m:ctrlPr>
                        </m:fPr>
                        <m:num>
                          <m:r>
                            <a:rPr lang="zh-CN" altLang="en-US" sz="2800" b="0" i="1">
                              <a:solidFill>
                                <a:srgbClr val="000000"/>
                              </a:solidFill>
                              <a:latin typeface="Cambria Math" panose="02040503050406030204" pitchFamily="18" charset="0"/>
                            </a:rPr>
                            <m:t>𝜆</m:t>
                          </m:r>
                        </m:num>
                        <m:den>
                          <m:r>
                            <a:rPr lang="zh-CN" altLang="en-US" sz="2800" b="0" i="1">
                              <a:solidFill>
                                <a:srgbClr val="000000"/>
                              </a:solidFill>
                              <a:latin typeface="Cambria Math" panose="02040503050406030204" pitchFamily="18" charset="0"/>
                            </a:rPr>
                            <m:t>2</m:t>
                          </m:r>
                          <m:r>
                            <a:rPr lang="zh-CN" altLang="en-US" sz="2800" b="0" i="1">
                              <a:solidFill>
                                <a:srgbClr val="000000"/>
                              </a:solidFill>
                              <a:latin typeface="Cambria Math" panose="02040503050406030204" pitchFamily="18" charset="0"/>
                            </a:rPr>
                            <m:t>𝜋</m:t>
                          </m:r>
                          <m:sSub>
                            <m:sSubPr>
                              <m:ctrlPr>
                                <a:rPr lang="zh-CN" altLang="en-US" sz="2800" i="1">
                                  <a:solidFill>
                                    <a:srgbClr val="000000"/>
                                  </a:solidFill>
                                  <a:latin typeface="Cambria Math" panose="02040503050406030204" pitchFamily="18" charset="0"/>
                                </a:rPr>
                              </m:ctrlPr>
                            </m:sSubPr>
                            <m:e>
                              <m:r>
                                <a:rPr lang="zh-CN" altLang="en-US" sz="2800" b="0" i="1">
                                  <a:solidFill>
                                    <a:srgbClr val="000000"/>
                                  </a:solidFill>
                                  <a:latin typeface="Cambria Math" panose="02040503050406030204" pitchFamily="18" charset="0"/>
                                </a:rPr>
                                <m:t>𝜀</m:t>
                              </m:r>
                            </m:e>
                            <m:sub>
                              <m:r>
                                <a:rPr lang="zh-CN" altLang="en-US" sz="2800" b="0" i="1">
                                  <a:solidFill>
                                    <a:srgbClr val="000000"/>
                                  </a:solidFill>
                                  <a:latin typeface="Cambria Math" panose="02040503050406030204" pitchFamily="18" charset="0"/>
                                </a:rPr>
                                <m:t>0</m:t>
                              </m:r>
                            </m:sub>
                          </m:sSub>
                        </m:den>
                      </m:f>
                      <m:func>
                        <m:funcPr>
                          <m:ctrlPr>
                            <a:rPr lang="zh-CN" altLang="en-US" sz="2800" i="1">
                              <a:solidFill>
                                <a:srgbClr val="000000"/>
                              </a:solidFill>
                              <a:latin typeface="Cambria Math" panose="02040503050406030204" pitchFamily="18" charset="0"/>
                            </a:rPr>
                          </m:ctrlPr>
                        </m:funcPr>
                        <m:fName>
                          <m:r>
                            <a:rPr lang="zh-CN" altLang="en-US" sz="2800" b="0" i="1">
                              <a:solidFill>
                                <a:srgbClr val="000000"/>
                              </a:solidFill>
                              <a:latin typeface="Cambria Math" panose="02040503050406030204" pitchFamily="18" charset="0"/>
                            </a:rPr>
                            <m:t>𝑙𝑛</m:t>
                          </m:r>
                        </m:fName>
                        <m:e>
                          <m:f>
                            <m:fPr>
                              <m:ctrlPr>
                                <a:rPr lang="zh-CN" altLang="en-US" sz="2800" i="1">
                                  <a:solidFill>
                                    <a:srgbClr val="000000"/>
                                  </a:solidFill>
                                  <a:latin typeface="Cambria Math" panose="02040503050406030204" pitchFamily="18" charset="0"/>
                                </a:rPr>
                              </m:ctrlPr>
                            </m:fPr>
                            <m:num>
                              <m:sSub>
                                <m:sSubPr>
                                  <m:ctrlPr>
                                    <a:rPr lang="zh-CN" altLang="en-US" sz="2800" i="1">
                                      <a:solidFill>
                                        <a:srgbClr val="000000"/>
                                      </a:solidFill>
                                      <a:latin typeface="Cambria Math" panose="02040503050406030204" pitchFamily="18" charset="0"/>
                                    </a:rPr>
                                  </m:ctrlPr>
                                </m:sSubPr>
                                <m:e>
                                  <m:r>
                                    <a:rPr lang="zh-CN" altLang="en-US" sz="2800" b="0" i="1">
                                      <a:solidFill>
                                        <a:srgbClr val="000000"/>
                                      </a:solidFill>
                                      <a:latin typeface="Cambria Math" panose="02040503050406030204" pitchFamily="18" charset="0"/>
                                    </a:rPr>
                                    <m:t>𝑟</m:t>
                                  </m:r>
                                </m:e>
                                <m:sub>
                                  <m:r>
                                    <a:rPr lang="zh-CN" altLang="en-US" sz="2800" b="0" i="1">
                                      <a:solidFill>
                                        <a:srgbClr val="000000"/>
                                      </a:solidFill>
                                      <a:latin typeface="Cambria Math" panose="02040503050406030204" pitchFamily="18" charset="0"/>
                                    </a:rPr>
                                    <m:t>𝐵</m:t>
                                  </m:r>
                                </m:sub>
                              </m:sSub>
                            </m:num>
                            <m:den>
                              <m:r>
                                <a:rPr lang="zh-CN" altLang="en-US" sz="2800" b="0" i="1">
                                  <a:solidFill>
                                    <a:srgbClr val="000000"/>
                                  </a:solidFill>
                                  <a:latin typeface="Cambria Math" panose="02040503050406030204" pitchFamily="18" charset="0"/>
                                </a:rPr>
                                <m:t>𝑟</m:t>
                              </m:r>
                            </m:den>
                          </m:f>
                        </m:e>
                      </m:func>
                    </m:oMath>
                  </m:oMathPara>
                </a14:m>
                <a:endParaRPr lang="en-US" altLang="zh-CN" sz="2800" dirty="0">
                  <a:solidFill>
                    <a:prstClr val="black">
                      <a:lumMod val="75000"/>
                      <a:lumOff val="25000"/>
                    </a:prstClr>
                  </a:solidFill>
                  <a:cs typeface="Times New Roman" panose="02020603050405020304" pitchFamily="18" charset="0"/>
                </a:endParaRPr>
              </a:p>
            </p:txBody>
          </p:sp>
        </mc:Choice>
        <mc:Fallback xmlns="">
          <p:sp>
            <p:nvSpPr>
              <p:cNvPr id="16" name="矩形 15">
                <a:extLst>
                  <a:ext uri="{FF2B5EF4-FFF2-40B4-BE49-F238E27FC236}">
                    <a16:creationId xmlns:a16="http://schemas.microsoft.com/office/drawing/2014/main" id="{3E20CEE4-0FD6-48D1-A369-D2E955F0ABC8}"/>
                  </a:ext>
                </a:extLst>
              </p:cNvPr>
              <p:cNvSpPr>
                <a:spLocks noRot="1" noChangeAspect="1" noMove="1" noResize="1" noEditPoints="1" noAdjustHandles="1" noChangeArrowheads="1" noChangeShapeType="1" noTextEdit="1"/>
              </p:cNvSpPr>
              <p:nvPr/>
            </p:nvSpPr>
            <p:spPr>
              <a:xfrm>
                <a:off x="7105793" y="5653532"/>
                <a:ext cx="1820562" cy="1186863"/>
              </a:xfrm>
              <a:prstGeom prst="rect">
                <a:avLst/>
              </a:prstGeom>
              <a:blipFill>
                <a:blip r:embed="rId8"/>
                <a:stretch>
                  <a:fillRect/>
                </a:stretch>
              </a:blipFill>
            </p:spPr>
            <p:txBody>
              <a:bodyPr/>
              <a:lstStyle/>
              <a:p>
                <a:r>
                  <a:rPr lang="zh-CN" altLang="en-US">
                    <a:noFill/>
                  </a:rPr>
                  <a:t> </a:t>
                </a:r>
              </a:p>
            </p:txBody>
          </p:sp>
        </mc:Fallback>
      </mc:AlternateContent>
      <p:sp>
        <p:nvSpPr>
          <p:cNvPr id="17" name="矩形 16">
            <a:extLst>
              <a:ext uri="{FF2B5EF4-FFF2-40B4-BE49-F238E27FC236}">
                <a16:creationId xmlns:a16="http://schemas.microsoft.com/office/drawing/2014/main" id="{8FD52953-87BB-4BCF-8531-D14255090951}"/>
              </a:ext>
            </a:extLst>
          </p:cNvPr>
          <p:cNvSpPr/>
          <p:nvPr/>
        </p:nvSpPr>
        <p:spPr>
          <a:xfrm>
            <a:off x="1945278" y="6248398"/>
            <a:ext cx="4852610" cy="523220"/>
          </a:xfrm>
          <a:prstGeom prst="rect">
            <a:avLst/>
          </a:prstGeom>
        </p:spPr>
        <p:txBody>
          <a:bodyPr wrap="none">
            <a:spAutoFit/>
          </a:bodyPr>
          <a:lstStyle/>
          <a:p>
            <a:r>
              <a:rPr lang="zh-CN" altLang="en-US" sz="2800" dirty="0">
                <a:solidFill>
                  <a:srgbClr val="000000"/>
                </a:solidFill>
              </a:rPr>
              <a:t>取导线外任意一点为电势零点</a:t>
            </a:r>
            <a:endParaRPr lang="en-US" sz="2800" dirty="0"/>
          </a:p>
        </p:txBody>
      </p:sp>
    </p:spTree>
    <p:extLst>
      <p:ext uri="{BB962C8B-B14F-4D97-AF65-F5344CB8AC3E}">
        <p14:creationId xmlns:p14="http://schemas.microsoft.com/office/powerpoint/2010/main" val="26505201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p"/>
      <p:bldP spid="3" grpId="0"/>
      <p:bldP spid="6" grpId="0"/>
      <p:bldP spid="8" grpId="0"/>
      <p:bldP spid="12" grpId="0"/>
      <p:bldP spid="13" grpId="0"/>
      <p:bldP spid="9" grpId="0"/>
      <p:bldP spid="16" grpId="0"/>
      <p:bldP spid="17"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5955B32A-1D22-46FF-A95B-3280D2BEC4B9}"/>
              </a:ext>
            </a:extLst>
          </p:cNvPr>
          <p:cNvSpPr txBox="1"/>
          <p:nvPr>
            <p:custDataLst>
              <p:tags r:id="rId2"/>
            </p:custDataLst>
          </p:nvPr>
        </p:nvSpPr>
        <p:spPr>
          <a:xfrm>
            <a:off x="2438400" y="635001"/>
            <a:ext cx="7315200" cy="2143125"/>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在点电荷</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q</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的电场中，如图，若取图中</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p</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点处为电势零点，则</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M</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点的电势为（   ）</a:t>
            </a:r>
          </a:p>
        </p:txBody>
      </p:sp>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9A3719CE-5A0C-4DD8-AA66-276676E7A69B}"/>
                  </a:ext>
                </a:extLst>
              </p:cNvPr>
              <p:cNvSpPr txBox="1"/>
              <p:nvPr>
                <p:custDataLst>
                  <p:tags r:id="rId3"/>
                </p:custDataLst>
              </p:nvPr>
            </p:nvSpPr>
            <p:spPr>
              <a:xfrm>
                <a:off x="3352800" y="2786063"/>
                <a:ext cx="1659118" cy="642938"/>
              </a:xfrm>
              <a:prstGeom prst="rect">
                <a:avLst/>
              </a:prstGeom>
              <a:noFill/>
            </p:spPr>
            <p:txBody>
              <a:bodyPr vert="horz" rtlCol="0" anchor="ctr" anchorCtr="0">
                <a:noAutofit/>
              </a:bodyPr>
              <a:lstStyle/>
              <a:p>
                <a:pPr/>
                <a14:m>
                  <m:oMathPara xmlns:m="http://schemas.openxmlformats.org/officeDocument/2006/math">
                    <m:oMathParaPr>
                      <m:jc m:val="centerGroup"/>
                    </m:oMathParaPr>
                    <m:oMath xmlns:m="http://schemas.openxmlformats.org/officeDocument/2006/math">
                      <m:r>
                        <a:rPr lang="en-US" altLang="zh-CN" sz="2800" b="1" i="1" kern="100">
                          <a:latin typeface="Cambria Math" panose="02040503050406030204" pitchFamily="18" charset="0"/>
                          <a:cs typeface="Times New Roman" panose="02020603050405020304" pitchFamily="18" charset="0"/>
                        </a:rPr>
                        <m:t>𝒒</m:t>
                      </m:r>
                      <m:r>
                        <a:rPr lang="en-US" altLang="zh-CN" sz="2800" b="1" i="1" kern="100">
                          <a:latin typeface="Cambria Math" panose="02040503050406030204" pitchFamily="18" charset="0"/>
                          <a:cs typeface="Times New Roman" panose="02020603050405020304" pitchFamily="18" charset="0"/>
                        </a:rPr>
                        <m:t>/</m:t>
                      </m:r>
                      <m:r>
                        <a:rPr lang="en-US" altLang="zh-CN" sz="2800" b="1" i="1" kern="100">
                          <a:latin typeface="Cambria Math" panose="02040503050406030204" pitchFamily="18" charset="0"/>
                          <a:cs typeface="Times New Roman" panose="02020603050405020304" pitchFamily="18" charset="0"/>
                        </a:rPr>
                        <m:t>𝟒</m:t>
                      </m:r>
                      <m:r>
                        <a:rPr lang="en-US" altLang="zh-CN" sz="2800" b="1" i="1" kern="100">
                          <a:latin typeface="Cambria Math" panose="02040503050406030204" pitchFamily="18" charset="0"/>
                          <a:cs typeface="Times New Roman" panose="02020603050405020304" pitchFamily="18" charset="0"/>
                        </a:rPr>
                        <m:t>𝝅</m:t>
                      </m:r>
                      <m:sSub>
                        <m:sSubPr>
                          <m:ctrlPr>
                            <a:rPr lang="zh-CN" altLang="zh-CN" sz="2800" b="1" i="1">
                              <a:latin typeface="Cambria Math" panose="02040503050406030204" pitchFamily="18" charset="0"/>
                              <a:ea typeface="Cambria Math" panose="02040503050406030204" pitchFamily="18" charset="0"/>
                            </a:rPr>
                          </m:ctrlPr>
                        </m:sSubPr>
                        <m:e>
                          <m:r>
                            <a:rPr lang="en-US" altLang="zh-CN" sz="2800" b="1" i="1" kern="100">
                              <a:latin typeface="Cambria Math" panose="02040503050406030204" pitchFamily="18" charset="0"/>
                              <a:cs typeface="Times New Roman" panose="02020603050405020304" pitchFamily="18" charset="0"/>
                            </a:rPr>
                            <m:t>𝜺</m:t>
                          </m:r>
                        </m:e>
                        <m:sub>
                          <m:r>
                            <a:rPr lang="en-US" altLang="zh-CN" sz="2800" b="1" i="1" kern="100">
                              <a:latin typeface="Cambria Math" panose="02040503050406030204" pitchFamily="18" charset="0"/>
                              <a:cs typeface="Times New Roman" panose="02020603050405020304" pitchFamily="18" charset="0"/>
                            </a:rPr>
                            <m:t>𝟎</m:t>
                          </m:r>
                        </m:sub>
                      </m:sSub>
                      <m:r>
                        <a:rPr lang="en-US" altLang="zh-CN" sz="2800" b="1" i="1" kern="100">
                          <a:latin typeface="Cambria Math" panose="02040503050406030204" pitchFamily="18" charset="0"/>
                          <a:cs typeface="Times New Roman" panose="02020603050405020304" pitchFamily="18" charset="0"/>
                        </a:rPr>
                        <m:t>𝒂</m:t>
                      </m:r>
                    </m:oMath>
                  </m:oMathPara>
                </a14:m>
                <a:endParaRPr lang="zh-CN" altLang="en-US" sz="2800" b="1"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mc:Choice>
        <mc:Fallback xmlns="">
          <p:sp>
            <p:nvSpPr>
              <p:cNvPr id="5" name="文本框 4">
                <a:extLst>
                  <a:ext uri="{FF2B5EF4-FFF2-40B4-BE49-F238E27FC236}">
                    <a16:creationId xmlns:a16="http://schemas.microsoft.com/office/drawing/2014/main" id="{9A3719CE-5A0C-4DD8-AA66-276676E7A69B}"/>
                  </a:ext>
                </a:extLst>
              </p:cNvPr>
              <p:cNvSpPr txBox="1">
                <a:spLocks noRot="1" noChangeAspect="1" noMove="1" noResize="1" noEditPoints="1" noAdjustHandles="1" noChangeArrowheads="1" noChangeShapeType="1" noTextEdit="1"/>
              </p:cNvSpPr>
              <p:nvPr>
                <p:custDataLst>
                  <p:tags r:id="rId19"/>
                </p:custDataLst>
              </p:nvPr>
            </p:nvSpPr>
            <p:spPr>
              <a:xfrm>
                <a:off x="3352800" y="2786063"/>
                <a:ext cx="1659118" cy="642938"/>
              </a:xfrm>
              <a:prstGeom prst="rect">
                <a:avLst/>
              </a:prstGeom>
              <a:blipFill>
                <a:blip r:embed="rId2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2F79B106-777D-4B04-9055-BBE7AFB561D8}"/>
                  </a:ext>
                </a:extLst>
              </p:cNvPr>
              <p:cNvSpPr txBox="1"/>
              <p:nvPr>
                <p:custDataLst>
                  <p:tags r:id="rId4"/>
                </p:custDataLst>
              </p:nvPr>
            </p:nvSpPr>
            <p:spPr>
              <a:xfrm>
                <a:off x="3352800" y="3643313"/>
                <a:ext cx="1659118" cy="642938"/>
              </a:xfrm>
              <a:prstGeom prst="rect">
                <a:avLst/>
              </a:prstGeom>
              <a:noFill/>
            </p:spPr>
            <p:txBody>
              <a:bodyPr vert="horz" rtlCol="0" anchor="ctr" anchorCtr="0">
                <a:noAutofit/>
              </a:bodyPr>
              <a:lstStyle/>
              <a:p>
                <a:pPr/>
                <a14:m>
                  <m:oMathPara xmlns:m="http://schemas.openxmlformats.org/officeDocument/2006/math">
                    <m:oMathParaPr>
                      <m:jc m:val="centerGroup"/>
                    </m:oMathParaPr>
                    <m:oMath xmlns:m="http://schemas.openxmlformats.org/officeDocument/2006/math">
                      <m:r>
                        <a:rPr lang="en-US" altLang="zh-CN" sz="2800" b="1" i="1" kern="100">
                          <a:latin typeface="Cambria Math" panose="02040503050406030204" pitchFamily="18" charset="0"/>
                          <a:cs typeface="Times New Roman" panose="02020603050405020304" pitchFamily="18" charset="0"/>
                        </a:rPr>
                        <m:t>𝒒</m:t>
                      </m:r>
                      <m:r>
                        <a:rPr lang="en-US" altLang="zh-CN" sz="2800" b="1" i="1" kern="100">
                          <a:latin typeface="Cambria Math" panose="02040503050406030204" pitchFamily="18" charset="0"/>
                          <a:cs typeface="Times New Roman" panose="02020603050405020304" pitchFamily="18" charset="0"/>
                        </a:rPr>
                        <m:t>/</m:t>
                      </m:r>
                      <m:r>
                        <a:rPr lang="en-US" altLang="zh-CN" sz="2800" b="1" i="1" kern="100">
                          <a:latin typeface="Cambria Math" panose="02040503050406030204" pitchFamily="18" charset="0"/>
                          <a:cs typeface="Times New Roman" panose="02020603050405020304" pitchFamily="18" charset="0"/>
                        </a:rPr>
                        <m:t>𝟖</m:t>
                      </m:r>
                      <m:r>
                        <a:rPr lang="en-US" altLang="zh-CN" sz="2800" b="1" i="1" kern="100">
                          <a:latin typeface="Cambria Math" panose="02040503050406030204" pitchFamily="18" charset="0"/>
                          <a:cs typeface="Times New Roman" panose="02020603050405020304" pitchFamily="18" charset="0"/>
                        </a:rPr>
                        <m:t>𝝅</m:t>
                      </m:r>
                      <m:sSub>
                        <m:sSubPr>
                          <m:ctrlPr>
                            <a:rPr lang="zh-CN" altLang="zh-CN" sz="2800" b="1" i="1">
                              <a:latin typeface="Cambria Math" panose="02040503050406030204" pitchFamily="18" charset="0"/>
                              <a:ea typeface="Cambria Math" panose="02040503050406030204" pitchFamily="18" charset="0"/>
                            </a:rPr>
                          </m:ctrlPr>
                        </m:sSubPr>
                        <m:e>
                          <m:r>
                            <a:rPr lang="en-US" altLang="zh-CN" sz="2800" b="1" i="1" kern="100">
                              <a:latin typeface="Cambria Math" panose="02040503050406030204" pitchFamily="18" charset="0"/>
                              <a:cs typeface="Times New Roman" panose="02020603050405020304" pitchFamily="18" charset="0"/>
                            </a:rPr>
                            <m:t>𝜺</m:t>
                          </m:r>
                        </m:e>
                        <m:sub>
                          <m:r>
                            <a:rPr lang="en-US" altLang="zh-CN" sz="2800" b="1" i="1" kern="100">
                              <a:latin typeface="Cambria Math" panose="02040503050406030204" pitchFamily="18" charset="0"/>
                              <a:cs typeface="Times New Roman" panose="02020603050405020304" pitchFamily="18" charset="0"/>
                            </a:rPr>
                            <m:t>𝟎</m:t>
                          </m:r>
                        </m:sub>
                      </m:sSub>
                      <m:r>
                        <a:rPr lang="en-US" altLang="zh-CN" sz="2800" b="1" i="1" kern="100">
                          <a:latin typeface="Cambria Math" panose="02040503050406030204" pitchFamily="18" charset="0"/>
                          <a:cs typeface="Times New Roman" panose="02020603050405020304" pitchFamily="18" charset="0"/>
                        </a:rPr>
                        <m:t>𝒂</m:t>
                      </m:r>
                    </m:oMath>
                  </m:oMathPara>
                </a14:m>
                <a:endParaRPr lang="zh-CN" altLang="en-US" sz="2800" b="1"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mc:Choice>
        <mc:Fallback xmlns="">
          <p:sp>
            <p:nvSpPr>
              <p:cNvPr id="6" name="文本框 5">
                <a:extLst>
                  <a:ext uri="{FF2B5EF4-FFF2-40B4-BE49-F238E27FC236}">
                    <a16:creationId xmlns:a16="http://schemas.microsoft.com/office/drawing/2014/main" id="{2F79B106-777D-4B04-9055-BBE7AFB561D8}"/>
                  </a:ext>
                </a:extLst>
              </p:cNvPr>
              <p:cNvSpPr txBox="1">
                <a:spLocks noRot="1" noChangeAspect="1" noMove="1" noResize="1" noEditPoints="1" noAdjustHandles="1" noChangeArrowheads="1" noChangeShapeType="1" noTextEdit="1"/>
              </p:cNvSpPr>
              <p:nvPr>
                <p:custDataLst>
                  <p:tags r:id="rId21"/>
                </p:custDataLst>
              </p:nvPr>
            </p:nvSpPr>
            <p:spPr>
              <a:xfrm>
                <a:off x="3352800" y="3643313"/>
                <a:ext cx="1659118" cy="642938"/>
              </a:xfrm>
              <a:prstGeom prst="rect">
                <a:avLst/>
              </a:prstGeom>
              <a:blipFill>
                <a:blip r:embed="rId2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6468D487-0A69-4CBA-97AE-6B39AB3517C8}"/>
                  </a:ext>
                </a:extLst>
              </p:cNvPr>
              <p:cNvSpPr txBox="1"/>
              <p:nvPr>
                <p:custDataLst>
                  <p:tags r:id="rId5"/>
                </p:custDataLst>
              </p:nvPr>
            </p:nvSpPr>
            <p:spPr>
              <a:xfrm>
                <a:off x="3352801" y="4500563"/>
                <a:ext cx="1913641" cy="642938"/>
              </a:xfrm>
              <a:prstGeom prst="rect">
                <a:avLst/>
              </a:prstGeom>
              <a:noFill/>
            </p:spPr>
            <p:txBody>
              <a:bodyPr vert="horz" rtlCol="0" anchor="ctr" anchorCtr="0">
                <a:noAutofit/>
              </a:bodyPr>
              <a:lstStyle/>
              <a:p>
                <a:pPr/>
                <a14:m>
                  <m:oMathPara xmlns:m="http://schemas.openxmlformats.org/officeDocument/2006/math">
                    <m:oMathParaPr>
                      <m:jc m:val="centerGroup"/>
                    </m:oMathParaPr>
                    <m:oMath xmlns:m="http://schemas.openxmlformats.org/officeDocument/2006/math">
                      <m:r>
                        <a:rPr lang="zh-CN" altLang="en-US" sz="2800" b="1" i="1" kern="100">
                          <a:latin typeface="Cambria Math" panose="02040503050406030204" pitchFamily="18" charset="0"/>
                          <a:ea typeface="微软雅黑" panose="020B0503020204020204" pitchFamily="34" charset="-122"/>
                          <a:cs typeface="微软雅黑" panose="020B0503020204020204" pitchFamily="34" charset="-122"/>
                        </a:rPr>
                        <m:t>−</m:t>
                      </m:r>
                      <m:r>
                        <a:rPr lang="en-US" altLang="zh-CN" sz="2800" b="1" i="1" kern="100">
                          <a:latin typeface="Cambria Math" panose="02040503050406030204" pitchFamily="18" charset="0"/>
                          <a:cs typeface="Times New Roman" panose="02020603050405020304" pitchFamily="18" charset="0"/>
                        </a:rPr>
                        <m:t>𝒒</m:t>
                      </m:r>
                      <m:r>
                        <a:rPr lang="en-US" altLang="zh-CN" sz="2800" b="1" i="1" kern="100">
                          <a:latin typeface="Cambria Math" panose="02040503050406030204" pitchFamily="18" charset="0"/>
                          <a:cs typeface="Times New Roman" panose="02020603050405020304" pitchFamily="18" charset="0"/>
                        </a:rPr>
                        <m:t>/</m:t>
                      </m:r>
                      <m:r>
                        <a:rPr lang="en-US" altLang="zh-CN" sz="2800" b="1" i="1" kern="100">
                          <a:latin typeface="Cambria Math" panose="02040503050406030204" pitchFamily="18" charset="0"/>
                          <a:cs typeface="Times New Roman" panose="02020603050405020304" pitchFamily="18" charset="0"/>
                        </a:rPr>
                        <m:t>𝟒</m:t>
                      </m:r>
                      <m:r>
                        <a:rPr lang="en-US" altLang="zh-CN" sz="2800" b="1" i="1" kern="100">
                          <a:latin typeface="Cambria Math" panose="02040503050406030204" pitchFamily="18" charset="0"/>
                          <a:cs typeface="Times New Roman" panose="02020603050405020304" pitchFamily="18" charset="0"/>
                        </a:rPr>
                        <m:t>𝝅</m:t>
                      </m:r>
                      <m:sSub>
                        <m:sSubPr>
                          <m:ctrlPr>
                            <a:rPr lang="zh-CN" altLang="zh-CN" sz="2800" b="1" i="1">
                              <a:latin typeface="Cambria Math" panose="02040503050406030204" pitchFamily="18" charset="0"/>
                              <a:ea typeface="Cambria Math" panose="02040503050406030204" pitchFamily="18" charset="0"/>
                            </a:rPr>
                          </m:ctrlPr>
                        </m:sSubPr>
                        <m:e>
                          <m:r>
                            <a:rPr lang="en-US" altLang="zh-CN" sz="2800" b="1" i="1" kern="100">
                              <a:latin typeface="Cambria Math" panose="02040503050406030204" pitchFamily="18" charset="0"/>
                              <a:cs typeface="Times New Roman" panose="02020603050405020304" pitchFamily="18" charset="0"/>
                            </a:rPr>
                            <m:t>𝜺</m:t>
                          </m:r>
                        </m:e>
                        <m:sub>
                          <m:r>
                            <a:rPr lang="en-US" altLang="zh-CN" sz="2800" b="1" i="1" kern="100">
                              <a:latin typeface="Cambria Math" panose="02040503050406030204" pitchFamily="18" charset="0"/>
                              <a:cs typeface="Times New Roman" panose="02020603050405020304" pitchFamily="18" charset="0"/>
                            </a:rPr>
                            <m:t>𝟎</m:t>
                          </m:r>
                        </m:sub>
                      </m:sSub>
                      <m:r>
                        <a:rPr lang="en-US" altLang="zh-CN" sz="2800" b="1" i="1" kern="100">
                          <a:latin typeface="Cambria Math" panose="02040503050406030204" pitchFamily="18" charset="0"/>
                          <a:cs typeface="Times New Roman" panose="02020603050405020304" pitchFamily="18" charset="0"/>
                        </a:rPr>
                        <m:t>𝒂</m:t>
                      </m:r>
                    </m:oMath>
                  </m:oMathPara>
                </a14:m>
                <a:endParaRPr lang="zh-CN" altLang="en-US" sz="2800" b="1"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mc:Choice>
        <mc:Fallback xmlns="">
          <p:sp>
            <p:nvSpPr>
              <p:cNvPr id="7" name="文本框 6">
                <a:extLst>
                  <a:ext uri="{FF2B5EF4-FFF2-40B4-BE49-F238E27FC236}">
                    <a16:creationId xmlns:a16="http://schemas.microsoft.com/office/drawing/2014/main" id="{6468D487-0A69-4CBA-97AE-6B39AB3517C8}"/>
                  </a:ext>
                </a:extLst>
              </p:cNvPr>
              <p:cNvSpPr txBox="1">
                <a:spLocks noRot="1" noChangeAspect="1" noMove="1" noResize="1" noEditPoints="1" noAdjustHandles="1" noChangeArrowheads="1" noChangeShapeType="1" noTextEdit="1"/>
              </p:cNvSpPr>
              <p:nvPr>
                <p:custDataLst>
                  <p:tags r:id="rId23"/>
                </p:custDataLst>
              </p:nvPr>
            </p:nvSpPr>
            <p:spPr>
              <a:xfrm>
                <a:off x="3352801" y="4500563"/>
                <a:ext cx="1913641" cy="642938"/>
              </a:xfrm>
              <a:prstGeom prst="rect">
                <a:avLst/>
              </a:prstGeom>
              <a:blipFill>
                <a:blip r:embed="rId2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F67FA659-687B-47FD-AE4D-870AF8C2AA85}"/>
                  </a:ext>
                </a:extLst>
              </p:cNvPr>
              <p:cNvSpPr txBox="1"/>
              <p:nvPr>
                <p:custDataLst>
                  <p:tags r:id="rId6"/>
                </p:custDataLst>
              </p:nvPr>
            </p:nvSpPr>
            <p:spPr>
              <a:xfrm>
                <a:off x="3352800" y="5357813"/>
                <a:ext cx="1983105" cy="642938"/>
              </a:xfrm>
              <a:prstGeom prst="rect">
                <a:avLst/>
              </a:prstGeom>
              <a:noFill/>
            </p:spPr>
            <p:txBody>
              <a:bodyPr vert="horz" rtlCol="0" anchor="ctr" anchorCtr="0">
                <a:noAutofit/>
              </a:bodyPr>
              <a:lstStyle/>
              <a:p>
                <a:pPr/>
                <a14:m>
                  <m:oMathPara xmlns:m="http://schemas.openxmlformats.org/officeDocument/2006/math">
                    <m:oMathParaPr>
                      <m:jc m:val="centerGroup"/>
                    </m:oMathParaPr>
                    <m:oMath xmlns:m="http://schemas.openxmlformats.org/officeDocument/2006/math">
                      <m:r>
                        <a:rPr lang="zh-CN" altLang="en-US" sz="2800" b="1" i="1" kern="100">
                          <a:latin typeface="Cambria Math" panose="02040503050406030204" pitchFamily="18" charset="0"/>
                          <a:ea typeface="微软雅黑" panose="020B0503020204020204" pitchFamily="34" charset="-122"/>
                          <a:cs typeface="微软雅黑" panose="020B0503020204020204" pitchFamily="34" charset="-122"/>
                        </a:rPr>
                        <m:t>−</m:t>
                      </m:r>
                      <m:r>
                        <a:rPr lang="en-US" altLang="zh-CN" sz="2800" b="1" i="1" kern="100">
                          <a:latin typeface="Cambria Math" panose="02040503050406030204" pitchFamily="18" charset="0"/>
                          <a:cs typeface="Times New Roman" panose="02020603050405020304" pitchFamily="18" charset="0"/>
                        </a:rPr>
                        <m:t>𝒒</m:t>
                      </m:r>
                      <m:r>
                        <a:rPr lang="en-US" altLang="zh-CN" sz="2800" b="1" i="1" kern="100">
                          <a:latin typeface="Cambria Math" panose="02040503050406030204" pitchFamily="18" charset="0"/>
                          <a:cs typeface="Times New Roman" panose="02020603050405020304" pitchFamily="18" charset="0"/>
                        </a:rPr>
                        <m:t>/</m:t>
                      </m:r>
                      <m:r>
                        <a:rPr lang="en-US" altLang="zh-CN" sz="2800" b="1" i="1" kern="100">
                          <a:latin typeface="Cambria Math" panose="02040503050406030204" pitchFamily="18" charset="0"/>
                          <a:cs typeface="Times New Roman" panose="02020603050405020304" pitchFamily="18" charset="0"/>
                        </a:rPr>
                        <m:t>𝟖</m:t>
                      </m:r>
                      <m:r>
                        <a:rPr lang="en-US" altLang="zh-CN" sz="2800" b="1" i="1" kern="100">
                          <a:latin typeface="Cambria Math" panose="02040503050406030204" pitchFamily="18" charset="0"/>
                          <a:cs typeface="Times New Roman" panose="02020603050405020304" pitchFamily="18" charset="0"/>
                        </a:rPr>
                        <m:t>𝝅</m:t>
                      </m:r>
                      <m:sSub>
                        <m:sSubPr>
                          <m:ctrlPr>
                            <a:rPr lang="zh-CN" altLang="zh-CN" sz="2800" b="1" i="1">
                              <a:latin typeface="Cambria Math" panose="02040503050406030204" pitchFamily="18" charset="0"/>
                              <a:ea typeface="Cambria Math" panose="02040503050406030204" pitchFamily="18" charset="0"/>
                            </a:rPr>
                          </m:ctrlPr>
                        </m:sSubPr>
                        <m:e>
                          <m:r>
                            <a:rPr lang="en-US" altLang="zh-CN" sz="2800" b="1" i="1" kern="100">
                              <a:latin typeface="Cambria Math" panose="02040503050406030204" pitchFamily="18" charset="0"/>
                              <a:cs typeface="Times New Roman" panose="02020603050405020304" pitchFamily="18" charset="0"/>
                            </a:rPr>
                            <m:t>𝜺</m:t>
                          </m:r>
                        </m:e>
                        <m:sub>
                          <m:r>
                            <a:rPr lang="en-US" altLang="zh-CN" sz="2800" b="1" i="1" kern="100">
                              <a:latin typeface="Cambria Math" panose="02040503050406030204" pitchFamily="18" charset="0"/>
                              <a:cs typeface="Times New Roman" panose="02020603050405020304" pitchFamily="18" charset="0"/>
                            </a:rPr>
                            <m:t>𝟎</m:t>
                          </m:r>
                        </m:sub>
                      </m:sSub>
                      <m:r>
                        <a:rPr lang="en-US" altLang="zh-CN" sz="2800" b="1" i="1" kern="100">
                          <a:latin typeface="Cambria Math" panose="02040503050406030204" pitchFamily="18" charset="0"/>
                          <a:cs typeface="Times New Roman" panose="02020603050405020304" pitchFamily="18" charset="0"/>
                        </a:rPr>
                        <m:t>𝒂</m:t>
                      </m:r>
                    </m:oMath>
                  </m:oMathPara>
                </a14:m>
                <a:endParaRPr lang="zh-CN" altLang="en-US" sz="2800" b="1"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mc:Choice>
        <mc:Fallback xmlns="">
          <p:sp>
            <p:nvSpPr>
              <p:cNvPr id="8" name="文本框 7">
                <a:extLst>
                  <a:ext uri="{FF2B5EF4-FFF2-40B4-BE49-F238E27FC236}">
                    <a16:creationId xmlns:a16="http://schemas.microsoft.com/office/drawing/2014/main" id="{F67FA659-687B-47FD-AE4D-870AF8C2AA85}"/>
                  </a:ext>
                </a:extLst>
              </p:cNvPr>
              <p:cNvSpPr txBox="1">
                <a:spLocks noRot="1" noChangeAspect="1" noMove="1" noResize="1" noEditPoints="1" noAdjustHandles="1" noChangeArrowheads="1" noChangeShapeType="1" noTextEdit="1"/>
              </p:cNvSpPr>
              <p:nvPr>
                <p:custDataLst>
                  <p:tags r:id="rId25"/>
                </p:custDataLst>
              </p:nvPr>
            </p:nvSpPr>
            <p:spPr>
              <a:xfrm>
                <a:off x="3352800" y="5357813"/>
                <a:ext cx="1983105" cy="642938"/>
              </a:xfrm>
              <a:prstGeom prst="rect">
                <a:avLst/>
              </a:prstGeom>
              <a:blipFill>
                <a:blip r:embed="rId26"/>
                <a:stretch>
                  <a:fillRect/>
                </a:stretch>
              </a:blipFill>
            </p:spPr>
            <p:txBody>
              <a:bodyPr/>
              <a:lstStyle/>
              <a:p>
                <a:r>
                  <a:rPr lang="en-US">
                    <a:noFill/>
                  </a:rPr>
                  <a:t> </a:t>
                </a:r>
              </a:p>
            </p:txBody>
          </p:sp>
        </mc:Fallback>
      </mc:AlternateContent>
      <p:sp>
        <p:nvSpPr>
          <p:cNvPr id="9" name="椭圆 8">
            <a:extLst>
              <a:ext uri="{FF2B5EF4-FFF2-40B4-BE49-F238E27FC236}">
                <a16:creationId xmlns:a16="http://schemas.microsoft.com/office/drawing/2014/main" id="{57D6C559-1B86-48BD-A33C-526642ACBC0B}"/>
              </a:ext>
            </a:extLst>
          </p:cNvPr>
          <p:cNvSpPr>
            <a:spLocks noChangeAspect="1"/>
          </p:cNvSpPr>
          <p:nvPr>
            <p:custDataLst>
              <p:tags r:id="rId7"/>
            </p:custDataLst>
          </p:nvPr>
        </p:nvSpPr>
        <p:spPr>
          <a:xfrm>
            <a:off x="2638425" y="285035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2800" b="1">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2800" b="1">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椭圆 9">
            <a:extLst>
              <a:ext uri="{FF2B5EF4-FFF2-40B4-BE49-F238E27FC236}">
                <a16:creationId xmlns:a16="http://schemas.microsoft.com/office/drawing/2014/main" id="{AFD39049-8C53-4D74-A998-3AD2D73D9EFD}"/>
              </a:ext>
            </a:extLst>
          </p:cNvPr>
          <p:cNvSpPr>
            <a:spLocks noChangeAspect="1"/>
          </p:cNvSpPr>
          <p:nvPr>
            <p:custDataLst>
              <p:tags r:id="rId8"/>
            </p:custDataLst>
          </p:nvPr>
        </p:nvSpPr>
        <p:spPr>
          <a:xfrm>
            <a:off x="2638425" y="370760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2800" b="1">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2800" b="1">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a:extLst>
              <a:ext uri="{FF2B5EF4-FFF2-40B4-BE49-F238E27FC236}">
                <a16:creationId xmlns:a16="http://schemas.microsoft.com/office/drawing/2014/main" id="{66DFA169-8865-43D5-9316-7B4FD8D6701B}"/>
              </a:ext>
            </a:extLst>
          </p:cNvPr>
          <p:cNvSpPr>
            <a:spLocks noChangeAspect="1"/>
          </p:cNvSpPr>
          <p:nvPr>
            <p:custDataLst>
              <p:tags r:id="rId9"/>
            </p:custDataLst>
          </p:nvPr>
        </p:nvSpPr>
        <p:spPr>
          <a:xfrm>
            <a:off x="2638425" y="456485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2800" b="1">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2800" b="1">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椭圆 11">
            <a:extLst>
              <a:ext uri="{FF2B5EF4-FFF2-40B4-BE49-F238E27FC236}">
                <a16:creationId xmlns:a16="http://schemas.microsoft.com/office/drawing/2014/main" id="{6DD7B865-C7D1-4CF5-8CA6-87EA2B658F25}"/>
              </a:ext>
            </a:extLst>
          </p:cNvPr>
          <p:cNvSpPr>
            <a:spLocks noChangeAspect="1"/>
          </p:cNvSpPr>
          <p:nvPr>
            <p:custDataLst>
              <p:tags r:id="rId10"/>
            </p:custDataLst>
          </p:nvPr>
        </p:nvSpPr>
        <p:spPr>
          <a:xfrm>
            <a:off x="2638425" y="5422106"/>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2800" b="1">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2800" b="1">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矩形: 圆角 12">
            <a:extLst>
              <a:ext uri="{FF2B5EF4-FFF2-40B4-BE49-F238E27FC236}">
                <a16:creationId xmlns:a16="http://schemas.microsoft.com/office/drawing/2014/main" id="{D213D076-E03D-48C6-94BE-971F477DD46F}"/>
              </a:ext>
            </a:extLst>
          </p:cNvPr>
          <p:cNvSpPr/>
          <p:nvPr>
            <p:custDataLst>
              <p:tags r:id="rId11"/>
            </p:custDataLst>
          </p:nvPr>
        </p:nvSpPr>
        <p:spPr>
          <a:xfrm>
            <a:off x="7696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pic>
        <p:nvPicPr>
          <p:cNvPr id="3074" name="Picture 2" descr="图片5">
            <a:extLst>
              <a:ext uri="{FF2B5EF4-FFF2-40B4-BE49-F238E27FC236}">
                <a16:creationId xmlns:a16="http://schemas.microsoft.com/office/drawing/2014/main" id="{E26FA880-0B1F-4EEA-975D-FED0C8B1B820}"/>
              </a:ext>
            </a:extLst>
          </p:cNvPr>
          <p:cNvPicPr>
            <a:picLocks noChangeAspect="1" noChangeArrowheads="1"/>
          </p:cNvPicPr>
          <p:nvPr/>
        </p:nvPicPr>
        <p:blipFill>
          <a:blip r:embed="rId27" cstate="print">
            <a:extLst>
              <a:ext uri="{28A0092B-C50C-407E-A947-70E740481C1C}">
                <a14:useLocalDpi xmlns:a14="http://schemas.microsoft.com/office/drawing/2010/main" val="0"/>
              </a:ext>
            </a:extLst>
          </a:blip>
          <a:srcRect/>
          <a:stretch>
            <a:fillRect/>
          </a:stretch>
        </p:blipFill>
        <p:spPr bwMode="auto">
          <a:xfrm>
            <a:off x="5772587" y="2303005"/>
            <a:ext cx="3780989" cy="1219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灯片编号占位符 1">
            <a:extLst>
              <a:ext uri="{FF2B5EF4-FFF2-40B4-BE49-F238E27FC236}">
                <a16:creationId xmlns:a16="http://schemas.microsoft.com/office/drawing/2014/main" id="{6F67EE0F-62AD-4E4F-82DF-5790251202FC}"/>
              </a:ext>
            </a:extLst>
          </p:cNvPr>
          <p:cNvSpPr>
            <a:spLocks noGrp="1"/>
          </p:cNvSpPr>
          <p:nvPr>
            <p:ph type="sldNum" sz="quarter" idx="12"/>
          </p:nvPr>
        </p:nvSpPr>
        <p:spPr/>
        <p:txBody>
          <a:bodyPr/>
          <a:lstStyle/>
          <a:p>
            <a:fld id="{4FAB73BC-B049-4115-A692-8D63A059BFB8}" type="slidenum">
              <a:rPr lang="en-US" smtClean="0"/>
              <a:pPr/>
              <a:t>36</a:t>
            </a:fld>
            <a:endParaRPr lang="en-US" dirty="0"/>
          </a:p>
        </p:txBody>
      </p:sp>
      <p:grpSp>
        <p:nvGrpSpPr>
          <p:cNvPr id="18" name="组合 17">
            <a:extLst>
              <a:ext uri="{FF2B5EF4-FFF2-40B4-BE49-F238E27FC236}">
                <a16:creationId xmlns:a16="http://schemas.microsoft.com/office/drawing/2014/main" id="{A6622CE6-A4B2-416D-AF68-BC3B6227375D}"/>
              </a:ext>
            </a:extLst>
          </p:cNvPr>
          <p:cNvGrpSpPr/>
          <p:nvPr>
            <p:custDataLst>
              <p:tags r:id="rId12"/>
            </p:custDataLst>
          </p:nvPr>
        </p:nvGrpSpPr>
        <p:grpSpPr>
          <a:xfrm>
            <a:off x="0" y="0"/>
            <a:ext cx="9144000" cy="635000"/>
            <a:chOff x="-1524000" y="0"/>
            <a:chExt cx="9144000" cy="635000"/>
          </a:xfrm>
        </p:grpSpPr>
        <p:sp>
          <p:nvSpPr>
            <p:cNvPr id="14" name="TitleBackground">
              <a:extLst>
                <a:ext uri="{FF2B5EF4-FFF2-40B4-BE49-F238E27FC236}">
                  <a16:creationId xmlns:a16="http://schemas.microsoft.com/office/drawing/2014/main" id="{8612017A-29E7-4985-B0FE-546D282D62AF}"/>
                </a:ext>
              </a:extLst>
            </p:cNvPr>
            <p:cNvSpPr/>
            <p:nvPr>
              <p:custDataLst>
                <p:tags r:id="rId14"/>
              </p:custDataLst>
            </p:nvPr>
          </p:nvSpPr>
          <p:spPr>
            <a:xfrm>
              <a:off x="-1524000" y="0"/>
              <a:ext cx="9144000" cy="635000"/>
            </a:xfrm>
            <a:prstGeom prst="rect">
              <a:avLst/>
            </a:prstGeom>
            <a:solidFill>
              <a:srgbClr val="F6F7F8"/>
            </a:solidFill>
            <a:ln w="15875" cap="flat" cmpd="sng" algn="ctr">
              <a:noFill/>
              <a:prstDash val="solid"/>
            </a:ln>
            <a:effectLst/>
            <a:extLst>
              <a:ext uri="{91240B29-F687-4F45-9708-019B960494DF}">
                <a14:hiddenLine xmlns:a14="http://schemas.microsoft.com/office/drawing/2010/main" w="15875"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a:extLst>
                <a:ext uri="{FF2B5EF4-FFF2-40B4-BE49-F238E27FC236}">
                  <a16:creationId xmlns:a16="http://schemas.microsoft.com/office/drawing/2014/main" id="{73387AB0-6058-46AE-B53F-01B379CDCD2A}"/>
                </a:ext>
              </a:extLst>
            </p:cNvPr>
            <p:cNvSpPr/>
            <p:nvPr>
              <p:custDataLst>
                <p:tags r:id="rId15"/>
              </p:custDataLst>
            </p:nvPr>
          </p:nvSpPr>
          <p:spPr>
            <a:xfrm>
              <a:off x="-1524000" y="0"/>
              <a:ext cx="190500" cy="635000"/>
            </a:xfrm>
            <a:prstGeom prst="rect">
              <a:avLst/>
            </a:prstGeom>
            <a:solidFill>
              <a:srgbClr val="639EF4"/>
            </a:solidFill>
            <a:ln w="15875" cap="flat" cmpd="sng" algn="ctr">
              <a:noFill/>
              <a:prstDash val="solid"/>
            </a:ln>
            <a:effectLst/>
            <a:extLst>
              <a:ext uri="{91240B29-F687-4F45-9708-019B960494DF}">
                <a14:hiddenLine xmlns:a14="http://schemas.microsoft.com/office/drawing/2010/main" w="15875"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a:extLst>
                <a:ext uri="{FF2B5EF4-FFF2-40B4-BE49-F238E27FC236}">
                  <a16:creationId xmlns:a16="http://schemas.microsoft.com/office/drawing/2014/main" id="{852819E7-38C5-438E-861D-BCB5FE13A517}"/>
                </a:ext>
              </a:extLst>
            </p:cNvPr>
            <p:cNvSpPr txBox="1"/>
            <p:nvPr>
              <p:custDataLst>
                <p:tags r:id="rId16"/>
              </p:custDataLst>
            </p:nvPr>
          </p:nvSpPr>
          <p:spPr>
            <a:xfrm>
              <a:off x="-1270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17" name="TipText">
              <a:extLst>
                <a:ext uri="{FF2B5EF4-FFF2-40B4-BE49-F238E27FC236}">
                  <a16:creationId xmlns:a16="http://schemas.microsoft.com/office/drawing/2014/main" id="{D2BA895D-8230-4F91-9EEC-CC506B4F5D08}"/>
                </a:ext>
              </a:extLst>
            </p:cNvPr>
            <p:cNvSpPr txBox="1"/>
            <p:nvPr>
              <p:custDataLst>
                <p:tags r:id="rId17"/>
              </p:custDataLst>
            </p:nvPr>
          </p:nvSpPr>
          <p:spPr>
            <a:xfrm>
              <a:off x="1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3" name="图片 2">
            <a:extLst>
              <a:ext uri="{FF2B5EF4-FFF2-40B4-BE49-F238E27FC236}">
                <a16:creationId xmlns:a16="http://schemas.microsoft.com/office/drawing/2014/main" id="{BC7D9EFC-C1A9-432D-8792-063815B230FF}"/>
              </a:ext>
            </a:extLst>
          </p:cNvPr>
          <p:cNvPicPr>
            <a:picLocks/>
          </p:cNvPicPr>
          <p:nvPr>
            <p:custDataLst>
              <p:tags r:id="rId13"/>
            </p:custDataLst>
          </p:nvPr>
        </p:nvPicPr>
        <p:blipFill>
          <a:blip r:embed="rId28"/>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269976548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905933" y="267349"/>
            <a:ext cx="2660650" cy="1114425"/>
          </a:xfrm>
        </p:spPr>
        <p:txBody>
          <a:bodyPr>
            <a:normAutofit/>
          </a:bodyPr>
          <a:lstStyle/>
          <a:p>
            <a:pPr marL="457200" indent="-457200">
              <a:buFont typeface="Wingdings" panose="05000000000000000000" pitchFamily="2" charset="2"/>
              <a:buChar char="q"/>
            </a:pPr>
            <a:r>
              <a:rPr lang="zh-CN" altLang="en-US" sz="3200" b="1" dirty="0">
                <a:solidFill>
                  <a:srgbClr val="0066FF"/>
                </a:solidFill>
                <a:latin typeface="华文楷体" panose="02010600040101010101" pitchFamily="2" charset="-122"/>
                <a:ea typeface="华文楷体" panose="02010600040101010101" pitchFamily="2" charset="-122"/>
              </a:rPr>
              <a:t>等势面</a:t>
            </a:r>
          </a:p>
        </p:txBody>
      </p:sp>
      <p:sp>
        <p:nvSpPr>
          <p:cNvPr id="5" name="内容占位符 4"/>
          <p:cNvSpPr>
            <a:spLocks noGrp="1"/>
          </p:cNvSpPr>
          <p:nvPr>
            <p:ph idx="1"/>
          </p:nvPr>
        </p:nvSpPr>
        <p:spPr>
          <a:xfrm flipH="1">
            <a:off x="730250" y="1523888"/>
            <a:ext cx="5398850" cy="1580199"/>
          </a:xfrm>
        </p:spPr>
        <p:txBody>
          <a:bodyPr>
            <a:noAutofit/>
          </a:bodyPr>
          <a:lstStyle/>
          <a:p>
            <a:pPr marL="0" indent="0">
              <a:lnSpc>
                <a:spcPct val="150000"/>
              </a:lnSpc>
              <a:spcBef>
                <a:spcPts val="600"/>
              </a:spcBef>
              <a:spcAft>
                <a:spcPts val="600"/>
              </a:spcAft>
              <a:buNone/>
            </a:pPr>
            <a:r>
              <a:rPr lang="en-US" altLang="zh-CN" spc="300" dirty="0">
                <a:latin typeface="华文楷体" panose="02010600040101010101" pitchFamily="2" charset="-122"/>
                <a:ea typeface="华文楷体" panose="02010600040101010101" pitchFamily="2" charset="-122"/>
              </a:rPr>
              <a:t>- </a:t>
            </a:r>
            <a:r>
              <a:rPr lang="zh-CN" altLang="en-US" spc="300" dirty="0">
                <a:latin typeface="华文楷体" panose="02010600040101010101" pitchFamily="2" charset="-122"/>
                <a:ea typeface="华文楷体" panose="02010600040101010101" pitchFamily="2" charset="-122"/>
              </a:rPr>
              <a:t>电势相等的点所组成的曲面</a:t>
            </a:r>
            <a:endParaRPr lang="en-US" altLang="zh-CN" spc="300" dirty="0">
              <a:latin typeface="华文楷体" panose="02010600040101010101" pitchFamily="2" charset="-122"/>
              <a:ea typeface="华文楷体" panose="02010600040101010101" pitchFamily="2" charset="-122"/>
            </a:endParaRPr>
          </a:p>
          <a:p>
            <a:pPr marL="0" indent="0">
              <a:lnSpc>
                <a:spcPct val="150000"/>
              </a:lnSpc>
              <a:spcBef>
                <a:spcPts val="600"/>
              </a:spcBef>
              <a:spcAft>
                <a:spcPts val="600"/>
              </a:spcAft>
              <a:buNone/>
            </a:pPr>
            <a:r>
              <a:rPr lang="en-US" altLang="zh-CN" spc="300" dirty="0">
                <a:latin typeface="华文楷体" panose="02010600040101010101" pitchFamily="2" charset="-122"/>
                <a:ea typeface="华文楷体" panose="02010600040101010101" pitchFamily="2" charset="-122"/>
              </a:rPr>
              <a:t>- </a:t>
            </a:r>
            <a:r>
              <a:rPr lang="zh-CN" altLang="en-US" spc="300" dirty="0">
                <a:latin typeface="华文楷体" panose="02010600040101010101" pitchFamily="2" charset="-122"/>
                <a:ea typeface="华文楷体" panose="02010600040101010101" pitchFamily="2" charset="-122"/>
              </a:rPr>
              <a:t>相邻等势面的电势差相等</a:t>
            </a:r>
            <a:endParaRPr lang="en-US" altLang="zh-CN" spc="300" dirty="0">
              <a:latin typeface="华文楷体" panose="02010600040101010101" pitchFamily="2" charset="-122"/>
              <a:ea typeface="华文楷体" panose="02010600040101010101" pitchFamily="2" charset="-122"/>
            </a:endParaRPr>
          </a:p>
        </p:txBody>
      </p:sp>
      <p:sp>
        <p:nvSpPr>
          <p:cNvPr id="735246" name="Oval 14"/>
          <p:cNvSpPr>
            <a:spLocks noChangeArrowheads="1"/>
          </p:cNvSpPr>
          <p:nvPr/>
        </p:nvSpPr>
        <p:spPr bwMode="auto">
          <a:xfrm>
            <a:off x="8847135" y="2294731"/>
            <a:ext cx="1892300" cy="1892300"/>
          </a:xfrm>
          <a:prstGeom prst="ellipse">
            <a:avLst/>
          </a:prstGeom>
          <a:noFill/>
          <a:ln w="31750">
            <a:solidFill>
              <a:srgbClr val="CC0000"/>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sz="2400"/>
          </a:p>
        </p:txBody>
      </p:sp>
      <p:sp>
        <p:nvSpPr>
          <p:cNvPr id="735247" name="Oval 15"/>
          <p:cNvSpPr>
            <a:spLocks noChangeArrowheads="1"/>
          </p:cNvSpPr>
          <p:nvPr/>
        </p:nvSpPr>
        <p:spPr bwMode="auto">
          <a:xfrm>
            <a:off x="9228135" y="2675731"/>
            <a:ext cx="1130300" cy="1130300"/>
          </a:xfrm>
          <a:prstGeom prst="ellipse">
            <a:avLst/>
          </a:prstGeom>
          <a:noFill/>
          <a:ln w="31750">
            <a:solidFill>
              <a:srgbClr val="CC0000"/>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sz="2400"/>
          </a:p>
        </p:txBody>
      </p:sp>
      <p:sp>
        <p:nvSpPr>
          <p:cNvPr id="735248" name="Oval 16"/>
          <p:cNvSpPr>
            <a:spLocks noChangeArrowheads="1"/>
          </p:cNvSpPr>
          <p:nvPr/>
        </p:nvSpPr>
        <p:spPr bwMode="auto">
          <a:xfrm>
            <a:off x="9456735" y="2904331"/>
            <a:ext cx="673100" cy="673100"/>
          </a:xfrm>
          <a:prstGeom prst="ellipse">
            <a:avLst/>
          </a:prstGeom>
          <a:noFill/>
          <a:ln w="31750">
            <a:solidFill>
              <a:srgbClr val="CC0000"/>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2400"/>
          </a:p>
        </p:txBody>
      </p:sp>
      <p:sp>
        <p:nvSpPr>
          <p:cNvPr id="735249" name="Oval 17"/>
          <p:cNvSpPr>
            <a:spLocks noChangeArrowheads="1"/>
          </p:cNvSpPr>
          <p:nvPr/>
        </p:nvSpPr>
        <p:spPr bwMode="auto">
          <a:xfrm>
            <a:off x="8267699" y="1726406"/>
            <a:ext cx="3095625" cy="3024188"/>
          </a:xfrm>
          <a:prstGeom prst="ellipse">
            <a:avLst/>
          </a:prstGeom>
          <a:noFill/>
          <a:ln w="31750">
            <a:solidFill>
              <a:srgbClr val="CC0000"/>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sz="2400"/>
          </a:p>
        </p:txBody>
      </p:sp>
      <mc:AlternateContent xmlns:mc="http://schemas.openxmlformats.org/markup-compatibility/2006" xmlns:a14="http://schemas.microsoft.com/office/drawing/2010/main">
        <mc:Choice Requires="a14">
          <p:sp>
            <p:nvSpPr>
              <p:cNvPr id="735252" name="AutoShape 20"/>
              <p:cNvSpPr>
                <a:spLocks noChangeAspect="1" noChangeArrowheads="1"/>
              </p:cNvSpPr>
              <p:nvPr/>
            </p:nvSpPr>
            <p:spPr bwMode="auto">
              <a:xfrm>
                <a:off x="7673321" y="1424782"/>
                <a:ext cx="398130" cy="422889"/>
              </a:xfrm>
              <a:prstGeom prst="wedgeRectCallout">
                <a:avLst>
                  <a:gd name="adj1" fmla="val 404496"/>
                  <a:gd name="adj2" fmla="val 335566"/>
                </a:avLst>
              </a:prstGeom>
              <a:solidFill>
                <a:srgbClr val="008000"/>
              </a:solidFill>
              <a:ln>
                <a:noFill/>
              </a:ln>
              <a:effectLst/>
              <a:extLst>
                <a:ext uri="{91240B29-F687-4F45-9708-019B960494DF}">
                  <a14:hiddenLine w="25400">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a:lstStyle/>
              <a:p>
                <a:pPr algn="ctr" eaLnBrk="1" hangingPunct="1">
                  <a:defRPr/>
                </a:pPr>
                <a14:m>
                  <m:oMathPara xmlns:m="http://schemas.openxmlformats.org/officeDocument/2006/math">
                    <m:oMathParaPr>
                      <m:jc m:val="centerGroup"/>
                    </m:oMathParaPr>
                    <m:oMath xmlns:m="http://schemas.openxmlformats.org/officeDocument/2006/math">
                      <m:r>
                        <a:rPr lang="zh-CN" altLang="en-US" sz="2400" i="1" dirty="0">
                          <a:solidFill>
                            <a:schemeClr val="bg1"/>
                          </a:solidFill>
                          <a:latin typeface="Cambria Math" panose="02040503050406030204" pitchFamily="18" charset="0"/>
                          <a:ea typeface="华文新魏" panose="02010800040101010101" pitchFamily="2" charset="-122"/>
                          <a:cs typeface="Times New Roman" panose="02020603050405020304" pitchFamily="18" charset="0"/>
                        </a:rPr>
                        <m:t>𝝋</m:t>
                      </m:r>
                    </m:oMath>
                  </m:oMathPara>
                </a14:m>
                <a:endParaRPr lang="en-US" altLang="zh-CN" sz="2400" i="1" dirty="0">
                  <a:solidFill>
                    <a:schemeClr val="bg1"/>
                  </a:solidFill>
                  <a:effectLst>
                    <a:outerShdw blurRad="38100" dist="38100" dir="2700000" algn="tl">
                      <a:srgbClr val="000000"/>
                    </a:outerShdw>
                  </a:effectLst>
                </a:endParaRPr>
              </a:p>
            </p:txBody>
          </p:sp>
        </mc:Choice>
        <mc:Fallback xmlns="">
          <p:sp>
            <p:nvSpPr>
              <p:cNvPr id="735252" name="AutoShape 20"/>
              <p:cNvSpPr>
                <a:spLocks noRot="1" noChangeAspect="1" noMove="1" noResize="1" noEditPoints="1" noAdjustHandles="1" noChangeArrowheads="1" noChangeShapeType="1" noTextEdit="1"/>
              </p:cNvSpPr>
              <p:nvPr/>
            </p:nvSpPr>
            <p:spPr bwMode="auto">
              <a:xfrm>
                <a:off x="7673321" y="1424782"/>
                <a:ext cx="398130" cy="422889"/>
              </a:xfrm>
              <a:prstGeom prst="wedgeRectCallout">
                <a:avLst>
                  <a:gd name="adj1" fmla="val 404496"/>
                  <a:gd name="adj2" fmla="val 335566"/>
                </a:avLst>
              </a:prstGeom>
              <a:blipFill>
                <a:blip r:embed="rId3"/>
                <a:stretch>
                  <a:fillRect l="-3716"/>
                </a:stretch>
              </a:blipFill>
              <a:ln>
                <a:noFill/>
              </a:ln>
              <a:effectLst/>
              <a:extLs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35253" name="AutoShape 21"/>
              <p:cNvSpPr>
                <a:spLocks noChangeArrowheads="1"/>
              </p:cNvSpPr>
              <p:nvPr/>
            </p:nvSpPr>
            <p:spPr bwMode="auto">
              <a:xfrm>
                <a:off x="6930370" y="2257831"/>
                <a:ext cx="998413" cy="558426"/>
              </a:xfrm>
              <a:prstGeom prst="wedgeRectCallout">
                <a:avLst>
                  <a:gd name="adj1" fmla="val 175094"/>
                  <a:gd name="adj2" fmla="val 100949"/>
                </a:avLst>
              </a:prstGeom>
              <a:solidFill>
                <a:srgbClr val="008000"/>
              </a:solidFill>
              <a:ln>
                <a:noFill/>
              </a:ln>
              <a:effectLst/>
              <a:extLst>
                <a:ext uri="{91240B29-F687-4F45-9708-019B960494DF}">
                  <a14:hiddenLine w="25400">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a:lstStyle/>
              <a:p>
                <a:pPr algn="ctr" eaLnBrk="1" hangingPunct="1">
                  <a:defRPr/>
                </a:pPr>
                <a14:m>
                  <m:oMath xmlns:m="http://schemas.openxmlformats.org/officeDocument/2006/math">
                    <m:r>
                      <a:rPr lang="zh-CN" altLang="en-US" sz="2400" i="1" dirty="0">
                        <a:solidFill>
                          <a:schemeClr val="bg1"/>
                        </a:solidFill>
                        <a:latin typeface="Cambria Math" panose="02040503050406030204" pitchFamily="18" charset="0"/>
                        <a:ea typeface="华文新魏" panose="02010800040101010101" pitchFamily="2" charset="-122"/>
                        <a:cs typeface="Times New Roman" panose="02020603050405020304" pitchFamily="18" charset="0"/>
                      </a:rPr>
                      <m:t>𝝋</m:t>
                    </m:r>
                  </m:oMath>
                </a14:m>
                <a:r>
                  <a:rPr lang="en-US" altLang="zh-CN" sz="2400" i="1" dirty="0">
                    <a:solidFill>
                      <a:schemeClr val="bg1"/>
                    </a:solidFill>
                    <a:effectLst>
                      <a:outerShdw blurRad="38100" dist="38100" dir="2700000" algn="tl">
                        <a:srgbClr val="000000"/>
                      </a:outerShdw>
                    </a:effectLst>
                  </a:rPr>
                  <a:t>+</a:t>
                </a:r>
                <a:r>
                  <a:rPr lang="en-US" altLang="zh-CN" sz="2400" dirty="0">
                    <a:solidFill>
                      <a:schemeClr val="bg1"/>
                    </a:solidFill>
                    <a:effectLst>
                      <a:outerShdw blurRad="38100" dist="38100" dir="2700000" algn="tl">
                        <a:srgbClr val="000000"/>
                      </a:outerShdw>
                    </a:effectLst>
                    <a:sym typeface="Symbol" pitchFamily="18" charset="2"/>
                  </a:rPr>
                  <a:t></a:t>
                </a:r>
                <a14:m>
                  <m:oMath xmlns:m="http://schemas.openxmlformats.org/officeDocument/2006/math">
                    <m:r>
                      <a:rPr lang="zh-CN" altLang="en-US" sz="2400" i="1" dirty="0">
                        <a:solidFill>
                          <a:schemeClr val="bg1"/>
                        </a:solidFill>
                        <a:latin typeface="Cambria Math" panose="02040503050406030204" pitchFamily="18" charset="0"/>
                        <a:ea typeface="华文新魏" panose="02010800040101010101" pitchFamily="2" charset="-122"/>
                        <a:cs typeface="Times New Roman" panose="02020603050405020304" pitchFamily="18" charset="0"/>
                      </a:rPr>
                      <m:t>𝝋</m:t>
                    </m:r>
                  </m:oMath>
                </a14:m>
                <a:endParaRPr lang="en-US" altLang="zh-CN" sz="2400" i="1" dirty="0">
                  <a:solidFill>
                    <a:schemeClr val="bg1"/>
                  </a:solidFill>
                  <a:effectLst>
                    <a:outerShdw blurRad="38100" dist="38100" dir="2700000" algn="tl">
                      <a:srgbClr val="000000"/>
                    </a:outerShdw>
                  </a:effectLst>
                  <a:sym typeface="Symbol" pitchFamily="18" charset="2"/>
                </a:endParaRPr>
              </a:p>
            </p:txBody>
          </p:sp>
        </mc:Choice>
        <mc:Fallback xmlns="">
          <p:sp>
            <p:nvSpPr>
              <p:cNvPr id="735253" name="AutoShape 21"/>
              <p:cNvSpPr>
                <a:spLocks noRot="1" noChangeAspect="1" noMove="1" noResize="1" noEditPoints="1" noAdjustHandles="1" noChangeArrowheads="1" noChangeShapeType="1" noTextEdit="1"/>
              </p:cNvSpPr>
              <p:nvPr/>
            </p:nvSpPr>
            <p:spPr bwMode="auto">
              <a:xfrm>
                <a:off x="6930370" y="2257831"/>
                <a:ext cx="998413" cy="558426"/>
              </a:xfrm>
              <a:prstGeom prst="wedgeRectCallout">
                <a:avLst>
                  <a:gd name="adj1" fmla="val 175094"/>
                  <a:gd name="adj2" fmla="val 100949"/>
                </a:avLst>
              </a:prstGeom>
              <a:blipFill>
                <a:blip r:embed="rId4"/>
                <a:stretch>
                  <a:fillRect l="-811" t="-7194"/>
                </a:stretch>
              </a:blipFill>
              <a:ln>
                <a:noFill/>
              </a:ln>
              <a:effectLst/>
              <a:extLs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35254" name="AutoShape 22"/>
              <p:cNvSpPr>
                <a:spLocks noChangeArrowheads="1"/>
              </p:cNvSpPr>
              <p:nvPr/>
            </p:nvSpPr>
            <p:spPr bwMode="auto">
              <a:xfrm>
                <a:off x="6788103" y="3084091"/>
                <a:ext cx="1212895" cy="493340"/>
              </a:xfrm>
              <a:prstGeom prst="wedgeRectCallout">
                <a:avLst>
                  <a:gd name="adj1" fmla="val 120796"/>
                  <a:gd name="adj2" fmla="val 32184"/>
                </a:avLst>
              </a:prstGeom>
              <a:solidFill>
                <a:srgbClr val="008000"/>
              </a:solidFill>
              <a:ln>
                <a:noFill/>
              </a:ln>
              <a:effectLst/>
              <a:extLst>
                <a:ext uri="{91240B29-F687-4F45-9708-019B960494DF}">
                  <a14:hiddenLine w="25400">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a:lstStyle/>
              <a:p>
                <a:pPr algn="ctr" eaLnBrk="1" hangingPunct="1">
                  <a:defRPr/>
                </a:pPr>
                <a14:m>
                  <m:oMath xmlns:m="http://schemas.openxmlformats.org/officeDocument/2006/math">
                    <m:r>
                      <a:rPr lang="zh-CN" altLang="en-US" sz="2400" b="1" i="1" dirty="0">
                        <a:solidFill>
                          <a:schemeClr val="bg1"/>
                        </a:solidFill>
                        <a:latin typeface="Cambria Math" panose="02040503050406030204" pitchFamily="18" charset="0"/>
                        <a:ea typeface="华文新魏" panose="02010800040101010101" pitchFamily="2" charset="-122"/>
                        <a:cs typeface="Times New Roman" panose="02020603050405020304" pitchFamily="18" charset="0"/>
                      </a:rPr>
                      <m:t>𝝋</m:t>
                    </m:r>
                  </m:oMath>
                </a14:m>
                <a:r>
                  <a:rPr lang="en-US" altLang="zh-CN" sz="2400" b="1" i="1" dirty="0">
                    <a:solidFill>
                      <a:schemeClr val="bg1"/>
                    </a:solidFill>
                    <a:effectLst>
                      <a:outerShdw blurRad="38100" dist="38100" dir="2700000" algn="tl">
                        <a:srgbClr val="000000"/>
                      </a:outerShdw>
                    </a:effectLst>
                  </a:rPr>
                  <a:t>+</a:t>
                </a:r>
                <a:r>
                  <a:rPr lang="en-US" altLang="zh-CN" sz="2400" b="1" dirty="0">
                    <a:solidFill>
                      <a:schemeClr val="bg1"/>
                    </a:solidFill>
                    <a:effectLst>
                      <a:outerShdw blurRad="38100" dist="38100" dir="2700000" algn="tl">
                        <a:srgbClr val="000000"/>
                      </a:outerShdw>
                    </a:effectLst>
                  </a:rPr>
                  <a:t>2</a:t>
                </a:r>
                <a:r>
                  <a:rPr lang="en-US" altLang="zh-CN" sz="2400" b="1" dirty="0">
                    <a:solidFill>
                      <a:schemeClr val="bg1"/>
                    </a:solidFill>
                    <a:effectLst>
                      <a:outerShdw blurRad="38100" dist="38100" dir="2700000" algn="tl">
                        <a:srgbClr val="000000"/>
                      </a:outerShdw>
                    </a:effectLst>
                    <a:sym typeface="Symbol" pitchFamily="18" charset="2"/>
                  </a:rPr>
                  <a:t></a:t>
                </a:r>
                <a14:m>
                  <m:oMath xmlns:m="http://schemas.openxmlformats.org/officeDocument/2006/math">
                    <m:r>
                      <a:rPr lang="zh-CN" altLang="en-US" sz="2400" b="1" i="1" dirty="0">
                        <a:solidFill>
                          <a:schemeClr val="bg1"/>
                        </a:solidFill>
                        <a:latin typeface="Cambria Math" panose="02040503050406030204" pitchFamily="18" charset="0"/>
                        <a:ea typeface="华文新魏" panose="02010800040101010101" pitchFamily="2" charset="-122"/>
                        <a:cs typeface="Times New Roman" panose="02020603050405020304" pitchFamily="18" charset="0"/>
                      </a:rPr>
                      <m:t>𝝋</m:t>
                    </m:r>
                  </m:oMath>
                </a14:m>
                <a:endParaRPr lang="en-US" altLang="zh-CN" sz="2400" b="1" i="1" dirty="0">
                  <a:solidFill>
                    <a:schemeClr val="bg1"/>
                  </a:solidFill>
                  <a:effectLst>
                    <a:outerShdw blurRad="38100" dist="38100" dir="2700000" algn="tl">
                      <a:srgbClr val="000000"/>
                    </a:outerShdw>
                  </a:effectLst>
                </a:endParaRPr>
              </a:p>
            </p:txBody>
          </p:sp>
        </mc:Choice>
        <mc:Fallback xmlns="">
          <p:sp>
            <p:nvSpPr>
              <p:cNvPr id="735254" name="AutoShape 22"/>
              <p:cNvSpPr>
                <a:spLocks noRot="1" noChangeAspect="1" noMove="1" noResize="1" noEditPoints="1" noAdjustHandles="1" noChangeArrowheads="1" noChangeShapeType="1" noTextEdit="1"/>
              </p:cNvSpPr>
              <p:nvPr/>
            </p:nvSpPr>
            <p:spPr bwMode="auto">
              <a:xfrm>
                <a:off x="6788103" y="3084091"/>
                <a:ext cx="1212895" cy="493340"/>
              </a:xfrm>
              <a:prstGeom prst="wedgeRectCallout">
                <a:avLst>
                  <a:gd name="adj1" fmla="val 120796"/>
                  <a:gd name="adj2" fmla="val 32184"/>
                </a:avLst>
              </a:prstGeom>
              <a:blipFill>
                <a:blip r:embed="rId5"/>
                <a:stretch>
                  <a:fillRect t="-13580" b="-27160"/>
                </a:stretch>
              </a:blipFill>
              <a:ln>
                <a:noFill/>
              </a:ln>
              <a:effectLst/>
              <a:extLs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35255" name="AutoShape 23"/>
              <p:cNvSpPr>
                <a:spLocks noChangeArrowheads="1"/>
              </p:cNvSpPr>
              <p:nvPr/>
            </p:nvSpPr>
            <p:spPr bwMode="auto">
              <a:xfrm>
                <a:off x="6873819" y="3843198"/>
                <a:ext cx="1164245" cy="517277"/>
              </a:xfrm>
              <a:prstGeom prst="wedgeRectCallout">
                <a:avLst>
                  <a:gd name="adj1" fmla="val 89835"/>
                  <a:gd name="adj2" fmla="val -2303"/>
                </a:avLst>
              </a:prstGeom>
              <a:solidFill>
                <a:srgbClr val="008000"/>
              </a:solidFill>
              <a:ln>
                <a:noFill/>
              </a:ln>
              <a:effectLst/>
              <a:extLst>
                <a:ext uri="{91240B29-F687-4F45-9708-019B960494DF}">
                  <a14:hiddenLine w="25400">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a:lstStyle/>
              <a:p>
                <a:pPr algn="ctr" eaLnBrk="1" hangingPunct="1">
                  <a:defRPr/>
                </a:pPr>
                <a14:m>
                  <m:oMath xmlns:m="http://schemas.openxmlformats.org/officeDocument/2006/math">
                    <m:r>
                      <a:rPr lang="zh-CN" altLang="en-US" sz="2400" b="1" i="1" dirty="0">
                        <a:solidFill>
                          <a:schemeClr val="bg1"/>
                        </a:solidFill>
                        <a:latin typeface="Cambria Math" panose="02040503050406030204" pitchFamily="18" charset="0"/>
                        <a:ea typeface="华文新魏" panose="02010800040101010101" pitchFamily="2" charset="-122"/>
                        <a:cs typeface="Times New Roman" panose="02020603050405020304" pitchFamily="18" charset="0"/>
                      </a:rPr>
                      <m:t>𝝋</m:t>
                    </m:r>
                  </m:oMath>
                </a14:m>
                <a:r>
                  <a:rPr lang="en-US" altLang="zh-CN" sz="2400" b="1" dirty="0">
                    <a:solidFill>
                      <a:schemeClr val="bg1"/>
                    </a:solidFill>
                    <a:effectLst>
                      <a:outerShdw blurRad="38100" dist="38100" dir="2700000" algn="tl">
                        <a:srgbClr val="000000"/>
                      </a:outerShdw>
                    </a:effectLst>
                  </a:rPr>
                  <a:t>+3</a:t>
                </a:r>
                <a:r>
                  <a:rPr lang="en-US" altLang="zh-CN" sz="2400" b="1" dirty="0">
                    <a:solidFill>
                      <a:schemeClr val="bg1"/>
                    </a:solidFill>
                    <a:effectLst>
                      <a:outerShdw blurRad="38100" dist="38100" dir="2700000" algn="tl">
                        <a:srgbClr val="000000"/>
                      </a:outerShdw>
                    </a:effectLst>
                    <a:sym typeface="Symbol" pitchFamily="18" charset="2"/>
                  </a:rPr>
                  <a:t></a:t>
                </a:r>
                <a14:m>
                  <m:oMath xmlns:m="http://schemas.openxmlformats.org/officeDocument/2006/math">
                    <m:r>
                      <a:rPr lang="zh-CN" altLang="en-US" sz="2400" b="1" i="1" dirty="0">
                        <a:solidFill>
                          <a:schemeClr val="bg1"/>
                        </a:solidFill>
                        <a:latin typeface="Cambria Math" panose="02040503050406030204" pitchFamily="18" charset="0"/>
                        <a:ea typeface="华文新魏" panose="02010800040101010101" pitchFamily="2" charset="-122"/>
                        <a:cs typeface="Times New Roman" panose="02020603050405020304" pitchFamily="18" charset="0"/>
                      </a:rPr>
                      <m:t>𝝋</m:t>
                    </m:r>
                  </m:oMath>
                </a14:m>
                <a:endParaRPr lang="en-US" altLang="zh-CN" sz="2400" b="1" i="1" dirty="0">
                  <a:solidFill>
                    <a:schemeClr val="bg1"/>
                  </a:solidFill>
                  <a:effectLst>
                    <a:outerShdw blurRad="38100" dist="38100" dir="2700000" algn="tl">
                      <a:srgbClr val="000000"/>
                    </a:outerShdw>
                  </a:effectLst>
                  <a:sym typeface="Symbol" pitchFamily="18" charset="2"/>
                </a:endParaRPr>
              </a:p>
            </p:txBody>
          </p:sp>
        </mc:Choice>
        <mc:Fallback xmlns="">
          <p:sp>
            <p:nvSpPr>
              <p:cNvPr id="735255" name="AutoShape 23"/>
              <p:cNvSpPr>
                <a:spLocks noRot="1" noChangeAspect="1" noMove="1" noResize="1" noEditPoints="1" noAdjustHandles="1" noChangeArrowheads="1" noChangeShapeType="1" noTextEdit="1"/>
              </p:cNvSpPr>
              <p:nvPr/>
            </p:nvSpPr>
            <p:spPr bwMode="auto">
              <a:xfrm>
                <a:off x="6873819" y="3843198"/>
                <a:ext cx="1164245" cy="517277"/>
              </a:xfrm>
              <a:prstGeom prst="wedgeRectCallout">
                <a:avLst>
                  <a:gd name="adj1" fmla="val 89835"/>
                  <a:gd name="adj2" fmla="val -2303"/>
                </a:avLst>
              </a:prstGeom>
              <a:blipFill>
                <a:blip r:embed="rId6"/>
                <a:stretch>
                  <a:fillRect l="-1119" t="-11765" b="-22353"/>
                </a:stretch>
              </a:blipFill>
              <a:ln>
                <a:noFill/>
              </a:ln>
              <a:effectLst/>
              <a:extLs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p:grpSp>
        <p:nvGrpSpPr>
          <p:cNvPr id="3" name="组合 2">
            <a:extLst>
              <a:ext uri="{FF2B5EF4-FFF2-40B4-BE49-F238E27FC236}">
                <a16:creationId xmlns:a16="http://schemas.microsoft.com/office/drawing/2014/main" id="{D7B205CE-2BA9-48D2-9D43-DE17175466F0}"/>
              </a:ext>
            </a:extLst>
          </p:cNvPr>
          <p:cNvGrpSpPr/>
          <p:nvPr/>
        </p:nvGrpSpPr>
        <p:grpSpPr>
          <a:xfrm>
            <a:off x="8153398" y="1424781"/>
            <a:ext cx="3352800" cy="4291008"/>
            <a:chOff x="8453965" y="1615281"/>
            <a:chExt cx="3352800" cy="4291008"/>
          </a:xfrm>
        </p:grpSpPr>
        <p:grpSp>
          <p:nvGrpSpPr>
            <p:cNvPr id="113668" name="Group 4"/>
            <p:cNvGrpSpPr>
              <a:grpSpLocks/>
            </p:cNvGrpSpPr>
            <p:nvPr/>
          </p:nvGrpSpPr>
          <p:grpSpPr bwMode="auto">
            <a:xfrm>
              <a:off x="8453965" y="1615281"/>
              <a:ext cx="3352800" cy="3505200"/>
              <a:chOff x="1704" y="1537"/>
              <a:chExt cx="2448" cy="2448"/>
            </a:xfrm>
          </p:grpSpPr>
          <p:sp>
            <p:nvSpPr>
              <p:cNvPr id="113683" name="Line 5"/>
              <p:cNvSpPr>
                <a:spLocks noChangeShapeType="1"/>
              </p:cNvSpPr>
              <p:nvPr/>
            </p:nvSpPr>
            <p:spPr bwMode="auto">
              <a:xfrm flipH="1">
                <a:off x="1704" y="2808"/>
                <a:ext cx="2448" cy="0"/>
              </a:xfrm>
              <a:prstGeom prst="line">
                <a:avLst/>
              </a:prstGeom>
              <a:noFill/>
              <a:ln w="31750">
                <a:solidFill>
                  <a:schemeClr val="tx1"/>
                </a:solidFill>
                <a:round/>
                <a:headEnd type="stealth" w="med" len="lg"/>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sp>
            <p:nvSpPr>
              <p:cNvPr id="113684" name="Line 6"/>
              <p:cNvSpPr>
                <a:spLocks noChangeShapeType="1"/>
              </p:cNvSpPr>
              <p:nvPr/>
            </p:nvSpPr>
            <p:spPr bwMode="auto">
              <a:xfrm flipH="1" flipV="1">
                <a:off x="1745" y="2349"/>
                <a:ext cx="2270" cy="918"/>
              </a:xfrm>
              <a:prstGeom prst="line">
                <a:avLst/>
              </a:prstGeom>
              <a:noFill/>
              <a:ln w="31750">
                <a:solidFill>
                  <a:schemeClr val="tx1"/>
                </a:solidFill>
                <a:round/>
                <a:headEnd type="stealth" w="med" len="lg"/>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sp>
            <p:nvSpPr>
              <p:cNvPr id="113685" name="Line 7"/>
              <p:cNvSpPr>
                <a:spLocks noChangeShapeType="1"/>
              </p:cNvSpPr>
              <p:nvPr/>
            </p:nvSpPr>
            <p:spPr bwMode="auto">
              <a:xfrm flipH="1" flipV="1">
                <a:off x="2000" y="1959"/>
                <a:ext cx="1792" cy="1689"/>
              </a:xfrm>
              <a:prstGeom prst="line">
                <a:avLst/>
              </a:prstGeom>
              <a:noFill/>
              <a:ln w="31750">
                <a:solidFill>
                  <a:schemeClr val="tx1"/>
                </a:solidFill>
                <a:round/>
                <a:headEnd type="stealth" w="med" len="lg"/>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sp>
            <p:nvSpPr>
              <p:cNvPr id="113686" name="Line 8"/>
              <p:cNvSpPr>
                <a:spLocks noChangeShapeType="1"/>
              </p:cNvSpPr>
              <p:nvPr/>
            </p:nvSpPr>
            <p:spPr bwMode="auto">
              <a:xfrm flipH="1">
                <a:off x="2430" y="1653"/>
                <a:ext cx="968" cy="2225"/>
              </a:xfrm>
              <a:prstGeom prst="line">
                <a:avLst/>
              </a:prstGeom>
              <a:noFill/>
              <a:ln w="31750">
                <a:solidFill>
                  <a:schemeClr val="tx1"/>
                </a:solidFill>
                <a:round/>
                <a:headEnd type="stealth" w="med" len="lg"/>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sp>
            <p:nvSpPr>
              <p:cNvPr id="113687" name="Line 9"/>
              <p:cNvSpPr>
                <a:spLocks noChangeShapeType="1"/>
              </p:cNvSpPr>
              <p:nvPr/>
            </p:nvSpPr>
            <p:spPr bwMode="auto">
              <a:xfrm flipH="1">
                <a:off x="1779" y="2390"/>
                <a:ext cx="2300" cy="836"/>
              </a:xfrm>
              <a:prstGeom prst="line">
                <a:avLst/>
              </a:prstGeom>
              <a:noFill/>
              <a:ln w="31750">
                <a:solidFill>
                  <a:schemeClr val="tx1"/>
                </a:solidFill>
                <a:round/>
                <a:headEnd type="stealth" w="med" len="lg"/>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sp>
            <p:nvSpPr>
              <p:cNvPr id="113688" name="Line 10"/>
              <p:cNvSpPr>
                <a:spLocks noChangeShapeType="1"/>
              </p:cNvSpPr>
              <p:nvPr/>
            </p:nvSpPr>
            <p:spPr bwMode="auto">
              <a:xfrm flipV="1">
                <a:off x="2048" y="1910"/>
                <a:ext cx="1762" cy="1700"/>
              </a:xfrm>
              <a:prstGeom prst="line">
                <a:avLst/>
              </a:prstGeom>
              <a:noFill/>
              <a:ln w="31750">
                <a:solidFill>
                  <a:schemeClr val="tx1"/>
                </a:solidFill>
                <a:round/>
                <a:headEnd type="stealth" w="med" len="lg"/>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sp>
            <p:nvSpPr>
              <p:cNvPr id="113689" name="Line 11"/>
              <p:cNvSpPr>
                <a:spLocks noChangeShapeType="1"/>
              </p:cNvSpPr>
              <p:nvPr/>
            </p:nvSpPr>
            <p:spPr bwMode="auto">
              <a:xfrm flipV="1">
                <a:off x="2880" y="1537"/>
                <a:ext cx="0" cy="2448"/>
              </a:xfrm>
              <a:prstGeom prst="line">
                <a:avLst/>
              </a:prstGeom>
              <a:noFill/>
              <a:ln w="31750">
                <a:solidFill>
                  <a:schemeClr val="tx1"/>
                </a:solidFill>
                <a:round/>
                <a:headEnd type="stealth" w="med" len="lg"/>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sp>
            <p:nvSpPr>
              <p:cNvPr id="113690" name="Line 12"/>
              <p:cNvSpPr>
                <a:spLocks noChangeShapeType="1"/>
              </p:cNvSpPr>
              <p:nvPr/>
            </p:nvSpPr>
            <p:spPr bwMode="auto">
              <a:xfrm flipH="1" flipV="1">
                <a:off x="2383" y="1642"/>
                <a:ext cx="996" cy="2236"/>
              </a:xfrm>
              <a:prstGeom prst="line">
                <a:avLst/>
              </a:prstGeom>
              <a:noFill/>
              <a:ln w="31750">
                <a:solidFill>
                  <a:schemeClr val="tx1"/>
                </a:solidFill>
                <a:round/>
                <a:headEnd type="stealth" w="med" len="lg"/>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grpSp>
        <p:sp>
          <p:nvSpPr>
            <p:cNvPr id="113669" name="Oval 13"/>
            <p:cNvSpPr>
              <a:spLocks noChangeArrowheads="1"/>
            </p:cNvSpPr>
            <p:nvPr/>
          </p:nvSpPr>
          <p:spPr bwMode="auto">
            <a:xfrm>
              <a:off x="9909702" y="3247231"/>
              <a:ext cx="368300" cy="368300"/>
            </a:xfrm>
            <a:prstGeom prst="ellipse">
              <a:avLst/>
            </a:prstGeom>
            <a:gradFill rotWithShape="0">
              <a:gsLst>
                <a:gs pos="0">
                  <a:srgbClr val="FF3300"/>
                </a:gs>
                <a:gs pos="100000">
                  <a:srgbClr val="490F00"/>
                </a:gs>
              </a:gsLst>
              <a:path path="shape">
                <a:fillToRect l="50000" t="50000" r="50000" b="50000"/>
              </a:path>
            </a:gradFill>
            <a:ln>
              <a:noFill/>
            </a:ln>
            <a:effectLst/>
            <a:extLst>
              <a:ext uri="{91240B29-F687-4F45-9708-019B960494DF}">
                <a14:hiddenLine xmlns:a14="http://schemas.microsoft.com/office/drawing/2010/main" w="31750">
                  <a:solidFill>
                    <a:srgbClr val="FFFF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2400"/>
            </a:p>
          </p:txBody>
        </p:sp>
        <p:sp>
          <p:nvSpPr>
            <p:cNvPr id="727044" name="Rectangle 4"/>
            <p:cNvSpPr>
              <a:spLocks noChangeArrowheads="1"/>
            </p:cNvSpPr>
            <p:nvPr/>
          </p:nvSpPr>
          <p:spPr bwMode="auto">
            <a:xfrm>
              <a:off x="8793898" y="5413204"/>
              <a:ext cx="2985597" cy="49308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r>
                <a:rPr lang="zh-CN" altLang="en-US" sz="2600" dirty="0">
                  <a:solidFill>
                    <a:srgbClr val="0066FF"/>
                  </a:solidFill>
                  <a:latin typeface="华文楷体" panose="02010600040101010101" pitchFamily="2" charset="-122"/>
                  <a:ea typeface="华文楷体" panose="02010600040101010101" pitchFamily="2" charset="-122"/>
                  <a:cs typeface="Times New Roman" panose="02020603050405020304" pitchFamily="18" charset="0"/>
                </a:rPr>
                <a:t>点电荷的等势面</a:t>
              </a:r>
            </a:p>
          </p:txBody>
        </p:sp>
      </p:grpSp>
      <p:sp>
        <p:nvSpPr>
          <p:cNvPr id="2" name="矩形 1">
            <a:extLst>
              <a:ext uri="{FF2B5EF4-FFF2-40B4-BE49-F238E27FC236}">
                <a16:creationId xmlns:a16="http://schemas.microsoft.com/office/drawing/2014/main" id="{86EF4572-DD8E-4A20-B934-A9DB0260FFEA}"/>
              </a:ext>
            </a:extLst>
          </p:cNvPr>
          <p:cNvSpPr/>
          <p:nvPr/>
        </p:nvSpPr>
        <p:spPr>
          <a:xfrm>
            <a:off x="743110" y="3330761"/>
            <a:ext cx="5985158" cy="1969770"/>
          </a:xfrm>
          <a:prstGeom prst="rect">
            <a:avLst/>
          </a:prstGeom>
        </p:spPr>
        <p:txBody>
          <a:bodyPr wrap="square">
            <a:spAutoFit/>
          </a:bodyPr>
          <a:lstStyle/>
          <a:p>
            <a:pPr eaLnBrk="0" hangingPunct="0">
              <a:lnSpc>
                <a:spcPct val="150000"/>
              </a:lnSpc>
              <a:spcBef>
                <a:spcPts val="0"/>
              </a:spcBef>
            </a:pPr>
            <a:r>
              <a:rPr lang="en-US" altLang="zh-CN" sz="2800" dirty="0">
                <a:latin typeface="华文楷体" panose="02010600040101010101" pitchFamily="2" charset="-122"/>
                <a:ea typeface="华文楷体" panose="02010600040101010101" pitchFamily="2" charset="-122"/>
              </a:rPr>
              <a:t>-  </a:t>
            </a:r>
            <a:r>
              <a:rPr lang="zh-CN" altLang="en-US" sz="2800" dirty="0">
                <a:latin typeface="华文楷体" panose="02010600040101010101" pitchFamily="2" charset="-122"/>
                <a:ea typeface="华文楷体" panose="02010600040101010101" pitchFamily="2" charset="-122"/>
              </a:rPr>
              <a:t>等势面与电场线处处垂直</a:t>
            </a:r>
            <a:endParaRPr lang="en-US" altLang="zh-CN" sz="2800" dirty="0">
              <a:latin typeface="华文楷体" panose="02010600040101010101" pitchFamily="2" charset="-122"/>
              <a:ea typeface="华文楷体" panose="02010600040101010101" pitchFamily="2" charset="-122"/>
            </a:endParaRPr>
          </a:p>
          <a:p>
            <a:pPr eaLnBrk="0" hangingPunct="0">
              <a:lnSpc>
                <a:spcPct val="150000"/>
              </a:lnSpc>
              <a:spcBef>
                <a:spcPts val="0"/>
              </a:spcBef>
            </a:pPr>
            <a:r>
              <a:rPr kumimoji="1" lang="en-US" altLang="zh-CN" sz="2800" dirty="0">
                <a:latin typeface="华文楷体" panose="02010600040101010101" pitchFamily="2" charset="-122"/>
                <a:ea typeface="华文楷体" panose="02010600040101010101" pitchFamily="2" charset="-122"/>
              </a:rPr>
              <a:t>-  </a:t>
            </a:r>
            <a:r>
              <a:rPr kumimoji="1" lang="zh-CN" altLang="en-US" sz="2800" dirty="0">
                <a:latin typeface="华文楷体" panose="02010600040101010101" pitchFamily="2" charset="-122"/>
                <a:ea typeface="华文楷体" panose="02010600040101010101" pitchFamily="2" charset="-122"/>
              </a:rPr>
              <a:t>两等势面相距较近处的场强大，相距较远处场强小</a:t>
            </a:r>
            <a:endParaRPr kumimoji="1" lang="en-US" altLang="zh-CN" sz="2800" dirty="0">
              <a:latin typeface="华文楷体" panose="02010600040101010101" pitchFamily="2" charset="-122"/>
              <a:ea typeface="华文楷体" panose="0201060004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6" presetClass="entr" presetSubtype="42" fill="hold" grpId="0" nodeType="clickEffect">
                                  <p:stCondLst>
                                    <p:cond delay="0"/>
                                  </p:stCondLst>
                                  <p:childTnLst>
                                    <p:set>
                                      <p:cBhvr>
                                        <p:cTn id="10" dur="1" fill="hold">
                                          <p:stCondLst>
                                            <p:cond delay="0"/>
                                          </p:stCondLst>
                                        </p:cTn>
                                        <p:tgtEl>
                                          <p:spTgt spid="735248"/>
                                        </p:tgtEl>
                                        <p:attrNameLst>
                                          <p:attrName>style.visibility</p:attrName>
                                        </p:attrNameLst>
                                      </p:cBhvr>
                                      <p:to>
                                        <p:strVal val="visible"/>
                                      </p:to>
                                    </p:set>
                                    <p:animEffect transition="in" filter="barn(outHorizontal)">
                                      <p:cBhvr>
                                        <p:cTn id="11" dur="500"/>
                                        <p:tgtEl>
                                          <p:spTgt spid="735248"/>
                                        </p:tgtEl>
                                      </p:cBhvr>
                                    </p:animEffect>
                                  </p:childTnLst>
                                </p:cTn>
                              </p:par>
                            </p:childTnLst>
                          </p:cTn>
                        </p:par>
                        <p:par>
                          <p:cTn id="12" fill="hold">
                            <p:stCondLst>
                              <p:cond delay="500"/>
                            </p:stCondLst>
                            <p:childTnLst>
                              <p:par>
                                <p:cTn id="13" presetID="22" presetClass="entr" presetSubtype="2" fill="hold" grpId="0" nodeType="afterEffect">
                                  <p:stCondLst>
                                    <p:cond delay="0"/>
                                  </p:stCondLst>
                                  <p:childTnLst>
                                    <p:set>
                                      <p:cBhvr>
                                        <p:cTn id="14" dur="1" fill="hold">
                                          <p:stCondLst>
                                            <p:cond delay="0"/>
                                          </p:stCondLst>
                                        </p:cTn>
                                        <p:tgtEl>
                                          <p:spTgt spid="735252"/>
                                        </p:tgtEl>
                                        <p:attrNameLst>
                                          <p:attrName>style.visibility</p:attrName>
                                        </p:attrNameLst>
                                      </p:cBhvr>
                                      <p:to>
                                        <p:strVal val="visible"/>
                                      </p:to>
                                    </p:set>
                                    <p:animEffect transition="in" filter="wipe(right)">
                                      <p:cBhvr>
                                        <p:cTn id="15" dur="500"/>
                                        <p:tgtEl>
                                          <p:spTgt spid="735252"/>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6" presetClass="entr" presetSubtype="42" fill="hold" grpId="0" nodeType="clickEffect">
                                  <p:stCondLst>
                                    <p:cond delay="0"/>
                                  </p:stCondLst>
                                  <p:childTnLst>
                                    <p:set>
                                      <p:cBhvr>
                                        <p:cTn id="27" dur="1" fill="hold">
                                          <p:stCondLst>
                                            <p:cond delay="0"/>
                                          </p:stCondLst>
                                        </p:cTn>
                                        <p:tgtEl>
                                          <p:spTgt spid="735247"/>
                                        </p:tgtEl>
                                        <p:attrNameLst>
                                          <p:attrName>style.visibility</p:attrName>
                                        </p:attrNameLst>
                                      </p:cBhvr>
                                      <p:to>
                                        <p:strVal val="visible"/>
                                      </p:to>
                                    </p:set>
                                    <p:animEffect transition="in" filter="barn(outHorizontal)">
                                      <p:cBhvr>
                                        <p:cTn id="28" dur="500"/>
                                        <p:tgtEl>
                                          <p:spTgt spid="735247"/>
                                        </p:tgtEl>
                                      </p:cBhvr>
                                    </p:animEffect>
                                  </p:childTnLst>
                                </p:cTn>
                              </p:par>
                            </p:childTnLst>
                          </p:cTn>
                        </p:par>
                        <p:par>
                          <p:cTn id="29" fill="hold">
                            <p:stCondLst>
                              <p:cond delay="500"/>
                            </p:stCondLst>
                            <p:childTnLst>
                              <p:par>
                                <p:cTn id="30" presetID="22" presetClass="entr" presetSubtype="2" fill="hold" grpId="0" nodeType="afterEffect">
                                  <p:stCondLst>
                                    <p:cond delay="0"/>
                                  </p:stCondLst>
                                  <p:childTnLst>
                                    <p:set>
                                      <p:cBhvr>
                                        <p:cTn id="31" dur="1" fill="hold">
                                          <p:stCondLst>
                                            <p:cond delay="0"/>
                                          </p:stCondLst>
                                        </p:cTn>
                                        <p:tgtEl>
                                          <p:spTgt spid="735253"/>
                                        </p:tgtEl>
                                        <p:attrNameLst>
                                          <p:attrName>style.visibility</p:attrName>
                                        </p:attrNameLst>
                                      </p:cBhvr>
                                      <p:to>
                                        <p:strVal val="visible"/>
                                      </p:to>
                                    </p:set>
                                    <p:animEffect transition="in" filter="wipe(right)">
                                      <p:cBhvr>
                                        <p:cTn id="32" dur="500"/>
                                        <p:tgtEl>
                                          <p:spTgt spid="735253"/>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42" fill="hold" grpId="0" nodeType="clickEffect">
                                  <p:stCondLst>
                                    <p:cond delay="0"/>
                                  </p:stCondLst>
                                  <p:childTnLst>
                                    <p:set>
                                      <p:cBhvr>
                                        <p:cTn id="36" dur="1" fill="hold">
                                          <p:stCondLst>
                                            <p:cond delay="0"/>
                                          </p:stCondLst>
                                        </p:cTn>
                                        <p:tgtEl>
                                          <p:spTgt spid="735246"/>
                                        </p:tgtEl>
                                        <p:attrNameLst>
                                          <p:attrName>style.visibility</p:attrName>
                                        </p:attrNameLst>
                                      </p:cBhvr>
                                      <p:to>
                                        <p:strVal val="visible"/>
                                      </p:to>
                                    </p:set>
                                    <p:animEffect transition="in" filter="barn(outHorizontal)">
                                      <p:cBhvr>
                                        <p:cTn id="37" dur="500"/>
                                        <p:tgtEl>
                                          <p:spTgt spid="735246"/>
                                        </p:tgtEl>
                                      </p:cBhvr>
                                    </p:animEffect>
                                  </p:childTnLst>
                                </p:cTn>
                              </p:par>
                            </p:childTnLst>
                          </p:cTn>
                        </p:par>
                        <p:par>
                          <p:cTn id="38" fill="hold">
                            <p:stCondLst>
                              <p:cond delay="500"/>
                            </p:stCondLst>
                            <p:childTnLst>
                              <p:par>
                                <p:cTn id="39" presetID="22" presetClass="entr" presetSubtype="2" fill="hold" grpId="0" nodeType="afterEffect">
                                  <p:stCondLst>
                                    <p:cond delay="0"/>
                                  </p:stCondLst>
                                  <p:childTnLst>
                                    <p:set>
                                      <p:cBhvr>
                                        <p:cTn id="40" dur="1" fill="hold">
                                          <p:stCondLst>
                                            <p:cond delay="0"/>
                                          </p:stCondLst>
                                        </p:cTn>
                                        <p:tgtEl>
                                          <p:spTgt spid="735254"/>
                                        </p:tgtEl>
                                        <p:attrNameLst>
                                          <p:attrName>style.visibility</p:attrName>
                                        </p:attrNameLst>
                                      </p:cBhvr>
                                      <p:to>
                                        <p:strVal val="visible"/>
                                      </p:to>
                                    </p:set>
                                    <p:animEffect transition="in" filter="wipe(right)">
                                      <p:cBhvr>
                                        <p:cTn id="41" dur="500"/>
                                        <p:tgtEl>
                                          <p:spTgt spid="735254"/>
                                        </p:tgtEl>
                                      </p:cBhvr>
                                    </p:animEffect>
                                  </p:childTnLst>
                                </p:cTn>
                              </p:par>
                            </p:childTnLst>
                          </p:cTn>
                        </p:par>
                      </p:childTnLst>
                    </p:cTn>
                  </p:par>
                  <p:par>
                    <p:cTn id="42" fill="hold">
                      <p:stCondLst>
                        <p:cond delay="indefinite"/>
                      </p:stCondLst>
                      <p:childTnLst>
                        <p:par>
                          <p:cTn id="43" fill="hold">
                            <p:stCondLst>
                              <p:cond delay="0"/>
                            </p:stCondLst>
                            <p:childTnLst>
                              <p:par>
                                <p:cTn id="44" presetID="16" presetClass="entr" presetSubtype="42" fill="hold" grpId="0" nodeType="clickEffect">
                                  <p:stCondLst>
                                    <p:cond delay="0"/>
                                  </p:stCondLst>
                                  <p:childTnLst>
                                    <p:set>
                                      <p:cBhvr>
                                        <p:cTn id="45" dur="1" fill="hold">
                                          <p:stCondLst>
                                            <p:cond delay="0"/>
                                          </p:stCondLst>
                                        </p:cTn>
                                        <p:tgtEl>
                                          <p:spTgt spid="735249"/>
                                        </p:tgtEl>
                                        <p:attrNameLst>
                                          <p:attrName>style.visibility</p:attrName>
                                        </p:attrNameLst>
                                      </p:cBhvr>
                                      <p:to>
                                        <p:strVal val="visible"/>
                                      </p:to>
                                    </p:set>
                                    <p:animEffect transition="in" filter="barn(outHorizontal)">
                                      <p:cBhvr>
                                        <p:cTn id="46" dur="500"/>
                                        <p:tgtEl>
                                          <p:spTgt spid="735249"/>
                                        </p:tgtEl>
                                      </p:cBhvr>
                                    </p:animEffect>
                                  </p:childTnLst>
                                </p:cTn>
                              </p:par>
                            </p:childTnLst>
                          </p:cTn>
                        </p:par>
                        <p:par>
                          <p:cTn id="47" fill="hold">
                            <p:stCondLst>
                              <p:cond delay="500"/>
                            </p:stCondLst>
                            <p:childTnLst>
                              <p:par>
                                <p:cTn id="48" presetID="22" presetClass="entr" presetSubtype="2" fill="hold" grpId="0" nodeType="afterEffect">
                                  <p:stCondLst>
                                    <p:cond delay="0"/>
                                  </p:stCondLst>
                                  <p:childTnLst>
                                    <p:set>
                                      <p:cBhvr>
                                        <p:cTn id="49" dur="1" fill="hold">
                                          <p:stCondLst>
                                            <p:cond delay="0"/>
                                          </p:stCondLst>
                                        </p:cTn>
                                        <p:tgtEl>
                                          <p:spTgt spid="735255"/>
                                        </p:tgtEl>
                                        <p:attrNameLst>
                                          <p:attrName>style.visibility</p:attrName>
                                        </p:attrNameLst>
                                      </p:cBhvr>
                                      <p:to>
                                        <p:strVal val="visible"/>
                                      </p:to>
                                    </p:set>
                                    <p:animEffect transition="in" filter="wipe(right)">
                                      <p:cBhvr>
                                        <p:cTn id="50" dur="500"/>
                                        <p:tgtEl>
                                          <p:spTgt spid="735255"/>
                                        </p:tgtEl>
                                      </p:cBhvr>
                                    </p:animEffec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5246" grpId="0" animBg="1"/>
      <p:bldP spid="735247" grpId="0" animBg="1"/>
      <p:bldP spid="735248" grpId="0" animBg="1"/>
      <p:bldP spid="735249" grpId="0" animBg="1"/>
      <p:bldP spid="735252" grpId="0" animBg="1"/>
      <p:bldP spid="735253" grpId="0" animBg="1"/>
      <p:bldP spid="735254" grpId="0" animBg="1"/>
      <p:bldP spid="735255"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9090" name="Rectangle 2"/>
          <p:cNvSpPr>
            <a:spLocks noChangeArrowheads="1"/>
          </p:cNvSpPr>
          <p:nvPr/>
        </p:nvSpPr>
        <p:spPr bwMode="auto">
          <a:xfrm>
            <a:off x="952760" y="267384"/>
            <a:ext cx="451264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marL="457200" indent="-457200" algn="ctr">
              <a:buFont typeface="Wingdings" panose="05000000000000000000" pitchFamily="2" charset="2"/>
              <a:buChar char="q"/>
            </a:pPr>
            <a:r>
              <a:rPr lang="zh-CN" altLang="en-US" sz="2800" dirty="0">
                <a:solidFill>
                  <a:srgbClr val="0066FF"/>
                </a:solidFill>
                <a:latin typeface="华文楷体" panose="02010600040101010101" pitchFamily="2" charset="-122"/>
                <a:ea typeface="华文楷体" panose="02010600040101010101" pitchFamily="2" charset="-122"/>
              </a:rPr>
              <a:t>电偶极子的等势面</a:t>
            </a:r>
          </a:p>
        </p:txBody>
      </p:sp>
      <p:grpSp>
        <p:nvGrpSpPr>
          <p:cNvPr id="729091" name="Group 3"/>
          <p:cNvGrpSpPr>
            <a:grpSpLocks/>
          </p:cNvGrpSpPr>
          <p:nvPr/>
        </p:nvGrpSpPr>
        <p:grpSpPr bwMode="auto">
          <a:xfrm>
            <a:off x="2667000" y="381001"/>
            <a:ext cx="7162800" cy="6073775"/>
            <a:chOff x="624" y="77"/>
            <a:chExt cx="4704" cy="4133"/>
          </a:xfrm>
        </p:grpSpPr>
        <p:sp>
          <p:nvSpPr>
            <p:cNvPr id="115734" name="Arc 4"/>
            <p:cNvSpPr>
              <a:spLocks/>
            </p:cNvSpPr>
            <p:nvPr/>
          </p:nvSpPr>
          <p:spPr bwMode="auto">
            <a:xfrm>
              <a:off x="980" y="77"/>
              <a:ext cx="1372" cy="1555"/>
            </a:xfrm>
            <a:custGeom>
              <a:avLst/>
              <a:gdLst>
                <a:gd name="T0" fmla="*/ 0 w 20574"/>
                <a:gd name="T1" fmla="*/ 0 h 16664"/>
                <a:gd name="T2" fmla="*/ 0 w 20574"/>
                <a:gd name="T3" fmla="*/ 0 h 16664"/>
                <a:gd name="T4" fmla="*/ 0 w 20574"/>
                <a:gd name="T5" fmla="*/ 0 h 16664"/>
                <a:gd name="T6" fmla="*/ 0 60000 65536"/>
                <a:gd name="T7" fmla="*/ 0 60000 65536"/>
                <a:gd name="T8" fmla="*/ 0 60000 65536"/>
              </a:gdLst>
              <a:ahLst/>
              <a:cxnLst>
                <a:cxn ang="T6">
                  <a:pos x="T0" y="T1"/>
                </a:cxn>
                <a:cxn ang="T7">
                  <a:pos x="T2" y="T3"/>
                </a:cxn>
                <a:cxn ang="T8">
                  <a:pos x="T4" y="T5"/>
                </a:cxn>
              </a:cxnLst>
              <a:rect l="0" t="0" r="r" b="b"/>
              <a:pathLst>
                <a:path w="20574" h="16664" fill="none" extrusionOk="0">
                  <a:moveTo>
                    <a:pt x="6830" y="16664"/>
                  </a:moveTo>
                  <a:cubicBezTo>
                    <a:pt x="3633" y="14026"/>
                    <a:pt x="1261" y="10525"/>
                    <a:pt x="-1" y="6577"/>
                  </a:cubicBezTo>
                </a:path>
                <a:path w="20574" h="16664" stroke="0" extrusionOk="0">
                  <a:moveTo>
                    <a:pt x="6830" y="16664"/>
                  </a:moveTo>
                  <a:cubicBezTo>
                    <a:pt x="3633" y="14026"/>
                    <a:pt x="1261" y="10525"/>
                    <a:pt x="-1" y="6577"/>
                  </a:cubicBezTo>
                  <a:lnTo>
                    <a:pt x="20574" y="0"/>
                  </a:lnTo>
                  <a:lnTo>
                    <a:pt x="6830" y="16664"/>
                  </a:lnTo>
                  <a:close/>
                </a:path>
              </a:pathLst>
            </a:custGeom>
            <a:noFill/>
            <a:ln w="31750" cap="rnd">
              <a:solidFill>
                <a:schemeClr val="tx1"/>
              </a:solidFill>
              <a:round/>
              <a:headEnd type="stealth" w="med" len="lg"/>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15735" name="Group 5"/>
            <p:cNvGrpSpPr>
              <a:grpSpLocks/>
            </p:cNvGrpSpPr>
            <p:nvPr/>
          </p:nvGrpSpPr>
          <p:grpSpPr bwMode="auto">
            <a:xfrm>
              <a:off x="624" y="240"/>
              <a:ext cx="4704" cy="3970"/>
              <a:chOff x="624" y="240"/>
              <a:chExt cx="4704" cy="3970"/>
            </a:xfrm>
          </p:grpSpPr>
          <p:sp>
            <p:nvSpPr>
              <p:cNvPr id="115736" name="Arc 6"/>
              <p:cNvSpPr>
                <a:spLocks/>
              </p:cNvSpPr>
              <p:nvPr/>
            </p:nvSpPr>
            <p:spPr bwMode="auto">
              <a:xfrm>
                <a:off x="2200" y="1872"/>
                <a:ext cx="1506" cy="1500"/>
              </a:xfrm>
              <a:custGeom>
                <a:avLst/>
                <a:gdLst>
                  <a:gd name="T0" fmla="*/ 0 w 25098"/>
                  <a:gd name="T1" fmla="*/ 0 h 21600"/>
                  <a:gd name="T2" fmla="*/ 0 w 25098"/>
                  <a:gd name="T3" fmla="*/ 0 h 21600"/>
                  <a:gd name="T4" fmla="*/ 0 w 25098"/>
                  <a:gd name="T5" fmla="*/ 0 h 21600"/>
                  <a:gd name="T6" fmla="*/ 0 60000 65536"/>
                  <a:gd name="T7" fmla="*/ 0 60000 65536"/>
                  <a:gd name="T8" fmla="*/ 0 60000 65536"/>
                </a:gdLst>
                <a:ahLst/>
                <a:cxnLst>
                  <a:cxn ang="T6">
                    <a:pos x="T0" y="T1"/>
                  </a:cxn>
                  <a:cxn ang="T7">
                    <a:pos x="T2" y="T3"/>
                  </a:cxn>
                  <a:cxn ang="T8">
                    <a:pos x="T4" y="T5"/>
                  </a:cxn>
                </a:cxnLst>
                <a:rect l="0" t="0" r="r" b="b"/>
                <a:pathLst>
                  <a:path w="25098" h="21600" fill="none" extrusionOk="0">
                    <a:moveTo>
                      <a:pt x="-1" y="4296"/>
                    </a:moveTo>
                    <a:cubicBezTo>
                      <a:pt x="3733" y="1507"/>
                      <a:pt x="8268" y="-1"/>
                      <a:pt x="12929" y="0"/>
                    </a:cubicBezTo>
                    <a:cubicBezTo>
                      <a:pt x="17270" y="0"/>
                      <a:pt x="21511" y="1308"/>
                      <a:pt x="25097" y="3754"/>
                    </a:cubicBezTo>
                  </a:path>
                  <a:path w="25098" h="21600" stroke="0" extrusionOk="0">
                    <a:moveTo>
                      <a:pt x="-1" y="4296"/>
                    </a:moveTo>
                    <a:cubicBezTo>
                      <a:pt x="3733" y="1507"/>
                      <a:pt x="8268" y="-1"/>
                      <a:pt x="12929" y="0"/>
                    </a:cubicBezTo>
                    <a:cubicBezTo>
                      <a:pt x="17270" y="0"/>
                      <a:pt x="21511" y="1308"/>
                      <a:pt x="25097" y="3754"/>
                    </a:cubicBezTo>
                    <a:lnTo>
                      <a:pt x="12929" y="21600"/>
                    </a:lnTo>
                    <a:lnTo>
                      <a:pt x="-1" y="4296"/>
                    </a:lnTo>
                    <a:close/>
                  </a:path>
                </a:pathLst>
              </a:custGeom>
              <a:noFill/>
              <a:ln w="31750" cap="rnd">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5737" name="Arc 7"/>
              <p:cNvSpPr>
                <a:spLocks/>
              </p:cNvSpPr>
              <p:nvPr/>
            </p:nvSpPr>
            <p:spPr bwMode="auto">
              <a:xfrm>
                <a:off x="1438" y="240"/>
                <a:ext cx="1059" cy="1899"/>
              </a:xfrm>
              <a:custGeom>
                <a:avLst/>
                <a:gdLst>
                  <a:gd name="T0" fmla="*/ 0 w 15885"/>
                  <a:gd name="T1" fmla="*/ 0 h 20348"/>
                  <a:gd name="T2" fmla="*/ 0 w 15885"/>
                  <a:gd name="T3" fmla="*/ 0 h 20348"/>
                  <a:gd name="T4" fmla="*/ 0 w 15885"/>
                  <a:gd name="T5" fmla="*/ 0 h 20348"/>
                  <a:gd name="T6" fmla="*/ 0 60000 65536"/>
                  <a:gd name="T7" fmla="*/ 0 60000 65536"/>
                  <a:gd name="T8" fmla="*/ 0 60000 65536"/>
                </a:gdLst>
                <a:ahLst/>
                <a:cxnLst>
                  <a:cxn ang="T6">
                    <a:pos x="T0" y="T1"/>
                  </a:cxn>
                  <a:cxn ang="T7">
                    <a:pos x="T2" y="T3"/>
                  </a:cxn>
                  <a:cxn ang="T8">
                    <a:pos x="T4" y="T5"/>
                  </a:cxn>
                </a:cxnLst>
                <a:rect l="0" t="0" r="r" b="b"/>
                <a:pathLst>
                  <a:path w="15885" h="20348" fill="none" extrusionOk="0">
                    <a:moveTo>
                      <a:pt x="8638" y="20348"/>
                    </a:moveTo>
                    <a:cubicBezTo>
                      <a:pt x="5338" y="19173"/>
                      <a:pt x="2373" y="17212"/>
                      <a:pt x="-1" y="14636"/>
                    </a:cubicBezTo>
                  </a:path>
                  <a:path w="15885" h="20348" stroke="0" extrusionOk="0">
                    <a:moveTo>
                      <a:pt x="8638" y="20348"/>
                    </a:moveTo>
                    <a:cubicBezTo>
                      <a:pt x="5338" y="19173"/>
                      <a:pt x="2373" y="17212"/>
                      <a:pt x="-1" y="14636"/>
                    </a:cubicBezTo>
                    <a:lnTo>
                      <a:pt x="15885" y="0"/>
                    </a:lnTo>
                    <a:lnTo>
                      <a:pt x="8638" y="20348"/>
                    </a:lnTo>
                    <a:close/>
                  </a:path>
                </a:pathLst>
              </a:custGeom>
              <a:noFill/>
              <a:ln w="31750" cap="rnd">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5738" name="Arc 8"/>
              <p:cNvSpPr>
                <a:spLocks/>
              </p:cNvSpPr>
              <p:nvPr/>
            </p:nvSpPr>
            <p:spPr bwMode="auto">
              <a:xfrm>
                <a:off x="1212" y="336"/>
                <a:ext cx="803" cy="1824"/>
              </a:xfrm>
              <a:custGeom>
                <a:avLst/>
                <a:gdLst>
                  <a:gd name="T0" fmla="*/ 0 w 10723"/>
                  <a:gd name="T1" fmla="*/ 0 h 21600"/>
                  <a:gd name="T2" fmla="*/ 0 w 10723"/>
                  <a:gd name="T3" fmla="*/ 0 h 21600"/>
                  <a:gd name="T4" fmla="*/ 0 w 10723"/>
                  <a:gd name="T5" fmla="*/ 0 h 21600"/>
                  <a:gd name="T6" fmla="*/ 0 60000 65536"/>
                  <a:gd name="T7" fmla="*/ 0 60000 65536"/>
                  <a:gd name="T8" fmla="*/ 0 60000 65536"/>
                </a:gdLst>
                <a:ahLst/>
                <a:cxnLst>
                  <a:cxn ang="T6">
                    <a:pos x="T0" y="T1"/>
                  </a:cxn>
                  <a:cxn ang="T7">
                    <a:pos x="T2" y="T3"/>
                  </a:cxn>
                  <a:cxn ang="T8">
                    <a:pos x="T4" y="T5"/>
                  </a:cxn>
                </a:cxnLst>
                <a:rect l="0" t="0" r="r" b="b"/>
                <a:pathLst>
                  <a:path w="10723" h="21600" fill="none" extrusionOk="0">
                    <a:moveTo>
                      <a:pt x="10723" y="21600"/>
                    </a:moveTo>
                    <a:cubicBezTo>
                      <a:pt x="6961" y="21600"/>
                      <a:pt x="3265" y="20617"/>
                      <a:pt x="0" y="18750"/>
                    </a:cubicBezTo>
                  </a:path>
                  <a:path w="10723" h="21600" stroke="0" extrusionOk="0">
                    <a:moveTo>
                      <a:pt x="10723" y="21600"/>
                    </a:moveTo>
                    <a:cubicBezTo>
                      <a:pt x="6961" y="21600"/>
                      <a:pt x="3265" y="20617"/>
                      <a:pt x="0" y="18750"/>
                    </a:cubicBezTo>
                    <a:lnTo>
                      <a:pt x="10723" y="0"/>
                    </a:lnTo>
                    <a:lnTo>
                      <a:pt x="10723" y="21600"/>
                    </a:lnTo>
                    <a:close/>
                  </a:path>
                </a:pathLst>
              </a:custGeom>
              <a:noFill/>
              <a:ln w="31750" cap="rnd">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5739" name="Arc 9"/>
              <p:cNvSpPr>
                <a:spLocks/>
              </p:cNvSpPr>
              <p:nvPr/>
            </p:nvSpPr>
            <p:spPr bwMode="auto">
              <a:xfrm>
                <a:off x="1845" y="576"/>
                <a:ext cx="412" cy="1538"/>
              </a:xfrm>
              <a:custGeom>
                <a:avLst/>
                <a:gdLst>
                  <a:gd name="T0" fmla="*/ 0 w 18526"/>
                  <a:gd name="T1" fmla="*/ 0 h 19738"/>
                  <a:gd name="T2" fmla="*/ 0 w 18526"/>
                  <a:gd name="T3" fmla="*/ 0 h 19738"/>
                  <a:gd name="T4" fmla="*/ 0 w 18526"/>
                  <a:gd name="T5" fmla="*/ 0 h 19738"/>
                  <a:gd name="T6" fmla="*/ 0 60000 65536"/>
                  <a:gd name="T7" fmla="*/ 0 60000 65536"/>
                  <a:gd name="T8" fmla="*/ 0 60000 65536"/>
                </a:gdLst>
                <a:ahLst/>
                <a:cxnLst>
                  <a:cxn ang="T6">
                    <a:pos x="T0" y="T1"/>
                  </a:cxn>
                  <a:cxn ang="T7">
                    <a:pos x="T2" y="T3"/>
                  </a:cxn>
                  <a:cxn ang="T8">
                    <a:pos x="T4" y="T5"/>
                  </a:cxn>
                </a:cxnLst>
                <a:rect l="0" t="0" r="r" b="b"/>
                <a:pathLst>
                  <a:path w="18526" h="19738" fill="none" extrusionOk="0">
                    <a:moveTo>
                      <a:pt x="9752" y="19737"/>
                    </a:moveTo>
                    <a:cubicBezTo>
                      <a:pt x="5690" y="17932"/>
                      <a:pt x="2285" y="14918"/>
                      <a:pt x="-1" y="11106"/>
                    </a:cubicBezTo>
                  </a:path>
                  <a:path w="18526" h="19738" stroke="0" extrusionOk="0">
                    <a:moveTo>
                      <a:pt x="9752" y="19737"/>
                    </a:moveTo>
                    <a:cubicBezTo>
                      <a:pt x="5690" y="17932"/>
                      <a:pt x="2285" y="14918"/>
                      <a:pt x="-1" y="11106"/>
                    </a:cubicBezTo>
                    <a:lnTo>
                      <a:pt x="18526" y="0"/>
                    </a:lnTo>
                    <a:lnTo>
                      <a:pt x="9752" y="19737"/>
                    </a:lnTo>
                    <a:close/>
                  </a:path>
                </a:pathLst>
              </a:custGeom>
              <a:noFill/>
              <a:ln w="31750" cap="rnd">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5740" name="Arc 10"/>
              <p:cNvSpPr>
                <a:spLocks/>
              </p:cNvSpPr>
              <p:nvPr/>
            </p:nvSpPr>
            <p:spPr bwMode="auto">
              <a:xfrm rot="10800000">
                <a:off x="2716" y="1585"/>
                <a:ext cx="1156" cy="830"/>
              </a:xfrm>
              <a:custGeom>
                <a:avLst/>
                <a:gdLst>
                  <a:gd name="T0" fmla="*/ 0 w 16763"/>
                  <a:gd name="T1" fmla="*/ 0 h 21600"/>
                  <a:gd name="T2" fmla="*/ 0 w 16763"/>
                  <a:gd name="T3" fmla="*/ 0 h 21600"/>
                  <a:gd name="T4" fmla="*/ 0 w 16763"/>
                  <a:gd name="T5" fmla="*/ 0 h 21600"/>
                  <a:gd name="T6" fmla="*/ 0 60000 65536"/>
                  <a:gd name="T7" fmla="*/ 0 60000 65536"/>
                  <a:gd name="T8" fmla="*/ 0 60000 65536"/>
                </a:gdLst>
                <a:ahLst/>
                <a:cxnLst>
                  <a:cxn ang="T6">
                    <a:pos x="T0" y="T1"/>
                  </a:cxn>
                  <a:cxn ang="T7">
                    <a:pos x="T2" y="T3"/>
                  </a:cxn>
                  <a:cxn ang="T8">
                    <a:pos x="T4" y="T5"/>
                  </a:cxn>
                </a:cxnLst>
                <a:rect l="0" t="0" r="r" b="b"/>
                <a:pathLst>
                  <a:path w="16763" h="21600" fill="none" extrusionOk="0">
                    <a:moveTo>
                      <a:pt x="-1" y="2975"/>
                    </a:moveTo>
                    <a:cubicBezTo>
                      <a:pt x="3316" y="1027"/>
                      <a:pt x="7093" y="-1"/>
                      <a:pt x="10940" y="0"/>
                    </a:cubicBezTo>
                    <a:cubicBezTo>
                      <a:pt x="12908" y="0"/>
                      <a:pt x="14867" y="269"/>
                      <a:pt x="16763" y="799"/>
                    </a:cubicBezTo>
                  </a:path>
                  <a:path w="16763" h="21600" stroke="0" extrusionOk="0">
                    <a:moveTo>
                      <a:pt x="-1" y="2975"/>
                    </a:moveTo>
                    <a:cubicBezTo>
                      <a:pt x="3316" y="1027"/>
                      <a:pt x="7093" y="-1"/>
                      <a:pt x="10940" y="0"/>
                    </a:cubicBezTo>
                    <a:cubicBezTo>
                      <a:pt x="12908" y="0"/>
                      <a:pt x="14867" y="269"/>
                      <a:pt x="16763" y="799"/>
                    </a:cubicBezTo>
                    <a:lnTo>
                      <a:pt x="10940" y="21600"/>
                    </a:lnTo>
                    <a:lnTo>
                      <a:pt x="-1" y="2975"/>
                    </a:lnTo>
                    <a:close/>
                  </a:path>
                </a:pathLst>
              </a:custGeom>
              <a:noFill/>
              <a:ln w="31750" cap="rnd">
                <a:solidFill>
                  <a:schemeClr val="tx1"/>
                </a:solidFill>
                <a:round/>
                <a:headEnd type="none" w="sm" len="sm"/>
                <a:tailEnd type="stealth"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5741" name="Arc 11"/>
              <p:cNvSpPr>
                <a:spLocks/>
              </p:cNvSpPr>
              <p:nvPr/>
            </p:nvSpPr>
            <p:spPr bwMode="auto">
              <a:xfrm>
                <a:off x="2204" y="2321"/>
                <a:ext cx="1637" cy="1759"/>
              </a:xfrm>
              <a:custGeom>
                <a:avLst/>
                <a:gdLst>
                  <a:gd name="T0" fmla="*/ 0 w 40925"/>
                  <a:gd name="T1" fmla="*/ 0 h 21988"/>
                  <a:gd name="T2" fmla="*/ 0 w 40925"/>
                  <a:gd name="T3" fmla="*/ 0 h 21988"/>
                  <a:gd name="T4" fmla="*/ 0 w 40925"/>
                  <a:gd name="T5" fmla="*/ 0 h 21988"/>
                  <a:gd name="T6" fmla="*/ 0 60000 65536"/>
                  <a:gd name="T7" fmla="*/ 0 60000 65536"/>
                  <a:gd name="T8" fmla="*/ 0 60000 65536"/>
                </a:gdLst>
                <a:ahLst/>
                <a:cxnLst>
                  <a:cxn ang="T6">
                    <a:pos x="T0" y="T1"/>
                  </a:cxn>
                  <a:cxn ang="T7">
                    <a:pos x="T2" y="T3"/>
                  </a:cxn>
                  <a:cxn ang="T8">
                    <a:pos x="T4" y="T5"/>
                  </a:cxn>
                </a:cxnLst>
                <a:rect l="0" t="0" r="r" b="b"/>
                <a:pathLst>
                  <a:path w="40925" h="21988" fill="none" extrusionOk="0">
                    <a:moveTo>
                      <a:pt x="40921" y="0"/>
                    </a:moveTo>
                    <a:cubicBezTo>
                      <a:pt x="40923" y="129"/>
                      <a:pt x="40925" y="258"/>
                      <a:pt x="40925" y="388"/>
                    </a:cubicBezTo>
                    <a:cubicBezTo>
                      <a:pt x="40925" y="12317"/>
                      <a:pt x="31254" y="21988"/>
                      <a:pt x="19325" y="21988"/>
                    </a:cubicBezTo>
                    <a:cubicBezTo>
                      <a:pt x="11139" y="21988"/>
                      <a:pt x="3657" y="17361"/>
                      <a:pt x="0" y="10037"/>
                    </a:cubicBezTo>
                  </a:path>
                  <a:path w="40925" h="21988" stroke="0" extrusionOk="0">
                    <a:moveTo>
                      <a:pt x="40921" y="0"/>
                    </a:moveTo>
                    <a:cubicBezTo>
                      <a:pt x="40923" y="129"/>
                      <a:pt x="40925" y="258"/>
                      <a:pt x="40925" y="388"/>
                    </a:cubicBezTo>
                    <a:cubicBezTo>
                      <a:pt x="40925" y="12317"/>
                      <a:pt x="31254" y="21988"/>
                      <a:pt x="19325" y="21988"/>
                    </a:cubicBezTo>
                    <a:cubicBezTo>
                      <a:pt x="11139" y="21988"/>
                      <a:pt x="3657" y="17361"/>
                      <a:pt x="0" y="10037"/>
                    </a:cubicBezTo>
                    <a:lnTo>
                      <a:pt x="19325" y="388"/>
                    </a:lnTo>
                    <a:lnTo>
                      <a:pt x="40921" y="0"/>
                    </a:lnTo>
                    <a:close/>
                  </a:path>
                </a:pathLst>
              </a:custGeom>
              <a:noFill/>
              <a:ln w="31750" cap="rnd">
                <a:solidFill>
                  <a:schemeClr val="tx1"/>
                </a:solidFill>
                <a:round/>
                <a:headEnd type="none" w="sm" len="sm"/>
                <a:tailEnd type="stealth"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5742" name="Arc 12"/>
              <p:cNvSpPr>
                <a:spLocks/>
              </p:cNvSpPr>
              <p:nvPr/>
            </p:nvSpPr>
            <p:spPr bwMode="auto">
              <a:xfrm>
                <a:off x="3408" y="816"/>
                <a:ext cx="1344" cy="1313"/>
              </a:xfrm>
              <a:custGeom>
                <a:avLst/>
                <a:gdLst>
                  <a:gd name="T0" fmla="*/ 0 w 21600"/>
                  <a:gd name="T1" fmla="*/ 0 h 20150"/>
                  <a:gd name="T2" fmla="*/ 0 w 21600"/>
                  <a:gd name="T3" fmla="*/ 0 h 20150"/>
                  <a:gd name="T4" fmla="*/ 0 w 21600"/>
                  <a:gd name="T5" fmla="*/ 0 h 20150"/>
                  <a:gd name="T6" fmla="*/ 0 60000 65536"/>
                  <a:gd name="T7" fmla="*/ 0 60000 65536"/>
                  <a:gd name="T8" fmla="*/ 0 60000 65536"/>
                </a:gdLst>
                <a:ahLst/>
                <a:cxnLst>
                  <a:cxn ang="T6">
                    <a:pos x="T0" y="T1"/>
                  </a:cxn>
                  <a:cxn ang="T7">
                    <a:pos x="T2" y="T3"/>
                  </a:cxn>
                  <a:cxn ang="T8">
                    <a:pos x="T4" y="T5"/>
                  </a:cxn>
                </a:cxnLst>
                <a:rect l="0" t="0" r="r" b="b"/>
                <a:pathLst>
                  <a:path w="21600" h="20150" fill="none" extrusionOk="0">
                    <a:moveTo>
                      <a:pt x="21600" y="0"/>
                    </a:moveTo>
                    <a:cubicBezTo>
                      <a:pt x="21600" y="8926"/>
                      <a:pt x="16108" y="16933"/>
                      <a:pt x="7781" y="20149"/>
                    </a:cubicBezTo>
                  </a:path>
                  <a:path w="21600" h="20150" stroke="0" extrusionOk="0">
                    <a:moveTo>
                      <a:pt x="21600" y="0"/>
                    </a:moveTo>
                    <a:cubicBezTo>
                      <a:pt x="21600" y="8926"/>
                      <a:pt x="16108" y="16933"/>
                      <a:pt x="7781" y="20149"/>
                    </a:cubicBezTo>
                    <a:lnTo>
                      <a:pt x="0" y="0"/>
                    </a:lnTo>
                    <a:lnTo>
                      <a:pt x="21600" y="0"/>
                    </a:lnTo>
                    <a:close/>
                  </a:path>
                </a:pathLst>
              </a:custGeom>
              <a:noFill/>
              <a:ln w="31750" cap="rnd">
                <a:solidFill>
                  <a:schemeClr val="tx1"/>
                </a:solidFill>
                <a:round/>
                <a:headEnd type="stealth" w="med" len="lg"/>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5743" name="Arc 13"/>
              <p:cNvSpPr>
                <a:spLocks/>
              </p:cNvSpPr>
              <p:nvPr/>
            </p:nvSpPr>
            <p:spPr bwMode="auto">
              <a:xfrm rot="10800000">
                <a:off x="3361" y="2302"/>
                <a:ext cx="1416" cy="1860"/>
              </a:xfrm>
              <a:custGeom>
                <a:avLst/>
                <a:gdLst>
                  <a:gd name="T0" fmla="*/ 0 w 21239"/>
                  <a:gd name="T1" fmla="*/ 0 h 19926"/>
                  <a:gd name="T2" fmla="*/ 0 w 21239"/>
                  <a:gd name="T3" fmla="*/ 0 h 19926"/>
                  <a:gd name="T4" fmla="*/ 0 w 21239"/>
                  <a:gd name="T5" fmla="*/ 0 h 19926"/>
                  <a:gd name="T6" fmla="*/ 0 60000 65536"/>
                  <a:gd name="T7" fmla="*/ 0 60000 65536"/>
                  <a:gd name="T8" fmla="*/ 0 60000 65536"/>
                </a:gdLst>
                <a:ahLst/>
                <a:cxnLst>
                  <a:cxn ang="T6">
                    <a:pos x="T0" y="T1"/>
                  </a:cxn>
                  <a:cxn ang="T7">
                    <a:pos x="T2" y="T3"/>
                  </a:cxn>
                  <a:cxn ang="T8">
                    <a:pos x="T4" y="T5"/>
                  </a:cxn>
                </a:cxnLst>
                <a:rect l="0" t="0" r="r" b="b"/>
                <a:pathLst>
                  <a:path w="21239" h="19926" fill="none" extrusionOk="0">
                    <a:moveTo>
                      <a:pt x="12900" y="19925"/>
                    </a:moveTo>
                    <a:cubicBezTo>
                      <a:pt x="6177" y="17111"/>
                      <a:pt x="1326" y="11098"/>
                      <a:pt x="-1" y="3932"/>
                    </a:cubicBezTo>
                  </a:path>
                  <a:path w="21239" h="19926" stroke="0" extrusionOk="0">
                    <a:moveTo>
                      <a:pt x="12900" y="19925"/>
                    </a:moveTo>
                    <a:cubicBezTo>
                      <a:pt x="6177" y="17111"/>
                      <a:pt x="1326" y="11098"/>
                      <a:pt x="-1" y="3932"/>
                    </a:cubicBezTo>
                    <a:lnTo>
                      <a:pt x="21239" y="0"/>
                    </a:lnTo>
                    <a:lnTo>
                      <a:pt x="12900" y="19925"/>
                    </a:lnTo>
                    <a:close/>
                  </a:path>
                </a:pathLst>
              </a:custGeom>
              <a:noFill/>
              <a:ln w="31750" cap="rnd">
                <a:solidFill>
                  <a:schemeClr val="tx1"/>
                </a:solidFill>
                <a:round/>
                <a:headEnd type="none" w="sm" len="sm"/>
                <a:tailEnd type="stealth"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5744" name="Arc 14"/>
              <p:cNvSpPr>
                <a:spLocks/>
              </p:cNvSpPr>
              <p:nvPr/>
            </p:nvSpPr>
            <p:spPr bwMode="auto">
              <a:xfrm>
                <a:off x="3696" y="528"/>
                <a:ext cx="480" cy="1596"/>
              </a:xfrm>
              <a:custGeom>
                <a:avLst/>
                <a:gdLst>
                  <a:gd name="T0" fmla="*/ 0 w 21600"/>
                  <a:gd name="T1" fmla="*/ 0 h 20487"/>
                  <a:gd name="T2" fmla="*/ 0 w 21600"/>
                  <a:gd name="T3" fmla="*/ 0 h 20487"/>
                  <a:gd name="T4" fmla="*/ 0 w 21600"/>
                  <a:gd name="T5" fmla="*/ 0 h 20487"/>
                  <a:gd name="T6" fmla="*/ 0 60000 65536"/>
                  <a:gd name="T7" fmla="*/ 0 60000 65536"/>
                  <a:gd name="T8" fmla="*/ 0 60000 65536"/>
                </a:gdLst>
                <a:ahLst/>
                <a:cxnLst>
                  <a:cxn ang="T6">
                    <a:pos x="T0" y="T1"/>
                  </a:cxn>
                  <a:cxn ang="T7">
                    <a:pos x="T2" y="T3"/>
                  </a:cxn>
                  <a:cxn ang="T8">
                    <a:pos x="T4" y="T5"/>
                  </a:cxn>
                </a:cxnLst>
                <a:rect l="0" t="0" r="r" b="b"/>
                <a:pathLst>
                  <a:path w="21600" h="20487" fill="none" extrusionOk="0">
                    <a:moveTo>
                      <a:pt x="21600" y="0"/>
                    </a:moveTo>
                    <a:cubicBezTo>
                      <a:pt x="21600" y="9291"/>
                      <a:pt x="15657" y="17542"/>
                      <a:pt x="6844" y="20486"/>
                    </a:cubicBezTo>
                  </a:path>
                  <a:path w="21600" h="20487" stroke="0" extrusionOk="0">
                    <a:moveTo>
                      <a:pt x="21600" y="0"/>
                    </a:moveTo>
                    <a:cubicBezTo>
                      <a:pt x="21600" y="9291"/>
                      <a:pt x="15657" y="17542"/>
                      <a:pt x="6844" y="20486"/>
                    </a:cubicBezTo>
                    <a:lnTo>
                      <a:pt x="0" y="0"/>
                    </a:lnTo>
                    <a:lnTo>
                      <a:pt x="21600" y="0"/>
                    </a:lnTo>
                    <a:close/>
                  </a:path>
                </a:pathLst>
              </a:custGeom>
              <a:noFill/>
              <a:ln w="31750" cap="rnd">
                <a:solidFill>
                  <a:schemeClr val="tx1"/>
                </a:solidFill>
                <a:round/>
                <a:headEnd type="stealth" w="med" len="lg"/>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5745" name="Arc 15"/>
              <p:cNvSpPr>
                <a:spLocks/>
              </p:cNvSpPr>
              <p:nvPr/>
            </p:nvSpPr>
            <p:spPr bwMode="auto">
              <a:xfrm rot="10800000">
                <a:off x="3745" y="2338"/>
                <a:ext cx="480" cy="1608"/>
              </a:xfrm>
              <a:custGeom>
                <a:avLst/>
                <a:gdLst>
                  <a:gd name="T0" fmla="*/ 0 w 21600"/>
                  <a:gd name="T1" fmla="*/ 0 h 20634"/>
                  <a:gd name="T2" fmla="*/ 0 w 21600"/>
                  <a:gd name="T3" fmla="*/ 0 h 20634"/>
                  <a:gd name="T4" fmla="*/ 0 w 21600"/>
                  <a:gd name="T5" fmla="*/ 0 h 20634"/>
                  <a:gd name="T6" fmla="*/ 0 60000 65536"/>
                  <a:gd name="T7" fmla="*/ 0 60000 65536"/>
                  <a:gd name="T8" fmla="*/ 0 60000 65536"/>
                </a:gdLst>
                <a:ahLst/>
                <a:cxnLst>
                  <a:cxn ang="T6">
                    <a:pos x="T0" y="T1"/>
                  </a:cxn>
                  <a:cxn ang="T7">
                    <a:pos x="T2" y="T3"/>
                  </a:cxn>
                  <a:cxn ang="T8">
                    <a:pos x="T4" y="T5"/>
                  </a:cxn>
                </a:cxnLst>
                <a:rect l="0" t="0" r="r" b="b"/>
                <a:pathLst>
                  <a:path w="21600" h="20634" fill="none" extrusionOk="0">
                    <a:moveTo>
                      <a:pt x="15211" y="20633"/>
                    </a:moveTo>
                    <a:cubicBezTo>
                      <a:pt x="6166" y="17832"/>
                      <a:pt x="0" y="9468"/>
                      <a:pt x="0" y="0"/>
                    </a:cubicBezTo>
                  </a:path>
                  <a:path w="21600" h="20634" stroke="0" extrusionOk="0">
                    <a:moveTo>
                      <a:pt x="15211" y="20633"/>
                    </a:moveTo>
                    <a:cubicBezTo>
                      <a:pt x="6166" y="17832"/>
                      <a:pt x="0" y="9468"/>
                      <a:pt x="0" y="0"/>
                    </a:cubicBezTo>
                    <a:lnTo>
                      <a:pt x="21600" y="0"/>
                    </a:lnTo>
                    <a:lnTo>
                      <a:pt x="15211" y="20633"/>
                    </a:lnTo>
                    <a:close/>
                  </a:path>
                </a:pathLst>
              </a:custGeom>
              <a:noFill/>
              <a:ln w="31750" cap="rnd">
                <a:solidFill>
                  <a:schemeClr val="tx1"/>
                </a:solidFill>
                <a:round/>
                <a:headEnd type="none" w="sm" len="sm"/>
                <a:tailEnd type="stealth"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5746" name="Arc 16"/>
              <p:cNvSpPr>
                <a:spLocks/>
              </p:cNvSpPr>
              <p:nvPr/>
            </p:nvSpPr>
            <p:spPr bwMode="auto">
              <a:xfrm>
                <a:off x="3936" y="336"/>
                <a:ext cx="1151" cy="1824"/>
              </a:xfrm>
              <a:custGeom>
                <a:avLst/>
                <a:gdLst>
                  <a:gd name="T0" fmla="*/ 0 w 15371"/>
                  <a:gd name="T1" fmla="*/ 0 h 21600"/>
                  <a:gd name="T2" fmla="*/ 0 w 15371"/>
                  <a:gd name="T3" fmla="*/ 0 h 21600"/>
                  <a:gd name="T4" fmla="*/ 0 w 15371"/>
                  <a:gd name="T5" fmla="*/ 0 h 21600"/>
                  <a:gd name="T6" fmla="*/ 0 60000 65536"/>
                  <a:gd name="T7" fmla="*/ 0 60000 65536"/>
                  <a:gd name="T8" fmla="*/ 0 60000 65536"/>
                </a:gdLst>
                <a:ahLst/>
                <a:cxnLst>
                  <a:cxn ang="T6">
                    <a:pos x="T0" y="T1"/>
                  </a:cxn>
                  <a:cxn ang="T7">
                    <a:pos x="T2" y="T3"/>
                  </a:cxn>
                  <a:cxn ang="T8">
                    <a:pos x="T4" y="T5"/>
                  </a:cxn>
                </a:cxnLst>
                <a:rect l="0" t="0" r="r" b="b"/>
                <a:pathLst>
                  <a:path w="15371" h="21600" fill="none" extrusionOk="0">
                    <a:moveTo>
                      <a:pt x="15371" y="15175"/>
                    </a:moveTo>
                    <a:cubicBezTo>
                      <a:pt x="11312" y="19286"/>
                      <a:pt x="5776" y="21599"/>
                      <a:pt x="0" y="21600"/>
                    </a:cubicBezTo>
                  </a:path>
                  <a:path w="15371" h="21600" stroke="0" extrusionOk="0">
                    <a:moveTo>
                      <a:pt x="15371" y="15175"/>
                    </a:moveTo>
                    <a:cubicBezTo>
                      <a:pt x="11312" y="19286"/>
                      <a:pt x="5776" y="21599"/>
                      <a:pt x="0" y="21600"/>
                    </a:cubicBezTo>
                    <a:lnTo>
                      <a:pt x="0" y="0"/>
                    </a:lnTo>
                    <a:lnTo>
                      <a:pt x="15371" y="15175"/>
                    </a:lnTo>
                    <a:close/>
                  </a:path>
                </a:pathLst>
              </a:custGeom>
              <a:noFill/>
              <a:ln w="31750" cap="rnd">
                <a:solidFill>
                  <a:schemeClr val="tx1"/>
                </a:solidFill>
                <a:round/>
                <a:headEnd type="stealth" w="med" len="lg"/>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5747" name="Arc 17"/>
              <p:cNvSpPr>
                <a:spLocks/>
              </p:cNvSpPr>
              <p:nvPr/>
            </p:nvSpPr>
            <p:spPr bwMode="auto">
              <a:xfrm rot="10800000">
                <a:off x="3888" y="2256"/>
                <a:ext cx="1152" cy="1824"/>
              </a:xfrm>
              <a:custGeom>
                <a:avLst/>
                <a:gdLst>
                  <a:gd name="T0" fmla="*/ 0 w 15378"/>
                  <a:gd name="T1" fmla="*/ 0 h 21600"/>
                  <a:gd name="T2" fmla="*/ 0 w 15378"/>
                  <a:gd name="T3" fmla="*/ 0 h 21600"/>
                  <a:gd name="T4" fmla="*/ 0 w 15378"/>
                  <a:gd name="T5" fmla="*/ 0 h 21600"/>
                  <a:gd name="T6" fmla="*/ 0 60000 65536"/>
                  <a:gd name="T7" fmla="*/ 0 60000 65536"/>
                  <a:gd name="T8" fmla="*/ 0 60000 65536"/>
                </a:gdLst>
                <a:ahLst/>
                <a:cxnLst>
                  <a:cxn ang="T6">
                    <a:pos x="T0" y="T1"/>
                  </a:cxn>
                  <a:cxn ang="T7">
                    <a:pos x="T2" y="T3"/>
                  </a:cxn>
                  <a:cxn ang="T8">
                    <a:pos x="T4" y="T5"/>
                  </a:cxn>
                </a:cxnLst>
                <a:rect l="0" t="0" r="r" b="b"/>
                <a:pathLst>
                  <a:path w="15378" h="21600" fill="none" extrusionOk="0">
                    <a:moveTo>
                      <a:pt x="15378" y="21600"/>
                    </a:moveTo>
                    <a:cubicBezTo>
                      <a:pt x="9598" y="21600"/>
                      <a:pt x="4059" y="19283"/>
                      <a:pt x="0" y="15168"/>
                    </a:cubicBezTo>
                  </a:path>
                  <a:path w="15378" h="21600" stroke="0" extrusionOk="0">
                    <a:moveTo>
                      <a:pt x="15378" y="21600"/>
                    </a:moveTo>
                    <a:cubicBezTo>
                      <a:pt x="9598" y="21600"/>
                      <a:pt x="4059" y="19283"/>
                      <a:pt x="0" y="15168"/>
                    </a:cubicBezTo>
                    <a:lnTo>
                      <a:pt x="15378" y="0"/>
                    </a:lnTo>
                    <a:lnTo>
                      <a:pt x="15378" y="21600"/>
                    </a:lnTo>
                    <a:close/>
                  </a:path>
                </a:pathLst>
              </a:custGeom>
              <a:noFill/>
              <a:ln w="31750" cap="rnd">
                <a:solidFill>
                  <a:schemeClr val="tx1"/>
                </a:solidFill>
                <a:round/>
                <a:headEnd type="none" w="sm" len="sm"/>
                <a:tailEnd type="stealth"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5748" name="Line 18"/>
              <p:cNvSpPr>
                <a:spLocks noChangeShapeType="1"/>
              </p:cNvSpPr>
              <p:nvPr/>
            </p:nvSpPr>
            <p:spPr bwMode="auto">
              <a:xfrm>
                <a:off x="3936" y="2208"/>
                <a:ext cx="1392" cy="0"/>
              </a:xfrm>
              <a:prstGeom prst="line">
                <a:avLst/>
              </a:prstGeom>
              <a:noFill/>
              <a:ln w="31750">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5749" name="Arc 19"/>
              <p:cNvSpPr>
                <a:spLocks/>
              </p:cNvSpPr>
              <p:nvPr/>
            </p:nvSpPr>
            <p:spPr bwMode="auto">
              <a:xfrm rot="10800000">
                <a:off x="2609" y="1105"/>
                <a:ext cx="1242" cy="1500"/>
              </a:xfrm>
              <a:custGeom>
                <a:avLst/>
                <a:gdLst>
                  <a:gd name="T0" fmla="*/ 0 w 20695"/>
                  <a:gd name="T1" fmla="*/ 0 h 21600"/>
                  <a:gd name="T2" fmla="*/ 0 w 20695"/>
                  <a:gd name="T3" fmla="*/ 0 h 21600"/>
                  <a:gd name="T4" fmla="*/ 0 w 20695"/>
                  <a:gd name="T5" fmla="*/ 0 h 21600"/>
                  <a:gd name="T6" fmla="*/ 0 60000 65536"/>
                  <a:gd name="T7" fmla="*/ 0 60000 65536"/>
                  <a:gd name="T8" fmla="*/ 0 60000 65536"/>
                </a:gdLst>
                <a:ahLst/>
                <a:cxnLst>
                  <a:cxn ang="T6">
                    <a:pos x="T0" y="T1"/>
                  </a:cxn>
                  <a:cxn ang="T7">
                    <a:pos x="T2" y="T3"/>
                  </a:cxn>
                  <a:cxn ang="T8">
                    <a:pos x="T4" y="T5"/>
                  </a:cxn>
                </a:cxnLst>
                <a:rect l="0" t="0" r="r" b="b"/>
                <a:pathLst>
                  <a:path w="20695" h="21600" fill="none" extrusionOk="0">
                    <a:moveTo>
                      <a:pt x="0" y="3762"/>
                    </a:moveTo>
                    <a:cubicBezTo>
                      <a:pt x="3589" y="1311"/>
                      <a:pt x="7834" y="-1"/>
                      <a:pt x="12181" y="0"/>
                    </a:cubicBezTo>
                    <a:cubicBezTo>
                      <a:pt x="15108" y="0"/>
                      <a:pt x="18004" y="594"/>
                      <a:pt x="20695" y="1748"/>
                    </a:cubicBezTo>
                  </a:path>
                  <a:path w="20695" h="21600" stroke="0" extrusionOk="0">
                    <a:moveTo>
                      <a:pt x="0" y="3762"/>
                    </a:moveTo>
                    <a:cubicBezTo>
                      <a:pt x="3589" y="1311"/>
                      <a:pt x="7834" y="-1"/>
                      <a:pt x="12181" y="0"/>
                    </a:cubicBezTo>
                    <a:cubicBezTo>
                      <a:pt x="15108" y="0"/>
                      <a:pt x="18004" y="594"/>
                      <a:pt x="20695" y="1748"/>
                    </a:cubicBezTo>
                    <a:lnTo>
                      <a:pt x="12181" y="21600"/>
                    </a:lnTo>
                    <a:lnTo>
                      <a:pt x="0" y="3762"/>
                    </a:lnTo>
                    <a:close/>
                  </a:path>
                </a:pathLst>
              </a:custGeom>
              <a:noFill/>
              <a:ln w="31750" cap="rnd">
                <a:solidFill>
                  <a:schemeClr val="tx1"/>
                </a:solidFill>
                <a:round/>
                <a:headEnd type="none" w="sm" len="sm"/>
                <a:tailEnd type="stealth"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5750" name="Arc 20"/>
              <p:cNvSpPr>
                <a:spLocks/>
              </p:cNvSpPr>
              <p:nvPr/>
            </p:nvSpPr>
            <p:spPr bwMode="auto">
              <a:xfrm>
                <a:off x="2113" y="528"/>
                <a:ext cx="1680" cy="1539"/>
              </a:xfrm>
              <a:custGeom>
                <a:avLst/>
                <a:gdLst>
                  <a:gd name="T0" fmla="*/ 0 w 43200"/>
                  <a:gd name="T1" fmla="*/ 0 h 22972"/>
                  <a:gd name="T2" fmla="*/ 0 w 43200"/>
                  <a:gd name="T3" fmla="*/ 0 h 22972"/>
                  <a:gd name="T4" fmla="*/ 0 w 43200"/>
                  <a:gd name="T5" fmla="*/ 0 h 22972"/>
                  <a:gd name="T6" fmla="*/ 0 60000 65536"/>
                  <a:gd name="T7" fmla="*/ 0 60000 65536"/>
                  <a:gd name="T8" fmla="*/ 0 60000 65536"/>
                </a:gdLst>
                <a:ahLst/>
                <a:cxnLst>
                  <a:cxn ang="T6">
                    <a:pos x="T0" y="T1"/>
                  </a:cxn>
                  <a:cxn ang="T7">
                    <a:pos x="T2" y="T3"/>
                  </a:cxn>
                  <a:cxn ang="T8">
                    <a:pos x="T4" y="T5"/>
                  </a:cxn>
                </a:cxnLst>
                <a:rect l="0" t="0" r="r" b="b"/>
                <a:pathLst>
                  <a:path w="43200" h="22972" fill="none" extrusionOk="0">
                    <a:moveTo>
                      <a:pt x="43" y="22972"/>
                    </a:moveTo>
                    <a:cubicBezTo>
                      <a:pt x="14" y="22515"/>
                      <a:pt x="0" y="22057"/>
                      <a:pt x="0" y="21600"/>
                    </a:cubicBezTo>
                    <a:cubicBezTo>
                      <a:pt x="0" y="9670"/>
                      <a:pt x="9670" y="0"/>
                      <a:pt x="21600" y="0"/>
                    </a:cubicBezTo>
                    <a:cubicBezTo>
                      <a:pt x="33529" y="0"/>
                      <a:pt x="43200" y="9670"/>
                      <a:pt x="43200" y="21600"/>
                    </a:cubicBezTo>
                    <a:cubicBezTo>
                      <a:pt x="43200" y="21799"/>
                      <a:pt x="43197" y="21998"/>
                      <a:pt x="43191" y="22196"/>
                    </a:cubicBezTo>
                  </a:path>
                  <a:path w="43200" h="22972" stroke="0" extrusionOk="0">
                    <a:moveTo>
                      <a:pt x="43" y="22972"/>
                    </a:moveTo>
                    <a:cubicBezTo>
                      <a:pt x="14" y="22515"/>
                      <a:pt x="0" y="22057"/>
                      <a:pt x="0" y="21600"/>
                    </a:cubicBezTo>
                    <a:cubicBezTo>
                      <a:pt x="0" y="9670"/>
                      <a:pt x="9670" y="0"/>
                      <a:pt x="21600" y="0"/>
                    </a:cubicBezTo>
                    <a:cubicBezTo>
                      <a:pt x="33529" y="0"/>
                      <a:pt x="43200" y="9670"/>
                      <a:pt x="43200" y="21600"/>
                    </a:cubicBezTo>
                    <a:cubicBezTo>
                      <a:pt x="43200" y="21799"/>
                      <a:pt x="43197" y="21998"/>
                      <a:pt x="43191" y="22196"/>
                    </a:cubicBezTo>
                    <a:lnTo>
                      <a:pt x="21600" y="21600"/>
                    </a:lnTo>
                    <a:lnTo>
                      <a:pt x="43" y="22972"/>
                    </a:lnTo>
                    <a:close/>
                  </a:path>
                </a:pathLst>
              </a:custGeom>
              <a:noFill/>
              <a:ln w="31750" cap="rnd">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5751" name="Arc 21"/>
              <p:cNvSpPr>
                <a:spLocks/>
              </p:cNvSpPr>
              <p:nvPr/>
            </p:nvSpPr>
            <p:spPr bwMode="auto">
              <a:xfrm>
                <a:off x="2174" y="529"/>
                <a:ext cx="1619" cy="1488"/>
              </a:xfrm>
              <a:custGeom>
                <a:avLst/>
                <a:gdLst>
                  <a:gd name="T0" fmla="*/ 0 w 41624"/>
                  <a:gd name="T1" fmla="*/ 0 h 22197"/>
                  <a:gd name="T2" fmla="*/ 0 w 41624"/>
                  <a:gd name="T3" fmla="*/ 0 h 22197"/>
                  <a:gd name="T4" fmla="*/ 0 w 41624"/>
                  <a:gd name="T5" fmla="*/ 0 h 22197"/>
                  <a:gd name="T6" fmla="*/ 0 60000 65536"/>
                  <a:gd name="T7" fmla="*/ 0 60000 65536"/>
                  <a:gd name="T8" fmla="*/ 0 60000 65536"/>
                </a:gdLst>
                <a:ahLst/>
                <a:cxnLst>
                  <a:cxn ang="T6">
                    <a:pos x="T0" y="T1"/>
                  </a:cxn>
                  <a:cxn ang="T7">
                    <a:pos x="T2" y="T3"/>
                  </a:cxn>
                  <a:cxn ang="T8">
                    <a:pos x="T4" y="T5"/>
                  </a:cxn>
                </a:cxnLst>
                <a:rect l="0" t="0" r="r" b="b"/>
                <a:pathLst>
                  <a:path w="41624" h="22197" fill="none" extrusionOk="0">
                    <a:moveTo>
                      <a:pt x="0" y="13500"/>
                    </a:moveTo>
                    <a:cubicBezTo>
                      <a:pt x="3300" y="5340"/>
                      <a:pt x="11222" y="-1"/>
                      <a:pt x="20024" y="0"/>
                    </a:cubicBezTo>
                    <a:cubicBezTo>
                      <a:pt x="31953" y="0"/>
                      <a:pt x="41624" y="9670"/>
                      <a:pt x="41624" y="21600"/>
                    </a:cubicBezTo>
                    <a:cubicBezTo>
                      <a:pt x="41624" y="21799"/>
                      <a:pt x="41621" y="21998"/>
                      <a:pt x="41615" y="22196"/>
                    </a:cubicBezTo>
                  </a:path>
                  <a:path w="41624" h="22197" stroke="0" extrusionOk="0">
                    <a:moveTo>
                      <a:pt x="0" y="13500"/>
                    </a:moveTo>
                    <a:cubicBezTo>
                      <a:pt x="3300" y="5340"/>
                      <a:pt x="11222" y="-1"/>
                      <a:pt x="20024" y="0"/>
                    </a:cubicBezTo>
                    <a:cubicBezTo>
                      <a:pt x="31953" y="0"/>
                      <a:pt x="41624" y="9670"/>
                      <a:pt x="41624" y="21600"/>
                    </a:cubicBezTo>
                    <a:cubicBezTo>
                      <a:pt x="41624" y="21799"/>
                      <a:pt x="41621" y="21998"/>
                      <a:pt x="41615" y="22196"/>
                    </a:cubicBezTo>
                    <a:lnTo>
                      <a:pt x="20024" y="21600"/>
                    </a:lnTo>
                    <a:lnTo>
                      <a:pt x="0" y="13500"/>
                    </a:lnTo>
                    <a:close/>
                  </a:path>
                </a:pathLst>
              </a:custGeom>
              <a:noFill/>
              <a:ln w="31750" cap="rnd">
                <a:solidFill>
                  <a:schemeClr val="tx1"/>
                </a:solidFill>
                <a:round/>
                <a:headEnd type="stealth" w="med" len="lg"/>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5752" name="Arc 22"/>
              <p:cNvSpPr>
                <a:spLocks/>
              </p:cNvSpPr>
              <p:nvPr/>
            </p:nvSpPr>
            <p:spPr bwMode="auto">
              <a:xfrm>
                <a:off x="2226" y="2065"/>
                <a:ext cx="1473" cy="830"/>
              </a:xfrm>
              <a:custGeom>
                <a:avLst/>
                <a:gdLst>
                  <a:gd name="T0" fmla="*/ 0 w 21365"/>
                  <a:gd name="T1" fmla="*/ 0 h 21600"/>
                  <a:gd name="T2" fmla="*/ 0 w 21365"/>
                  <a:gd name="T3" fmla="*/ 0 h 21600"/>
                  <a:gd name="T4" fmla="*/ 0 w 21365"/>
                  <a:gd name="T5" fmla="*/ 0 h 21600"/>
                  <a:gd name="T6" fmla="*/ 0 60000 65536"/>
                  <a:gd name="T7" fmla="*/ 0 60000 65536"/>
                  <a:gd name="T8" fmla="*/ 0 60000 65536"/>
                </a:gdLst>
                <a:ahLst/>
                <a:cxnLst>
                  <a:cxn ang="T6">
                    <a:pos x="T0" y="T1"/>
                  </a:cxn>
                  <a:cxn ang="T7">
                    <a:pos x="T2" y="T3"/>
                  </a:cxn>
                  <a:cxn ang="T8">
                    <a:pos x="T4" y="T5"/>
                  </a:cxn>
                </a:cxnLst>
                <a:rect l="0" t="0" r="r" b="b"/>
                <a:pathLst>
                  <a:path w="21365" h="21600" fill="none" extrusionOk="0">
                    <a:moveTo>
                      <a:pt x="0" y="2937"/>
                    </a:moveTo>
                    <a:cubicBezTo>
                      <a:pt x="3301" y="1013"/>
                      <a:pt x="7054" y="-1"/>
                      <a:pt x="10875" y="0"/>
                    </a:cubicBezTo>
                    <a:cubicBezTo>
                      <a:pt x="14545" y="0"/>
                      <a:pt x="18156" y="935"/>
                      <a:pt x="21364" y="2718"/>
                    </a:cubicBezTo>
                  </a:path>
                  <a:path w="21365" h="21600" stroke="0" extrusionOk="0">
                    <a:moveTo>
                      <a:pt x="0" y="2937"/>
                    </a:moveTo>
                    <a:cubicBezTo>
                      <a:pt x="3301" y="1013"/>
                      <a:pt x="7054" y="-1"/>
                      <a:pt x="10875" y="0"/>
                    </a:cubicBezTo>
                    <a:cubicBezTo>
                      <a:pt x="14545" y="0"/>
                      <a:pt x="18156" y="935"/>
                      <a:pt x="21364" y="2718"/>
                    </a:cubicBezTo>
                    <a:lnTo>
                      <a:pt x="10875" y="21600"/>
                    </a:lnTo>
                    <a:lnTo>
                      <a:pt x="0" y="2937"/>
                    </a:lnTo>
                    <a:close/>
                  </a:path>
                </a:pathLst>
              </a:custGeom>
              <a:noFill/>
              <a:ln w="31750" cap="rnd">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5753" name="Arc 23"/>
              <p:cNvSpPr>
                <a:spLocks/>
              </p:cNvSpPr>
              <p:nvPr/>
            </p:nvSpPr>
            <p:spPr bwMode="auto">
              <a:xfrm rot="10800000">
                <a:off x="2276" y="1585"/>
                <a:ext cx="744" cy="804"/>
              </a:xfrm>
              <a:custGeom>
                <a:avLst/>
                <a:gdLst>
                  <a:gd name="T0" fmla="*/ 0 w 10798"/>
                  <a:gd name="T1" fmla="*/ 0 h 20949"/>
                  <a:gd name="T2" fmla="*/ 0 w 10798"/>
                  <a:gd name="T3" fmla="*/ 0 h 20949"/>
                  <a:gd name="T4" fmla="*/ 0 w 10798"/>
                  <a:gd name="T5" fmla="*/ 0 h 20949"/>
                  <a:gd name="T6" fmla="*/ 0 60000 65536"/>
                  <a:gd name="T7" fmla="*/ 0 60000 65536"/>
                  <a:gd name="T8" fmla="*/ 0 60000 65536"/>
                </a:gdLst>
                <a:ahLst/>
                <a:cxnLst>
                  <a:cxn ang="T6">
                    <a:pos x="T0" y="T1"/>
                  </a:cxn>
                  <a:cxn ang="T7">
                    <a:pos x="T2" y="T3"/>
                  </a:cxn>
                  <a:cxn ang="T8">
                    <a:pos x="T4" y="T5"/>
                  </a:cxn>
                </a:cxnLst>
                <a:rect l="0" t="0" r="r" b="b"/>
                <a:pathLst>
                  <a:path w="10798" h="20949" fill="none" extrusionOk="0">
                    <a:moveTo>
                      <a:pt x="5263" y="-1"/>
                    </a:moveTo>
                    <a:cubicBezTo>
                      <a:pt x="7202" y="487"/>
                      <a:pt x="9065" y="1241"/>
                      <a:pt x="10798" y="2241"/>
                    </a:cubicBezTo>
                  </a:path>
                  <a:path w="10798" h="20949" stroke="0" extrusionOk="0">
                    <a:moveTo>
                      <a:pt x="5263" y="-1"/>
                    </a:moveTo>
                    <a:cubicBezTo>
                      <a:pt x="7202" y="487"/>
                      <a:pt x="9065" y="1241"/>
                      <a:pt x="10798" y="2241"/>
                    </a:cubicBezTo>
                    <a:lnTo>
                      <a:pt x="0" y="20949"/>
                    </a:lnTo>
                    <a:lnTo>
                      <a:pt x="5263" y="-1"/>
                    </a:lnTo>
                    <a:close/>
                  </a:path>
                </a:pathLst>
              </a:custGeom>
              <a:noFill/>
              <a:ln w="31750" cap="rnd">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5754" name="Arc 24"/>
              <p:cNvSpPr>
                <a:spLocks/>
              </p:cNvSpPr>
              <p:nvPr/>
            </p:nvSpPr>
            <p:spPr bwMode="auto">
              <a:xfrm rot="10800000">
                <a:off x="2250" y="1106"/>
                <a:ext cx="775" cy="1413"/>
              </a:xfrm>
              <a:custGeom>
                <a:avLst/>
                <a:gdLst>
                  <a:gd name="T0" fmla="*/ 0 w 12918"/>
                  <a:gd name="T1" fmla="*/ 0 h 20347"/>
                  <a:gd name="T2" fmla="*/ 0 w 12918"/>
                  <a:gd name="T3" fmla="*/ 0 h 20347"/>
                  <a:gd name="T4" fmla="*/ 0 w 12918"/>
                  <a:gd name="T5" fmla="*/ 0 h 20347"/>
                  <a:gd name="T6" fmla="*/ 0 60000 65536"/>
                  <a:gd name="T7" fmla="*/ 0 60000 65536"/>
                  <a:gd name="T8" fmla="*/ 0 60000 65536"/>
                </a:gdLst>
                <a:ahLst/>
                <a:cxnLst>
                  <a:cxn ang="T6">
                    <a:pos x="T0" y="T1"/>
                  </a:cxn>
                  <a:cxn ang="T7">
                    <a:pos x="T2" y="T3"/>
                  </a:cxn>
                  <a:cxn ang="T8">
                    <a:pos x="T4" y="T5"/>
                  </a:cxn>
                </a:cxnLst>
                <a:rect l="0" t="0" r="r" b="b"/>
                <a:pathLst>
                  <a:path w="12918" h="20347" fill="none" extrusionOk="0">
                    <a:moveTo>
                      <a:pt x="7249" y="0"/>
                    </a:moveTo>
                    <a:cubicBezTo>
                      <a:pt x="9280" y="723"/>
                      <a:pt x="11190" y="1746"/>
                      <a:pt x="12918" y="3035"/>
                    </a:cubicBezTo>
                  </a:path>
                  <a:path w="12918" h="20347" stroke="0" extrusionOk="0">
                    <a:moveTo>
                      <a:pt x="7249" y="0"/>
                    </a:moveTo>
                    <a:cubicBezTo>
                      <a:pt x="9280" y="723"/>
                      <a:pt x="11190" y="1746"/>
                      <a:pt x="12918" y="3035"/>
                    </a:cubicBezTo>
                    <a:lnTo>
                      <a:pt x="0" y="20347"/>
                    </a:lnTo>
                    <a:lnTo>
                      <a:pt x="7249" y="0"/>
                    </a:lnTo>
                    <a:close/>
                  </a:path>
                </a:pathLst>
              </a:custGeom>
              <a:noFill/>
              <a:ln w="31750" cap="rnd">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5755" name="Arc 25"/>
              <p:cNvSpPr>
                <a:spLocks/>
              </p:cNvSpPr>
              <p:nvPr/>
            </p:nvSpPr>
            <p:spPr bwMode="auto">
              <a:xfrm>
                <a:off x="2560" y="1873"/>
                <a:ext cx="1147" cy="1500"/>
              </a:xfrm>
              <a:custGeom>
                <a:avLst/>
                <a:gdLst>
                  <a:gd name="T0" fmla="*/ 0 w 19116"/>
                  <a:gd name="T1" fmla="*/ 0 h 21600"/>
                  <a:gd name="T2" fmla="*/ 0 w 19116"/>
                  <a:gd name="T3" fmla="*/ 0 h 21600"/>
                  <a:gd name="T4" fmla="*/ 0 w 19116"/>
                  <a:gd name="T5" fmla="*/ 0 h 21600"/>
                  <a:gd name="T6" fmla="*/ 0 60000 65536"/>
                  <a:gd name="T7" fmla="*/ 0 60000 65536"/>
                  <a:gd name="T8" fmla="*/ 0 60000 65536"/>
                </a:gdLst>
                <a:ahLst/>
                <a:cxnLst>
                  <a:cxn ang="T6">
                    <a:pos x="T0" y="T1"/>
                  </a:cxn>
                  <a:cxn ang="T7">
                    <a:pos x="T2" y="T3"/>
                  </a:cxn>
                  <a:cxn ang="T8">
                    <a:pos x="T4" y="T5"/>
                  </a:cxn>
                </a:cxnLst>
                <a:rect l="0" t="0" r="r" b="b"/>
                <a:pathLst>
                  <a:path w="19116" h="21600" fill="none" extrusionOk="0">
                    <a:moveTo>
                      <a:pt x="-1" y="1147"/>
                    </a:moveTo>
                    <a:cubicBezTo>
                      <a:pt x="2237" y="387"/>
                      <a:pt x="4584" y="-1"/>
                      <a:pt x="6947" y="0"/>
                    </a:cubicBezTo>
                    <a:cubicBezTo>
                      <a:pt x="11288" y="0"/>
                      <a:pt x="15529" y="1308"/>
                      <a:pt x="19115" y="3754"/>
                    </a:cubicBezTo>
                  </a:path>
                  <a:path w="19116" h="21600" stroke="0" extrusionOk="0">
                    <a:moveTo>
                      <a:pt x="-1" y="1147"/>
                    </a:moveTo>
                    <a:cubicBezTo>
                      <a:pt x="2237" y="387"/>
                      <a:pt x="4584" y="-1"/>
                      <a:pt x="6947" y="0"/>
                    </a:cubicBezTo>
                    <a:cubicBezTo>
                      <a:pt x="11288" y="0"/>
                      <a:pt x="15529" y="1308"/>
                      <a:pt x="19115" y="3754"/>
                    </a:cubicBezTo>
                    <a:lnTo>
                      <a:pt x="6947" y="21600"/>
                    </a:lnTo>
                    <a:lnTo>
                      <a:pt x="-1" y="1147"/>
                    </a:lnTo>
                    <a:close/>
                  </a:path>
                </a:pathLst>
              </a:custGeom>
              <a:noFill/>
              <a:ln w="31750" cap="rnd">
                <a:solidFill>
                  <a:schemeClr val="tx1"/>
                </a:solidFill>
                <a:round/>
                <a:headEnd type="stealth" w="med" len="lg"/>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5756" name="Arc 26"/>
              <p:cNvSpPr>
                <a:spLocks/>
              </p:cNvSpPr>
              <p:nvPr/>
            </p:nvSpPr>
            <p:spPr bwMode="auto">
              <a:xfrm>
                <a:off x="2573" y="2065"/>
                <a:ext cx="1125" cy="830"/>
              </a:xfrm>
              <a:custGeom>
                <a:avLst/>
                <a:gdLst>
                  <a:gd name="T0" fmla="*/ 0 w 16326"/>
                  <a:gd name="T1" fmla="*/ 0 h 21600"/>
                  <a:gd name="T2" fmla="*/ 0 w 16326"/>
                  <a:gd name="T3" fmla="*/ 0 h 21600"/>
                  <a:gd name="T4" fmla="*/ 0 w 16326"/>
                  <a:gd name="T5" fmla="*/ 0 h 21600"/>
                  <a:gd name="T6" fmla="*/ 0 60000 65536"/>
                  <a:gd name="T7" fmla="*/ 0 60000 65536"/>
                  <a:gd name="T8" fmla="*/ 0 60000 65536"/>
                </a:gdLst>
                <a:ahLst/>
                <a:cxnLst>
                  <a:cxn ang="T6">
                    <a:pos x="T0" y="T1"/>
                  </a:cxn>
                  <a:cxn ang="T7">
                    <a:pos x="T2" y="T3"/>
                  </a:cxn>
                  <a:cxn ang="T8">
                    <a:pos x="T4" y="T5"/>
                  </a:cxn>
                </a:cxnLst>
                <a:rect l="0" t="0" r="r" b="b"/>
                <a:pathLst>
                  <a:path w="16326" h="21600" fill="none" extrusionOk="0">
                    <a:moveTo>
                      <a:pt x="0" y="803"/>
                    </a:moveTo>
                    <a:cubicBezTo>
                      <a:pt x="1899" y="270"/>
                      <a:pt x="3863" y="-1"/>
                      <a:pt x="5836" y="0"/>
                    </a:cubicBezTo>
                    <a:cubicBezTo>
                      <a:pt x="9506" y="0"/>
                      <a:pt x="13117" y="935"/>
                      <a:pt x="16325" y="2718"/>
                    </a:cubicBezTo>
                  </a:path>
                  <a:path w="16326" h="21600" stroke="0" extrusionOk="0">
                    <a:moveTo>
                      <a:pt x="0" y="803"/>
                    </a:moveTo>
                    <a:cubicBezTo>
                      <a:pt x="1899" y="270"/>
                      <a:pt x="3863" y="-1"/>
                      <a:pt x="5836" y="0"/>
                    </a:cubicBezTo>
                    <a:cubicBezTo>
                      <a:pt x="9506" y="0"/>
                      <a:pt x="13117" y="935"/>
                      <a:pt x="16325" y="2718"/>
                    </a:cubicBezTo>
                    <a:lnTo>
                      <a:pt x="5836" y="21600"/>
                    </a:lnTo>
                    <a:lnTo>
                      <a:pt x="0" y="803"/>
                    </a:lnTo>
                    <a:close/>
                  </a:path>
                </a:pathLst>
              </a:custGeom>
              <a:noFill/>
              <a:ln w="31750" cap="rnd">
                <a:solidFill>
                  <a:schemeClr val="tx1"/>
                </a:solidFill>
                <a:round/>
                <a:headEnd type="stealth" w="med" len="lg"/>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5757" name="Arc 27"/>
              <p:cNvSpPr>
                <a:spLocks/>
              </p:cNvSpPr>
              <p:nvPr/>
            </p:nvSpPr>
            <p:spPr bwMode="auto">
              <a:xfrm>
                <a:off x="2215" y="1537"/>
                <a:ext cx="1531" cy="1205"/>
              </a:xfrm>
              <a:custGeom>
                <a:avLst/>
                <a:gdLst>
                  <a:gd name="T0" fmla="*/ 0 w 36267"/>
                  <a:gd name="T1" fmla="*/ 0 h 21600"/>
                  <a:gd name="T2" fmla="*/ 0 w 36267"/>
                  <a:gd name="T3" fmla="*/ 0 h 21600"/>
                  <a:gd name="T4" fmla="*/ 0 w 36267"/>
                  <a:gd name="T5" fmla="*/ 0 h 21600"/>
                  <a:gd name="T6" fmla="*/ 0 60000 65536"/>
                  <a:gd name="T7" fmla="*/ 0 60000 65536"/>
                  <a:gd name="T8" fmla="*/ 0 60000 65536"/>
                </a:gdLst>
                <a:ahLst/>
                <a:cxnLst>
                  <a:cxn ang="T6">
                    <a:pos x="T0" y="T1"/>
                  </a:cxn>
                  <a:cxn ang="T7">
                    <a:pos x="T2" y="T3"/>
                  </a:cxn>
                  <a:cxn ang="T8">
                    <a:pos x="T4" y="T5"/>
                  </a:cxn>
                </a:cxnLst>
                <a:rect l="0" t="0" r="r" b="b"/>
                <a:pathLst>
                  <a:path w="36267" h="21600" fill="none" extrusionOk="0">
                    <a:moveTo>
                      <a:pt x="0" y="9708"/>
                    </a:moveTo>
                    <a:cubicBezTo>
                      <a:pt x="3997" y="3647"/>
                      <a:pt x="10771" y="-1"/>
                      <a:pt x="18032" y="0"/>
                    </a:cubicBezTo>
                    <a:cubicBezTo>
                      <a:pt x="25424" y="0"/>
                      <a:pt x="32304" y="3780"/>
                      <a:pt x="36266" y="10022"/>
                    </a:cubicBezTo>
                  </a:path>
                  <a:path w="36267" h="21600" stroke="0" extrusionOk="0">
                    <a:moveTo>
                      <a:pt x="0" y="9708"/>
                    </a:moveTo>
                    <a:cubicBezTo>
                      <a:pt x="3997" y="3647"/>
                      <a:pt x="10771" y="-1"/>
                      <a:pt x="18032" y="0"/>
                    </a:cubicBezTo>
                    <a:cubicBezTo>
                      <a:pt x="25424" y="0"/>
                      <a:pt x="32304" y="3780"/>
                      <a:pt x="36266" y="10022"/>
                    </a:cubicBezTo>
                    <a:lnTo>
                      <a:pt x="18032" y="21600"/>
                    </a:lnTo>
                    <a:lnTo>
                      <a:pt x="0" y="9708"/>
                    </a:lnTo>
                    <a:close/>
                  </a:path>
                </a:pathLst>
              </a:custGeom>
              <a:noFill/>
              <a:ln w="31750" cap="rnd">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5758" name="Arc 28"/>
              <p:cNvSpPr>
                <a:spLocks/>
              </p:cNvSpPr>
              <p:nvPr/>
            </p:nvSpPr>
            <p:spPr bwMode="auto">
              <a:xfrm rot="10800000">
                <a:off x="2215" y="1679"/>
                <a:ext cx="761" cy="1087"/>
              </a:xfrm>
              <a:custGeom>
                <a:avLst/>
                <a:gdLst>
                  <a:gd name="T0" fmla="*/ 0 w 18024"/>
                  <a:gd name="T1" fmla="*/ 0 h 19481"/>
                  <a:gd name="T2" fmla="*/ 0 w 18024"/>
                  <a:gd name="T3" fmla="*/ 0 h 19481"/>
                  <a:gd name="T4" fmla="*/ 0 w 18024"/>
                  <a:gd name="T5" fmla="*/ 0 h 19481"/>
                  <a:gd name="T6" fmla="*/ 0 60000 65536"/>
                  <a:gd name="T7" fmla="*/ 0 60000 65536"/>
                  <a:gd name="T8" fmla="*/ 0 60000 65536"/>
                </a:gdLst>
                <a:ahLst/>
                <a:cxnLst>
                  <a:cxn ang="T6">
                    <a:pos x="T0" y="T1"/>
                  </a:cxn>
                  <a:cxn ang="T7">
                    <a:pos x="T2" y="T3"/>
                  </a:cxn>
                  <a:cxn ang="T8">
                    <a:pos x="T4" y="T5"/>
                  </a:cxn>
                </a:cxnLst>
                <a:rect l="0" t="0" r="r" b="b"/>
                <a:pathLst>
                  <a:path w="18024" h="19481" fill="none" extrusionOk="0">
                    <a:moveTo>
                      <a:pt x="9330" y="-1"/>
                    </a:moveTo>
                    <a:cubicBezTo>
                      <a:pt x="12861" y="1691"/>
                      <a:pt x="15866" y="4310"/>
                      <a:pt x="18024" y="7577"/>
                    </a:cubicBezTo>
                  </a:path>
                  <a:path w="18024" h="19481" stroke="0" extrusionOk="0">
                    <a:moveTo>
                      <a:pt x="9330" y="-1"/>
                    </a:moveTo>
                    <a:cubicBezTo>
                      <a:pt x="12861" y="1691"/>
                      <a:pt x="15866" y="4310"/>
                      <a:pt x="18024" y="7577"/>
                    </a:cubicBezTo>
                    <a:lnTo>
                      <a:pt x="0" y="19481"/>
                    </a:lnTo>
                    <a:lnTo>
                      <a:pt x="9330" y="-1"/>
                    </a:lnTo>
                    <a:close/>
                  </a:path>
                </a:pathLst>
              </a:custGeom>
              <a:noFill/>
              <a:ln w="31750" cap="rnd">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5759" name="Arc 29"/>
              <p:cNvSpPr>
                <a:spLocks/>
              </p:cNvSpPr>
              <p:nvPr/>
            </p:nvSpPr>
            <p:spPr bwMode="auto">
              <a:xfrm>
                <a:off x="2471" y="1537"/>
                <a:ext cx="1275" cy="1205"/>
              </a:xfrm>
              <a:custGeom>
                <a:avLst/>
                <a:gdLst>
                  <a:gd name="T0" fmla="*/ 0 w 30207"/>
                  <a:gd name="T1" fmla="*/ 0 h 21600"/>
                  <a:gd name="T2" fmla="*/ 0 w 30207"/>
                  <a:gd name="T3" fmla="*/ 0 h 21600"/>
                  <a:gd name="T4" fmla="*/ 0 w 30207"/>
                  <a:gd name="T5" fmla="*/ 0 h 21600"/>
                  <a:gd name="T6" fmla="*/ 0 60000 65536"/>
                  <a:gd name="T7" fmla="*/ 0 60000 65536"/>
                  <a:gd name="T8" fmla="*/ 0 60000 65536"/>
                </a:gdLst>
                <a:ahLst/>
                <a:cxnLst>
                  <a:cxn ang="T6">
                    <a:pos x="T0" y="T1"/>
                  </a:cxn>
                  <a:cxn ang="T7">
                    <a:pos x="T2" y="T3"/>
                  </a:cxn>
                  <a:cxn ang="T8">
                    <a:pos x="T4" y="T5"/>
                  </a:cxn>
                </a:cxnLst>
                <a:rect l="0" t="0" r="r" b="b"/>
                <a:pathLst>
                  <a:path w="30207" h="21600" fill="none" extrusionOk="0">
                    <a:moveTo>
                      <a:pt x="0" y="3621"/>
                    </a:moveTo>
                    <a:cubicBezTo>
                      <a:pt x="3546" y="1259"/>
                      <a:pt x="7711" y="-1"/>
                      <a:pt x="11972" y="0"/>
                    </a:cubicBezTo>
                    <a:cubicBezTo>
                      <a:pt x="19364" y="0"/>
                      <a:pt x="26244" y="3780"/>
                      <a:pt x="30206" y="10022"/>
                    </a:cubicBezTo>
                  </a:path>
                  <a:path w="30207" h="21600" stroke="0" extrusionOk="0">
                    <a:moveTo>
                      <a:pt x="0" y="3621"/>
                    </a:moveTo>
                    <a:cubicBezTo>
                      <a:pt x="3546" y="1259"/>
                      <a:pt x="7711" y="-1"/>
                      <a:pt x="11972" y="0"/>
                    </a:cubicBezTo>
                    <a:cubicBezTo>
                      <a:pt x="19364" y="0"/>
                      <a:pt x="26244" y="3780"/>
                      <a:pt x="30206" y="10022"/>
                    </a:cubicBezTo>
                    <a:lnTo>
                      <a:pt x="11972" y="21600"/>
                    </a:lnTo>
                    <a:lnTo>
                      <a:pt x="0" y="3621"/>
                    </a:lnTo>
                    <a:close/>
                  </a:path>
                </a:pathLst>
              </a:custGeom>
              <a:noFill/>
              <a:ln w="31750" cap="rnd">
                <a:solidFill>
                  <a:schemeClr val="tx1"/>
                </a:solidFill>
                <a:round/>
                <a:headEnd type="stealth" w="med" len="lg"/>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5760" name="Arc 30"/>
              <p:cNvSpPr>
                <a:spLocks/>
              </p:cNvSpPr>
              <p:nvPr/>
            </p:nvSpPr>
            <p:spPr bwMode="auto">
              <a:xfrm rot="10800000">
                <a:off x="2544" y="1728"/>
                <a:ext cx="1349" cy="1205"/>
              </a:xfrm>
              <a:custGeom>
                <a:avLst/>
                <a:gdLst>
                  <a:gd name="T0" fmla="*/ 0 w 30485"/>
                  <a:gd name="T1" fmla="*/ 0 h 21600"/>
                  <a:gd name="T2" fmla="*/ 0 w 30485"/>
                  <a:gd name="T3" fmla="*/ 0 h 21600"/>
                  <a:gd name="T4" fmla="*/ 0 w 30485"/>
                  <a:gd name="T5" fmla="*/ 0 h 21600"/>
                  <a:gd name="T6" fmla="*/ 0 60000 65536"/>
                  <a:gd name="T7" fmla="*/ 0 60000 65536"/>
                  <a:gd name="T8" fmla="*/ 0 60000 65536"/>
                </a:gdLst>
                <a:ahLst/>
                <a:cxnLst>
                  <a:cxn ang="T6">
                    <a:pos x="T0" y="T1"/>
                  </a:cxn>
                  <a:cxn ang="T7">
                    <a:pos x="T2" y="T3"/>
                  </a:cxn>
                  <a:cxn ang="T8">
                    <a:pos x="T4" y="T5"/>
                  </a:cxn>
                </a:cxnLst>
                <a:rect l="0" t="0" r="r" b="b"/>
                <a:pathLst>
                  <a:path w="30485" h="21600" fill="none" extrusionOk="0">
                    <a:moveTo>
                      <a:pt x="-1" y="10226"/>
                    </a:moveTo>
                    <a:cubicBezTo>
                      <a:pt x="3937" y="3868"/>
                      <a:pt x="10884" y="-1"/>
                      <a:pt x="18363" y="0"/>
                    </a:cubicBezTo>
                    <a:cubicBezTo>
                      <a:pt x="22685" y="0"/>
                      <a:pt x="26907" y="1296"/>
                      <a:pt x="30484" y="3722"/>
                    </a:cubicBezTo>
                  </a:path>
                  <a:path w="30485" h="21600" stroke="0" extrusionOk="0">
                    <a:moveTo>
                      <a:pt x="-1" y="10226"/>
                    </a:moveTo>
                    <a:cubicBezTo>
                      <a:pt x="3937" y="3868"/>
                      <a:pt x="10884" y="-1"/>
                      <a:pt x="18363" y="0"/>
                    </a:cubicBezTo>
                    <a:cubicBezTo>
                      <a:pt x="22685" y="0"/>
                      <a:pt x="26907" y="1296"/>
                      <a:pt x="30484" y="3722"/>
                    </a:cubicBezTo>
                    <a:lnTo>
                      <a:pt x="18363" y="21600"/>
                    </a:lnTo>
                    <a:lnTo>
                      <a:pt x="-1" y="10226"/>
                    </a:lnTo>
                    <a:close/>
                  </a:path>
                </a:pathLst>
              </a:custGeom>
              <a:noFill/>
              <a:ln w="31750" cap="rnd">
                <a:solidFill>
                  <a:schemeClr val="tx1"/>
                </a:solidFill>
                <a:round/>
                <a:headEnd type="none" w="sm" len="sm"/>
                <a:tailEnd type="stealth"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5761" name="Arc 31"/>
              <p:cNvSpPr>
                <a:spLocks/>
              </p:cNvSpPr>
              <p:nvPr/>
            </p:nvSpPr>
            <p:spPr bwMode="auto">
              <a:xfrm>
                <a:off x="2132" y="1057"/>
                <a:ext cx="1644" cy="1488"/>
              </a:xfrm>
              <a:custGeom>
                <a:avLst/>
                <a:gdLst>
                  <a:gd name="T0" fmla="*/ 0 w 40847"/>
                  <a:gd name="T1" fmla="*/ 0 h 21600"/>
                  <a:gd name="T2" fmla="*/ 0 w 40847"/>
                  <a:gd name="T3" fmla="*/ 0 h 21600"/>
                  <a:gd name="T4" fmla="*/ 0 w 40847"/>
                  <a:gd name="T5" fmla="*/ 0 h 21600"/>
                  <a:gd name="T6" fmla="*/ 0 60000 65536"/>
                  <a:gd name="T7" fmla="*/ 0 60000 65536"/>
                  <a:gd name="T8" fmla="*/ 0 60000 65536"/>
                </a:gdLst>
                <a:ahLst/>
                <a:cxnLst>
                  <a:cxn ang="T6">
                    <a:pos x="T0" y="T1"/>
                  </a:cxn>
                  <a:cxn ang="T7">
                    <a:pos x="T2" y="T3"/>
                  </a:cxn>
                  <a:cxn ang="T8">
                    <a:pos x="T4" y="T5"/>
                  </a:cxn>
                </a:cxnLst>
                <a:rect l="0" t="0" r="r" b="b"/>
                <a:pathLst>
                  <a:path w="40847" h="21600" fill="none" extrusionOk="0">
                    <a:moveTo>
                      <a:pt x="0" y="14699"/>
                    </a:moveTo>
                    <a:cubicBezTo>
                      <a:pt x="2961" y="5914"/>
                      <a:pt x="11198" y="-1"/>
                      <a:pt x="20468" y="0"/>
                    </a:cubicBezTo>
                    <a:cubicBezTo>
                      <a:pt x="29637" y="0"/>
                      <a:pt x="37807" y="5789"/>
                      <a:pt x="40847" y="14440"/>
                    </a:cubicBezTo>
                  </a:path>
                  <a:path w="40847" h="21600" stroke="0" extrusionOk="0">
                    <a:moveTo>
                      <a:pt x="0" y="14699"/>
                    </a:moveTo>
                    <a:cubicBezTo>
                      <a:pt x="2961" y="5914"/>
                      <a:pt x="11198" y="-1"/>
                      <a:pt x="20468" y="0"/>
                    </a:cubicBezTo>
                    <a:cubicBezTo>
                      <a:pt x="29637" y="0"/>
                      <a:pt x="37807" y="5789"/>
                      <a:pt x="40847" y="14440"/>
                    </a:cubicBezTo>
                    <a:lnTo>
                      <a:pt x="20468" y="21600"/>
                    </a:lnTo>
                    <a:lnTo>
                      <a:pt x="0" y="14699"/>
                    </a:lnTo>
                    <a:close/>
                  </a:path>
                </a:pathLst>
              </a:custGeom>
              <a:noFill/>
              <a:ln w="31750" cap="rnd">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5762" name="Arc 32"/>
              <p:cNvSpPr>
                <a:spLocks/>
              </p:cNvSpPr>
              <p:nvPr/>
            </p:nvSpPr>
            <p:spPr bwMode="auto">
              <a:xfrm rot="-10440000">
                <a:off x="2152" y="1920"/>
                <a:ext cx="850" cy="1039"/>
              </a:xfrm>
              <a:custGeom>
                <a:avLst/>
                <a:gdLst>
                  <a:gd name="T0" fmla="*/ 0 w 20673"/>
                  <a:gd name="T1" fmla="*/ 0 h 15075"/>
                  <a:gd name="T2" fmla="*/ 0 w 20673"/>
                  <a:gd name="T3" fmla="*/ 0 h 15075"/>
                  <a:gd name="T4" fmla="*/ 0 w 20673"/>
                  <a:gd name="T5" fmla="*/ 0 h 15075"/>
                  <a:gd name="T6" fmla="*/ 0 60000 65536"/>
                  <a:gd name="T7" fmla="*/ 0 60000 65536"/>
                  <a:gd name="T8" fmla="*/ 0 60000 65536"/>
                </a:gdLst>
                <a:ahLst/>
                <a:cxnLst>
                  <a:cxn ang="T6">
                    <a:pos x="T0" y="T1"/>
                  </a:cxn>
                  <a:cxn ang="T7">
                    <a:pos x="T2" y="T3"/>
                  </a:cxn>
                  <a:cxn ang="T8">
                    <a:pos x="T4" y="T5"/>
                  </a:cxn>
                </a:cxnLst>
                <a:rect l="0" t="0" r="r" b="b"/>
                <a:pathLst>
                  <a:path w="20673" h="15075" fill="none" extrusionOk="0">
                    <a:moveTo>
                      <a:pt x="15469" y="-1"/>
                    </a:moveTo>
                    <a:cubicBezTo>
                      <a:pt x="17885" y="2479"/>
                      <a:pt x="19670" y="5502"/>
                      <a:pt x="20673" y="8815"/>
                    </a:cubicBezTo>
                  </a:path>
                  <a:path w="20673" h="15075" stroke="0" extrusionOk="0">
                    <a:moveTo>
                      <a:pt x="15469" y="-1"/>
                    </a:moveTo>
                    <a:cubicBezTo>
                      <a:pt x="17885" y="2479"/>
                      <a:pt x="19670" y="5502"/>
                      <a:pt x="20673" y="8815"/>
                    </a:cubicBezTo>
                    <a:lnTo>
                      <a:pt x="0" y="15075"/>
                    </a:lnTo>
                    <a:lnTo>
                      <a:pt x="15469" y="-1"/>
                    </a:lnTo>
                    <a:close/>
                  </a:path>
                </a:pathLst>
              </a:custGeom>
              <a:noFill/>
              <a:ln w="31750" cap="rnd">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5763" name="Arc 33"/>
              <p:cNvSpPr>
                <a:spLocks/>
              </p:cNvSpPr>
              <p:nvPr/>
            </p:nvSpPr>
            <p:spPr bwMode="auto">
              <a:xfrm>
                <a:off x="2112" y="2352"/>
                <a:ext cx="1728" cy="1728"/>
              </a:xfrm>
              <a:custGeom>
                <a:avLst/>
                <a:gdLst>
                  <a:gd name="T0" fmla="*/ 0 w 43199"/>
                  <a:gd name="T1" fmla="*/ 0 h 21600"/>
                  <a:gd name="T2" fmla="*/ 0 w 43199"/>
                  <a:gd name="T3" fmla="*/ 0 h 21600"/>
                  <a:gd name="T4" fmla="*/ 0 w 43199"/>
                  <a:gd name="T5" fmla="*/ 0 h 21600"/>
                  <a:gd name="T6" fmla="*/ 0 60000 65536"/>
                  <a:gd name="T7" fmla="*/ 0 60000 65536"/>
                  <a:gd name="T8" fmla="*/ 0 60000 65536"/>
                </a:gdLst>
                <a:ahLst/>
                <a:cxnLst>
                  <a:cxn ang="T6">
                    <a:pos x="T0" y="T1"/>
                  </a:cxn>
                  <a:cxn ang="T7">
                    <a:pos x="T2" y="T3"/>
                  </a:cxn>
                  <a:cxn ang="T8">
                    <a:pos x="T4" y="T5"/>
                  </a:cxn>
                </a:cxnLst>
                <a:rect l="0" t="0" r="r" b="b"/>
                <a:pathLst>
                  <a:path w="43199" h="21600" fill="none" extrusionOk="0">
                    <a:moveTo>
                      <a:pt x="43198" y="224"/>
                    </a:moveTo>
                    <a:cubicBezTo>
                      <a:pt x="43075" y="12065"/>
                      <a:pt x="33441" y="21599"/>
                      <a:pt x="21600" y="21600"/>
                    </a:cubicBezTo>
                    <a:cubicBezTo>
                      <a:pt x="9670" y="21600"/>
                      <a:pt x="0" y="11929"/>
                      <a:pt x="0" y="0"/>
                    </a:cubicBezTo>
                  </a:path>
                  <a:path w="43199" h="21600" stroke="0" extrusionOk="0">
                    <a:moveTo>
                      <a:pt x="43198" y="224"/>
                    </a:moveTo>
                    <a:cubicBezTo>
                      <a:pt x="43075" y="12065"/>
                      <a:pt x="33441" y="21599"/>
                      <a:pt x="21600" y="21600"/>
                    </a:cubicBezTo>
                    <a:cubicBezTo>
                      <a:pt x="9670" y="21600"/>
                      <a:pt x="0" y="11929"/>
                      <a:pt x="0" y="0"/>
                    </a:cubicBezTo>
                    <a:lnTo>
                      <a:pt x="21600" y="0"/>
                    </a:lnTo>
                    <a:lnTo>
                      <a:pt x="43198" y="224"/>
                    </a:lnTo>
                    <a:close/>
                  </a:path>
                </a:pathLst>
              </a:custGeom>
              <a:noFill/>
              <a:ln w="31750" cap="rnd">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5764" name="Arc 34"/>
              <p:cNvSpPr>
                <a:spLocks/>
              </p:cNvSpPr>
              <p:nvPr/>
            </p:nvSpPr>
            <p:spPr bwMode="auto">
              <a:xfrm rot="10800000">
                <a:off x="1784" y="2352"/>
                <a:ext cx="424" cy="1596"/>
              </a:xfrm>
              <a:custGeom>
                <a:avLst/>
                <a:gdLst>
                  <a:gd name="T0" fmla="*/ 0 w 19059"/>
                  <a:gd name="T1" fmla="*/ 0 h 20487"/>
                  <a:gd name="T2" fmla="*/ 0 w 19059"/>
                  <a:gd name="T3" fmla="*/ 0 h 20487"/>
                  <a:gd name="T4" fmla="*/ 0 w 19059"/>
                  <a:gd name="T5" fmla="*/ 0 h 20487"/>
                  <a:gd name="T6" fmla="*/ 0 60000 65536"/>
                  <a:gd name="T7" fmla="*/ 0 60000 65536"/>
                  <a:gd name="T8" fmla="*/ 0 60000 65536"/>
                </a:gdLst>
                <a:ahLst/>
                <a:cxnLst>
                  <a:cxn ang="T6">
                    <a:pos x="T0" y="T1"/>
                  </a:cxn>
                  <a:cxn ang="T7">
                    <a:pos x="T2" y="T3"/>
                  </a:cxn>
                  <a:cxn ang="T8">
                    <a:pos x="T4" y="T5"/>
                  </a:cxn>
                </a:cxnLst>
                <a:rect l="0" t="0" r="r" b="b"/>
                <a:pathLst>
                  <a:path w="19059" h="20487" fill="none" extrusionOk="0">
                    <a:moveTo>
                      <a:pt x="19058" y="10164"/>
                    </a:moveTo>
                    <a:cubicBezTo>
                      <a:pt x="16457" y="15041"/>
                      <a:pt x="12086" y="18735"/>
                      <a:pt x="6844" y="20486"/>
                    </a:cubicBezTo>
                  </a:path>
                  <a:path w="19059" h="20487" stroke="0" extrusionOk="0">
                    <a:moveTo>
                      <a:pt x="19058" y="10164"/>
                    </a:moveTo>
                    <a:cubicBezTo>
                      <a:pt x="16457" y="15041"/>
                      <a:pt x="12086" y="18735"/>
                      <a:pt x="6844" y="20486"/>
                    </a:cubicBezTo>
                    <a:lnTo>
                      <a:pt x="0" y="0"/>
                    </a:lnTo>
                    <a:lnTo>
                      <a:pt x="19058" y="10164"/>
                    </a:lnTo>
                    <a:close/>
                  </a:path>
                </a:pathLst>
              </a:custGeom>
              <a:noFill/>
              <a:ln w="31750" cap="rnd">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5765" name="Arc 35"/>
              <p:cNvSpPr>
                <a:spLocks/>
              </p:cNvSpPr>
              <p:nvPr/>
            </p:nvSpPr>
            <p:spPr bwMode="auto">
              <a:xfrm>
                <a:off x="1777" y="528"/>
                <a:ext cx="480" cy="941"/>
              </a:xfrm>
              <a:custGeom>
                <a:avLst/>
                <a:gdLst>
                  <a:gd name="T0" fmla="*/ 0 w 21600"/>
                  <a:gd name="T1" fmla="*/ 0 h 12076"/>
                  <a:gd name="T2" fmla="*/ 0 w 21600"/>
                  <a:gd name="T3" fmla="*/ 0 h 12076"/>
                  <a:gd name="T4" fmla="*/ 0 w 21600"/>
                  <a:gd name="T5" fmla="*/ 0 h 12076"/>
                  <a:gd name="T6" fmla="*/ 0 60000 65536"/>
                  <a:gd name="T7" fmla="*/ 0 60000 65536"/>
                  <a:gd name="T8" fmla="*/ 0 60000 65536"/>
                </a:gdLst>
                <a:ahLst/>
                <a:cxnLst>
                  <a:cxn ang="T6">
                    <a:pos x="T0" y="T1"/>
                  </a:cxn>
                  <a:cxn ang="T7">
                    <a:pos x="T2" y="T3"/>
                  </a:cxn>
                  <a:cxn ang="T8">
                    <a:pos x="T4" y="T5"/>
                  </a:cxn>
                </a:cxnLst>
                <a:rect l="0" t="0" r="r" b="b"/>
                <a:pathLst>
                  <a:path w="21600" h="12076" fill="none" extrusionOk="0">
                    <a:moveTo>
                      <a:pt x="3691" y="12075"/>
                    </a:moveTo>
                    <a:cubicBezTo>
                      <a:pt x="1285" y="8508"/>
                      <a:pt x="0" y="4303"/>
                      <a:pt x="0" y="0"/>
                    </a:cubicBezTo>
                  </a:path>
                  <a:path w="21600" h="12076" stroke="0" extrusionOk="0">
                    <a:moveTo>
                      <a:pt x="3691" y="12075"/>
                    </a:moveTo>
                    <a:cubicBezTo>
                      <a:pt x="1285" y="8508"/>
                      <a:pt x="0" y="4303"/>
                      <a:pt x="0" y="0"/>
                    </a:cubicBezTo>
                    <a:lnTo>
                      <a:pt x="21600" y="0"/>
                    </a:lnTo>
                    <a:lnTo>
                      <a:pt x="3691" y="12075"/>
                    </a:lnTo>
                    <a:close/>
                  </a:path>
                </a:pathLst>
              </a:custGeom>
              <a:noFill/>
              <a:ln w="31750" cap="rnd">
                <a:solidFill>
                  <a:schemeClr val="tx1"/>
                </a:solidFill>
                <a:round/>
                <a:headEnd type="stealth" w="med" len="lg"/>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5766" name="Arc 36"/>
              <p:cNvSpPr>
                <a:spLocks/>
              </p:cNvSpPr>
              <p:nvPr/>
            </p:nvSpPr>
            <p:spPr bwMode="auto">
              <a:xfrm rot="10800000">
                <a:off x="1309" y="2258"/>
                <a:ext cx="704" cy="1823"/>
              </a:xfrm>
              <a:custGeom>
                <a:avLst/>
                <a:gdLst>
                  <a:gd name="T0" fmla="*/ 0 w 9400"/>
                  <a:gd name="T1" fmla="*/ 0 h 21592"/>
                  <a:gd name="T2" fmla="*/ 0 w 9400"/>
                  <a:gd name="T3" fmla="*/ 0 h 21592"/>
                  <a:gd name="T4" fmla="*/ 0 w 9400"/>
                  <a:gd name="T5" fmla="*/ 0 h 21592"/>
                  <a:gd name="T6" fmla="*/ 0 60000 65536"/>
                  <a:gd name="T7" fmla="*/ 0 60000 65536"/>
                  <a:gd name="T8" fmla="*/ 0 60000 65536"/>
                </a:gdLst>
                <a:ahLst/>
                <a:cxnLst>
                  <a:cxn ang="T6">
                    <a:pos x="T0" y="T1"/>
                  </a:cxn>
                  <a:cxn ang="T7">
                    <a:pos x="T2" y="T3"/>
                  </a:cxn>
                  <a:cxn ang="T8">
                    <a:pos x="T4" y="T5"/>
                  </a:cxn>
                </a:cxnLst>
                <a:rect l="0" t="0" r="r" b="b"/>
                <a:pathLst>
                  <a:path w="9400" h="21592" fill="none" extrusionOk="0">
                    <a:moveTo>
                      <a:pt x="9399" y="19447"/>
                    </a:moveTo>
                    <a:cubicBezTo>
                      <a:pt x="6651" y="20775"/>
                      <a:pt x="3652" y="21506"/>
                      <a:pt x="600" y="21591"/>
                    </a:cubicBezTo>
                  </a:path>
                  <a:path w="9400" h="21592" stroke="0" extrusionOk="0">
                    <a:moveTo>
                      <a:pt x="9399" y="19447"/>
                    </a:moveTo>
                    <a:cubicBezTo>
                      <a:pt x="6651" y="20775"/>
                      <a:pt x="3652" y="21506"/>
                      <a:pt x="600" y="21591"/>
                    </a:cubicBezTo>
                    <a:lnTo>
                      <a:pt x="0" y="0"/>
                    </a:lnTo>
                    <a:lnTo>
                      <a:pt x="9399" y="19447"/>
                    </a:lnTo>
                    <a:close/>
                  </a:path>
                </a:pathLst>
              </a:custGeom>
              <a:noFill/>
              <a:ln w="31750" cap="rnd">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5767" name="Line 37"/>
              <p:cNvSpPr>
                <a:spLocks noChangeShapeType="1"/>
              </p:cNvSpPr>
              <p:nvPr/>
            </p:nvSpPr>
            <p:spPr bwMode="auto">
              <a:xfrm>
                <a:off x="2256" y="2208"/>
                <a:ext cx="1392" cy="0"/>
              </a:xfrm>
              <a:prstGeom prst="line">
                <a:avLst/>
              </a:prstGeom>
              <a:noFill/>
              <a:ln w="3175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5768" name="Line 38"/>
              <p:cNvSpPr>
                <a:spLocks noChangeShapeType="1"/>
              </p:cNvSpPr>
              <p:nvPr/>
            </p:nvSpPr>
            <p:spPr bwMode="auto">
              <a:xfrm>
                <a:off x="1200" y="2208"/>
                <a:ext cx="720" cy="0"/>
              </a:xfrm>
              <a:prstGeom prst="line">
                <a:avLst/>
              </a:prstGeom>
              <a:noFill/>
              <a:ln w="3175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5769" name="Line 39"/>
              <p:cNvSpPr>
                <a:spLocks noChangeShapeType="1"/>
              </p:cNvSpPr>
              <p:nvPr/>
            </p:nvSpPr>
            <p:spPr bwMode="auto">
              <a:xfrm>
                <a:off x="624" y="2208"/>
                <a:ext cx="576" cy="0"/>
              </a:xfrm>
              <a:prstGeom prst="line">
                <a:avLst/>
              </a:prstGeom>
              <a:noFill/>
              <a:ln w="31750">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5770" name="Arc 40"/>
              <p:cNvSpPr>
                <a:spLocks/>
              </p:cNvSpPr>
              <p:nvPr/>
            </p:nvSpPr>
            <p:spPr bwMode="auto">
              <a:xfrm>
                <a:off x="863" y="336"/>
                <a:ext cx="1152" cy="1607"/>
              </a:xfrm>
              <a:custGeom>
                <a:avLst/>
                <a:gdLst>
                  <a:gd name="T0" fmla="*/ 0 w 15378"/>
                  <a:gd name="T1" fmla="*/ 0 h 19033"/>
                  <a:gd name="T2" fmla="*/ 0 w 15378"/>
                  <a:gd name="T3" fmla="*/ 0 h 19033"/>
                  <a:gd name="T4" fmla="*/ 0 w 15378"/>
                  <a:gd name="T5" fmla="*/ 0 h 19033"/>
                  <a:gd name="T6" fmla="*/ 0 60000 65536"/>
                  <a:gd name="T7" fmla="*/ 0 60000 65536"/>
                  <a:gd name="T8" fmla="*/ 0 60000 65536"/>
                </a:gdLst>
                <a:ahLst/>
                <a:cxnLst>
                  <a:cxn ang="T6">
                    <a:pos x="T0" y="T1"/>
                  </a:cxn>
                  <a:cxn ang="T7">
                    <a:pos x="T2" y="T3"/>
                  </a:cxn>
                  <a:cxn ang="T8">
                    <a:pos x="T4" y="T5"/>
                  </a:cxn>
                </a:cxnLst>
                <a:rect l="0" t="0" r="r" b="b"/>
                <a:pathLst>
                  <a:path w="15378" h="19033" fill="none" extrusionOk="0">
                    <a:moveTo>
                      <a:pt x="5164" y="19032"/>
                    </a:moveTo>
                    <a:cubicBezTo>
                      <a:pt x="3259" y="18010"/>
                      <a:pt x="1518" y="16707"/>
                      <a:pt x="0" y="15168"/>
                    </a:cubicBezTo>
                  </a:path>
                  <a:path w="15378" h="19033" stroke="0" extrusionOk="0">
                    <a:moveTo>
                      <a:pt x="5164" y="19032"/>
                    </a:moveTo>
                    <a:cubicBezTo>
                      <a:pt x="3259" y="18010"/>
                      <a:pt x="1518" y="16707"/>
                      <a:pt x="0" y="15168"/>
                    </a:cubicBezTo>
                    <a:lnTo>
                      <a:pt x="15378" y="0"/>
                    </a:lnTo>
                    <a:lnTo>
                      <a:pt x="5164" y="19032"/>
                    </a:lnTo>
                    <a:close/>
                  </a:path>
                </a:pathLst>
              </a:custGeom>
              <a:noFill/>
              <a:ln w="31750" cap="rnd">
                <a:solidFill>
                  <a:schemeClr val="tx1"/>
                </a:solidFill>
                <a:round/>
                <a:headEnd type="stealth" w="med" len="lg"/>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5771" name="Arc 41"/>
              <p:cNvSpPr>
                <a:spLocks/>
              </p:cNvSpPr>
              <p:nvPr/>
            </p:nvSpPr>
            <p:spPr bwMode="auto">
              <a:xfrm rot="10800000">
                <a:off x="1416" y="2286"/>
                <a:ext cx="1081" cy="1878"/>
              </a:xfrm>
              <a:custGeom>
                <a:avLst/>
                <a:gdLst>
                  <a:gd name="T0" fmla="*/ 0 w 16208"/>
                  <a:gd name="T1" fmla="*/ 0 h 20118"/>
                  <a:gd name="T2" fmla="*/ 0 w 16208"/>
                  <a:gd name="T3" fmla="*/ 0 h 20118"/>
                  <a:gd name="T4" fmla="*/ 0 w 16208"/>
                  <a:gd name="T5" fmla="*/ 0 h 20118"/>
                  <a:gd name="T6" fmla="*/ 0 60000 65536"/>
                  <a:gd name="T7" fmla="*/ 0 60000 65536"/>
                  <a:gd name="T8" fmla="*/ 0 60000 65536"/>
                </a:gdLst>
                <a:ahLst/>
                <a:cxnLst>
                  <a:cxn ang="T6">
                    <a:pos x="T0" y="T1"/>
                  </a:cxn>
                  <a:cxn ang="T7">
                    <a:pos x="T2" y="T3"/>
                  </a:cxn>
                  <a:cxn ang="T8">
                    <a:pos x="T4" y="T5"/>
                  </a:cxn>
                </a:cxnLst>
                <a:rect l="0" t="0" r="r" b="b"/>
                <a:pathLst>
                  <a:path w="16208" h="20118" fill="none" extrusionOk="0">
                    <a:moveTo>
                      <a:pt x="16207" y="14277"/>
                    </a:moveTo>
                    <a:cubicBezTo>
                      <a:pt x="13931" y="16862"/>
                      <a:pt x="11070" y="18864"/>
                      <a:pt x="7862" y="20117"/>
                    </a:cubicBezTo>
                  </a:path>
                  <a:path w="16208" h="20118" stroke="0" extrusionOk="0">
                    <a:moveTo>
                      <a:pt x="16207" y="14277"/>
                    </a:moveTo>
                    <a:cubicBezTo>
                      <a:pt x="13931" y="16862"/>
                      <a:pt x="11070" y="18864"/>
                      <a:pt x="7862" y="20117"/>
                    </a:cubicBezTo>
                    <a:lnTo>
                      <a:pt x="0" y="0"/>
                    </a:lnTo>
                    <a:lnTo>
                      <a:pt x="16207" y="14277"/>
                    </a:lnTo>
                    <a:close/>
                  </a:path>
                </a:pathLst>
              </a:custGeom>
              <a:noFill/>
              <a:ln w="31750" cap="rnd">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5772" name="Arc 42"/>
              <p:cNvSpPr>
                <a:spLocks/>
              </p:cNvSpPr>
              <p:nvPr/>
            </p:nvSpPr>
            <p:spPr bwMode="auto">
              <a:xfrm>
                <a:off x="2331" y="1057"/>
                <a:ext cx="1445" cy="1488"/>
              </a:xfrm>
              <a:custGeom>
                <a:avLst/>
                <a:gdLst>
                  <a:gd name="T0" fmla="*/ 0 w 35894"/>
                  <a:gd name="T1" fmla="*/ 0 h 21600"/>
                  <a:gd name="T2" fmla="*/ 0 w 35894"/>
                  <a:gd name="T3" fmla="*/ 0 h 21600"/>
                  <a:gd name="T4" fmla="*/ 0 w 35894"/>
                  <a:gd name="T5" fmla="*/ 0 h 21600"/>
                  <a:gd name="T6" fmla="*/ 0 60000 65536"/>
                  <a:gd name="T7" fmla="*/ 0 60000 65536"/>
                  <a:gd name="T8" fmla="*/ 0 60000 65536"/>
                </a:gdLst>
                <a:ahLst/>
                <a:cxnLst>
                  <a:cxn ang="T6">
                    <a:pos x="T0" y="T1"/>
                  </a:cxn>
                  <a:cxn ang="T7">
                    <a:pos x="T2" y="T3"/>
                  </a:cxn>
                  <a:cxn ang="T8">
                    <a:pos x="T4" y="T5"/>
                  </a:cxn>
                </a:cxnLst>
                <a:rect l="0" t="0" r="r" b="b"/>
                <a:pathLst>
                  <a:path w="35894" h="21600" fill="none" extrusionOk="0">
                    <a:moveTo>
                      <a:pt x="-1" y="6571"/>
                    </a:moveTo>
                    <a:cubicBezTo>
                      <a:pt x="4068" y="2371"/>
                      <a:pt x="9666" y="-1"/>
                      <a:pt x="15515" y="0"/>
                    </a:cubicBezTo>
                    <a:cubicBezTo>
                      <a:pt x="24684" y="0"/>
                      <a:pt x="32854" y="5789"/>
                      <a:pt x="35894" y="14440"/>
                    </a:cubicBezTo>
                  </a:path>
                  <a:path w="35894" h="21600" stroke="0" extrusionOk="0">
                    <a:moveTo>
                      <a:pt x="-1" y="6571"/>
                    </a:moveTo>
                    <a:cubicBezTo>
                      <a:pt x="4068" y="2371"/>
                      <a:pt x="9666" y="-1"/>
                      <a:pt x="15515" y="0"/>
                    </a:cubicBezTo>
                    <a:cubicBezTo>
                      <a:pt x="24684" y="0"/>
                      <a:pt x="32854" y="5789"/>
                      <a:pt x="35894" y="14440"/>
                    </a:cubicBezTo>
                    <a:lnTo>
                      <a:pt x="15515" y="21600"/>
                    </a:lnTo>
                    <a:lnTo>
                      <a:pt x="-1" y="6571"/>
                    </a:lnTo>
                    <a:close/>
                  </a:path>
                </a:pathLst>
              </a:custGeom>
              <a:noFill/>
              <a:ln w="31750" cap="rnd">
                <a:solidFill>
                  <a:schemeClr val="tx1"/>
                </a:solidFill>
                <a:round/>
                <a:headEnd type="stealth" w="med" len="lg"/>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5773" name="Line 43"/>
              <p:cNvSpPr>
                <a:spLocks noChangeShapeType="1"/>
              </p:cNvSpPr>
              <p:nvPr/>
            </p:nvSpPr>
            <p:spPr bwMode="auto">
              <a:xfrm>
                <a:off x="2640" y="2208"/>
                <a:ext cx="1056" cy="0"/>
              </a:xfrm>
              <a:prstGeom prst="line">
                <a:avLst/>
              </a:prstGeom>
              <a:noFill/>
              <a:ln w="31750">
                <a:solidFill>
                  <a:schemeClr val="tx1"/>
                </a:solidFill>
                <a:round/>
                <a:headEnd type="stealth" w="med" len="lg"/>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5774" name="Arc 44"/>
              <p:cNvSpPr>
                <a:spLocks/>
              </p:cNvSpPr>
              <p:nvPr/>
            </p:nvSpPr>
            <p:spPr bwMode="auto">
              <a:xfrm rot="10800000">
                <a:off x="767" y="2400"/>
                <a:ext cx="1151" cy="1726"/>
              </a:xfrm>
              <a:custGeom>
                <a:avLst/>
                <a:gdLst>
                  <a:gd name="T0" fmla="*/ 0 w 15371"/>
                  <a:gd name="T1" fmla="*/ 0 h 20439"/>
                  <a:gd name="T2" fmla="*/ 0 w 15371"/>
                  <a:gd name="T3" fmla="*/ 0 h 20439"/>
                  <a:gd name="T4" fmla="*/ 0 w 15371"/>
                  <a:gd name="T5" fmla="*/ 0 h 20439"/>
                  <a:gd name="T6" fmla="*/ 0 60000 65536"/>
                  <a:gd name="T7" fmla="*/ 0 60000 65536"/>
                  <a:gd name="T8" fmla="*/ 0 60000 65536"/>
                </a:gdLst>
                <a:ahLst/>
                <a:cxnLst>
                  <a:cxn ang="T6">
                    <a:pos x="T0" y="T1"/>
                  </a:cxn>
                  <a:cxn ang="T7">
                    <a:pos x="T2" y="T3"/>
                  </a:cxn>
                  <a:cxn ang="T8">
                    <a:pos x="T4" y="T5"/>
                  </a:cxn>
                </a:cxnLst>
                <a:rect l="0" t="0" r="r" b="b"/>
                <a:pathLst>
                  <a:path w="15371" h="20439" fill="none" extrusionOk="0">
                    <a:moveTo>
                      <a:pt x="15371" y="15175"/>
                    </a:moveTo>
                    <a:cubicBezTo>
                      <a:pt x="13021" y="17555"/>
                      <a:pt x="10150" y="19357"/>
                      <a:pt x="6986" y="20439"/>
                    </a:cubicBezTo>
                  </a:path>
                  <a:path w="15371" h="20439" stroke="0" extrusionOk="0">
                    <a:moveTo>
                      <a:pt x="15371" y="15175"/>
                    </a:moveTo>
                    <a:cubicBezTo>
                      <a:pt x="13021" y="17555"/>
                      <a:pt x="10150" y="19357"/>
                      <a:pt x="6986" y="20439"/>
                    </a:cubicBezTo>
                    <a:lnTo>
                      <a:pt x="0" y="0"/>
                    </a:lnTo>
                    <a:lnTo>
                      <a:pt x="15371" y="15175"/>
                    </a:lnTo>
                    <a:close/>
                  </a:path>
                </a:pathLst>
              </a:custGeom>
              <a:noFill/>
              <a:ln w="31750" cap="rnd">
                <a:solidFill>
                  <a:schemeClr val="tx1"/>
                </a:solidFill>
                <a:round/>
                <a:headEnd type="none" w="sm" len="sm"/>
                <a:tailEnd type="stealth"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5775" name="Arc 45"/>
              <p:cNvSpPr>
                <a:spLocks/>
              </p:cNvSpPr>
              <p:nvPr/>
            </p:nvSpPr>
            <p:spPr bwMode="auto">
              <a:xfrm rot="10800000">
                <a:off x="1104" y="2832"/>
                <a:ext cx="1201" cy="1378"/>
              </a:xfrm>
              <a:custGeom>
                <a:avLst/>
                <a:gdLst>
                  <a:gd name="T0" fmla="*/ 0 w 20913"/>
                  <a:gd name="T1" fmla="*/ 0 h 14765"/>
                  <a:gd name="T2" fmla="*/ 0 w 20913"/>
                  <a:gd name="T3" fmla="*/ 0 h 14765"/>
                  <a:gd name="T4" fmla="*/ 0 w 20913"/>
                  <a:gd name="T5" fmla="*/ 0 h 14765"/>
                  <a:gd name="T6" fmla="*/ 0 60000 65536"/>
                  <a:gd name="T7" fmla="*/ 0 60000 65536"/>
                  <a:gd name="T8" fmla="*/ 0 60000 65536"/>
                </a:gdLst>
                <a:ahLst/>
                <a:cxnLst>
                  <a:cxn ang="T6">
                    <a:pos x="T0" y="T1"/>
                  </a:cxn>
                  <a:cxn ang="T7">
                    <a:pos x="T2" y="T3"/>
                  </a:cxn>
                  <a:cxn ang="T8">
                    <a:pos x="T4" y="T5"/>
                  </a:cxn>
                </a:cxnLst>
                <a:rect l="0" t="0" r="r" b="b"/>
                <a:pathLst>
                  <a:path w="20913" h="14765" fill="none" extrusionOk="0">
                    <a:moveTo>
                      <a:pt x="20913" y="5403"/>
                    </a:moveTo>
                    <a:cubicBezTo>
                      <a:pt x="20008" y="8905"/>
                      <a:pt x="18238" y="12124"/>
                      <a:pt x="15765" y="14765"/>
                    </a:cubicBezTo>
                  </a:path>
                  <a:path w="20913" h="14765" stroke="0" extrusionOk="0">
                    <a:moveTo>
                      <a:pt x="20913" y="5403"/>
                    </a:moveTo>
                    <a:cubicBezTo>
                      <a:pt x="20008" y="8905"/>
                      <a:pt x="18238" y="12124"/>
                      <a:pt x="15765" y="14765"/>
                    </a:cubicBezTo>
                    <a:lnTo>
                      <a:pt x="0" y="0"/>
                    </a:lnTo>
                    <a:lnTo>
                      <a:pt x="20913" y="5403"/>
                    </a:lnTo>
                    <a:close/>
                  </a:path>
                </a:pathLst>
              </a:custGeom>
              <a:noFill/>
              <a:ln w="31750" cap="rnd">
                <a:solidFill>
                  <a:schemeClr val="tx1"/>
                </a:solidFill>
                <a:round/>
                <a:headEnd type="none" w="sm" len="sm"/>
                <a:tailEnd type="stealth"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5776" name="Arc 46"/>
              <p:cNvSpPr>
                <a:spLocks/>
              </p:cNvSpPr>
              <p:nvPr/>
            </p:nvSpPr>
            <p:spPr bwMode="auto">
              <a:xfrm rot="10800000">
                <a:off x="1680" y="3168"/>
                <a:ext cx="480" cy="850"/>
              </a:xfrm>
              <a:custGeom>
                <a:avLst/>
                <a:gdLst>
                  <a:gd name="T0" fmla="*/ 0 w 21600"/>
                  <a:gd name="T1" fmla="*/ 0 h 10905"/>
                  <a:gd name="T2" fmla="*/ 0 w 21600"/>
                  <a:gd name="T3" fmla="*/ 0 h 10905"/>
                  <a:gd name="T4" fmla="*/ 0 w 21600"/>
                  <a:gd name="T5" fmla="*/ 0 h 10905"/>
                  <a:gd name="T6" fmla="*/ 0 60000 65536"/>
                  <a:gd name="T7" fmla="*/ 0 60000 65536"/>
                  <a:gd name="T8" fmla="*/ 0 60000 65536"/>
                </a:gdLst>
                <a:ahLst/>
                <a:cxnLst>
                  <a:cxn ang="T6">
                    <a:pos x="T0" y="T1"/>
                  </a:cxn>
                  <a:cxn ang="T7">
                    <a:pos x="T2" y="T3"/>
                  </a:cxn>
                  <a:cxn ang="T8">
                    <a:pos x="T4" y="T5"/>
                  </a:cxn>
                </a:cxnLst>
                <a:rect l="0" t="0" r="r" b="b"/>
                <a:pathLst>
                  <a:path w="21600" h="10905" fill="none" extrusionOk="0">
                    <a:moveTo>
                      <a:pt x="21600" y="0"/>
                    </a:moveTo>
                    <a:cubicBezTo>
                      <a:pt x="21600" y="3832"/>
                      <a:pt x="20580" y="7596"/>
                      <a:pt x="18645" y="10905"/>
                    </a:cubicBezTo>
                  </a:path>
                  <a:path w="21600" h="10905" stroke="0" extrusionOk="0">
                    <a:moveTo>
                      <a:pt x="21600" y="0"/>
                    </a:moveTo>
                    <a:cubicBezTo>
                      <a:pt x="21600" y="3832"/>
                      <a:pt x="20580" y="7596"/>
                      <a:pt x="18645" y="10905"/>
                    </a:cubicBezTo>
                    <a:lnTo>
                      <a:pt x="0" y="0"/>
                    </a:lnTo>
                    <a:lnTo>
                      <a:pt x="21600" y="0"/>
                    </a:lnTo>
                    <a:close/>
                  </a:path>
                </a:pathLst>
              </a:custGeom>
              <a:noFill/>
              <a:ln w="31750" cap="rnd">
                <a:solidFill>
                  <a:schemeClr val="tx1"/>
                </a:solidFill>
                <a:round/>
                <a:headEnd type="none" w="sm" len="sm"/>
                <a:tailEnd type="stealth"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5777" name="Arc 47"/>
              <p:cNvSpPr>
                <a:spLocks/>
              </p:cNvSpPr>
              <p:nvPr/>
            </p:nvSpPr>
            <p:spPr bwMode="auto">
              <a:xfrm rot="10800000">
                <a:off x="2352" y="1921"/>
                <a:ext cx="1525" cy="1488"/>
              </a:xfrm>
              <a:custGeom>
                <a:avLst/>
                <a:gdLst>
                  <a:gd name="T0" fmla="*/ 0 w 36819"/>
                  <a:gd name="T1" fmla="*/ 0 h 21600"/>
                  <a:gd name="T2" fmla="*/ 0 w 36819"/>
                  <a:gd name="T3" fmla="*/ 0 h 21600"/>
                  <a:gd name="T4" fmla="*/ 0 w 36819"/>
                  <a:gd name="T5" fmla="*/ 0 h 21600"/>
                  <a:gd name="T6" fmla="*/ 0 60000 65536"/>
                  <a:gd name="T7" fmla="*/ 0 60000 65536"/>
                  <a:gd name="T8" fmla="*/ 0 60000 65536"/>
                </a:gdLst>
                <a:ahLst/>
                <a:cxnLst>
                  <a:cxn ang="T6">
                    <a:pos x="T0" y="T1"/>
                  </a:cxn>
                  <a:cxn ang="T7">
                    <a:pos x="T2" y="T3"/>
                  </a:cxn>
                  <a:cxn ang="T8">
                    <a:pos x="T4" y="T5"/>
                  </a:cxn>
                </a:cxnLst>
                <a:rect l="0" t="0" r="r" b="b"/>
                <a:pathLst>
                  <a:path w="36819" h="21600" fill="none" extrusionOk="0">
                    <a:moveTo>
                      <a:pt x="-1" y="14898"/>
                    </a:moveTo>
                    <a:cubicBezTo>
                      <a:pt x="2899" y="6012"/>
                      <a:pt x="11186" y="-1"/>
                      <a:pt x="20534" y="0"/>
                    </a:cubicBezTo>
                    <a:cubicBezTo>
                      <a:pt x="26778" y="0"/>
                      <a:pt x="32716" y="2702"/>
                      <a:pt x="36819" y="7409"/>
                    </a:cubicBezTo>
                  </a:path>
                  <a:path w="36819" h="21600" stroke="0" extrusionOk="0">
                    <a:moveTo>
                      <a:pt x="-1" y="14898"/>
                    </a:moveTo>
                    <a:cubicBezTo>
                      <a:pt x="2899" y="6012"/>
                      <a:pt x="11186" y="-1"/>
                      <a:pt x="20534" y="0"/>
                    </a:cubicBezTo>
                    <a:cubicBezTo>
                      <a:pt x="26778" y="0"/>
                      <a:pt x="32716" y="2702"/>
                      <a:pt x="36819" y="7409"/>
                    </a:cubicBezTo>
                    <a:lnTo>
                      <a:pt x="20534" y="21600"/>
                    </a:lnTo>
                    <a:lnTo>
                      <a:pt x="-1" y="14898"/>
                    </a:lnTo>
                    <a:close/>
                  </a:path>
                </a:pathLst>
              </a:custGeom>
              <a:noFill/>
              <a:ln w="31750" cap="rnd">
                <a:solidFill>
                  <a:schemeClr val="tx1"/>
                </a:solidFill>
                <a:round/>
                <a:headEnd type="none" w="sm" len="sm"/>
                <a:tailEnd type="stealth"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729136" name="Group 48"/>
          <p:cNvGrpSpPr>
            <a:grpSpLocks/>
          </p:cNvGrpSpPr>
          <p:nvPr/>
        </p:nvGrpSpPr>
        <p:grpSpPr bwMode="auto">
          <a:xfrm>
            <a:off x="2673350" y="1624014"/>
            <a:ext cx="7073900" cy="4090987"/>
            <a:chOff x="628" y="960"/>
            <a:chExt cx="4696" cy="2784"/>
          </a:xfrm>
        </p:grpSpPr>
        <p:sp>
          <p:nvSpPr>
            <p:cNvPr id="115723" name="Oval 49"/>
            <p:cNvSpPr>
              <a:spLocks noChangeArrowheads="1"/>
            </p:cNvSpPr>
            <p:nvPr/>
          </p:nvSpPr>
          <p:spPr bwMode="auto">
            <a:xfrm>
              <a:off x="1488" y="1728"/>
              <a:ext cx="952" cy="952"/>
            </a:xfrm>
            <a:prstGeom prst="ellipse">
              <a:avLst/>
            </a:prstGeom>
            <a:noFill/>
            <a:ln w="31750">
              <a:solidFill>
                <a:srgbClr val="CC0000"/>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a:p>
          </p:txBody>
        </p:sp>
        <p:sp>
          <p:nvSpPr>
            <p:cNvPr id="115724" name="Oval 50"/>
            <p:cNvSpPr>
              <a:spLocks noChangeArrowheads="1"/>
            </p:cNvSpPr>
            <p:nvPr/>
          </p:nvSpPr>
          <p:spPr bwMode="auto">
            <a:xfrm>
              <a:off x="628" y="1156"/>
              <a:ext cx="2056" cy="2056"/>
            </a:xfrm>
            <a:prstGeom prst="ellipse">
              <a:avLst/>
            </a:prstGeom>
            <a:noFill/>
            <a:ln w="31750">
              <a:solidFill>
                <a:srgbClr val="CC0000"/>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a:p>
          </p:txBody>
        </p:sp>
        <p:sp>
          <p:nvSpPr>
            <p:cNvPr id="115725" name="Oval 51"/>
            <p:cNvSpPr>
              <a:spLocks noChangeArrowheads="1"/>
            </p:cNvSpPr>
            <p:nvPr/>
          </p:nvSpPr>
          <p:spPr bwMode="auto">
            <a:xfrm>
              <a:off x="1108" y="1540"/>
              <a:ext cx="1432" cy="1384"/>
            </a:xfrm>
            <a:prstGeom prst="ellipse">
              <a:avLst/>
            </a:prstGeom>
            <a:noFill/>
            <a:ln w="31750">
              <a:solidFill>
                <a:srgbClr val="CC0000"/>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a:p>
          </p:txBody>
        </p:sp>
        <p:sp>
          <p:nvSpPr>
            <p:cNvPr id="115726" name="Oval 52"/>
            <p:cNvSpPr>
              <a:spLocks noChangeArrowheads="1"/>
            </p:cNvSpPr>
            <p:nvPr/>
          </p:nvSpPr>
          <p:spPr bwMode="auto">
            <a:xfrm>
              <a:off x="1780" y="1924"/>
              <a:ext cx="568" cy="568"/>
            </a:xfrm>
            <a:prstGeom prst="ellipse">
              <a:avLst/>
            </a:prstGeom>
            <a:noFill/>
            <a:ln w="31750">
              <a:solidFill>
                <a:srgbClr val="CC0000"/>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a:p>
          </p:txBody>
        </p:sp>
        <p:sp>
          <p:nvSpPr>
            <p:cNvPr id="115727" name="Oval 53"/>
            <p:cNvSpPr>
              <a:spLocks noChangeArrowheads="1"/>
            </p:cNvSpPr>
            <p:nvPr/>
          </p:nvSpPr>
          <p:spPr bwMode="auto">
            <a:xfrm>
              <a:off x="3604" y="1924"/>
              <a:ext cx="568" cy="568"/>
            </a:xfrm>
            <a:prstGeom prst="ellipse">
              <a:avLst/>
            </a:prstGeom>
            <a:noFill/>
            <a:ln w="31750">
              <a:solidFill>
                <a:srgbClr val="CC0000"/>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p>
          </p:txBody>
        </p:sp>
        <p:sp>
          <p:nvSpPr>
            <p:cNvPr id="115728" name="Oval 54"/>
            <p:cNvSpPr>
              <a:spLocks noChangeArrowheads="1"/>
            </p:cNvSpPr>
            <p:nvPr/>
          </p:nvSpPr>
          <p:spPr bwMode="auto">
            <a:xfrm>
              <a:off x="3508" y="1732"/>
              <a:ext cx="952" cy="952"/>
            </a:xfrm>
            <a:prstGeom prst="ellipse">
              <a:avLst/>
            </a:prstGeom>
            <a:noFill/>
            <a:ln w="31750">
              <a:solidFill>
                <a:srgbClr val="CC0000"/>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a:p>
          </p:txBody>
        </p:sp>
        <p:sp>
          <p:nvSpPr>
            <p:cNvPr id="115729" name="Oval 55"/>
            <p:cNvSpPr>
              <a:spLocks noChangeArrowheads="1"/>
            </p:cNvSpPr>
            <p:nvPr/>
          </p:nvSpPr>
          <p:spPr bwMode="auto">
            <a:xfrm>
              <a:off x="3412" y="1540"/>
              <a:ext cx="1432" cy="1384"/>
            </a:xfrm>
            <a:prstGeom prst="ellipse">
              <a:avLst/>
            </a:prstGeom>
            <a:noFill/>
            <a:ln w="31750">
              <a:solidFill>
                <a:srgbClr val="CC0000"/>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a:p>
          </p:txBody>
        </p:sp>
        <p:sp>
          <p:nvSpPr>
            <p:cNvPr id="115730" name="Oval 56"/>
            <p:cNvSpPr>
              <a:spLocks noChangeArrowheads="1"/>
            </p:cNvSpPr>
            <p:nvPr/>
          </p:nvSpPr>
          <p:spPr bwMode="auto">
            <a:xfrm>
              <a:off x="3268" y="1156"/>
              <a:ext cx="2056" cy="2056"/>
            </a:xfrm>
            <a:prstGeom prst="ellipse">
              <a:avLst/>
            </a:prstGeom>
            <a:noFill/>
            <a:ln w="31750">
              <a:solidFill>
                <a:srgbClr val="CC0000"/>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a:p>
          </p:txBody>
        </p:sp>
        <p:sp>
          <p:nvSpPr>
            <p:cNvPr id="115731" name="Line 57"/>
            <p:cNvSpPr>
              <a:spLocks noChangeShapeType="1"/>
            </p:cNvSpPr>
            <p:nvPr/>
          </p:nvSpPr>
          <p:spPr bwMode="auto">
            <a:xfrm>
              <a:off x="2976" y="960"/>
              <a:ext cx="0" cy="2784"/>
            </a:xfrm>
            <a:prstGeom prst="line">
              <a:avLst/>
            </a:prstGeom>
            <a:noFill/>
            <a:ln w="31750">
              <a:solidFill>
                <a:srgbClr val="CC0000"/>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a:p>
          </p:txBody>
        </p:sp>
        <p:sp>
          <p:nvSpPr>
            <p:cNvPr id="115732" name="Arc 58"/>
            <p:cNvSpPr>
              <a:spLocks/>
            </p:cNvSpPr>
            <p:nvPr/>
          </p:nvSpPr>
          <p:spPr bwMode="auto">
            <a:xfrm>
              <a:off x="3122" y="972"/>
              <a:ext cx="1248" cy="2405"/>
            </a:xfrm>
            <a:custGeom>
              <a:avLst/>
              <a:gdLst>
                <a:gd name="T0" fmla="*/ 0 w 21600"/>
                <a:gd name="T1" fmla="*/ 0 h 36078"/>
                <a:gd name="T2" fmla="*/ 0 w 21600"/>
                <a:gd name="T3" fmla="*/ 0 h 36078"/>
                <a:gd name="T4" fmla="*/ 0 w 21600"/>
                <a:gd name="T5" fmla="*/ 0 h 36078"/>
                <a:gd name="T6" fmla="*/ 0 60000 65536"/>
                <a:gd name="T7" fmla="*/ 0 60000 65536"/>
                <a:gd name="T8" fmla="*/ 0 60000 65536"/>
              </a:gdLst>
              <a:ahLst/>
              <a:cxnLst>
                <a:cxn ang="T6">
                  <a:pos x="T0" y="T1"/>
                </a:cxn>
                <a:cxn ang="T7">
                  <a:pos x="T2" y="T3"/>
                </a:cxn>
                <a:cxn ang="T8">
                  <a:pos x="T4" y="T5"/>
                </a:cxn>
              </a:cxnLst>
              <a:rect l="0" t="0" r="r" b="b"/>
              <a:pathLst>
                <a:path w="21600" h="36078" fill="none" extrusionOk="0">
                  <a:moveTo>
                    <a:pt x="8984" y="36077"/>
                  </a:moveTo>
                  <a:cubicBezTo>
                    <a:pt x="3343" y="32019"/>
                    <a:pt x="0" y="25494"/>
                    <a:pt x="0" y="18545"/>
                  </a:cubicBezTo>
                  <a:cubicBezTo>
                    <a:pt x="-1" y="10941"/>
                    <a:pt x="3997" y="3898"/>
                    <a:pt x="10525" y="0"/>
                  </a:cubicBezTo>
                </a:path>
                <a:path w="21600" h="36078" stroke="0" extrusionOk="0">
                  <a:moveTo>
                    <a:pt x="8984" y="36077"/>
                  </a:moveTo>
                  <a:cubicBezTo>
                    <a:pt x="3343" y="32019"/>
                    <a:pt x="0" y="25494"/>
                    <a:pt x="0" y="18545"/>
                  </a:cubicBezTo>
                  <a:cubicBezTo>
                    <a:pt x="-1" y="10941"/>
                    <a:pt x="3997" y="3898"/>
                    <a:pt x="10525" y="0"/>
                  </a:cubicBezTo>
                  <a:lnTo>
                    <a:pt x="21600" y="18545"/>
                  </a:lnTo>
                  <a:lnTo>
                    <a:pt x="8984" y="36077"/>
                  </a:lnTo>
                  <a:close/>
                </a:path>
              </a:pathLst>
            </a:custGeom>
            <a:noFill/>
            <a:ln w="31750">
              <a:solidFill>
                <a:srgbClr val="CC0000"/>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a:p>
          </p:txBody>
        </p:sp>
        <p:sp>
          <p:nvSpPr>
            <p:cNvPr id="115733" name="Arc 59"/>
            <p:cNvSpPr>
              <a:spLocks/>
            </p:cNvSpPr>
            <p:nvPr/>
          </p:nvSpPr>
          <p:spPr bwMode="auto">
            <a:xfrm rot="10800000">
              <a:off x="1440" y="1082"/>
              <a:ext cx="1392" cy="2404"/>
            </a:xfrm>
            <a:custGeom>
              <a:avLst/>
              <a:gdLst>
                <a:gd name="T0" fmla="*/ 0 w 21600"/>
                <a:gd name="T1" fmla="*/ 0 h 37310"/>
                <a:gd name="T2" fmla="*/ 0 w 21600"/>
                <a:gd name="T3" fmla="*/ 0 h 37310"/>
                <a:gd name="T4" fmla="*/ 0 w 21600"/>
                <a:gd name="T5" fmla="*/ 0 h 37310"/>
                <a:gd name="T6" fmla="*/ 0 60000 65536"/>
                <a:gd name="T7" fmla="*/ 0 60000 65536"/>
                <a:gd name="T8" fmla="*/ 0 60000 65536"/>
              </a:gdLst>
              <a:ahLst/>
              <a:cxnLst>
                <a:cxn ang="T6">
                  <a:pos x="T0" y="T1"/>
                </a:cxn>
                <a:cxn ang="T7">
                  <a:pos x="T2" y="T3"/>
                </a:cxn>
                <a:cxn ang="T8">
                  <a:pos x="T4" y="T5"/>
                </a:cxn>
              </a:cxnLst>
              <a:rect l="0" t="0" r="r" b="b"/>
              <a:pathLst>
                <a:path w="21600" h="37310" fill="none" extrusionOk="0">
                  <a:moveTo>
                    <a:pt x="8922" y="37309"/>
                  </a:moveTo>
                  <a:cubicBezTo>
                    <a:pt x="3317" y="33247"/>
                    <a:pt x="0" y="26744"/>
                    <a:pt x="0" y="19822"/>
                  </a:cubicBezTo>
                  <a:cubicBezTo>
                    <a:pt x="-1" y="11210"/>
                    <a:pt x="5115" y="3421"/>
                    <a:pt x="13018" y="0"/>
                  </a:cubicBezTo>
                </a:path>
                <a:path w="21600" h="37310" stroke="0" extrusionOk="0">
                  <a:moveTo>
                    <a:pt x="8922" y="37309"/>
                  </a:moveTo>
                  <a:cubicBezTo>
                    <a:pt x="3317" y="33247"/>
                    <a:pt x="0" y="26744"/>
                    <a:pt x="0" y="19822"/>
                  </a:cubicBezTo>
                  <a:cubicBezTo>
                    <a:pt x="-1" y="11210"/>
                    <a:pt x="5115" y="3421"/>
                    <a:pt x="13018" y="0"/>
                  </a:cubicBezTo>
                  <a:lnTo>
                    <a:pt x="21600" y="19822"/>
                  </a:lnTo>
                  <a:lnTo>
                    <a:pt x="8922" y="37309"/>
                  </a:lnTo>
                  <a:close/>
                </a:path>
              </a:pathLst>
            </a:custGeom>
            <a:noFill/>
            <a:ln w="31750">
              <a:solidFill>
                <a:srgbClr val="CC0000"/>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a:p>
          </p:txBody>
        </p:sp>
      </p:grpSp>
      <p:grpSp>
        <p:nvGrpSpPr>
          <p:cNvPr id="729148" name="Group 60"/>
          <p:cNvGrpSpPr>
            <a:grpSpLocks/>
          </p:cNvGrpSpPr>
          <p:nvPr/>
        </p:nvGrpSpPr>
        <p:grpSpPr bwMode="auto">
          <a:xfrm>
            <a:off x="4724400" y="3200401"/>
            <a:ext cx="3041650" cy="519113"/>
            <a:chOff x="3604" y="48"/>
            <a:chExt cx="2012" cy="327"/>
          </a:xfrm>
        </p:grpSpPr>
        <p:sp>
          <p:nvSpPr>
            <p:cNvPr id="115719" name="Oval 61"/>
            <p:cNvSpPr>
              <a:spLocks noChangeArrowheads="1"/>
            </p:cNvSpPr>
            <p:nvPr/>
          </p:nvSpPr>
          <p:spPr bwMode="auto">
            <a:xfrm>
              <a:off x="5336" y="91"/>
              <a:ext cx="280" cy="280"/>
            </a:xfrm>
            <a:prstGeom prst="ellipse">
              <a:avLst/>
            </a:prstGeom>
            <a:gradFill rotWithShape="0">
              <a:gsLst>
                <a:gs pos="0">
                  <a:srgbClr val="CC0066"/>
                </a:gs>
                <a:gs pos="100000">
                  <a:srgbClr val="58002C"/>
                </a:gs>
              </a:gsLst>
              <a:path path="shape">
                <a:fillToRect l="50000" t="50000" r="50000" b="50000"/>
              </a:path>
            </a:gradFill>
            <a:ln>
              <a:noFill/>
            </a:ln>
            <a:effectLst/>
            <a:extLst>
              <a:ext uri="{91240B29-F687-4F45-9708-019B960494DF}">
                <a14:hiddenLine xmlns:a14="http://schemas.microsoft.com/office/drawing/2010/main" w="31750">
                  <a:solidFill>
                    <a:srgbClr val="CC33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p>
          </p:txBody>
        </p:sp>
        <p:sp>
          <p:nvSpPr>
            <p:cNvPr id="115720" name="Rectangle 62"/>
            <p:cNvSpPr>
              <a:spLocks noChangeArrowheads="1"/>
            </p:cNvSpPr>
            <p:nvPr/>
          </p:nvSpPr>
          <p:spPr bwMode="auto">
            <a:xfrm>
              <a:off x="5332" y="48"/>
              <a:ext cx="24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r>
                <a:rPr lang="en-US" altLang="zh-CN" sz="2800">
                  <a:solidFill>
                    <a:srgbClr val="FFFF00"/>
                  </a:solidFill>
                  <a:latin typeface="宋体" panose="02010600030101010101" pitchFamily="2" charset="-122"/>
                </a:rPr>
                <a:t>+</a:t>
              </a:r>
            </a:p>
          </p:txBody>
        </p:sp>
        <p:sp>
          <p:nvSpPr>
            <p:cNvPr id="115721" name="Oval 63"/>
            <p:cNvSpPr>
              <a:spLocks noChangeArrowheads="1"/>
            </p:cNvSpPr>
            <p:nvPr/>
          </p:nvSpPr>
          <p:spPr bwMode="auto">
            <a:xfrm>
              <a:off x="3604" y="87"/>
              <a:ext cx="288" cy="288"/>
            </a:xfrm>
            <a:prstGeom prst="ellipse">
              <a:avLst/>
            </a:prstGeom>
            <a:gradFill rotWithShape="0">
              <a:gsLst>
                <a:gs pos="0">
                  <a:srgbClr val="009900"/>
                </a:gs>
                <a:gs pos="100000">
                  <a:srgbClr val="004200"/>
                </a:gs>
              </a:gsLst>
              <a:path path="shape">
                <a:fillToRect l="50000" t="50000" r="50000" b="50000"/>
              </a:path>
            </a:gradFill>
            <a:ln>
              <a:noFill/>
            </a:ln>
            <a:effectLst/>
            <a:extLst>
              <a:ext uri="{91240B29-F687-4F45-9708-019B960494DF}">
                <a14:hiddenLine xmlns:a14="http://schemas.microsoft.com/office/drawing/2010/main" w="3175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p>
          </p:txBody>
        </p:sp>
        <p:sp>
          <p:nvSpPr>
            <p:cNvPr id="115722" name="Line 64"/>
            <p:cNvSpPr>
              <a:spLocks noChangeShapeType="1"/>
            </p:cNvSpPr>
            <p:nvPr/>
          </p:nvSpPr>
          <p:spPr bwMode="auto">
            <a:xfrm>
              <a:off x="3700" y="231"/>
              <a:ext cx="96" cy="0"/>
            </a:xfrm>
            <a:prstGeom prst="line">
              <a:avLst/>
            </a:prstGeom>
            <a:noFill/>
            <a:ln w="31750">
              <a:solidFill>
                <a:srgbClr val="FFFF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9" presetClass="entr" presetSubtype="0" fill="hold" nodeType="afterEffect">
                                  <p:stCondLst>
                                    <p:cond delay="0"/>
                                  </p:stCondLst>
                                  <p:childTnLst>
                                    <p:set>
                                      <p:cBhvr>
                                        <p:cTn id="6" dur="1" fill="hold">
                                          <p:stCondLst>
                                            <p:cond delay="0"/>
                                          </p:stCondLst>
                                        </p:cTn>
                                        <p:tgtEl>
                                          <p:spTgt spid="729148"/>
                                        </p:tgtEl>
                                        <p:attrNameLst>
                                          <p:attrName>style.visibility</p:attrName>
                                        </p:attrNameLst>
                                      </p:cBhvr>
                                      <p:to>
                                        <p:strVal val="visible"/>
                                      </p:to>
                                    </p:set>
                                    <p:animEffect transition="in" filter="dissolve">
                                      <p:cBhvr>
                                        <p:cTn id="7" dur="500"/>
                                        <p:tgtEl>
                                          <p:spTgt spid="72914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6" presetClass="entr" presetSubtype="42" fill="hold" nodeType="clickEffect">
                                  <p:stCondLst>
                                    <p:cond delay="0"/>
                                  </p:stCondLst>
                                  <p:childTnLst>
                                    <p:set>
                                      <p:cBhvr>
                                        <p:cTn id="11" dur="1" fill="hold">
                                          <p:stCondLst>
                                            <p:cond delay="0"/>
                                          </p:stCondLst>
                                        </p:cTn>
                                        <p:tgtEl>
                                          <p:spTgt spid="729136"/>
                                        </p:tgtEl>
                                        <p:attrNameLst>
                                          <p:attrName>style.visibility</p:attrName>
                                        </p:attrNameLst>
                                      </p:cBhvr>
                                      <p:to>
                                        <p:strVal val="visible"/>
                                      </p:to>
                                    </p:set>
                                    <p:animEffect transition="in" filter="barn(outHorizontal)">
                                      <p:cBhvr>
                                        <p:cTn id="12" dur="500"/>
                                        <p:tgtEl>
                                          <p:spTgt spid="7291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6132" y="2333928"/>
            <a:ext cx="7545567" cy="2190144"/>
          </a:xfrm>
          <a:prstGeom prst="rect">
            <a:avLst/>
          </a:prstGeom>
        </p:spPr>
      </p:pic>
      <p:pic>
        <p:nvPicPr>
          <p:cNvPr id="7" name="图片 6"/>
          <p:cNvPicPr>
            <a:picLocks noChangeAspect="1"/>
          </p:cNvPicPr>
          <p:nvPr/>
        </p:nvPicPr>
        <p:blipFill rotWithShape="1">
          <a:blip r:embed="rId4" cstate="print">
            <a:extLst>
              <a:ext uri="{28A0092B-C50C-407E-A947-70E740481C1C}">
                <a14:useLocalDpi xmlns:a14="http://schemas.microsoft.com/office/drawing/2010/main" val="0"/>
              </a:ext>
            </a:extLst>
          </a:blip>
          <a:srcRect l="12768" t="5332" r="11656" b="741"/>
          <a:stretch/>
        </p:blipFill>
        <p:spPr>
          <a:xfrm>
            <a:off x="7669243" y="1476887"/>
            <a:ext cx="3685308" cy="3751825"/>
          </a:xfrm>
          <a:prstGeom prst="rect">
            <a:avLst/>
          </a:prstGeom>
        </p:spPr>
      </p:pic>
      <p:sp>
        <p:nvSpPr>
          <p:cNvPr id="4" name="标题 3">
            <a:extLst>
              <a:ext uri="{FF2B5EF4-FFF2-40B4-BE49-F238E27FC236}">
                <a16:creationId xmlns:a16="http://schemas.microsoft.com/office/drawing/2014/main" id="{88D52188-FA62-406A-A847-9377BA44E80E}"/>
              </a:ext>
            </a:extLst>
          </p:cNvPr>
          <p:cNvSpPr txBox="1">
            <a:spLocks/>
          </p:cNvSpPr>
          <p:nvPr/>
        </p:nvSpPr>
        <p:spPr>
          <a:xfrm>
            <a:off x="905933" y="267349"/>
            <a:ext cx="2660650" cy="1114425"/>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57200" indent="-457200">
              <a:buFont typeface="Wingdings" panose="05000000000000000000" pitchFamily="2" charset="2"/>
              <a:buChar char="q"/>
            </a:pPr>
            <a:r>
              <a:rPr lang="zh-CN" altLang="en-US" sz="3200" b="1" dirty="0">
                <a:solidFill>
                  <a:srgbClr val="0066FF"/>
                </a:solidFill>
                <a:latin typeface="华文楷体" panose="02010600040101010101" pitchFamily="2" charset="-122"/>
                <a:ea typeface="华文楷体" panose="02010600040101010101" pitchFamily="2" charset="-122"/>
              </a:rPr>
              <a:t>等势面</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6" descr="電場- Wikiwand">
            <a:extLst>
              <a:ext uri="{FF2B5EF4-FFF2-40B4-BE49-F238E27FC236}">
                <a16:creationId xmlns:a16="http://schemas.microsoft.com/office/drawing/2014/main" id="{50F49F74-9D58-43AF-B0FA-844DB29D473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6128" y="2142717"/>
            <a:ext cx="2580309" cy="2580309"/>
          </a:xfrm>
          <a:prstGeom prst="rect">
            <a:avLst/>
          </a:prstGeom>
          <a:noFill/>
          <a:extLst>
            <a:ext uri="{909E8E84-426E-40DD-AFC4-6F175D3DCCD1}">
              <a14:hiddenFill xmlns:a14="http://schemas.microsoft.com/office/drawing/2010/main">
                <a:solidFill>
                  <a:srgbClr val="FFFFFF"/>
                </a:solidFill>
              </a14:hiddenFill>
            </a:ext>
          </a:extLst>
        </p:spPr>
      </p:pic>
      <p:sp>
        <p:nvSpPr>
          <p:cNvPr id="3" name="椭圆 2">
            <a:extLst>
              <a:ext uri="{FF2B5EF4-FFF2-40B4-BE49-F238E27FC236}">
                <a16:creationId xmlns:a16="http://schemas.microsoft.com/office/drawing/2014/main" id="{3D2C9BE5-A7B0-4A7A-BE51-3DF062C0C113}"/>
              </a:ext>
            </a:extLst>
          </p:cNvPr>
          <p:cNvSpPr>
            <a:spLocks noChangeAspect="1"/>
          </p:cNvSpPr>
          <p:nvPr/>
        </p:nvSpPr>
        <p:spPr>
          <a:xfrm>
            <a:off x="880257" y="2466846"/>
            <a:ext cx="1932049" cy="1932049"/>
          </a:xfrm>
          <a:prstGeom prst="ellipse">
            <a:avLst/>
          </a:prstGeom>
          <a:noFill/>
          <a:ln>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p>
        </p:txBody>
      </p:sp>
      <p:sp>
        <p:nvSpPr>
          <p:cNvPr id="4" name="椭圆 3">
            <a:extLst>
              <a:ext uri="{FF2B5EF4-FFF2-40B4-BE49-F238E27FC236}">
                <a16:creationId xmlns:a16="http://schemas.microsoft.com/office/drawing/2014/main" id="{21242B56-9701-4229-A387-8B3BEC2C351F}"/>
              </a:ext>
            </a:extLst>
          </p:cNvPr>
          <p:cNvSpPr>
            <a:spLocks noChangeAspect="1"/>
          </p:cNvSpPr>
          <p:nvPr/>
        </p:nvSpPr>
        <p:spPr>
          <a:xfrm>
            <a:off x="516435" y="2165463"/>
            <a:ext cx="2620002" cy="2620002"/>
          </a:xfrm>
          <a:prstGeom prst="ellipse">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p>
        </p:txBody>
      </p:sp>
      <p:sp>
        <p:nvSpPr>
          <p:cNvPr id="5" name="椭圆 4">
            <a:extLst>
              <a:ext uri="{FF2B5EF4-FFF2-40B4-BE49-F238E27FC236}">
                <a16:creationId xmlns:a16="http://schemas.microsoft.com/office/drawing/2014/main" id="{F8641583-9A2D-41AA-ABD6-B83E711D2D80}"/>
              </a:ext>
            </a:extLst>
          </p:cNvPr>
          <p:cNvSpPr/>
          <p:nvPr/>
        </p:nvSpPr>
        <p:spPr>
          <a:xfrm rot="19416383">
            <a:off x="2554112" y="2808702"/>
            <a:ext cx="176400" cy="177040"/>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p>
        </p:txBody>
      </p:sp>
      <p:sp>
        <p:nvSpPr>
          <p:cNvPr id="7" name="文本框 6">
            <a:extLst>
              <a:ext uri="{FF2B5EF4-FFF2-40B4-BE49-F238E27FC236}">
                <a16:creationId xmlns:a16="http://schemas.microsoft.com/office/drawing/2014/main" id="{F555571C-88D2-4A59-B0C9-5749688AD8EE}"/>
              </a:ext>
            </a:extLst>
          </p:cNvPr>
          <p:cNvSpPr txBox="1"/>
          <p:nvPr/>
        </p:nvSpPr>
        <p:spPr>
          <a:xfrm>
            <a:off x="2364238" y="2570827"/>
            <a:ext cx="247038" cy="523220"/>
          </a:xfrm>
          <a:prstGeom prst="rect">
            <a:avLst/>
          </a:prstGeom>
          <a:noFill/>
        </p:spPr>
        <p:txBody>
          <a:bodyPr wrap="square" rtlCol="0">
            <a:spAutoFit/>
          </a:bodyPr>
          <a:lstStyle/>
          <a:p>
            <a:r>
              <a:rPr lang="en-US" altLang="zh-CN" sz="2800" dirty="0">
                <a:solidFill>
                  <a:srgbClr val="00B050"/>
                </a:solidFill>
              </a:rPr>
              <a:t>a</a:t>
            </a:r>
            <a:endParaRPr lang="en-US" sz="2800" dirty="0">
              <a:solidFill>
                <a:srgbClr val="00B050"/>
              </a:solidFill>
            </a:endParaRPr>
          </a:p>
        </p:txBody>
      </p:sp>
      <p:sp>
        <p:nvSpPr>
          <p:cNvPr id="8" name="文本框 7">
            <a:extLst>
              <a:ext uri="{FF2B5EF4-FFF2-40B4-BE49-F238E27FC236}">
                <a16:creationId xmlns:a16="http://schemas.microsoft.com/office/drawing/2014/main" id="{59960460-A521-42A1-A65A-3FC972D55041}"/>
              </a:ext>
            </a:extLst>
          </p:cNvPr>
          <p:cNvSpPr txBox="1"/>
          <p:nvPr/>
        </p:nvSpPr>
        <p:spPr>
          <a:xfrm>
            <a:off x="2745693" y="2226507"/>
            <a:ext cx="247038" cy="523220"/>
          </a:xfrm>
          <a:prstGeom prst="rect">
            <a:avLst/>
          </a:prstGeom>
          <a:noFill/>
        </p:spPr>
        <p:txBody>
          <a:bodyPr wrap="square" rtlCol="0">
            <a:spAutoFit/>
          </a:bodyPr>
          <a:lstStyle/>
          <a:p>
            <a:r>
              <a:rPr lang="en-US" sz="2800" dirty="0">
                <a:solidFill>
                  <a:srgbClr val="FF0000"/>
                </a:solidFill>
              </a:rPr>
              <a:t>b</a:t>
            </a:r>
          </a:p>
        </p:txBody>
      </p:sp>
      <p:sp>
        <p:nvSpPr>
          <p:cNvPr id="9" name="矩形 8">
            <a:extLst>
              <a:ext uri="{FF2B5EF4-FFF2-40B4-BE49-F238E27FC236}">
                <a16:creationId xmlns:a16="http://schemas.microsoft.com/office/drawing/2014/main" id="{297BDDEF-947E-4C1A-9434-2F68160749E9}"/>
              </a:ext>
            </a:extLst>
          </p:cNvPr>
          <p:cNvSpPr/>
          <p:nvPr/>
        </p:nvSpPr>
        <p:spPr>
          <a:xfrm>
            <a:off x="3802891" y="958707"/>
            <a:ext cx="7096816" cy="1384995"/>
          </a:xfrm>
          <a:prstGeom prst="rect">
            <a:avLst/>
          </a:prstGeom>
        </p:spPr>
        <p:txBody>
          <a:bodyPr wrap="square">
            <a:spAutoFit/>
          </a:bodyPr>
          <a:lstStyle/>
          <a:p>
            <a:r>
              <a:rPr lang="zh-CN" altLang="en-US" sz="2800" dirty="0">
                <a:solidFill>
                  <a:srgbClr val="000000"/>
                </a:solidFill>
                <a:latin typeface="华文楷体" panose="02010600040101010101" pitchFamily="2" charset="-122"/>
                <a:ea typeface="华文楷体" panose="02010600040101010101" pitchFamily="2" charset="-122"/>
              </a:rPr>
              <a:t> 数学上，若某一标量函数对某一方向有最大变化率，则定义此方向上的导数为该标量函数的</a:t>
            </a:r>
            <a:r>
              <a:rPr lang="zh-CN" altLang="en-US" sz="2800" b="1" dirty="0">
                <a:solidFill>
                  <a:srgbClr val="0066FF"/>
                </a:solidFill>
                <a:latin typeface="华文楷体" panose="02010600040101010101" pitchFamily="2" charset="-122"/>
                <a:ea typeface="华文楷体" panose="02010600040101010101" pitchFamily="2" charset="-122"/>
              </a:rPr>
              <a:t>梯度</a:t>
            </a:r>
            <a:endParaRPr lang="en-US" sz="2800" b="1" dirty="0">
              <a:solidFill>
                <a:srgbClr val="0066FF"/>
              </a:solidFill>
              <a:latin typeface="华文楷体" panose="02010600040101010101" pitchFamily="2" charset="-122"/>
              <a:ea typeface="华文楷体" panose="02010600040101010101" pitchFamily="2" charset="-122"/>
            </a:endParaRPr>
          </a:p>
        </p:txBody>
      </p:sp>
      <p:sp>
        <p:nvSpPr>
          <p:cNvPr id="33" name="标题 27">
            <a:extLst>
              <a:ext uri="{FF2B5EF4-FFF2-40B4-BE49-F238E27FC236}">
                <a16:creationId xmlns:a16="http://schemas.microsoft.com/office/drawing/2014/main" id="{089AD43F-D6C9-4785-9C45-4AB20D17EE60}"/>
              </a:ext>
            </a:extLst>
          </p:cNvPr>
          <p:cNvSpPr txBox="1">
            <a:spLocks/>
          </p:cNvSpPr>
          <p:nvPr/>
        </p:nvSpPr>
        <p:spPr>
          <a:xfrm>
            <a:off x="841764" y="953650"/>
            <a:ext cx="7543800" cy="145075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57200" indent="-457200">
              <a:buFont typeface="Wingdings" panose="05000000000000000000" pitchFamily="2" charset="2"/>
              <a:buChar char="q"/>
            </a:pPr>
            <a:r>
              <a:rPr lang="zh-CN" altLang="en-US" sz="3200" b="1" dirty="0">
                <a:solidFill>
                  <a:srgbClr val="0066FF"/>
                </a:solidFill>
                <a:latin typeface="华文楷体" panose="02010600040101010101" pitchFamily="2" charset="-122"/>
                <a:ea typeface="华文楷体" panose="02010600040101010101" pitchFamily="2" charset="-122"/>
              </a:rPr>
              <a:t>电势梯度</a:t>
            </a:r>
          </a:p>
        </p:txBody>
      </p:sp>
      <mc:AlternateContent xmlns:mc="http://schemas.openxmlformats.org/markup-compatibility/2006" xmlns:a14="http://schemas.microsoft.com/office/drawing/2010/main">
        <mc:Choice Requires="a14">
          <p:sp>
            <p:nvSpPr>
              <p:cNvPr id="34" name="内容占位符 28">
                <a:extLst>
                  <a:ext uri="{FF2B5EF4-FFF2-40B4-BE49-F238E27FC236}">
                    <a16:creationId xmlns:a16="http://schemas.microsoft.com/office/drawing/2014/main" id="{5D25C992-5A90-4C12-A650-D8AFEF9F2E78}"/>
                  </a:ext>
                </a:extLst>
              </p:cNvPr>
              <p:cNvSpPr txBox="1">
                <a:spLocks/>
              </p:cNvSpPr>
              <p:nvPr/>
            </p:nvSpPr>
            <p:spPr>
              <a:xfrm>
                <a:off x="3662863" y="3169549"/>
                <a:ext cx="4342191" cy="402336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spcBef>
                    <a:spcPct val="50000"/>
                  </a:spcBef>
                  <a:buNone/>
                </a:pPr>
                <a14:m>
                  <m:oMathPara xmlns:m="http://schemas.openxmlformats.org/officeDocument/2006/math">
                    <m:oMathParaPr>
                      <m:jc m:val="centerGroup"/>
                    </m:oMathParaPr>
                    <m:oMath xmlns:m="http://schemas.openxmlformats.org/officeDocument/2006/math">
                      <m:r>
                        <a:rPr lang="en-US" altLang="zh-CN" b="0" smtClean="0">
                          <a:latin typeface="Cambria Math" panose="02040503050406030204" pitchFamily="18" charset="0"/>
                        </a:rPr>
                        <m:t>−</m:t>
                      </m:r>
                      <m:r>
                        <a:rPr lang="en-US" altLang="zh-CN" b="0" i="1">
                          <a:latin typeface="Cambria Math" panose="02040503050406030204" pitchFamily="18" charset="0"/>
                        </a:rPr>
                        <m:t>𝑑</m:t>
                      </m:r>
                      <m:r>
                        <a:rPr lang="zh-CN" altLang="en-US" b="0" i="1" smtClean="0">
                          <a:solidFill>
                            <a:srgbClr val="000000"/>
                          </a:solidFill>
                          <a:latin typeface="Cambria Math" panose="02040503050406030204" pitchFamily="18" charset="0"/>
                        </a:rPr>
                        <m:t>𝜑</m:t>
                      </m:r>
                      <m:r>
                        <a:rPr lang="en-US" altLang="zh-CN" b="0" i="1">
                          <a:latin typeface="Cambria Math" panose="02040503050406030204" pitchFamily="18" charset="0"/>
                        </a:rPr>
                        <m:t>=</m:t>
                      </m:r>
                      <m:acc>
                        <m:accPr>
                          <m:chr m:val="⃗"/>
                          <m:ctrlPr>
                            <a:rPr lang="en-US" altLang="zh-CN" i="1">
                              <a:latin typeface="Cambria Math" panose="02040503050406030204" pitchFamily="18" charset="0"/>
                            </a:rPr>
                          </m:ctrlPr>
                        </m:accPr>
                        <m:e>
                          <m:r>
                            <a:rPr lang="en-US" altLang="zh-CN" b="0" i="1">
                              <a:latin typeface="Cambria Math" panose="02040503050406030204" pitchFamily="18" charset="0"/>
                            </a:rPr>
                            <m:t>𝐸</m:t>
                          </m:r>
                        </m:e>
                      </m:acc>
                      <m:r>
                        <a:rPr lang="en-US" altLang="zh-CN" b="0" i="1">
                          <a:latin typeface="Cambria Math" panose="02040503050406030204" pitchFamily="18" charset="0"/>
                          <a:ea typeface="Cambria Math" panose="02040503050406030204" pitchFamily="18" charset="0"/>
                        </a:rPr>
                        <m:t>∙</m:t>
                      </m:r>
                      <m:r>
                        <a:rPr lang="en-US" altLang="zh-CN" b="0" i="1">
                          <a:latin typeface="Cambria Math" panose="02040503050406030204" pitchFamily="18" charset="0"/>
                          <a:ea typeface="Cambria Math" panose="02040503050406030204" pitchFamily="18" charset="0"/>
                        </a:rPr>
                        <m:t>𝑑</m:t>
                      </m:r>
                      <m:acc>
                        <m:accPr>
                          <m:chr m:val="⃗"/>
                          <m:ctrlPr>
                            <a:rPr lang="en-US" altLang="zh-CN" i="1">
                              <a:latin typeface="Cambria Math" panose="02040503050406030204" pitchFamily="18" charset="0"/>
                              <a:ea typeface="Cambria Math" panose="02040503050406030204" pitchFamily="18" charset="0"/>
                            </a:rPr>
                          </m:ctrlPr>
                        </m:accPr>
                        <m:e>
                          <m:r>
                            <a:rPr lang="en-US" altLang="zh-CN" b="0" i="1">
                              <a:latin typeface="Cambria Math" panose="02040503050406030204" pitchFamily="18" charset="0"/>
                              <a:ea typeface="Cambria Math" panose="02040503050406030204" pitchFamily="18" charset="0"/>
                            </a:rPr>
                            <m:t>𝑙</m:t>
                          </m:r>
                        </m:e>
                      </m:acc>
                      <m:r>
                        <a:rPr lang="en-US" altLang="zh-CN" b="0" i="1">
                          <a:latin typeface="Cambria Math" panose="02040503050406030204" pitchFamily="18" charset="0"/>
                        </a:rPr>
                        <m:t>=</m:t>
                      </m:r>
                      <m:r>
                        <a:rPr lang="en-US" altLang="zh-CN" b="0" i="1">
                          <a:latin typeface="Cambria Math" panose="02040503050406030204" pitchFamily="18" charset="0"/>
                        </a:rPr>
                        <m:t>𝐸𝑑𝑙</m:t>
                      </m:r>
                      <m:func>
                        <m:funcPr>
                          <m:ctrlPr>
                            <a:rPr lang="en-US" altLang="zh-CN" i="1">
                              <a:latin typeface="Cambria Math" panose="02040503050406030204" pitchFamily="18" charset="0"/>
                            </a:rPr>
                          </m:ctrlPr>
                        </m:funcPr>
                        <m:fName>
                          <m:r>
                            <a:rPr lang="en-US" altLang="zh-CN" b="0" i="1">
                              <a:latin typeface="Cambria Math" panose="02040503050406030204" pitchFamily="18" charset="0"/>
                            </a:rPr>
                            <m:t>𝑐𝑜𝑠</m:t>
                          </m:r>
                        </m:fName>
                        <m:e>
                          <m:r>
                            <a:rPr lang="zh-CN" altLang="en-US" b="0" i="1" smtClean="0">
                              <a:latin typeface="Cambria Math" panose="02040503050406030204" pitchFamily="18" charset="0"/>
                            </a:rPr>
                            <m:t>𝞱</m:t>
                          </m:r>
                        </m:e>
                      </m:func>
                    </m:oMath>
                  </m:oMathPara>
                </a14:m>
                <a:endParaRPr lang="en-US" altLang="zh-CN" dirty="0">
                  <a:latin typeface="黑体" panose="02010609060101010101" pitchFamily="49" charset="-122"/>
                </a:endParaRPr>
              </a:p>
              <a:p>
                <a:pPr marL="0" indent="0">
                  <a:lnSpc>
                    <a:spcPct val="120000"/>
                  </a:lnSpc>
                  <a:spcBef>
                    <a:spcPct val="50000"/>
                  </a:spcBef>
                  <a:buNone/>
                </a:pPr>
                <a14:m>
                  <m:oMathPara xmlns:m="http://schemas.openxmlformats.org/officeDocument/2006/math">
                    <m:oMathParaPr>
                      <m:jc m:val="centerGroup"/>
                    </m:oMathParaPr>
                    <m:oMath xmlns:m="http://schemas.openxmlformats.org/officeDocument/2006/math">
                      <m:r>
                        <a:rPr lang="en-US" altLang="zh-CN" b="0" i="1">
                          <a:solidFill>
                            <a:srgbClr val="000000"/>
                          </a:solidFill>
                          <a:latin typeface="Cambria Math" panose="02040503050406030204" pitchFamily="18" charset="0"/>
                          <a:ea typeface="Cambria Math" panose="02040503050406030204" pitchFamily="18" charset="0"/>
                        </a:rPr>
                        <m:t>→</m:t>
                      </m:r>
                      <m:r>
                        <a:rPr lang="en-US" altLang="zh-CN" b="0" i="1">
                          <a:solidFill>
                            <a:srgbClr val="000000"/>
                          </a:solidFill>
                          <a:latin typeface="Cambria Math" panose="02040503050406030204" pitchFamily="18" charset="0"/>
                        </a:rPr>
                        <m:t>𝐸</m:t>
                      </m:r>
                      <m:func>
                        <m:funcPr>
                          <m:ctrlPr>
                            <a:rPr lang="en-US" altLang="zh-CN" i="1">
                              <a:solidFill>
                                <a:srgbClr val="000000"/>
                              </a:solidFill>
                              <a:latin typeface="Cambria Math" panose="02040503050406030204" pitchFamily="18" charset="0"/>
                            </a:rPr>
                          </m:ctrlPr>
                        </m:funcPr>
                        <m:fName>
                          <m:r>
                            <a:rPr lang="en-US" altLang="zh-CN" b="0" i="1">
                              <a:solidFill>
                                <a:srgbClr val="000000"/>
                              </a:solidFill>
                              <a:latin typeface="Cambria Math" panose="02040503050406030204" pitchFamily="18" charset="0"/>
                            </a:rPr>
                            <m:t>𝑐𝑜𝑠</m:t>
                          </m:r>
                        </m:fName>
                        <m:e>
                          <m:r>
                            <a:rPr lang="zh-CN" altLang="en-US" b="0" i="1" smtClean="0">
                              <a:solidFill>
                                <a:srgbClr val="000000"/>
                              </a:solidFill>
                              <a:latin typeface="Cambria Math" panose="02040503050406030204" pitchFamily="18" charset="0"/>
                            </a:rPr>
                            <m:t>𝞱</m:t>
                          </m:r>
                        </m:e>
                      </m:func>
                      <m:r>
                        <a:rPr lang="en-US" altLang="zh-CN" b="0" i="1">
                          <a:solidFill>
                            <a:srgbClr val="000000"/>
                          </a:solidFill>
                          <a:latin typeface="Cambria Math" panose="02040503050406030204" pitchFamily="18" charset="0"/>
                        </a:rPr>
                        <m:t>=−</m:t>
                      </m:r>
                      <m:f>
                        <m:fPr>
                          <m:ctrlPr>
                            <a:rPr lang="en-US" altLang="zh-CN" i="1">
                              <a:solidFill>
                                <a:srgbClr val="000000"/>
                              </a:solidFill>
                              <a:latin typeface="Cambria Math" panose="02040503050406030204" pitchFamily="18" charset="0"/>
                            </a:rPr>
                          </m:ctrlPr>
                        </m:fPr>
                        <m:num>
                          <m:r>
                            <a:rPr lang="en-US" altLang="zh-CN" b="0" i="1">
                              <a:solidFill>
                                <a:srgbClr val="000000"/>
                              </a:solidFill>
                              <a:latin typeface="Cambria Math" panose="02040503050406030204" pitchFamily="18" charset="0"/>
                            </a:rPr>
                            <m:t>𝑑</m:t>
                          </m:r>
                          <m:r>
                            <a:rPr lang="zh-CN" altLang="en-US" b="0" i="1" smtClean="0">
                              <a:solidFill>
                                <a:srgbClr val="000000"/>
                              </a:solidFill>
                              <a:latin typeface="Cambria Math" panose="02040503050406030204" pitchFamily="18" charset="0"/>
                            </a:rPr>
                            <m:t>𝜑</m:t>
                          </m:r>
                        </m:num>
                        <m:den>
                          <m:r>
                            <a:rPr lang="en-US" altLang="zh-CN" b="0" i="1">
                              <a:solidFill>
                                <a:srgbClr val="000000"/>
                              </a:solidFill>
                              <a:latin typeface="Cambria Math" panose="02040503050406030204" pitchFamily="18" charset="0"/>
                            </a:rPr>
                            <m:t>𝑑𝑙</m:t>
                          </m:r>
                        </m:den>
                      </m:f>
                    </m:oMath>
                  </m:oMathPara>
                </a14:m>
                <a:endParaRPr lang="en-US" altLang="zh-CN" i="1" dirty="0">
                  <a:solidFill>
                    <a:srgbClr val="000000"/>
                  </a:solidFill>
                  <a:latin typeface="Cambria Math" panose="02040503050406030204" pitchFamily="18" charset="0"/>
                </a:endParaRPr>
              </a:p>
              <a:p>
                <a:pPr marL="0" indent="0">
                  <a:lnSpc>
                    <a:spcPct val="120000"/>
                  </a:lnSpc>
                  <a:spcBef>
                    <a:spcPct val="50000"/>
                  </a:spcBef>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zh-CN" altLang="en-US" b="0" i="1">
                          <a:solidFill>
                            <a:srgbClr val="000000"/>
                          </a:solidFill>
                          <a:latin typeface="Cambria Math" panose="02040503050406030204" pitchFamily="18" charset="0"/>
                        </a:rPr>
                        <m:t>当</m:t>
                      </m:r>
                      <m:r>
                        <a:rPr lang="zh-CN" altLang="en-US" b="0" i="1" smtClean="0">
                          <a:solidFill>
                            <a:srgbClr val="000000"/>
                          </a:solidFill>
                          <a:latin typeface="Cambria Math" panose="02040503050406030204" pitchFamily="18" charset="0"/>
                        </a:rPr>
                        <m:t>𝞱</m:t>
                      </m:r>
                      <m:r>
                        <a:rPr lang="en-US" altLang="zh-CN" b="0" i="1">
                          <a:solidFill>
                            <a:srgbClr val="000000"/>
                          </a:solidFill>
                          <a:latin typeface="Cambria Math" panose="02040503050406030204" pitchFamily="18" charset="0"/>
                        </a:rPr>
                        <m:t>=0</m:t>
                      </m:r>
                      <m:r>
                        <a:rPr lang="zh-CN" altLang="en-US" b="0" i="1">
                          <a:solidFill>
                            <a:srgbClr val="000000"/>
                          </a:solidFill>
                          <a:latin typeface="Cambria Math" panose="02040503050406030204" pitchFamily="18" charset="0"/>
                        </a:rPr>
                        <m:t>时，</m:t>
                      </m:r>
                    </m:oMath>
                  </m:oMathPara>
                </a14:m>
                <a:endParaRPr lang="en-US" altLang="zh-CN" dirty="0">
                  <a:latin typeface="黑体" panose="02010609060101010101" pitchFamily="49" charset="-122"/>
                </a:endParaRPr>
              </a:p>
              <a:p>
                <a:pPr marL="0" indent="0">
                  <a:lnSpc>
                    <a:spcPct val="120000"/>
                  </a:lnSpc>
                  <a:spcBef>
                    <a:spcPct val="50000"/>
                  </a:spcBef>
                  <a:buNone/>
                </a:pPr>
                <a14:m>
                  <m:oMathPara xmlns:m="http://schemas.openxmlformats.org/officeDocument/2006/math">
                    <m:oMathParaPr>
                      <m:jc m:val="centerGroup"/>
                    </m:oMathParaPr>
                    <m:oMath xmlns:m="http://schemas.openxmlformats.org/officeDocument/2006/math">
                      <m:r>
                        <a:rPr lang="en-US" altLang="zh-CN" b="0" i="1" smtClean="0">
                          <a:solidFill>
                            <a:srgbClr val="C00000"/>
                          </a:solidFill>
                          <a:latin typeface="Cambria Math" panose="02040503050406030204" pitchFamily="18" charset="0"/>
                          <a:ea typeface="Cambria Math" panose="02040503050406030204" pitchFamily="18" charset="0"/>
                        </a:rPr>
                        <m:t>⇒</m:t>
                      </m:r>
                      <m:r>
                        <a:rPr lang="en-US" altLang="zh-CN" b="0" i="1" smtClean="0">
                          <a:solidFill>
                            <a:srgbClr val="FF0000"/>
                          </a:solidFill>
                          <a:latin typeface="Cambria Math" panose="02040503050406030204" pitchFamily="18" charset="0"/>
                        </a:rPr>
                        <m:t>𝐸</m:t>
                      </m:r>
                      <m:r>
                        <a:rPr lang="en-US" altLang="zh-CN" b="0" i="1" smtClean="0">
                          <a:solidFill>
                            <a:srgbClr val="FF0000"/>
                          </a:solidFill>
                          <a:latin typeface="Cambria Math" panose="02040503050406030204" pitchFamily="18" charset="0"/>
                        </a:rPr>
                        <m:t>=−</m:t>
                      </m:r>
                      <m:f>
                        <m:fPr>
                          <m:ctrlPr>
                            <a:rPr lang="en-US" altLang="zh-CN" i="1">
                              <a:solidFill>
                                <a:srgbClr val="FF0000"/>
                              </a:solidFill>
                              <a:latin typeface="Cambria Math" panose="02040503050406030204" pitchFamily="18" charset="0"/>
                            </a:rPr>
                          </m:ctrlPr>
                        </m:fPr>
                        <m:num>
                          <m:r>
                            <a:rPr lang="en-US" altLang="zh-CN" b="0" i="1">
                              <a:solidFill>
                                <a:srgbClr val="FF0000"/>
                              </a:solidFill>
                              <a:latin typeface="Cambria Math" panose="02040503050406030204" pitchFamily="18" charset="0"/>
                            </a:rPr>
                            <m:t>𝑑</m:t>
                          </m:r>
                          <m:r>
                            <a:rPr lang="zh-CN" altLang="en-US" b="0" i="1" smtClean="0">
                              <a:solidFill>
                                <a:srgbClr val="FF0000"/>
                              </a:solidFill>
                              <a:latin typeface="Cambria Math" panose="02040503050406030204" pitchFamily="18" charset="0"/>
                            </a:rPr>
                            <m:t>𝜑</m:t>
                          </m:r>
                        </m:num>
                        <m:den>
                          <m:r>
                            <a:rPr lang="en-US" altLang="zh-CN" b="0" i="1">
                              <a:solidFill>
                                <a:srgbClr val="FF0000"/>
                              </a:solidFill>
                              <a:latin typeface="Cambria Math" panose="02040503050406030204" pitchFamily="18" charset="0"/>
                            </a:rPr>
                            <m:t>𝑑𝑙</m:t>
                          </m:r>
                        </m:den>
                      </m:f>
                      <m:sSub>
                        <m:sSubPr>
                          <m:ctrlPr>
                            <a:rPr lang="en-US" altLang="zh-CN" i="1">
                              <a:solidFill>
                                <a:srgbClr val="FF0000"/>
                              </a:solidFill>
                              <a:latin typeface="Cambria Math" panose="02040503050406030204" pitchFamily="18" charset="0"/>
                            </a:rPr>
                          </m:ctrlPr>
                        </m:sSubPr>
                        <m:e>
                          <m:r>
                            <a:rPr lang="en-US" altLang="zh-CN" b="0" i="1">
                              <a:solidFill>
                                <a:srgbClr val="FF0000"/>
                              </a:solidFill>
                              <a:latin typeface="Cambria Math" panose="02040503050406030204" pitchFamily="18" charset="0"/>
                            </a:rPr>
                            <m:t>|</m:t>
                          </m:r>
                        </m:e>
                        <m:sub>
                          <m:r>
                            <a:rPr lang="en-US" altLang="zh-CN" b="0" i="1">
                              <a:solidFill>
                                <a:srgbClr val="FF0000"/>
                              </a:solidFill>
                              <a:latin typeface="Cambria Math" panose="02040503050406030204" pitchFamily="18" charset="0"/>
                            </a:rPr>
                            <m:t>𝑚𝑎𝑥</m:t>
                          </m:r>
                        </m:sub>
                      </m:sSub>
                    </m:oMath>
                  </m:oMathPara>
                </a14:m>
                <a:endParaRPr lang="zh-CN" altLang="en-US" dirty="0"/>
              </a:p>
            </p:txBody>
          </p:sp>
        </mc:Choice>
        <mc:Fallback xmlns="">
          <p:sp>
            <p:nvSpPr>
              <p:cNvPr id="34" name="内容占位符 28">
                <a:extLst>
                  <a:ext uri="{FF2B5EF4-FFF2-40B4-BE49-F238E27FC236}">
                    <a16:creationId xmlns:a16="http://schemas.microsoft.com/office/drawing/2014/main" id="{5D25C992-5A90-4C12-A650-D8AFEF9F2E78}"/>
                  </a:ext>
                </a:extLst>
              </p:cNvPr>
              <p:cNvSpPr txBox="1">
                <a:spLocks noRot="1" noChangeAspect="1" noMove="1" noResize="1" noEditPoints="1" noAdjustHandles="1" noChangeArrowheads="1" noChangeShapeType="1" noTextEdit="1"/>
              </p:cNvSpPr>
              <p:nvPr/>
            </p:nvSpPr>
            <p:spPr>
              <a:xfrm>
                <a:off x="3662863" y="3169549"/>
                <a:ext cx="4342191" cy="4023360"/>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6" name="Text Box 14">
                <a:extLst>
                  <a:ext uri="{FF2B5EF4-FFF2-40B4-BE49-F238E27FC236}">
                    <a16:creationId xmlns:a16="http://schemas.microsoft.com/office/drawing/2014/main" id="{B3BE6ABC-7019-4AA4-9D8E-DFD507358F32}"/>
                  </a:ext>
                </a:extLst>
              </p:cNvPr>
              <p:cNvSpPr txBox="1">
                <a:spLocks noChangeArrowheads="1"/>
              </p:cNvSpPr>
              <p:nvPr/>
            </p:nvSpPr>
            <p:spPr bwMode="auto">
              <a:xfrm>
                <a:off x="4476712" y="2343702"/>
                <a:ext cx="3358505" cy="587277"/>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square">
                <a:spAutoFit/>
              </a:bodyPr>
              <a:lstStyle/>
              <a:p>
                <a:pPr>
                  <a:spcBef>
                    <a:spcPct val="50000"/>
                  </a:spcBef>
                </a:pPr>
                <a14:m>
                  <m:oMath xmlns:m="http://schemas.openxmlformats.org/officeDocument/2006/math">
                    <m:r>
                      <a:rPr lang="zh-CN" altLang="en-US" sz="2800" b="0" i="1" smtClean="0">
                        <a:solidFill>
                          <a:srgbClr val="000000"/>
                        </a:solidFill>
                        <a:latin typeface="Cambria Math" panose="02040503050406030204" pitchFamily="18" charset="0"/>
                      </a:rPr>
                      <m:t>𝜑</m:t>
                    </m:r>
                    <m:r>
                      <a:rPr lang="en-US" altLang="zh-CN" sz="2800" b="0" i="1" baseline="-25000" smtClean="0">
                        <a:solidFill>
                          <a:srgbClr val="000000"/>
                        </a:solidFill>
                        <a:latin typeface="Cambria Math" panose="02040503050406030204" pitchFamily="18" charset="0"/>
                      </a:rPr>
                      <m:t>1</m:t>
                    </m:r>
                    <m:r>
                      <a:rPr lang="en-US" altLang="zh-CN" sz="2800" b="0" i="1" smtClean="0">
                        <a:solidFill>
                          <a:srgbClr val="000000"/>
                        </a:solidFill>
                        <a:latin typeface="Cambria Math" panose="02040503050406030204" pitchFamily="18" charset="0"/>
                      </a:rPr>
                      <m:t>−</m:t>
                    </m:r>
                    <m:r>
                      <a:rPr lang="zh-CN" altLang="en-US" sz="2800" b="0" i="1" smtClean="0">
                        <a:solidFill>
                          <a:srgbClr val="000000"/>
                        </a:solidFill>
                        <a:latin typeface="Cambria Math" panose="02040503050406030204" pitchFamily="18" charset="0"/>
                      </a:rPr>
                      <m:t>𝜑</m:t>
                    </m:r>
                    <m:r>
                      <a:rPr lang="en-US" altLang="zh-CN" sz="2800" b="0" i="1" baseline="-25000" smtClean="0">
                        <a:solidFill>
                          <a:srgbClr val="000000"/>
                        </a:solidFill>
                        <a:latin typeface="Cambria Math" panose="02040503050406030204" pitchFamily="18" charset="0"/>
                      </a:rPr>
                      <m:t>2</m:t>
                    </m:r>
                    <m:r>
                      <a:rPr lang="en-US" altLang="zh-CN" sz="2800" b="0" i="1" smtClean="0">
                        <a:solidFill>
                          <a:srgbClr val="000000"/>
                        </a:solidFill>
                        <a:latin typeface="Cambria Math" panose="02040503050406030204" pitchFamily="18" charset="0"/>
                      </a:rPr>
                      <m:t>=</m:t>
                    </m:r>
                  </m:oMath>
                </a14:m>
                <a:r>
                  <a:rPr lang="en-US" altLang="zh-CN" sz="2800" dirty="0"/>
                  <a:t> </a:t>
                </a:r>
                <a14:m>
                  <m:oMath xmlns:m="http://schemas.openxmlformats.org/officeDocument/2006/math">
                    <m:acc>
                      <m:accPr>
                        <m:chr m:val="⃗"/>
                        <m:ctrlPr>
                          <a:rPr lang="en-US" altLang="zh-CN" sz="2800" i="1">
                            <a:latin typeface="Cambria Math" panose="02040503050406030204" pitchFamily="18" charset="0"/>
                          </a:rPr>
                        </m:ctrlPr>
                      </m:accPr>
                      <m:e>
                        <m:r>
                          <a:rPr lang="en-US" altLang="zh-CN" sz="2800" b="0" i="1">
                            <a:latin typeface="Cambria Math" panose="02040503050406030204" pitchFamily="18" charset="0"/>
                          </a:rPr>
                          <m:t>𝐸</m:t>
                        </m:r>
                      </m:e>
                    </m:acc>
                    <m:r>
                      <a:rPr lang="en-US" altLang="zh-CN" sz="2800" b="0" i="1">
                        <a:latin typeface="Cambria Math" panose="02040503050406030204" pitchFamily="18" charset="0"/>
                        <a:ea typeface="Cambria Math" panose="02040503050406030204" pitchFamily="18" charset="0"/>
                      </a:rPr>
                      <m:t>∙</m:t>
                    </m:r>
                    <m:r>
                      <a:rPr lang="en-US" altLang="zh-CN" sz="2800" b="0" i="1">
                        <a:latin typeface="Cambria Math" panose="02040503050406030204" pitchFamily="18" charset="0"/>
                        <a:ea typeface="Cambria Math" panose="02040503050406030204" pitchFamily="18" charset="0"/>
                      </a:rPr>
                      <m:t>𝑑</m:t>
                    </m:r>
                    <m:acc>
                      <m:accPr>
                        <m:chr m:val="⃗"/>
                        <m:ctrlPr>
                          <a:rPr lang="en-US" altLang="zh-CN" sz="2800" i="1">
                            <a:latin typeface="Cambria Math" panose="02040503050406030204" pitchFamily="18" charset="0"/>
                            <a:ea typeface="Cambria Math" panose="02040503050406030204" pitchFamily="18" charset="0"/>
                          </a:rPr>
                        </m:ctrlPr>
                      </m:accPr>
                      <m:e>
                        <m:r>
                          <a:rPr lang="en-US" altLang="zh-CN" sz="2800" b="0" i="1">
                            <a:latin typeface="Cambria Math" panose="02040503050406030204" pitchFamily="18" charset="0"/>
                            <a:ea typeface="Cambria Math" panose="02040503050406030204" pitchFamily="18" charset="0"/>
                          </a:rPr>
                          <m:t>𝑙</m:t>
                        </m:r>
                      </m:e>
                    </m:acc>
                  </m:oMath>
                </a14:m>
                <a:endParaRPr lang="en-US" altLang="zh-CN" sz="2800" i="1" baseline="-25000" dirty="0">
                  <a:latin typeface="Times New Roman" panose="02020603050405020304" pitchFamily="18" charset="0"/>
                  <a:ea typeface="黑体" panose="02010609060101010101" pitchFamily="49" charset="-122"/>
                  <a:cs typeface="Times New Roman" panose="02020603050405020304" pitchFamily="18" charset="0"/>
                </a:endParaRPr>
              </a:p>
            </p:txBody>
          </p:sp>
        </mc:Choice>
        <mc:Fallback xmlns="">
          <p:sp>
            <p:nvSpPr>
              <p:cNvPr id="56" name="Text Box 14">
                <a:extLst>
                  <a:ext uri="{FF2B5EF4-FFF2-40B4-BE49-F238E27FC236}">
                    <a16:creationId xmlns:a16="http://schemas.microsoft.com/office/drawing/2014/main" id="{B3BE6ABC-7019-4AA4-9D8E-DFD507358F32}"/>
                  </a:ext>
                </a:extLst>
              </p:cNvPr>
              <p:cNvSpPr txBox="1">
                <a:spLocks noRot="1" noChangeAspect="1" noMove="1" noResize="1" noEditPoints="1" noAdjustHandles="1" noChangeArrowheads="1" noChangeShapeType="1" noTextEdit="1"/>
              </p:cNvSpPr>
              <p:nvPr/>
            </p:nvSpPr>
            <p:spPr bwMode="auto">
              <a:xfrm>
                <a:off x="4476712" y="2343702"/>
                <a:ext cx="3358505" cy="587277"/>
              </a:xfrm>
              <a:prstGeom prst="rect">
                <a:avLst/>
              </a:prstGeom>
              <a:blipFill>
                <a:blip r:embed="rId4"/>
                <a:stretch>
                  <a:fillRect/>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
        <p:nvSpPr>
          <p:cNvPr id="58" name="矩形 57">
            <a:extLst>
              <a:ext uri="{FF2B5EF4-FFF2-40B4-BE49-F238E27FC236}">
                <a16:creationId xmlns:a16="http://schemas.microsoft.com/office/drawing/2014/main" id="{E1CD5C51-DD86-4845-AFC9-1765CC5ACCB1}"/>
              </a:ext>
            </a:extLst>
          </p:cNvPr>
          <p:cNvSpPr/>
          <p:nvPr/>
        </p:nvSpPr>
        <p:spPr>
          <a:xfrm>
            <a:off x="3723031" y="6317561"/>
            <a:ext cx="7096815" cy="523220"/>
          </a:xfrm>
          <a:prstGeom prst="rect">
            <a:avLst/>
          </a:prstGeom>
        </p:spPr>
        <p:txBody>
          <a:bodyPr wrap="none">
            <a:spAutoFit/>
          </a:bodyPr>
          <a:lstStyle/>
          <a:p>
            <a:r>
              <a:rPr lang="zh-CN" altLang="en-US" sz="2800" dirty="0">
                <a:latin typeface="华文楷体" panose="02010600040101010101" pitchFamily="2" charset="-122"/>
                <a:ea typeface="华文楷体" panose="02010600040101010101" pitchFamily="2" charset="-122"/>
              </a:rPr>
              <a:t>矢量， 方向是该点附近电势升高最快的方向</a:t>
            </a:r>
            <a:endParaRPr lang="en-US" sz="2800" dirty="0"/>
          </a:p>
        </p:txBody>
      </p:sp>
      <mc:AlternateContent xmlns:mc="http://schemas.openxmlformats.org/markup-compatibility/2006" xmlns:a14="http://schemas.microsoft.com/office/drawing/2010/main">
        <mc:Choice Requires="a14">
          <p:sp>
            <p:nvSpPr>
              <p:cNvPr id="6" name="Text Box 14">
                <a:extLst>
                  <a:ext uri="{FF2B5EF4-FFF2-40B4-BE49-F238E27FC236}">
                    <a16:creationId xmlns:a16="http://schemas.microsoft.com/office/drawing/2014/main" id="{8EDC3C89-144C-7515-899B-C565776D7321}"/>
                  </a:ext>
                </a:extLst>
              </p:cNvPr>
              <p:cNvSpPr txBox="1">
                <a:spLocks noChangeArrowheads="1"/>
              </p:cNvSpPr>
              <p:nvPr/>
            </p:nvSpPr>
            <p:spPr bwMode="auto">
              <a:xfrm>
                <a:off x="9248844" y="4641161"/>
                <a:ext cx="1581150" cy="523220"/>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a:spAutoFit/>
              </a:bodyPr>
              <a:lstStyle/>
              <a:p>
                <a:pPr>
                  <a:spcBef>
                    <a:spcPct val="50000"/>
                  </a:spcBef>
                </a:pPr>
                <a14:m>
                  <m:oMathPara xmlns:m="http://schemas.openxmlformats.org/officeDocument/2006/math">
                    <m:oMathParaPr>
                      <m:jc m:val="centerGroup"/>
                    </m:oMathParaPr>
                    <m:oMath xmlns:m="http://schemas.openxmlformats.org/officeDocument/2006/math">
                      <m:r>
                        <a:rPr lang="zh-CN" altLang="en-US" sz="2800" i="1" smtClean="0">
                          <a:solidFill>
                            <a:srgbClr val="000000"/>
                          </a:solidFill>
                          <a:latin typeface="Cambria Math" panose="02040503050406030204" pitchFamily="18" charset="0"/>
                        </a:rPr>
                        <m:t>𝝋</m:t>
                      </m:r>
                      <m:r>
                        <a:rPr lang="en-US" altLang="zh-CN" sz="2800" b="1" i="1" baseline="-25000" smtClean="0">
                          <a:solidFill>
                            <a:srgbClr val="000000"/>
                          </a:solidFill>
                          <a:latin typeface="Cambria Math" panose="02040503050406030204" pitchFamily="18" charset="0"/>
                        </a:rPr>
                        <m:t>𝟐</m:t>
                      </m:r>
                    </m:oMath>
                  </m:oMathPara>
                </a14:m>
                <a:endParaRPr lang="en-US" altLang="zh-CN" sz="2800" b="1" i="1" baseline="-25000" dirty="0">
                  <a:latin typeface="Times New Roman" panose="02020603050405020304" pitchFamily="18" charset="0"/>
                  <a:ea typeface="黑体" panose="02010609060101010101" pitchFamily="49" charset="-122"/>
                  <a:cs typeface="Times New Roman" panose="02020603050405020304" pitchFamily="18" charset="0"/>
                </a:endParaRPr>
              </a:p>
            </p:txBody>
          </p:sp>
        </mc:Choice>
        <mc:Fallback xmlns="">
          <p:sp>
            <p:nvSpPr>
              <p:cNvPr id="6" name="Text Box 14">
                <a:extLst>
                  <a:ext uri="{FF2B5EF4-FFF2-40B4-BE49-F238E27FC236}">
                    <a16:creationId xmlns:a16="http://schemas.microsoft.com/office/drawing/2014/main" id="{8EDC3C89-144C-7515-899B-C565776D7321}"/>
                  </a:ext>
                </a:extLst>
              </p:cNvPr>
              <p:cNvSpPr txBox="1">
                <a:spLocks noRot="1" noChangeAspect="1" noMove="1" noResize="1" noEditPoints="1" noAdjustHandles="1" noChangeArrowheads="1" noChangeShapeType="1" noTextEdit="1"/>
              </p:cNvSpPr>
              <p:nvPr/>
            </p:nvSpPr>
            <p:spPr bwMode="auto">
              <a:xfrm>
                <a:off x="9248844" y="4641161"/>
                <a:ext cx="1581150" cy="523220"/>
              </a:xfrm>
              <a:prstGeom prst="rect">
                <a:avLst/>
              </a:prstGeom>
              <a:blipFill>
                <a:blip r:embed="rId5"/>
                <a:stretch>
                  <a:fillRect/>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grpSp>
        <p:nvGrpSpPr>
          <p:cNvPr id="10" name="Group 18">
            <a:extLst>
              <a:ext uri="{FF2B5EF4-FFF2-40B4-BE49-F238E27FC236}">
                <a16:creationId xmlns:a16="http://schemas.microsoft.com/office/drawing/2014/main" id="{007EEC7A-6CB5-18C9-0128-9E4860D48998}"/>
              </a:ext>
            </a:extLst>
          </p:cNvPr>
          <p:cNvGrpSpPr>
            <a:grpSpLocks/>
          </p:cNvGrpSpPr>
          <p:nvPr/>
        </p:nvGrpSpPr>
        <p:grpSpPr bwMode="auto">
          <a:xfrm>
            <a:off x="8513003" y="3093349"/>
            <a:ext cx="3200400" cy="2119313"/>
            <a:chOff x="432" y="576"/>
            <a:chExt cx="2016" cy="1335"/>
          </a:xfrm>
        </p:grpSpPr>
        <p:sp>
          <p:nvSpPr>
            <p:cNvPr id="11" name="Line 19">
              <a:extLst>
                <a:ext uri="{FF2B5EF4-FFF2-40B4-BE49-F238E27FC236}">
                  <a16:creationId xmlns:a16="http://schemas.microsoft.com/office/drawing/2014/main" id="{AFBD6FE9-32F1-0C70-8BB8-98D7C3E5DEA7}"/>
                </a:ext>
              </a:extLst>
            </p:cNvPr>
            <p:cNvSpPr>
              <a:spLocks noChangeShapeType="1"/>
            </p:cNvSpPr>
            <p:nvPr/>
          </p:nvSpPr>
          <p:spPr bwMode="auto">
            <a:xfrm>
              <a:off x="617" y="1581"/>
              <a:ext cx="1680" cy="0"/>
            </a:xfrm>
            <a:prstGeom prst="line">
              <a:avLst/>
            </a:prstGeom>
            <a:noFill/>
            <a:ln w="19050">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 name="Line 20">
              <a:extLst>
                <a:ext uri="{FF2B5EF4-FFF2-40B4-BE49-F238E27FC236}">
                  <a16:creationId xmlns:a16="http://schemas.microsoft.com/office/drawing/2014/main" id="{8851CFF6-D786-1E34-9E99-983EF7B52EB1}"/>
                </a:ext>
              </a:extLst>
            </p:cNvPr>
            <p:cNvSpPr>
              <a:spLocks noChangeShapeType="1"/>
            </p:cNvSpPr>
            <p:nvPr/>
          </p:nvSpPr>
          <p:spPr bwMode="auto">
            <a:xfrm flipV="1">
              <a:off x="624" y="864"/>
              <a:ext cx="1152" cy="720"/>
            </a:xfrm>
            <a:prstGeom prst="line">
              <a:avLst/>
            </a:prstGeom>
            <a:noFill/>
            <a:ln w="19050">
              <a:solidFill>
                <a:srgbClr val="0000FF"/>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Times New Roman" panose="02020603050405020304" pitchFamily="18" charset="0"/>
                <a:ea typeface="黑体" panose="02010609060101010101" pitchFamily="49"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3" name="Text Box 22">
                  <a:extLst>
                    <a:ext uri="{FF2B5EF4-FFF2-40B4-BE49-F238E27FC236}">
                      <a16:creationId xmlns:a16="http://schemas.microsoft.com/office/drawing/2014/main" id="{4EAB9608-6958-159D-BF25-93AC790E9723}"/>
                    </a:ext>
                  </a:extLst>
                </p:cNvPr>
                <p:cNvSpPr txBox="1">
                  <a:spLocks noChangeArrowheads="1"/>
                </p:cNvSpPr>
                <p:nvPr/>
              </p:nvSpPr>
              <p:spPr bwMode="auto">
                <a:xfrm>
                  <a:off x="432" y="1572"/>
                  <a:ext cx="480" cy="330"/>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a:spAutoFit/>
                </a:bodyPr>
                <a:lstStyle/>
                <a:p>
                  <a:pPr>
                    <a:spcBef>
                      <a:spcPct val="50000"/>
                    </a:spcBef>
                  </a:pPr>
                  <a14:m>
                    <m:oMathPara xmlns:m="http://schemas.openxmlformats.org/officeDocument/2006/math">
                      <m:oMathParaPr>
                        <m:jc m:val="centerGroup"/>
                      </m:oMathParaPr>
                      <m:oMath xmlns:m="http://schemas.openxmlformats.org/officeDocument/2006/math">
                        <m:r>
                          <a:rPr lang="zh-CN" altLang="en-US" sz="2800" i="1" smtClean="0">
                            <a:solidFill>
                              <a:srgbClr val="000000"/>
                            </a:solidFill>
                            <a:latin typeface="Cambria Math" panose="02040503050406030204" pitchFamily="18" charset="0"/>
                          </a:rPr>
                          <m:t>𝝋</m:t>
                        </m:r>
                        <m:r>
                          <a:rPr lang="en-US" altLang="zh-CN" sz="2800" b="0" i="1" baseline="-25000" smtClean="0">
                            <a:solidFill>
                              <a:srgbClr val="000000"/>
                            </a:solidFill>
                            <a:latin typeface="Cambria Math" panose="02040503050406030204" pitchFamily="18" charset="0"/>
                          </a:rPr>
                          <m:t>1</m:t>
                        </m:r>
                      </m:oMath>
                    </m:oMathPara>
                  </a14:m>
                  <a:endParaRPr lang="en-US" altLang="zh-CN" sz="2800" b="1" i="1" baseline="-25000" dirty="0">
                    <a:latin typeface="Times New Roman" panose="02020603050405020304" pitchFamily="18" charset="0"/>
                    <a:ea typeface="黑体" panose="02010609060101010101" pitchFamily="49" charset="-122"/>
                    <a:cs typeface="Times New Roman" panose="02020603050405020304" pitchFamily="18" charset="0"/>
                  </a:endParaRPr>
                </a:p>
              </p:txBody>
            </p:sp>
          </mc:Choice>
          <mc:Fallback xmlns="">
            <p:sp>
              <p:nvSpPr>
                <p:cNvPr id="40" name="Text Box 22">
                  <a:extLst>
                    <a:ext uri="{FF2B5EF4-FFF2-40B4-BE49-F238E27FC236}">
                      <a16:creationId xmlns:a16="http://schemas.microsoft.com/office/drawing/2014/main" id="{2BA6C161-FA10-410E-B207-C1FBA7E7E3DD}"/>
                    </a:ext>
                  </a:extLst>
                </p:cNvPr>
                <p:cNvSpPr txBox="1">
                  <a:spLocks noRot="1" noChangeAspect="1" noMove="1" noResize="1" noEditPoints="1" noAdjustHandles="1" noChangeArrowheads="1" noChangeShapeType="1" noTextEdit="1"/>
                </p:cNvSpPr>
                <p:nvPr/>
              </p:nvSpPr>
              <p:spPr bwMode="auto">
                <a:xfrm>
                  <a:off x="432" y="1572"/>
                  <a:ext cx="480" cy="330"/>
                </a:xfrm>
                <a:prstGeom prst="rect">
                  <a:avLst/>
                </a:prstGeom>
                <a:blipFill>
                  <a:blip r:embed="rId6"/>
                  <a:stretch>
                    <a:fillRect/>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p:grpSp>
          <p:nvGrpSpPr>
            <p:cNvPr id="14" name="Group 23">
              <a:extLst>
                <a:ext uri="{FF2B5EF4-FFF2-40B4-BE49-F238E27FC236}">
                  <a16:creationId xmlns:a16="http://schemas.microsoft.com/office/drawing/2014/main" id="{B544E724-C99F-9EAE-C36C-12D0A15B4F3E}"/>
                </a:ext>
              </a:extLst>
            </p:cNvPr>
            <p:cNvGrpSpPr>
              <a:grpSpLocks/>
            </p:cNvGrpSpPr>
            <p:nvPr/>
          </p:nvGrpSpPr>
          <p:grpSpPr bwMode="auto">
            <a:xfrm>
              <a:off x="1500" y="576"/>
              <a:ext cx="384" cy="327"/>
              <a:chOff x="1392" y="576"/>
              <a:chExt cx="384" cy="327"/>
            </a:xfrm>
          </p:grpSpPr>
          <p:sp>
            <p:nvSpPr>
              <p:cNvPr id="19" name="Text Box 24">
                <a:extLst>
                  <a:ext uri="{FF2B5EF4-FFF2-40B4-BE49-F238E27FC236}">
                    <a16:creationId xmlns:a16="http://schemas.microsoft.com/office/drawing/2014/main" id="{15CBC133-008A-B4BD-5441-12DCCFE5E5AA}"/>
                  </a:ext>
                </a:extLst>
              </p:cNvPr>
              <p:cNvSpPr txBox="1">
                <a:spLocks noChangeArrowheads="1"/>
              </p:cNvSpPr>
              <p:nvPr/>
            </p:nvSpPr>
            <p:spPr bwMode="auto">
              <a:xfrm>
                <a:off x="1392" y="576"/>
                <a:ext cx="384"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800" b="1" i="1"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E</a:t>
                </a:r>
              </a:p>
            </p:txBody>
          </p:sp>
          <p:sp>
            <p:nvSpPr>
              <p:cNvPr id="20" name="Line 25">
                <a:extLst>
                  <a:ext uri="{FF2B5EF4-FFF2-40B4-BE49-F238E27FC236}">
                    <a16:creationId xmlns:a16="http://schemas.microsoft.com/office/drawing/2014/main" id="{98D5EBC0-829D-4CD8-9EBF-2474035F4BE1}"/>
                  </a:ext>
                </a:extLst>
              </p:cNvPr>
              <p:cNvSpPr>
                <a:spLocks noChangeShapeType="1"/>
              </p:cNvSpPr>
              <p:nvPr/>
            </p:nvSpPr>
            <p:spPr bwMode="auto">
              <a:xfrm>
                <a:off x="1488" y="624"/>
                <a:ext cx="144" cy="0"/>
              </a:xfrm>
              <a:prstGeom prst="line">
                <a:avLst/>
              </a:prstGeom>
              <a:noFill/>
              <a:ln w="12700">
                <a:solidFill>
                  <a:srgbClr val="0000FF"/>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Times New Roman" panose="02020603050405020304" pitchFamily="18" charset="0"/>
                  <a:ea typeface="黑体" panose="02010609060101010101" pitchFamily="49" charset="-122"/>
                  <a:cs typeface="Times New Roman" panose="02020603050405020304" pitchFamily="18" charset="0"/>
                </a:endParaRPr>
              </a:p>
            </p:txBody>
          </p:sp>
        </p:grpSp>
        <p:grpSp>
          <p:nvGrpSpPr>
            <p:cNvPr id="15" name="Group 26">
              <a:extLst>
                <a:ext uri="{FF2B5EF4-FFF2-40B4-BE49-F238E27FC236}">
                  <a16:creationId xmlns:a16="http://schemas.microsoft.com/office/drawing/2014/main" id="{B8F7B60A-75A0-2613-3485-F15BEBA8B37E}"/>
                </a:ext>
              </a:extLst>
            </p:cNvPr>
            <p:cNvGrpSpPr>
              <a:grpSpLocks/>
            </p:cNvGrpSpPr>
            <p:nvPr/>
          </p:nvGrpSpPr>
          <p:grpSpPr bwMode="auto">
            <a:xfrm>
              <a:off x="2160" y="1584"/>
              <a:ext cx="288" cy="327"/>
              <a:chOff x="2160" y="1584"/>
              <a:chExt cx="288" cy="327"/>
            </a:xfrm>
          </p:grpSpPr>
          <p:sp>
            <p:nvSpPr>
              <p:cNvPr id="17" name="Text Box 27">
                <a:extLst>
                  <a:ext uri="{FF2B5EF4-FFF2-40B4-BE49-F238E27FC236}">
                    <a16:creationId xmlns:a16="http://schemas.microsoft.com/office/drawing/2014/main" id="{30D9672A-B25E-EC7D-B740-791174ADFFF6}"/>
                  </a:ext>
                </a:extLst>
              </p:cNvPr>
              <p:cNvSpPr txBox="1">
                <a:spLocks noChangeArrowheads="1"/>
              </p:cNvSpPr>
              <p:nvPr/>
            </p:nvSpPr>
            <p:spPr bwMode="auto">
              <a:xfrm>
                <a:off x="2160" y="1584"/>
                <a:ext cx="28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800" b="1" i="1">
                    <a:latin typeface="Times New Roman" panose="02020603050405020304" pitchFamily="18" charset="0"/>
                    <a:ea typeface="黑体" panose="02010609060101010101" pitchFamily="49" charset="-122"/>
                    <a:cs typeface="Times New Roman" panose="02020603050405020304" pitchFamily="18" charset="0"/>
                  </a:rPr>
                  <a:t>l</a:t>
                </a:r>
              </a:p>
            </p:txBody>
          </p:sp>
          <p:sp>
            <p:nvSpPr>
              <p:cNvPr id="18" name="Line 28">
                <a:extLst>
                  <a:ext uri="{FF2B5EF4-FFF2-40B4-BE49-F238E27FC236}">
                    <a16:creationId xmlns:a16="http://schemas.microsoft.com/office/drawing/2014/main" id="{9B6EFB72-44E7-C658-211D-CF4A549C37AE}"/>
                  </a:ext>
                </a:extLst>
              </p:cNvPr>
              <p:cNvSpPr>
                <a:spLocks noChangeShapeType="1"/>
              </p:cNvSpPr>
              <p:nvPr/>
            </p:nvSpPr>
            <p:spPr bwMode="auto">
              <a:xfrm>
                <a:off x="2232" y="1644"/>
                <a:ext cx="96" cy="0"/>
              </a:xfrm>
              <a:prstGeom prst="line">
                <a:avLst/>
              </a:prstGeom>
              <a:noFill/>
              <a:ln w="127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Times New Roman" panose="02020603050405020304" pitchFamily="18" charset="0"/>
                  <a:ea typeface="黑体" panose="02010609060101010101" pitchFamily="49" charset="-122"/>
                  <a:cs typeface="Times New Roman" panose="02020603050405020304" pitchFamily="18" charset="0"/>
                </a:endParaRPr>
              </a:p>
            </p:txBody>
          </p:sp>
        </p:grpSp>
        <mc:AlternateContent xmlns:mc="http://schemas.openxmlformats.org/markup-compatibility/2006" xmlns:a14="http://schemas.microsoft.com/office/drawing/2010/main">
          <mc:Choice Requires="a14">
            <p:sp>
              <p:nvSpPr>
                <p:cNvPr id="16" name="Text Box 21">
                  <a:extLst>
                    <a:ext uri="{FF2B5EF4-FFF2-40B4-BE49-F238E27FC236}">
                      <a16:creationId xmlns:a16="http://schemas.microsoft.com/office/drawing/2014/main" id="{2FBFB0BE-688C-7C2C-7CC7-23980ABF2C9F}"/>
                    </a:ext>
                  </a:extLst>
                </p:cNvPr>
                <p:cNvSpPr txBox="1">
                  <a:spLocks noChangeArrowheads="1"/>
                </p:cNvSpPr>
                <p:nvPr/>
              </p:nvSpPr>
              <p:spPr bwMode="auto">
                <a:xfrm>
                  <a:off x="486" y="1257"/>
                  <a:ext cx="288" cy="582"/>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a:spAutoFit/>
                </a:bodyPr>
                <a:lstStyle/>
                <a:p>
                  <a:pPr>
                    <a:spcBef>
                      <a:spcPct val="50000"/>
                    </a:spcBef>
                  </a:pPr>
                  <a14:m>
                    <m:oMathPara xmlns:m="http://schemas.openxmlformats.org/officeDocument/2006/math">
                      <m:oMathParaPr>
                        <m:jc m:val="centerGroup"/>
                      </m:oMathParaPr>
                      <m:oMath xmlns:m="http://schemas.openxmlformats.org/officeDocument/2006/math">
                        <m:r>
                          <a:rPr lang="en-US" altLang="zh-CN" sz="5400" b="1" i="1" smtClean="0">
                            <a:solidFill>
                              <a:srgbClr val="37871B"/>
                            </a:solidFill>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m:t>
                        </m:r>
                      </m:oMath>
                    </m:oMathPara>
                  </a14:m>
                  <a:endParaRPr lang="en-US" altLang="zh-CN" sz="5400" b="1" dirty="0">
                    <a:solidFill>
                      <a:srgbClr val="37871B"/>
                    </a:solidFill>
                    <a:latin typeface="Times New Roman" panose="02020603050405020304" pitchFamily="18" charset="0"/>
                    <a:ea typeface="黑体" panose="02010609060101010101" pitchFamily="49" charset="-122"/>
                    <a:cs typeface="Times New Roman" panose="02020603050405020304" pitchFamily="18" charset="0"/>
                  </a:endParaRPr>
                </a:p>
              </p:txBody>
            </p:sp>
          </mc:Choice>
          <mc:Fallback xmlns="">
            <p:sp>
              <p:nvSpPr>
                <p:cNvPr id="43" name="Text Box 21">
                  <a:extLst>
                    <a:ext uri="{FF2B5EF4-FFF2-40B4-BE49-F238E27FC236}">
                      <a16:creationId xmlns:a16="http://schemas.microsoft.com/office/drawing/2014/main" id="{D368AED7-97DA-47F7-A7FB-2ED2C986A459}"/>
                    </a:ext>
                  </a:extLst>
                </p:cNvPr>
                <p:cNvSpPr txBox="1">
                  <a:spLocks noRot="1" noChangeAspect="1" noMove="1" noResize="1" noEditPoints="1" noAdjustHandles="1" noChangeArrowheads="1" noChangeShapeType="1" noTextEdit="1"/>
                </p:cNvSpPr>
                <p:nvPr/>
              </p:nvSpPr>
              <p:spPr bwMode="auto">
                <a:xfrm>
                  <a:off x="486" y="1257"/>
                  <a:ext cx="288" cy="582"/>
                </a:xfrm>
                <a:prstGeom prst="rect">
                  <a:avLst/>
                </a:prstGeom>
                <a:blipFill>
                  <a:blip r:embed="rId7"/>
                  <a:stretch>
                    <a:fillRect/>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p:grpSp>
      <p:grpSp>
        <p:nvGrpSpPr>
          <p:cNvPr id="21" name="Group 29">
            <a:extLst>
              <a:ext uri="{FF2B5EF4-FFF2-40B4-BE49-F238E27FC236}">
                <a16:creationId xmlns:a16="http://schemas.microsoft.com/office/drawing/2014/main" id="{F9A381DF-A9B3-5BFA-D80E-11DAF63DE2B2}"/>
              </a:ext>
            </a:extLst>
          </p:cNvPr>
          <p:cNvGrpSpPr>
            <a:grpSpLocks/>
          </p:cNvGrpSpPr>
          <p:nvPr/>
        </p:nvGrpSpPr>
        <p:grpSpPr bwMode="auto">
          <a:xfrm>
            <a:off x="8817803" y="4277624"/>
            <a:ext cx="1276350" cy="954088"/>
            <a:chOff x="624" y="1322"/>
            <a:chExt cx="804" cy="601"/>
          </a:xfrm>
        </p:grpSpPr>
        <p:sp>
          <p:nvSpPr>
            <p:cNvPr id="22" name="Line 30">
              <a:extLst>
                <a:ext uri="{FF2B5EF4-FFF2-40B4-BE49-F238E27FC236}">
                  <a16:creationId xmlns:a16="http://schemas.microsoft.com/office/drawing/2014/main" id="{E5724E0C-220F-2679-972F-6E03C570628E}"/>
                </a:ext>
              </a:extLst>
            </p:cNvPr>
            <p:cNvSpPr>
              <a:spLocks noChangeShapeType="1"/>
            </p:cNvSpPr>
            <p:nvPr/>
          </p:nvSpPr>
          <p:spPr bwMode="auto">
            <a:xfrm>
              <a:off x="624" y="1584"/>
              <a:ext cx="672" cy="0"/>
            </a:xfrm>
            <a:prstGeom prst="line">
              <a:avLst/>
            </a:prstGeom>
            <a:noFill/>
            <a:ln w="19050">
              <a:solidFill>
                <a:srgbClr val="FF33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Times New Roman" panose="02020603050405020304" pitchFamily="18" charset="0"/>
                <a:ea typeface="黑体" panose="02010609060101010101" pitchFamily="49"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23" name="Text Box 31">
                  <a:extLst>
                    <a:ext uri="{FF2B5EF4-FFF2-40B4-BE49-F238E27FC236}">
                      <a16:creationId xmlns:a16="http://schemas.microsoft.com/office/drawing/2014/main" id="{2AC937E5-CF5C-4E22-63D8-234F42B6F018}"/>
                    </a:ext>
                  </a:extLst>
                </p:cNvPr>
                <p:cNvSpPr txBox="1">
                  <a:spLocks noChangeArrowheads="1"/>
                </p:cNvSpPr>
                <p:nvPr/>
              </p:nvSpPr>
              <p:spPr bwMode="auto">
                <a:xfrm>
                  <a:off x="1140" y="1322"/>
                  <a:ext cx="288" cy="485"/>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a:spAutoFit/>
                </a:bodyPr>
                <a:lstStyle/>
                <a:p>
                  <a:pPr>
                    <a:spcBef>
                      <a:spcPct val="50000"/>
                    </a:spcBef>
                  </a:pPr>
                  <a14:m>
                    <m:oMathPara xmlns:m="http://schemas.openxmlformats.org/officeDocument/2006/math">
                      <m:oMathParaPr>
                        <m:jc m:val="centerGroup"/>
                      </m:oMathParaPr>
                      <m:oMath xmlns:m="http://schemas.openxmlformats.org/officeDocument/2006/math">
                        <m:r>
                          <a:rPr lang="en-US" altLang="zh-CN" sz="4400" b="1" i="1" smtClean="0">
                            <a:solidFill>
                              <a:srgbClr val="37871B"/>
                            </a:solidFill>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m:t>
                        </m:r>
                      </m:oMath>
                    </m:oMathPara>
                  </a14:m>
                  <a:endParaRPr lang="en-US" altLang="zh-CN" sz="4400" b="1" dirty="0">
                    <a:solidFill>
                      <a:srgbClr val="37871B"/>
                    </a:solidFill>
                    <a:latin typeface="Times New Roman" panose="02020603050405020304" pitchFamily="18" charset="0"/>
                    <a:ea typeface="黑体" panose="02010609060101010101" pitchFamily="49" charset="-122"/>
                    <a:cs typeface="Times New Roman" panose="02020603050405020304" pitchFamily="18" charset="0"/>
                  </a:endParaRPr>
                </a:p>
              </p:txBody>
            </p:sp>
          </mc:Choice>
          <mc:Fallback xmlns="">
            <p:sp>
              <p:nvSpPr>
                <p:cNvPr id="22" name="Text Box 31"/>
                <p:cNvSpPr txBox="1">
                  <a:spLocks noRot="1" noChangeAspect="1" noMove="1" noResize="1" noEditPoints="1" noAdjustHandles="1" noChangeArrowheads="1" noChangeShapeType="1" noTextEdit="1"/>
                </p:cNvSpPr>
                <p:nvPr/>
              </p:nvSpPr>
              <p:spPr bwMode="auto">
                <a:xfrm>
                  <a:off x="1140" y="1322"/>
                  <a:ext cx="288" cy="485"/>
                </a:xfrm>
                <a:prstGeom prst="rect">
                  <a:avLst/>
                </a:prstGeom>
                <a:blipFill rotWithShape="0">
                  <a:blip r:embed="rId8"/>
                  <a:stretch>
                    <a:fillRect/>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grpSp>
          <p:nvGrpSpPr>
            <p:cNvPr id="24" name="Group 32">
              <a:extLst>
                <a:ext uri="{FF2B5EF4-FFF2-40B4-BE49-F238E27FC236}">
                  <a16:creationId xmlns:a16="http://schemas.microsoft.com/office/drawing/2014/main" id="{5708EF59-A767-56D1-9279-BB35F2605AF7}"/>
                </a:ext>
              </a:extLst>
            </p:cNvPr>
            <p:cNvGrpSpPr>
              <a:grpSpLocks/>
            </p:cNvGrpSpPr>
            <p:nvPr/>
          </p:nvGrpSpPr>
          <p:grpSpPr bwMode="auto">
            <a:xfrm>
              <a:off x="768" y="1596"/>
              <a:ext cx="480" cy="327"/>
              <a:chOff x="768" y="1596"/>
              <a:chExt cx="480" cy="327"/>
            </a:xfrm>
          </p:grpSpPr>
          <p:sp>
            <p:nvSpPr>
              <p:cNvPr id="25" name="Text Box 33">
                <a:extLst>
                  <a:ext uri="{FF2B5EF4-FFF2-40B4-BE49-F238E27FC236}">
                    <a16:creationId xmlns:a16="http://schemas.microsoft.com/office/drawing/2014/main" id="{6AE50DD3-FF5F-DB06-4C14-DDB555873B49}"/>
                  </a:ext>
                </a:extLst>
              </p:cNvPr>
              <p:cNvSpPr txBox="1">
                <a:spLocks noChangeArrowheads="1"/>
              </p:cNvSpPr>
              <p:nvPr/>
            </p:nvSpPr>
            <p:spPr bwMode="auto">
              <a:xfrm>
                <a:off x="768" y="1596"/>
                <a:ext cx="48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800" b="1">
                    <a:solidFill>
                      <a:srgbClr val="FF3300"/>
                    </a:solidFill>
                    <a:latin typeface="Times New Roman" panose="02020603050405020304" pitchFamily="18" charset="0"/>
                    <a:ea typeface="黑体" panose="02010609060101010101" pitchFamily="49" charset="-122"/>
                    <a:cs typeface="Times New Roman" panose="02020603050405020304" pitchFamily="18" charset="0"/>
                  </a:rPr>
                  <a:t>d</a:t>
                </a:r>
                <a:r>
                  <a:rPr lang="en-US" altLang="zh-CN" sz="2800" b="1" i="1">
                    <a:solidFill>
                      <a:srgbClr val="FF3300"/>
                    </a:solidFill>
                    <a:latin typeface="Times New Roman" panose="02020603050405020304" pitchFamily="18" charset="0"/>
                    <a:ea typeface="黑体" panose="02010609060101010101" pitchFamily="49" charset="-122"/>
                    <a:cs typeface="Times New Roman" panose="02020603050405020304" pitchFamily="18" charset="0"/>
                  </a:rPr>
                  <a:t>l</a:t>
                </a:r>
              </a:p>
            </p:txBody>
          </p:sp>
          <p:sp>
            <p:nvSpPr>
              <p:cNvPr id="26" name="Line 34">
                <a:extLst>
                  <a:ext uri="{FF2B5EF4-FFF2-40B4-BE49-F238E27FC236}">
                    <a16:creationId xmlns:a16="http://schemas.microsoft.com/office/drawing/2014/main" id="{E69D10C6-79FE-0370-D9E4-DB7E0B4C839B}"/>
                  </a:ext>
                </a:extLst>
              </p:cNvPr>
              <p:cNvSpPr>
                <a:spLocks noChangeShapeType="1"/>
              </p:cNvSpPr>
              <p:nvPr/>
            </p:nvSpPr>
            <p:spPr bwMode="auto">
              <a:xfrm>
                <a:off x="960" y="1656"/>
                <a:ext cx="96" cy="0"/>
              </a:xfrm>
              <a:prstGeom prst="line">
                <a:avLst/>
              </a:prstGeom>
              <a:noFill/>
              <a:ln w="12700">
                <a:solidFill>
                  <a:srgbClr val="FF33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Times New Roman" panose="02020603050405020304" pitchFamily="18" charset="0"/>
                  <a:ea typeface="黑体" panose="02010609060101010101" pitchFamily="49" charset="-122"/>
                  <a:cs typeface="Times New Roman" panose="02020603050405020304" pitchFamily="18" charset="0"/>
                </a:endParaRPr>
              </a:p>
            </p:txBody>
          </p:sp>
        </p:grpSp>
      </p:grpSp>
      <p:sp>
        <p:nvSpPr>
          <p:cNvPr id="27" name="弧形 26">
            <a:extLst>
              <a:ext uri="{FF2B5EF4-FFF2-40B4-BE49-F238E27FC236}">
                <a16:creationId xmlns:a16="http://schemas.microsoft.com/office/drawing/2014/main" id="{92CE88AA-8A6E-FE23-F793-7456CEBCE8FD}"/>
              </a:ext>
            </a:extLst>
          </p:cNvPr>
          <p:cNvSpPr/>
          <p:nvPr/>
        </p:nvSpPr>
        <p:spPr bwMode="auto">
          <a:xfrm>
            <a:off x="9313103" y="4318501"/>
            <a:ext cx="304800" cy="750094"/>
          </a:xfrm>
          <a:prstGeom prst="arc">
            <a:avLst/>
          </a:prstGeom>
          <a:noFill/>
          <a:ln w="25400"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CN" altLang="en-US" sz="18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28" name="矩形 27">
                <a:extLst>
                  <a:ext uri="{FF2B5EF4-FFF2-40B4-BE49-F238E27FC236}">
                    <a16:creationId xmlns:a16="http://schemas.microsoft.com/office/drawing/2014/main" id="{4BBF7E69-0379-5E18-398D-DCAABC4BEFCD}"/>
                  </a:ext>
                </a:extLst>
              </p:cNvPr>
              <p:cNvSpPr/>
              <p:nvPr/>
            </p:nvSpPr>
            <p:spPr>
              <a:xfrm>
                <a:off x="9563877" y="4107321"/>
                <a:ext cx="489236"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sz="2800" b="1" i="1" smtClean="0">
                          <a:solidFill>
                            <a:srgbClr val="0000FF"/>
                          </a:solidFill>
                          <a:latin typeface="Cambria Math" panose="02040503050406030204" pitchFamily="18" charset="0"/>
                        </a:rPr>
                        <m:t>𝝷</m:t>
                      </m:r>
                    </m:oMath>
                  </m:oMathPara>
                </a14:m>
                <a:endParaRPr lang="zh-CN" altLang="en-US" sz="1600" b="1" dirty="0">
                  <a:latin typeface="Times New Roman" panose="02020603050405020304" pitchFamily="18" charset="0"/>
                  <a:ea typeface="黑体" panose="02010609060101010101" pitchFamily="49" charset="-122"/>
                  <a:cs typeface="Times New Roman" panose="02020603050405020304" pitchFamily="18" charset="0"/>
                </a:endParaRPr>
              </a:p>
            </p:txBody>
          </p:sp>
        </mc:Choice>
        <mc:Fallback xmlns="">
          <p:sp>
            <p:nvSpPr>
              <p:cNvPr id="28" name="矩形 27">
                <a:extLst>
                  <a:ext uri="{FF2B5EF4-FFF2-40B4-BE49-F238E27FC236}">
                    <a16:creationId xmlns:a16="http://schemas.microsoft.com/office/drawing/2014/main" id="{4BBF7E69-0379-5E18-398D-DCAABC4BEFCD}"/>
                  </a:ext>
                </a:extLst>
              </p:cNvPr>
              <p:cNvSpPr>
                <a:spLocks noRot="1" noChangeAspect="1" noMove="1" noResize="1" noEditPoints="1" noAdjustHandles="1" noChangeArrowheads="1" noChangeShapeType="1" noTextEdit="1"/>
              </p:cNvSpPr>
              <p:nvPr/>
            </p:nvSpPr>
            <p:spPr>
              <a:xfrm>
                <a:off x="9563877" y="4107321"/>
                <a:ext cx="489236" cy="523220"/>
              </a:xfrm>
              <a:prstGeom prst="rect">
                <a:avLst/>
              </a:prstGeom>
              <a:blipFill>
                <a:blip r:embed="rId9"/>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593008784"/>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0" presetClass="path" presetSubtype="0" accel="50000" decel="50000" fill="hold" grpId="0" nodeType="clickEffect">
                                  <p:stCondLst>
                                    <p:cond delay="0"/>
                                  </p:stCondLst>
                                  <p:childTnLst>
                                    <p:animMotion origin="layout" path="M 0.00429 -0.00162 L 0.00429 -0.00139 C 0.00416 -0.00486 0.00416 -0.0081 0.0039 -0.01134 C 0.00377 -0.0125 0.00338 -0.01342 0.00312 -0.01458 C 0.00273 -0.01643 0.00247 -0.01851 0.00208 -0.02037 C 0.00195 -0.02106 0.00195 -0.02176 0.00169 -0.02222 C -0.00039 -0.02592 -0.00065 -0.02708 -0.003 -0.02939 C -0.00339 -0.02963 -0.00378 -0.02986 -0.00404 -0.03009 C -0.00443 -0.03078 -0.00482 -0.03125 -0.00521 -0.03194 C -0.00547 -0.03264 -0.0056 -0.03333 -0.00586 -0.03379 C -0.00638 -0.03472 -0.0069 -0.03518 -0.00729 -0.03588 C -0.00782 -0.03657 -0.00834 -0.0375 -0.00886 -0.03842 C -0.00977 -0.03981 -0.01055 -0.04166 -0.01172 -0.04236 C -0.01263 -0.04282 -0.01341 -0.04328 -0.0142 -0.04421 C -0.01472 -0.04467 -0.01485 -0.0456 -0.01537 -0.04606 C -0.01602 -0.04676 -0.0168 -0.04699 -0.01745 -0.04745 C -0.01797 -0.04768 -0.01849 -0.04838 -0.01888 -0.04861 C -0.02058 -0.04953 -0.02136 -0.04884 -0.02292 -0.05069 C -0.02357 -0.05115 -0.02409 -0.05185 -0.02474 -0.05254 C -0.02513 -0.05301 -0.02539 -0.05347 -0.02578 -0.05393 C -0.02735 -0.05509 -0.02826 -0.05509 -0.02982 -0.05578 C -0.03243 -0.05879 -0.02891 -0.05486 -0.03412 -0.05833 C -0.03972 -0.0618 -0.0306 -0.05926 -0.03959 -0.06088 C -0.04336 -0.06319 -0.03711 -0.05972 -0.04753 -0.06273 C -0.04805 -0.06296 -0.04844 -0.06389 -0.04896 -0.06412 C -0.04987 -0.06458 -0.05065 -0.06458 -0.05157 -0.06481 C -0.05183 -0.06504 -0.05222 -0.06504 -0.05261 -0.06551 C -0.053 -0.06574 -0.05326 -0.06643 -0.05365 -0.06666 C -0.0543 -0.06713 -0.05495 -0.06713 -0.05547 -0.06736 C -0.0569 -0.06898 -0.05964 -0.07222 -0.06133 -0.07314 L -0.06341 -0.0743 C -0.06433 -0.07546 -0.06511 -0.07662 -0.06602 -0.07754 C -0.06628 -0.07801 -0.0668 -0.07777 -0.06706 -0.07824 C -0.06875 -0.08032 -0.06745 -0.08055 -0.06966 -0.08148 C -0.07045 -0.08194 -0.07136 -0.08194 -0.07214 -0.08217 C -0.0793 -0.08634 -0.07422 -0.08356 -0.09284 -0.08217 C -0.09453 -0.08194 -0.09623 -0.08125 -0.09792 -0.08078 C -0.09831 -0.08032 -0.09883 -0.07986 -0.09935 -0.07963 C -0.10026 -0.07916 -0.10131 -0.07939 -0.10222 -0.07893 C -0.10274 -0.0787 -0.10287 -0.07754 -0.10326 -0.07708 C -0.10599 -0.07361 -0.10352 -0.07824 -0.10651 -0.07384 C -0.10808 -0.07152 -0.10899 -0.06944 -0.11016 -0.06666 C -0.11094 -0.06134 -0.10977 -0.06666 -0.11237 -0.06226 C -0.11276 -0.06157 -0.11276 -0.06041 -0.11302 -0.05972 C -0.11407 -0.05717 -0.11498 -0.05648 -0.11628 -0.05509 C -0.1168 -0.05463 -0.11732 -0.05416 -0.11784 -0.05393 C -0.11836 -0.05347 -0.11901 -0.05347 -0.11953 -0.05324 C -0.12032 -0.05185 -0.12097 -0.05023 -0.12175 -0.0493 L -0.12396 -0.04676 C -0.12435 -0.04629 -0.12461 -0.04583 -0.125 -0.04537 L -0.12644 -0.04421 C -0.1267 -0.04351 -0.12683 -0.04282 -0.12722 -0.04236 C -0.128 -0.04097 -0.12878 -0.04097 -0.12969 -0.04027 C -0.13021 -0.04004 -0.1306 -0.03935 -0.13112 -0.03912 C -0.13243 -0.03842 -0.13477 -0.03773 -0.13477 -0.0375 C -0.13815 -0.03796 -0.14154 -0.03796 -0.14493 -0.03842 C -0.14545 -0.03842 -0.14584 -0.03912 -0.14636 -0.03912 C -0.14792 -0.03889 -0.14948 -0.03819 -0.15104 -0.03773 C -0.15144 -0.0375 -0.15196 -0.0375 -0.15222 -0.03703 C -0.15261 -0.03634 -0.15261 -0.03541 -0.15287 -0.03449 C -0.15339 -0.0331 -0.15365 -0.03171 -0.1543 -0.03078 C -0.15469 -0.03009 -0.15534 -0.03032 -0.15573 -0.03009 C -0.15417 -0.02939 -0.15482 -0.02939 -0.15365 -0.02939 L -0.15365 -0.02916 " pathEditMode="relative" rAng="0" ptsTypes="AAAAAAAAAAAAAAAAAAAAAAAAAAAAAAAAAAAAAAAAAAAAAAAAAAAAAAAAAAAAAAAA">
                                      <p:cBhvr>
                                        <p:cTn id="14" dur="2000" fill="hold"/>
                                        <p:tgtEl>
                                          <p:spTgt spid="5"/>
                                        </p:tgtEl>
                                        <p:attrNameLst>
                                          <p:attrName>ppt_x</p:attrName>
                                          <p:attrName>ppt_y</p:attrName>
                                        </p:attrNameLst>
                                      </p:cBhvr>
                                      <p:rCtr x="-8008" y="-4144"/>
                                    </p:animMotion>
                                  </p:childTnLst>
                                </p:cTn>
                              </p:par>
                            </p:childTnLst>
                          </p:cTn>
                        </p:par>
                      </p:childTnLst>
                    </p:cTn>
                  </p:par>
                  <p:par>
                    <p:cTn id="15" fill="hold">
                      <p:stCondLst>
                        <p:cond delay="indefinite"/>
                      </p:stCondLst>
                      <p:childTnLst>
                        <p:par>
                          <p:cTn id="16" fill="hold">
                            <p:stCondLst>
                              <p:cond delay="0"/>
                            </p:stCondLst>
                            <p:childTnLst>
                              <p:par>
                                <p:cTn id="17" presetID="0" presetClass="path" presetSubtype="0" accel="50000" decel="50000" fill="hold" grpId="1" nodeType="clickEffect">
                                  <p:stCondLst>
                                    <p:cond delay="0"/>
                                  </p:stCondLst>
                                  <p:childTnLst>
                                    <p:animMotion origin="layout" path="M 0.00039 -0.00162 L 0.00039 -0.00139 C 0.00091 -0.00185 0.0039 -0.00301 0.00507 -0.0037 C 0.00872 -0.00555 0.00299 -0.00301 0.00755 -0.00486 C 0.00794 -0.00532 0.0082 -0.00578 0.00859 -0.00625 C 0.00898 -0.00648 0.0095 -0.00648 0.00976 -0.00694 C 0.01015 -0.00764 0.01041 -0.00856 0.0108 -0.00949 C 0.01119 -0.00995 0.01159 -0.01018 0.01185 -0.01064 C 0.01367 -0.01342 0.01224 -0.01226 0.01406 -0.01319 C 0.01445 -0.01389 0.01484 -0.01458 0.01523 -0.01527 C 0.01601 -0.01713 0.01562 -0.01736 0.01692 -0.01851 C 0.01744 -0.01875 0.01797 -0.01875 0.01849 -0.01898 C 0.02109 -0.02384 0.01757 -0.01828 0.02135 -0.02152 C 0.02174 -0.02199 0.022 -0.02314 0.02239 -0.02361 C 0.02278 -0.02384 0.02356 -0.02407 0.02356 -0.02384 L 0.02356 -0.02407 " pathEditMode="relative" rAng="0" ptsTypes="AAAAAAAAAAAAAAAA">
                                      <p:cBhvr>
                                        <p:cTn id="18" dur="2000" fill="hold"/>
                                        <p:tgtEl>
                                          <p:spTgt spid="5"/>
                                        </p:tgtEl>
                                        <p:attrNameLst>
                                          <p:attrName>ppt_x</p:attrName>
                                          <p:attrName>ppt_y</p:attrName>
                                        </p:attrNameLst>
                                      </p:cBhvr>
                                      <p:rCtr x="1159" y="-1111"/>
                                    </p:animMotion>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0"/>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5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4">
                                            <p:txEl>
                                              <p:pRg st="0" end="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4">
                                            <p:txEl>
                                              <p:pRg st="1" end="1"/>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4">
                                            <p:txEl>
                                              <p:pRg st="2" end="2"/>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4">
                                            <p:txEl>
                                              <p:pRg st="3" end="3"/>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5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5" grpId="1" animBg="1"/>
      <p:bldP spid="9" grpId="0"/>
      <p:bldP spid="56" grpId="0"/>
      <p:bldP spid="58" grpId="0"/>
      <p:bldP spid="6" grpId="0"/>
      <p:bldP spid="27" grpId="0" animBg="1"/>
      <p:bldP spid="28"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12E73EAA-8C24-4B4E-BD1D-8C8D07746C62}"/>
              </a:ext>
            </a:extLst>
          </p:cNvPr>
          <p:cNvSpPr txBox="1"/>
          <p:nvPr/>
        </p:nvSpPr>
        <p:spPr>
          <a:xfrm>
            <a:off x="1409148" y="371061"/>
            <a:ext cx="923235" cy="523220"/>
          </a:xfrm>
          <a:prstGeom prst="rect">
            <a:avLst/>
          </a:prstGeom>
          <a:noFill/>
        </p:spPr>
        <p:txBody>
          <a:bodyPr wrap="square" rtlCol="0">
            <a:spAutoFit/>
          </a:bodyPr>
          <a:lstStyle/>
          <a:p>
            <a:r>
              <a:rPr lang="zh-CN" altLang="en-US" sz="2800" b="1" dirty="0">
                <a:solidFill>
                  <a:srgbClr val="0066FF"/>
                </a:solidFill>
                <a:latin typeface="华文楷体" panose="02010600040101010101" pitchFamily="2" charset="-122"/>
                <a:ea typeface="华文楷体" panose="02010600040101010101" pitchFamily="2" charset="-122"/>
              </a:rPr>
              <a:t>梯度 </a:t>
            </a:r>
            <a:endParaRPr lang="en-US" sz="2800" b="1" dirty="0">
              <a:solidFill>
                <a:srgbClr val="0066FF"/>
              </a:solidFill>
              <a:latin typeface="华文楷体" panose="02010600040101010101" pitchFamily="2" charset="-122"/>
              <a:ea typeface="华文楷体" panose="02010600040101010101" pitchFamily="2" charset="-122"/>
            </a:endParaRPr>
          </a:p>
        </p:txBody>
      </p:sp>
      <p:sp>
        <p:nvSpPr>
          <p:cNvPr id="3" name="文本框 2">
            <a:extLst>
              <a:ext uri="{FF2B5EF4-FFF2-40B4-BE49-F238E27FC236}">
                <a16:creationId xmlns:a16="http://schemas.microsoft.com/office/drawing/2014/main" id="{89790F42-A868-4B01-8BA7-51E173908B26}"/>
              </a:ext>
            </a:extLst>
          </p:cNvPr>
          <p:cNvSpPr txBox="1"/>
          <p:nvPr/>
        </p:nvSpPr>
        <p:spPr>
          <a:xfrm>
            <a:off x="5680765" y="371061"/>
            <a:ext cx="923235" cy="523220"/>
          </a:xfrm>
          <a:prstGeom prst="rect">
            <a:avLst/>
          </a:prstGeom>
          <a:noFill/>
        </p:spPr>
        <p:txBody>
          <a:bodyPr wrap="square" rtlCol="0">
            <a:spAutoFit/>
          </a:bodyPr>
          <a:lstStyle/>
          <a:p>
            <a:r>
              <a:rPr lang="zh-CN" altLang="en-US" sz="2800" b="1" dirty="0">
                <a:solidFill>
                  <a:srgbClr val="0066FF"/>
                </a:solidFill>
                <a:latin typeface="华文楷体" panose="02010600040101010101" pitchFamily="2" charset="-122"/>
                <a:ea typeface="华文楷体" panose="02010600040101010101" pitchFamily="2" charset="-122"/>
              </a:rPr>
              <a:t>散度</a:t>
            </a:r>
            <a:endParaRPr lang="en-US" sz="2800" b="1" dirty="0">
              <a:solidFill>
                <a:srgbClr val="0066FF"/>
              </a:solidFill>
              <a:latin typeface="华文楷体" panose="02010600040101010101" pitchFamily="2" charset="-122"/>
              <a:ea typeface="华文楷体" panose="02010600040101010101" pitchFamily="2" charset="-122"/>
            </a:endParaRPr>
          </a:p>
        </p:txBody>
      </p:sp>
      <p:sp>
        <p:nvSpPr>
          <p:cNvPr id="4" name="文本框 3">
            <a:extLst>
              <a:ext uri="{FF2B5EF4-FFF2-40B4-BE49-F238E27FC236}">
                <a16:creationId xmlns:a16="http://schemas.microsoft.com/office/drawing/2014/main" id="{A14C3419-2998-4084-A655-E475AFFA7962}"/>
              </a:ext>
            </a:extLst>
          </p:cNvPr>
          <p:cNvSpPr txBox="1"/>
          <p:nvPr/>
        </p:nvSpPr>
        <p:spPr>
          <a:xfrm>
            <a:off x="9409044" y="371061"/>
            <a:ext cx="923235" cy="523220"/>
          </a:xfrm>
          <a:prstGeom prst="rect">
            <a:avLst/>
          </a:prstGeom>
          <a:noFill/>
        </p:spPr>
        <p:txBody>
          <a:bodyPr wrap="square" rtlCol="0">
            <a:spAutoFit/>
          </a:bodyPr>
          <a:lstStyle/>
          <a:p>
            <a:r>
              <a:rPr lang="zh-CN" altLang="en-US" sz="2800" b="1" dirty="0">
                <a:solidFill>
                  <a:srgbClr val="0066FF"/>
                </a:solidFill>
                <a:latin typeface="华文楷体" panose="02010600040101010101" pitchFamily="2" charset="-122"/>
                <a:ea typeface="华文楷体" panose="02010600040101010101" pitchFamily="2" charset="-122"/>
              </a:rPr>
              <a:t>旋度</a:t>
            </a:r>
            <a:endParaRPr lang="en-US" sz="2800" b="1" dirty="0">
              <a:solidFill>
                <a:srgbClr val="0066FF"/>
              </a:solidFill>
              <a:latin typeface="华文楷体" panose="02010600040101010101" pitchFamily="2" charset="-122"/>
              <a:ea typeface="华文楷体" panose="02010600040101010101" pitchFamily="2" charset="-122"/>
            </a:endParaRPr>
          </a:p>
        </p:txBody>
      </p:sp>
      <p:pic>
        <p:nvPicPr>
          <p:cNvPr id="1026" name="Picture 2" descr="大自然的景觀--云南元陽梯田- 设计之家">
            <a:extLst>
              <a:ext uri="{FF2B5EF4-FFF2-40B4-BE49-F238E27FC236}">
                <a16:creationId xmlns:a16="http://schemas.microsoft.com/office/drawing/2014/main" id="{47EC1362-4EBE-49EC-9ACE-3C2B40ACCCD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2291" y="1249821"/>
            <a:ext cx="3294822" cy="2400394"/>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函数的梯度，山的梯度，梯田，等高线_creator123123的博客-CSDN博客">
            <a:extLst>
              <a:ext uri="{FF2B5EF4-FFF2-40B4-BE49-F238E27FC236}">
                <a16:creationId xmlns:a16="http://schemas.microsoft.com/office/drawing/2014/main" id="{23D6DCB3-0E08-4D25-9E10-16570493FB0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0742" y="3944940"/>
            <a:ext cx="3417920" cy="1956696"/>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平均每年发生1239次龙卷风为啥这个国家的这3个月最危险_财经热门">
            <a:extLst>
              <a:ext uri="{FF2B5EF4-FFF2-40B4-BE49-F238E27FC236}">
                <a16:creationId xmlns:a16="http://schemas.microsoft.com/office/drawing/2014/main" id="{C0A3CDE7-6750-4885-B88E-D5E6E5A4D87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705166" y="913781"/>
            <a:ext cx="2353994" cy="3161078"/>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https://pic2.zhimg.com/80/v2-98e263a0c50464437c12ffcf83836695_1440w.jpg">
            <a:extLst>
              <a:ext uri="{FF2B5EF4-FFF2-40B4-BE49-F238E27FC236}">
                <a16:creationId xmlns:a16="http://schemas.microsoft.com/office/drawing/2014/main" id="{582F44B2-F5C8-4F58-AAEA-A9C729C72625}"/>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839567" y="4200671"/>
            <a:ext cx="3971691" cy="2066003"/>
          </a:xfrm>
          <a:prstGeom prst="rect">
            <a:avLst/>
          </a:prstGeom>
          <a:noFill/>
          <a:extLst>
            <a:ext uri="{909E8E84-426E-40DD-AFC4-6F175D3DCCD1}">
              <a14:hiddenFill xmlns:a14="http://schemas.microsoft.com/office/drawing/2010/main">
                <a:solidFill>
                  <a:srgbClr val="FFFFFF"/>
                </a:solidFill>
              </a14:hiddenFill>
            </a:ext>
          </a:extLst>
        </p:spPr>
      </p:pic>
      <p:sp>
        <p:nvSpPr>
          <p:cNvPr id="11" name="Oval 14">
            <a:extLst>
              <a:ext uri="{FF2B5EF4-FFF2-40B4-BE49-F238E27FC236}">
                <a16:creationId xmlns:a16="http://schemas.microsoft.com/office/drawing/2014/main" id="{5CAF69E0-7E0B-4161-B02F-D65274DCBC4A}"/>
              </a:ext>
            </a:extLst>
          </p:cNvPr>
          <p:cNvSpPr>
            <a:spLocks noChangeArrowheads="1"/>
          </p:cNvSpPr>
          <p:nvPr/>
        </p:nvSpPr>
        <p:spPr bwMode="auto">
          <a:xfrm>
            <a:off x="5071165" y="2119771"/>
            <a:ext cx="1892300" cy="1892300"/>
          </a:xfrm>
          <a:prstGeom prst="ellipse">
            <a:avLst/>
          </a:prstGeom>
          <a:noFill/>
          <a:ln w="31750">
            <a:solidFill>
              <a:srgbClr val="CC0000"/>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sz="2400"/>
          </a:p>
        </p:txBody>
      </p:sp>
      <p:sp>
        <p:nvSpPr>
          <p:cNvPr id="12" name="Oval 15">
            <a:extLst>
              <a:ext uri="{FF2B5EF4-FFF2-40B4-BE49-F238E27FC236}">
                <a16:creationId xmlns:a16="http://schemas.microsoft.com/office/drawing/2014/main" id="{2CF4110F-F3D9-4032-BE4B-462C900E2218}"/>
              </a:ext>
            </a:extLst>
          </p:cNvPr>
          <p:cNvSpPr>
            <a:spLocks noChangeArrowheads="1"/>
          </p:cNvSpPr>
          <p:nvPr/>
        </p:nvSpPr>
        <p:spPr bwMode="auto">
          <a:xfrm>
            <a:off x="5452165" y="2500771"/>
            <a:ext cx="1130300" cy="1130300"/>
          </a:xfrm>
          <a:prstGeom prst="ellipse">
            <a:avLst/>
          </a:prstGeom>
          <a:noFill/>
          <a:ln w="31750">
            <a:solidFill>
              <a:srgbClr val="CC0000"/>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sz="2400"/>
          </a:p>
        </p:txBody>
      </p:sp>
      <p:sp>
        <p:nvSpPr>
          <p:cNvPr id="13" name="Oval 16">
            <a:extLst>
              <a:ext uri="{FF2B5EF4-FFF2-40B4-BE49-F238E27FC236}">
                <a16:creationId xmlns:a16="http://schemas.microsoft.com/office/drawing/2014/main" id="{A69E1AC0-7085-48A1-8643-AC9985C4E883}"/>
              </a:ext>
            </a:extLst>
          </p:cNvPr>
          <p:cNvSpPr>
            <a:spLocks noChangeArrowheads="1"/>
          </p:cNvSpPr>
          <p:nvPr/>
        </p:nvSpPr>
        <p:spPr bwMode="auto">
          <a:xfrm>
            <a:off x="5680765" y="2729371"/>
            <a:ext cx="673100" cy="673100"/>
          </a:xfrm>
          <a:prstGeom prst="ellipse">
            <a:avLst/>
          </a:prstGeom>
          <a:noFill/>
          <a:ln w="31750">
            <a:solidFill>
              <a:srgbClr val="CC0000"/>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2400"/>
          </a:p>
        </p:txBody>
      </p:sp>
      <p:sp>
        <p:nvSpPr>
          <p:cNvPr id="14" name="Oval 17">
            <a:extLst>
              <a:ext uri="{FF2B5EF4-FFF2-40B4-BE49-F238E27FC236}">
                <a16:creationId xmlns:a16="http://schemas.microsoft.com/office/drawing/2014/main" id="{3380AAFC-85B2-4DEE-BEFC-C50B35629F27}"/>
              </a:ext>
            </a:extLst>
          </p:cNvPr>
          <p:cNvSpPr>
            <a:spLocks noChangeArrowheads="1"/>
          </p:cNvSpPr>
          <p:nvPr/>
        </p:nvSpPr>
        <p:spPr bwMode="auto">
          <a:xfrm>
            <a:off x="4491729" y="1551446"/>
            <a:ext cx="3095625" cy="3024188"/>
          </a:xfrm>
          <a:prstGeom prst="ellipse">
            <a:avLst/>
          </a:prstGeom>
          <a:noFill/>
          <a:ln w="31750">
            <a:solidFill>
              <a:srgbClr val="CC0000"/>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sz="2400"/>
          </a:p>
        </p:txBody>
      </p:sp>
      <p:grpSp>
        <p:nvGrpSpPr>
          <p:cNvPr id="15" name="组合 14">
            <a:extLst>
              <a:ext uri="{FF2B5EF4-FFF2-40B4-BE49-F238E27FC236}">
                <a16:creationId xmlns:a16="http://schemas.microsoft.com/office/drawing/2014/main" id="{51CD966D-1631-4F43-9A08-CD39F1F88688}"/>
              </a:ext>
            </a:extLst>
          </p:cNvPr>
          <p:cNvGrpSpPr/>
          <p:nvPr/>
        </p:nvGrpSpPr>
        <p:grpSpPr>
          <a:xfrm>
            <a:off x="4377428" y="1249821"/>
            <a:ext cx="3352800" cy="3505200"/>
            <a:chOff x="8453965" y="1615281"/>
            <a:chExt cx="3352800" cy="3505200"/>
          </a:xfrm>
        </p:grpSpPr>
        <p:grpSp>
          <p:nvGrpSpPr>
            <p:cNvPr id="16" name="Group 4">
              <a:extLst>
                <a:ext uri="{FF2B5EF4-FFF2-40B4-BE49-F238E27FC236}">
                  <a16:creationId xmlns:a16="http://schemas.microsoft.com/office/drawing/2014/main" id="{6BA0B29B-65C9-46BE-846C-6680D0C7AC83}"/>
                </a:ext>
              </a:extLst>
            </p:cNvPr>
            <p:cNvGrpSpPr>
              <a:grpSpLocks/>
            </p:cNvGrpSpPr>
            <p:nvPr/>
          </p:nvGrpSpPr>
          <p:grpSpPr bwMode="auto">
            <a:xfrm>
              <a:off x="8453965" y="1615281"/>
              <a:ext cx="3352800" cy="3505200"/>
              <a:chOff x="1704" y="1537"/>
              <a:chExt cx="2448" cy="2448"/>
            </a:xfrm>
          </p:grpSpPr>
          <p:sp>
            <p:nvSpPr>
              <p:cNvPr id="19" name="Line 5">
                <a:extLst>
                  <a:ext uri="{FF2B5EF4-FFF2-40B4-BE49-F238E27FC236}">
                    <a16:creationId xmlns:a16="http://schemas.microsoft.com/office/drawing/2014/main" id="{7097A8B7-9AA4-4A0B-B69B-C9853F9146B3}"/>
                  </a:ext>
                </a:extLst>
              </p:cNvPr>
              <p:cNvSpPr>
                <a:spLocks noChangeShapeType="1"/>
              </p:cNvSpPr>
              <p:nvPr/>
            </p:nvSpPr>
            <p:spPr bwMode="auto">
              <a:xfrm flipH="1">
                <a:off x="1704" y="2808"/>
                <a:ext cx="2448" cy="0"/>
              </a:xfrm>
              <a:prstGeom prst="line">
                <a:avLst/>
              </a:prstGeom>
              <a:noFill/>
              <a:ln w="31750">
                <a:solidFill>
                  <a:schemeClr val="tx1"/>
                </a:solidFill>
                <a:round/>
                <a:headEnd type="stealth" w="med" len="lg"/>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sp>
            <p:nvSpPr>
              <p:cNvPr id="20" name="Line 6">
                <a:extLst>
                  <a:ext uri="{FF2B5EF4-FFF2-40B4-BE49-F238E27FC236}">
                    <a16:creationId xmlns:a16="http://schemas.microsoft.com/office/drawing/2014/main" id="{C51361E9-0C47-4860-A5D9-4C56E2C0FA76}"/>
                  </a:ext>
                </a:extLst>
              </p:cNvPr>
              <p:cNvSpPr>
                <a:spLocks noChangeShapeType="1"/>
              </p:cNvSpPr>
              <p:nvPr/>
            </p:nvSpPr>
            <p:spPr bwMode="auto">
              <a:xfrm flipH="1" flipV="1">
                <a:off x="1745" y="2349"/>
                <a:ext cx="2270" cy="918"/>
              </a:xfrm>
              <a:prstGeom prst="line">
                <a:avLst/>
              </a:prstGeom>
              <a:noFill/>
              <a:ln w="31750">
                <a:solidFill>
                  <a:schemeClr val="tx1"/>
                </a:solidFill>
                <a:round/>
                <a:headEnd type="stealth" w="med" len="lg"/>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sp>
            <p:nvSpPr>
              <p:cNvPr id="21" name="Line 7">
                <a:extLst>
                  <a:ext uri="{FF2B5EF4-FFF2-40B4-BE49-F238E27FC236}">
                    <a16:creationId xmlns:a16="http://schemas.microsoft.com/office/drawing/2014/main" id="{69BCE1EB-2089-48C0-A8BC-14573F60910C}"/>
                  </a:ext>
                </a:extLst>
              </p:cNvPr>
              <p:cNvSpPr>
                <a:spLocks noChangeShapeType="1"/>
              </p:cNvSpPr>
              <p:nvPr/>
            </p:nvSpPr>
            <p:spPr bwMode="auto">
              <a:xfrm flipH="1" flipV="1">
                <a:off x="2000" y="1959"/>
                <a:ext cx="1792" cy="1689"/>
              </a:xfrm>
              <a:prstGeom prst="line">
                <a:avLst/>
              </a:prstGeom>
              <a:noFill/>
              <a:ln w="31750">
                <a:solidFill>
                  <a:schemeClr val="tx1"/>
                </a:solidFill>
                <a:round/>
                <a:headEnd type="stealth" w="med" len="lg"/>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sp>
            <p:nvSpPr>
              <p:cNvPr id="22" name="Line 8">
                <a:extLst>
                  <a:ext uri="{FF2B5EF4-FFF2-40B4-BE49-F238E27FC236}">
                    <a16:creationId xmlns:a16="http://schemas.microsoft.com/office/drawing/2014/main" id="{8BCE599C-FF96-4509-9C9A-3675E98D1C21}"/>
                  </a:ext>
                </a:extLst>
              </p:cNvPr>
              <p:cNvSpPr>
                <a:spLocks noChangeShapeType="1"/>
              </p:cNvSpPr>
              <p:nvPr/>
            </p:nvSpPr>
            <p:spPr bwMode="auto">
              <a:xfrm flipH="1">
                <a:off x="2430" y="1653"/>
                <a:ext cx="968" cy="2225"/>
              </a:xfrm>
              <a:prstGeom prst="line">
                <a:avLst/>
              </a:prstGeom>
              <a:noFill/>
              <a:ln w="31750">
                <a:solidFill>
                  <a:schemeClr val="tx1"/>
                </a:solidFill>
                <a:round/>
                <a:headEnd type="stealth" w="med" len="lg"/>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sp>
            <p:nvSpPr>
              <p:cNvPr id="23" name="Line 9">
                <a:extLst>
                  <a:ext uri="{FF2B5EF4-FFF2-40B4-BE49-F238E27FC236}">
                    <a16:creationId xmlns:a16="http://schemas.microsoft.com/office/drawing/2014/main" id="{9093DBA9-69AD-4C42-917F-5996F203C240}"/>
                  </a:ext>
                </a:extLst>
              </p:cNvPr>
              <p:cNvSpPr>
                <a:spLocks noChangeShapeType="1"/>
              </p:cNvSpPr>
              <p:nvPr/>
            </p:nvSpPr>
            <p:spPr bwMode="auto">
              <a:xfrm flipH="1">
                <a:off x="1779" y="2390"/>
                <a:ext cx="2300" cy="836"/>
              </a:xfrm>
              <a:prstGeom prst="line">
                <a:avLst/>
              </a:prstGeom>
              <a:noFill/>
              <a:ln w="31750">
                <a:solidFill>
                  <a:schemeClr val="tx1"/>
                </a:solidFill>
                <a:round/>
                <a:headEnd type="stealth" w="med" len="lg"/>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sp>
            <p:nvSpPr>
              <p:cNvPr id="24" name="Line 10">
                <a:extLst>
                  <a:ext uri="{FF2B5EF4-FFF2-40B4-BE49-F238E27FC236}">
                    <a16:creationId xmlns:a16="http://schemas.microsoft.com/office/drawing/2014/main" id="{F395C982-1A7F-4B36-872B-E21D1F9EFEB1}"/>
                  </a:ext>
                </a:extLst>
              </p:cNvPr>
              <p:cNvSpPr>
                <a:spLocks noChangeShapeType="1"/>
              </p:cNvSpPr>
              <p:nvPr/>
            </p:nvSpPr>
            <p:spPr bwMode="auto">
              <a:xfrm flipV="1">
                <a:off x="2048" y="1910"/>
                <a:ext cx="1762" cy="1700"/>
              </a:xfrm>
              <a:prstGeom prst="line">
                <a:avLst/>
              </a:prstGeom>
              <a:noFill/>
              <a:ln w="31750">
                <a:solidFill>
                  <a:schemeClr val="tx1"/>
                </a:solidFill>
                <a:round/>
                <a:headEnd type="stealth" w="med" len="lg"/>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sp>
            <p:nvSpPr>
              <p:cNvPr id="25" name="Line 11">
                <a:extLst>
                  <a:ext uri="{FF2B5EF4-FFF2-40B4-BE49-F238E27FC236}">
                    <a16:creationId xmlns:a16="http://schemas.microsoft.com/office/drawing/2014/main" id="{44444918-7F66-48AE-92E1-8A663996CF57}"/>
                  </a:ext>
                </a:extLst>
              </p:cNvPr>
              <p:cNvSpPr>
                <a:spLocks noChangeShapeType="1"/>
              </p:cNvSpPr>
              <p:nvPr/>
            </p:nvSpPr>
            <p:spPr bwMode="auto">
              <a:xfrm flipV="1">
                <a:off x="2880" y="1537"/>
                <a:ext cx="0" cy="2448"/>
              </a:xfrm>
              <a:prstGeom prst="line">
                <a:avLst/>
              </a:prstGeom>
              <a:noFill/>
              <a:ln w="31750">
                <a:solidFill>
                  <a:schemeClr val="tx1"/>
                </a:solidFill>
                <a:round/>
                <a:headEnd type="stealth" w="med" len="lg"/>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sp>
            <p:nvSpPr>
              <p:cNvPr id="26" name="Line 12">
                <a:extLst>
                  <a:ext uri="{FF2B5EF4-FFF2-40B4-BE49-F238E27FC236}">
                    <a16:creationId xmlns:a16="http://schemas.microsoft.com/office/drawing/2014/main" id="{8EE761E5-82B0-4600-B3E8-3615AECED269}"/>
                  </a:ext>
                </a:extLst>
              </p:cNvPr>
              <p:cNvSpPr>
                <a:spLocks noChangeShapeType="1"/>
              </p:cNvSpPr>
              <p:nvPr/>
            </p:nvSpPr>
            <p:spPr bwMode="auto">
              <a:xfrm flipH="1" flipV="1">
                <a:off x="2383" y="1642"/>
                <a:ext cx="996" cy="2236"/>
              </a:xfrm>
              <a:prstGeom prst="line">
                <a:avLst/>
              </a:prstGeom>
              <a:noFill/>
              <a:ln w="31750">
                <a:solidFill>
                  <a:schemeClr val="tx1"/>
                </a:solidFill>
                <a:round/>
                <a:headEnd type="stealth" w="med" len="lg"/>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grpSp>
        <p:sp>
          <p:nvSpPr>
            <p:cNvPr id="17" name="Oval 13">
              <a:extLst>
                <a:ext uri="{FF2B5EF4-FFF2-40B4-BE49-F238E27FC236}">
                  <a16:creationId xmlns:a16="http://schemas.microsoft.com/office/drawing/2014/main" id="{77FBA988-2508-4FA8-8485-CD8D06DB54C0}"/>
                </a:ext>
              </a:extLst>
            </p:cNvPr>
            <p:cNvSpPr>
              <a:spLocks noChangeArrowheads="1"/>
            </p:cNvSpPr>
            <p:nvPr/>
          </p:nvSpPr>
          <p:spPr bwMode="auto">
            <a:xfrm>
              <a:off x="9909702" y="3247231"/>
              <a:ext cx="368300" cy="368300"/>
            </a:xfrm>
            <a:prstGeom prst="ellipse">
              <a:avLst/>
            </a:prstGeom>
            <a:gradFill rotWithShape="0">
              <a:gsLst>
                <a:gs pos="0">
                  <a:srgbClr val="FF3300"/>
                </a:gs>
                <a:gs pos="100000">
                  <a:srgbClr val="490F00"/>
                </a:gs>
              </a:gsLst>
              <a:path path="shape">
                <a:fillToRect l="50000" t="50000" r="50000" b="50000"/>
              </a:path>
            </a:gradFill>
            <a:ln>
              <a:noFill/>
            </a:ln>
            <a:effectLst/>
            <a:extLst>
              <a:ext uri="{91240B29-F687-4F45-9708-019B960494DF}">
                <a14:hiddenLine xmlns:a14="http://schemas.microsoft.com/office/drawing/2010/main" w="31750">
                  <a:solidFill>
                    <a:srgbClr val="FFFF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2400"/>
            </a:p>
          </p:txBody>
        </p:sp>
      </p:grpSp>
    </p:spTree>
    <p:extLst>
      <p:ext uri="{BB962C8B-B14F-4D97-AF65-F5344CB8AC3E}">
        <p14:creationId xmlns:p14="http://schemas.microsoft.com/office/powerpoint/2010/main" val="1042601919"/>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2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6" presetClass="entr" presetSubtype="42"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barn(outHorizontal)">
                                      <p:cBhvr>
                                        <p:cTn id="19" dur="500"/>
                                        <p:tgtEl>
                                          <p:spTgt spid="13"/>
                                        </p:tgtEl>
                                      </p:cBhvr>
                                    </p:animEffect>
                                  </p:childTnLst>
                                </p:cTn>
                              </p:par>
                            </p:childTnLst>
                          </p:cTn>
                        </p:par>
                      </p:childTnLst>
                    </p:cTn>
                  </p:par>
                  <p:par>
                    <p:cTn id="20" fill="hold">
                      <p:stCondLst>
                        <p:cond delay="indefinite"/>
                      </p:stCondLst>
                      <p:childTnLst>
                        <p:par>
                          <p:cTn id="21" fill="hold">
                            <p:stCondLst>
                              <p:cond delay="0"/>
                            </p:stCondLst>
                            <p:childTnLst>
                              <p:par>
                                <p:cTn id="22" presetID="16" presetClass="entr" presetSubtype="42" fill="hold" grpId="0" nodeType="click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barn(outHorizontal)">
                                      <p:cBhvr>
                                        <p:cTn id="24" dur="500"/>
                                        <p:tgtEl>
                                          <p:spTgt spid="12"/>
                                        </p:tgtEl>
                                      </p:cBhvr>
                                    </p:animEffect>
                                  </p:childTnLst>
                                </p:cTn>
                              </p:par>
                            </p:childTnLst>
                          </p:cTn>
                        </p:par>
                      </p:childTnLst>
                    </p:cTn>
                  </p:par>
                  <p:par>
                    <p:cTn id="25" fill="hold">
                      <p:stCondLst>
                        <p:cond delay="indefinite"/>
                      </p:stCondLst>
                      <p:childTnLst>
                        <p:par>
                          <p:cTn id="26" fill="hold">
                            <p:stCondLst>
                              <p:cond delay="0"/>
                            </p:stCondLst>
                            <p:childTnLst>
                              <p:par>
                                <p:cTn id="27" presetID="16" presetClass="entr" presetSubtype="42" fill="hold" grpId="0" nodeType="click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barn(outHorizontal)">
                                      <p:cBhvr>
                                        <p:cTn id="29" dur="500"/>
                                        <p:tgtEl>
                                          <p:spTgt spid="11"/>
                                        </p:tgtEl>
                                      </p:cBhvr>
                                    </p:animEffect>
                                  </p:childTnLst>
                                </p:cTn>
                              </p:par>
                            </p:childTnLst>
                          </p:cTn>
                        </p:par>
                      </p:childTnLst>
                    </p:cTn>
                  </p:par>
                  <p:par>
                    <p:cTn id="30" fill="hold">
                      <p:stCondLst>
                        <p:cond delay="indefinite"/>
                      </p:stCondLst>
                      <p:childTnLst>
                        <p:par>
                          <p:cTn id="31" fill="hold">
                            <p:stCondLst>
                              <p:cond delay="0"/>
                            </p:stCondLst>
                            <p:childTnLst>
                              <p:par>
                                <p:cTn id="32" presetID="16" presetClass="entr" presetSubtype="42" fill="hold" grpId="0" nodeType="click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barn(outHorizontal)">
                                      <p:cBhvr>
                                        <p:cTn id="34" dur="500"/>
                                        <p:tgtEl>
                                          <p:spTgt spid="14"/>
                                        </p:tgtEl>
                                      </p:cBhvr>
                                    </p:animEffec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03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0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a:extLst>
              <a:ext uri="{FF2B5EF4-FFF2-40B4-BE49-F238E27FC236}">
                <a16:creationId xmlns:a16="http://schemas.microsoft.com/office/drawing/2014/main" id="{297BDDEF-947E-4C1A-9434-2F68160749E9}"/>
              </a:ext>
            </a:extLst>
          </p:cNvPr>
          <p:cNvSpPr/>
          <p:nvPr/>
        </p:nvSpPr>
        <p:spPr>
          <a:xfrm>
            <a:off x="3802891" y="958707"/>
            <a:ext cx="7096816" cy="1384995"/>
          </a:xfrm>
          <a:prstGeom prst="rect">
            <a:avLst/>
          </a:prstGeom>
        </p:spPr>
        <p:txBody>
          <a:bodyPr wrap="square">
            <a:spAutoFit/>
          </a:bodyPr>
          <a:lstStyle/>
          <a:p>
            <a:r>
              <a:rPr lang="zh-CN" altLang="en-US" sz="2800" dirty="0">
                <a:solidFill>
                  <a:srgbClr val="000000"/>
                </a:solidFill>
                <a:latin typeface="华文楷体" panose="02010600040101010101" pitchFamily="2" charset="-122"/>
                <a:ea typeface="华文楷体" panose="02010600040101010101" pitchFamily="2" charset="-122"/>
              </a:rPr>
              <a:t> 数学上，若某一标量函数对某一方向有最大变化率，则定义此方向上的导数为该标量函数的</a:t>
            </a:r>
            <a:r>
              <a:rPr lang="zh-CN" altLang="en-US" sz="2800" b="1" dirty="0">
                <a:solidFill>
                  <a:srgbClr val="0066FF"/>
                </a:solidFill>
                <a:latin typeface="华文楷体" panose="02010600040101010101" pitchFamily="2" charset="-122"/>
                <a:ea typeface="华文楷体" panose="02010600040101010101" pitchFamily="2" charset="-122"/>
              </a:rPr>
              <a:t>梯度</a:t>
            </a:r>
            <a:endParaRPr lang="en-US" sz="2800" b="1" dirty="0">
              <a:solidFill>
                <a:srgbClr val="0066FF"/>
              </a:solidFill>
              <a:latin typeface="华文楷体" panose="02010600040101010101" pitchFamily="2" charset="-122"/>
              <a:ea typeface="华文楷体" panose="02010600040101010101" pitchFamily="2" charset="-122"/>
            </a:endParaRPr>
          </a:p>
        </p:txBody>
      </p:sp>
      <p:sp>
        <p:nvSpPr>
          <p:cNvPr id="33" name="标题 27">
            <a:extLst>
              <a:ext uri="{FF2B5EF4-FFF2-40B4-BE49-F238E27FC236}">
                <a16:creationId xmlns:a16="http://schemas.microsoft.com/office/drawing/2014/main" id="{089AD43F-D6C9-4785-9C45-4AB20D17EE60}"/>
              </a:ext>
            </a:extLst>
          </p:cNvPr>
          <p:cNvSpPr txBox="1">
            <a:spLocks/>
          </p:cNvSpPr>
          <p:nvPr/>
        </p:nvSpPr>
        <p:spPr>
          <a:xfrm>
            <a:off x="841764" y="953650"/>
            <a:ext cx="7543800" cy="145075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57200" indent="-457200">
              <a:buFont typeface="Wingdings" panose="05000000000000000000" pitchFamily="2" charset="2"/>
              <a:buChar char="q"/>
            </a:pPr>
            <a:r>
              <a:rPr lang="zh-CN" altLang="en-US" sz="3200" b="1" dirty="0">
                <a:solidFill>
                  <a:srgbClr val="0066FF"/>
                </a:solidFill>
                <a:latin typeface="华文楷体" panose="02010600040101010101" pitchFamily="2" charset="-122"/>
                <a:ea typeface="华文楷体" panose="02010600040101010101" pitchFamily="2" charset="-122"/>
              </a:rPr>
              <a:t>电势梯度</a:t>
            </a:r>
          </a:p>
        </p:txBody>
      </p:sp>
      <mc:AlternateContent xmlns:mc="http://schemas.openxmlformats.org/markup-compatibility/2006" xmlns:a14="http://schemas.microsoft.com/office/drawing/2010/main">
        <mc:Choice Requires="a14">
          <p:sp>
            <p:nvSpPr>
              <p:cNvPr id="34" name="内容占位符 28">
                <a:extLst>
                  <a:ext uri="{FF2B5EF4-FFF2-40B4-BE49-F238E27FC236}">
                    <a16:creationId xmlns:a16="http://schemas.microsoft.com/office/drawing/2014/main" id="{5D25C992-5A90-4C12-A650-D8AFEF9F2E78}"/>
                  </a:ext>
                </a:extLst>
              </p:cNvPr>
              <p:cNvSpPr txBox="1">
                <a:spLocks/>
              </p:cNvSpPr>
              <p:nvPr/>
            </p:nvSpPr>
            <p:spPr>
              <a:xfrm>
                <a:off x="4344589" y="2115419"/>
                <a:ext cx="4342191" cy="131358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spcBef>
                    <a:spcPct val="50000"/>
                  </a:spcBef>
                  <a:buNone/>
                </a:pPr>
                <a14:m>
                  <m:oMathPara xmlns:m="http://schemas.openxmlformats.org/officeDocument/2006/math">
                    <m:oMathParaPr>
                      <m:jc m:val="centerGroup"/>
                    </m:oMathParaPr>
                    <m:oMath xmlns:m="http://schemas.openxmlformats.org/officeDocument/2006/math">
                      <m:r>
                        <a:rPr lang="en-US" altLang="zh-CN" b="0" i="1" smtClean="0">
                          <a:solidFill>
                            <a:srgbClr val="FF0000"/>
                          </a:solidFill>
                          <a:latin typeface="Cambria Math" panose="02040503050406030204" pitchFamily="18" charset="0"/>
                        </a:rPr>
                        <m:t>𝐸</m:t>
                      </m:r>
                      <m:r>
                        <a:rPr lang="en-US" altLang="zh-CN" b="0" i="1" smtClean="0">
                          <a:solidFill>
                            <a:srgbClr val="FF0000"/>
                          </a:solidFill>
                          <a:latin typeface="Cambria Math" panose="02040503050406030204" pitchFamily="18" charset="0"/>
                        </a:rPr>
                        <m:t>=−</m:t>
                      </m:r>
                      <m:f>
                        <m:fPr>
                          <m:ctrlPr>
                            <a:rPr lang="en-US" altLang="zh-CN" i="1">
                              <a:solidFill>
                                <a:srgbClr val="FF0000"/>
                              </a:solidFill>
                              <a:latin typeface="Cambria Math" panose="02040503050406030204" pitchFamily="18" charset="0"/>
                            </a:rPr>
                          </m:ctrlPr>
                        </m:fPr>
                        <m:num>
                          <m:r>
                            <a:rPr lang="en-US" altLang="zh-CN" b="0" i="1">
                              <a:solidFill>
                                <a:srgbClr val="FF0000"/>
                              </a:solidFill>
                              <a:latin typeface="Cambria Math" panose="02040503050406030204" pitchFamily="18" charset="0"/>
                            </a:rPr>
                            <m:t>𝑑</m:t>
                          </m:r>
                          <m:r>
                            <a:rPr lang="zh-CN" altLang="en-US" b="0" i="1" smtClean="0">
                              <a:solidFill>
                                <a:srgbClr val="FF0000"/>
                              </a:solidFill>
                              <a:latin typeface="Cambria Math" panose="02040503050406030204" pitchFamily="18" charset="0"/>
                            </a:rPr>
                            <m:t>𝜑</m:t>
                          </m:r>
                        </m:num>
                        <m:den>
                          <m:r>
                            <a:rPr lang="en-US" altLang="zh-CN" b="0" i="1">
                              <a:solidFill>
                                <a:srgbClr val="FF0000"/>
                              </a:solidFill>
                              <a:latin typeface="Cambria Math" panose="02040503050406030204" pitchFamily="18" charset="0"/>
                            </a:rPr>
                            <m:t>𝑑𝑙</m:t>
                          </m:r>
                        </m:den>
                      </m:f>
                      <m:sSub>
                        <m:sSubPr>
                          <m:ctrlPr>
                            <a:rPr lang="en-US" altLang="zh-CN" i="1">
                              <a:solidFill>
                                <a:srgbClr val="FF0000"/>
                              </a:solidFill>
                              <a:latin typeface="Cambria Math" panose="02040503050406030204" pitchFamily="18" charset="0"/>
                            </a:rPr>
                          </m:ctrlPr>
                        </m:sSubPr>
                        <m:e>
                          <m:r>
                            <a:rPr lang="en-US" altLang="zh-CN" b="0" i="1">
                              <a:solidFill>
                                <a:srgbClr val="FF0000"/>
                              </a:solidFill>
                              <a:latin typeface="Cambria Math" panose="02040503050406030204" pitchFamily="18" charset="0"/>
                            </a:rPr>
                            <m:t>|</m:t>
                          </m:r>
                        </m:e>
                        <m:sub>
                          <m:r>
                            <a:rPr lang="en-US" altLang="zh-CN" b="0" i="1">
                              <a:solidFill>
                                <a:srgbClr val="FF0000"/>
                              </a:solidFill>
                              <a:latin typeface="Cambria Math" panose="02040503050406030204" pitchFamily="18" charset="0"/>
                            </a:rPr>
                            <m:t>𝑚𝑎𝑥</m:t>
                          </m:r>
                        </m:sub>
                      </m:sSub>
                    </m:oMath>
                  </m:oMathPara>
                </a14:m>
                <a:endParaRPr lang="zh-CN" altLang="en-US" dirty="0"/>
              </a:p>
            </p:txBody>
          </p:sp>
        </mc:Choice>
        <mc:Fallback xmlns="">
          <p:sp>
            <p:nvSpPr>
              <p:cNvPr id="34" name="内容占位符 28">
                <a:extLst>
                  <a:ext uri="{FF2B5EF4-FFF2-40B4-BE49-F238E27FC236}">
                    <a16:creationId xmlns:a16="http://schemas.microsoft.com/office/drawing/2014/main" id="{5D25C992-5A90-4C12-A650-D8AFEF9F2E78}"/>
                  </a:ext>
                </a:extLst>
              </p:cNvPr>
              <p:cNvSpPr txBox="1">
                <a:spLocks noRot="1" noChangeAspect="1" noMove="1" noResize="1" noEditPoints="1" noAdjustHandles="1" noChangeArrowheads="1" noChangeShapeType="1" noTextEdit="1"/>
              </p:cNvSpPr>
              <p:nvPr/>
            </p:nvSpPr>
            <p:spPr>
              <a:xfrm>
                <a:off x="4344589" y="2115419"/>
                <a:ext cx="4342191" cy="1313581"/>
              </a:xfrm>
              <a:prstGeom prst="rect">
                <a:avLst/>
              </a:prstGeom>
              <a:blipFill>
                <a:blip r:embed="rId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9" name="标题 2">
                <a:extLst>
                  <a:ext uri="{FF2B5EF4-FFF2-40B4-BE49-F238E27FC236}">
                    <a16:creationId xmlns:a16="http://schemas.microsoft.com/office/drawing/2014/main" id="{C48A0B2B-BD9D-3479-23D8-66D8AED8F30E}"/>
                  </a:ext>
                </a:extLst>
              </p:cNvPr>
              <p:cNvSpPr txBox="1">
                <a:spLocks/>
              </p:cNvSpPr>
              <p:nvPr/>
            </p:nvSpPr>
            <p:spPr>
              <a:xfrm>
                <a:off x="1127201" y="4214046"/>
                <a:ext cx="5500384" cy="814755"/>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spcBef>
                    <a:spcPct val="50000"/>
                  </a:spcBef>
                </a:pPr>
                <a14:m>
                  <m:oMathPara xmlns:m="http://schemas.openxmlformats.org/officeDocument/2006/math">
                    <m:oMathParaPr>
                      <m:jc m:val="centerGroup"/>
                    </m:oMathParaPr>
                    <m:oMath xmlns:m="http://schemas.openxmlformats.org/officeDocument/2006/math">
                      <m:acc>
                        <m:accPr>
                          <m:chr m:val="⃗"/>
                          <m:ctrlPr>
                            <a:rPr lang="en-US" altLang="zh-CN" sz="2800" i="1" smtClean="0">
                              <a:latin typeface="Cambria Math" panose="02040503050406030204" pitchFamily="18" charset="0"/>
                            </a:rPr>
                          </m:ctrlPr>
                        </m:accPr>
                        <m:e>
                          <m:r>
                            <m:rPr>
                              <m:sty m:val="p"/>
                            </m:rPr>
                            <a:rPr lang="en-US" altLang="zh-CN" sz="2800" b="0" i="0">
                              <a:latin typeface="Cambria Math" panose="02040503050406030204" pitchFamily="18" charset="0"/>
                            </a:rPr>
                            <m:t>E</m:t>
                          </m:r>
                        </m:e>
                      </m:acc>
                      <m:r>
                        <a:rPr lang="en-US" altLang="zh-CN" sz="2800" b="0" i="0">
                          <a:latin typeface="Cambria Math" panose="02040503050406030204" pitchFamily="18" charset="0"/>
                        </a:rPr>
                        <m:t>=−</m:t>
                      </m:r>
                      <m:r>
                        <m:rPr>
                          <m:sty m:val="p"/>
                        </m:rPr>
                        <a:rPr lang="en-US" altLang="zh-CN" sz="2800" b="0" i="0">
                          <a:latin typeface="Cambria Math" panose="02040503050406030204" pitchFamily="18" charset="0"/>
                        </a:rPr>
                        <m:t>gradφ</m:t>
                      </m:r>
                      <m:r>
                        <a:rPr lang="en-US" altLang="zh-CN" sz="2800" b="0" i="0">
                          <a:latin typeface="Cambria Math" panose="02040503050406030204" pitchFamily="18" charset="0"/>
                        </a:rPr>
                        <m:t>=−</m:t>
                      </m:r>
                      <m:r>
                        <m:rPr>
                          <m:sty m:val="p"/>
                        </m:rPr>
                        <a:rPr lang="zh-CN" altLang="en-US" sz="2800" b="0" i="0">
                          <a:latin typeface="Cambria Math" panose="02040503050406030204" pitchFamily="18" charset="0"/>
                        </a:rPr>
                        <m:t>∇φ</m:t>
                      </m:r>
                    </m:oMath>
                  </m:oMathPara>
                </a14:m>
                <a:br>
                  <a:rPr lang="en-US" altLang="zh-CN" sz="2800" dirty="0">
                    <a:latin typeface="黑体" panose="02010609060101010101" pitchFamily="49" charset="-122"/>
                  </a:rPr>
                </a:br>
                <a:endParaRPr lang="zh-CN" altLang="en-US" sz="2800" dirty="0"/>
              </a:p>
            </p:txBody>
          </p:sp>
        </mc:Choice>
        <mc:Fallback xmlns="">
          <p:sp>
            <p:nvSpPr>
              <p:cNvPr id="29" name="标题 2">
                <a:extLst>
                  <a:ext uri="{FF2B5EF4-FFF2-40B4-BE49-F238E27FC236}">
                    <a16:creationId xmlns:a16="http://schemas.microsoft.com/office/drawing/2014/main" id="{C48A0B2B-BD9D-3479-23D8-66D8AED8F30E}"/>
                  </a:ext>
                </a:extLst>
              </p:cNvPr>
              <p:cNvSpPr txBox="1">
                <a:spLocks noRot="1" noChangeAspect="1" noMove="1" noResize="1" noEditPoints="1" noAdjustHandles="1" noChangeArrowheads="1" noChangeShapeType="1" noTextEdit="1"/>
              </p:cNvSpPr>
              <p:nvPr/>
            </p:nvSpPr>
            <p:spPr>
              <a:xfrm>
                <a:off x="1127201" y="4214046"/>
                <a:ext cx="5500384" cy="814755"/>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0" name="内容占位符 3">
                <a:extLst>
                  <a:ext uri="{FF2B5EF4-FFF2-40B4-BE49-F238E27FC236}">
                    <a16:creationId xmlns:a16="http://schemas.microsoft.com/office/drawing/2014/main" id="{4D6B7E95-250D-C3F3-1530-64D391A2233B}"/>
                  </a:ext>
                </a:extLst>
              </p:cNvPr>
              <p:cNvSpPr txBox="1">
                <a:spLocks/>
              </p:cNvSpPr>
              <p:nvPr/>
            </p:nvSpPr>
            <p:spPr>
              <a:xfrm>
                <a:off x="1142655" y="5177696"/>
                <a:ext cx="6942018" cy="119443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spcBef>
                    <a:spcPct val="50000"/>
                  </a:spcBef>
                  <a:buFont typeface="Arial" panose="020B0604020202020204" pitchFamily="34" charset="0"/>
                  <a:buNone/>
                </a:pP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电场强度等于该点电势梯度的负值</a:t>
                </a:r>
                <a:br>
                  <a:rPr lang="en-US" altLang="zh-CN" dirty="0">
                    <a:latin typeface="Times New Roman" panose="02020603050405020304" pitchFamily="18" charset="0"/>
                    <a:ea typeface="华文楷体" panose="02010600040101010101" pitchFamily="2" charset="-122"/>
                    <a:cs typeface="Times New Roman" panose="02020603050405020304" pitchFamily="18" charset="0"/>
                  </a:rPr>
                </a:b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en-US"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单位：</a:t>
                </a:r>
                <a14:m>
                  <m:oMath xmlns:m="http://schemas.openxmlformats.org/officeDocument/2006/math">
                    <m:f>
                      <m:fPr>
                        <m:type m:val="lin"/>
                        <m:ctrlPr>
                          <a:rPr lang="zh-CN" altLang="en-US" i="1" smtClean="0">
                            <a:solidFill>
                              <a:srgbClr val="0066FF"/>
                            </a:solidFill>
                            <a:latin typeface="Cambria Math" panose="02040503050406030204" pitchFamily="18" charset="0"/>
                          </a:rPr>
                        </m:ctrlPr>
                      </m:fPr>
                      <m:num>
                        <m:r>
                          <m:rPr>
                            <m:sty m:val="p"/>
                          </m:rPr>
                          <a:rPr lang="en-US" altLang="zh-CN" b="0" i="0">
                            <a:solidFill>
                              <a:srgbClr val="0066FF"/>
                            </a:solidFill>
                            <a:latin typeface="Cambria Math" panose="02040503050406030204" pitchFamily="18" charset="0"/>
                          </a:rPr>
                          <m:t>V</m:t>
                        </m:r>
                      </m:num>
                      <m:den>
                        <m:r>
                          <m:rPr>
                            <m:sty m:val="p"/>
                          </m:rPr>
                          <a:rPr lang="en-US" altLang="zh-CN" b="0" i="0">
                            <a:solidFill>
                              <a:srgbClr val="0066FF"/>
                            </a:solidFill>
                            <a:latin typeface="Cambria Math" panose="02040503050406030204" pitchFamily="18" charset="0"/>
                          </a:rPr>
                          <m:t>m</m:t>
                        </m:r>
                      </m:den>
                    </m:f>
                  </m:oMath>
                </a14:m>
                <a:r>
                  <a:rPr lang="zh-CN" altLang="en-US" dirty="0">
                    <a:solidFill>
                      <a:srgbClr val="0066FF"/>
                    </a:solidFill>
                    <a:latin typeface="Times New Roman" panose="02020603050405020304" pitchFamily="18" charset="0"/>
                    <a:ea typeface="华文楷体" panose="02010600040101010101" pitchFamily="2" charset="-122"/>
                    <a:cs typeface="Times New Roman" panose="02020603050405020304" pitchFamily="18" charset="0"/>
                  </a:rPr>
                  <a:t>，亦是场强的单位</a:t>
                </a:r>
                <a:endParaRPr lang="en-US" altLang="zh-CN" dirty="0">
                  <a:solidFill>
                    <a:srgbClr val="C00000"/>
                  </a:solidFill>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xmlns="">
          <p:sp>
            <p:nvSpPr>
              <p:cNvPr id="30" name="内容占位符 3">
                <a:extLst>
                  <a:ext uri="{FF2B5EF4-FFF2-40B4-BE49-F238E27FC236}">
                    <a16:creationId xmlns:a16="http://schemas.microsoft.com/office/drawing/2014/main" id="{4D6B7E95-250D-C3F3-1530-64D391A2233B}"/>
                  </a:ext>
                </a:extLst>
              </p:cNvPr>
              <p:cNvSpPr txBox="1">
                <a:spLocks noRot="1" noChangeAspect="1" noMove="1" noResize="1" noEditPoints="1" noAdjustHandles="1" noChangeArrowheads="1" noChangeShapeType="1" noTextEdit="1"/>
              </p:cNvSpPr>
              <p:nvPr/>
            </p:nvSpPr>
            <p:spPr>
              <a:xfrm>
                <a:off x="1142655" y="5177696"/>
                <a:ext cx="6942018" cy="1194430"/>
              </a:xfrm>
              <a:prstGeom prst="rect">
                <a:avLst/>
              </a:prstGeom>
              <a:blipFill>
                <a:blip r:embed="rId4"/>
                <a:stretch>
                  <a:fillRect l="-1756" b="-2398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1" name="矩形 30">
                <a:extLst>
                  <a:ext uri="{FF2B5EF4-FFF2-40B4-BE49-F238E27FC236}">
                    <a16:creationId xmlns:a16="http://schemas.microsoft.com/office/drawing/2014/main" id="{8816F3CB-A8E3-3F7D-FC79-3E96A095E307}"/>
                  </a:ext>
                </a:extLst>
              </p:cNvPr>
              <p:cNvSpPr/>
              <p:nvPr/>
            </p:nvSpPr>
            <p:spPr>
              <a:xfrm>
                <a:off x="1142655" y="3318934"/>
                <a:ext cx="5468164" cy="775662"/>
              </a:xfrm>
              <a:prstGeom prst="rect">
                <a:avLst/>
              </a:prstGeom>
            </p:spPr>
            <p:txBody>
              <a:bodyPr wrap="none">
                <a:spAutoFit/>
              </a:bodyPr>
              <a:lstStyle/>
              <a:p>
                <a:r>
                  <a:rPr lang="zh-CN" altLang="en-US" sz="28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直角坐标系中：</a:t>
                </a:r>
                <a:r>
                  <a:rPr lang="en-US" altLang="zh-CN" sz="2800" dirty="0">
                    <a:solidFill>
                      <a:prstClr val="black"/>
                    </a:solidFill>
                    <a:ea typeface="华文新魏" panose="02010800040101010101" pitchFamily="2" charset="-122"/>
                  </a:rPr>
                  <a:t> </a:t>
                </a:r>
                <a14:m>
                  <m:oMath xmlns:m="http://schemas.openxmlformats.org/officeDocument/2006/math">
                    <m:f>
                      <m:fPr>
                        <m:ctrlPr>
                          <a:rPr lang="en-US" altLang="zh-CN" sz="2800" i="1">
                            <a:solidFill>
                              <a:prstClr val="black"/>
                            </a:solidFill>
                            <a:latin typeface="Cambria Math" panose="02040503050406030204" pitchFamily="18" charset="0"/>
                            <a:ea typeface="华文新魏" panose="02010800040101010101" pitchFamily="2" charset="-122"/>
                          </a:rPr>
                        </m:ctrlPr>
                      </m:fPr>
                      <m:num>
                        <m:r>
                          <a:rPr lang="en-US" altLang="zh-CN" sz="2800" b="0" i="0">
                            <a:solidFill>
                              <a:prstClr val="black"/>
                            </a:solidFill>
                            <a:latin typeface="Cambria Math" panose="02040503050406030204" pitchFamily="18" charset="0"/>
                            <a:ea typeface="华文新魏" panose="02010800040101010101" pitchFamily="2" charset="-122"/>
                          </a:rPr>
                          <m:t>𝜕</m:t>
                        </m:r>
                      </m:num>
                      <m:den>
                        <m:r>
                          <a:rPr lang="en-US" altLang="zh-CN" sz="2800" b="0" i="0">
                            <a:solidFill>
                              <a:prstClr val="black"/>
                            </a:solidFill>
                            <a:latin typeface="Cambria Math" panose="02040503050406030204" pitchFamily="18" charset="0"/>
                            <a:ea typeface="华文新魏" panose="02010800040101010101" pitchFamily="2" charset="-122"/>
                          </a:rPr>
                          <m:t>𝜕</m:t>
                        </m:r>
                        <m:r>
                          <m:rPr>
                            <m:sty m:val="p"/>
                          </m:rPr>
                          <a:rPr lang="en-US" altLang="zh-CN" sz="2800" b="0" i="0">
                            <a:solidFill>
                              <a:prstClr val="black"/>
                            </a:solidFill>
                            <a:latin typeface="Cambria Math" panose="02040503050406030204" pitchFamily="18" charset="0"/>
                            <a:ea typeface="华文新魏" panose="02010800040101010101" pitchFamily="2" charset="-122"/>
                          </a:rPr>
                          <m:t>x</m:t>
                        </m:r>
                      </m:den>
                    </m:f>
                    <m:acc>
                      <m:accPr>
                        <m:chr m:val="⃗"/>
                        <m:ctrlPr>
                          <a:rPr lang="en-US" altLang="zh-CN" sz="2800" i="1">
                            <a:solidFill>
                              <a:prstClr val="black"/>
                            </a:solidFill>
                            <a:latin typeface="Cambria Math" panose="02040503050406030204" pitchFamily="18" charset="0"/>
                            <a:ea typeface="华文新魏" panose="02010800040101010101" pitchFamily="2" charset="-122"/>
                          </a:rPr>
                        </m:ctrlPr>
                      </m:accPr>
                      <m:e>
                        <m:r>
                          <m:rPr>
                            <m:sty m:val="p"/>
                          </m:rPr>
                          <a:rPr lang="en-US" altLang="zh-CN" sz="2800" b="0" i="0">
                            <a:solidFill>
                              <a:prstClr val="black"/>
                            </a:solidFill>
                            <a:latin typeface="Cambria Math" panose="02040503050406030204" pitchFamily="18" charset="0"/>
                            <a:ea typeface="华文新魏" panose="02010800040101010101" pitchFamily="2" charset="-122"/>
                          </a:rPr>
                          <m:t>i</m:t>
                        </m:r>
                        <m:r>
                          <a:rPr lang="en-US" altLang="zh-CN" sz="2800" b="0" i="0">
                            <a:solidFill>
                              <a:prstClr val="black"/>
                            </a:solidFill>
                            <a:latin typeface="Cambria Math" panose="02040503050406030204" pitchFamily="18" charset="0"/>
                            <a:ea typeface="华文新魏" panose="02010800040101010101" pitchFamily="2" charset="-122"/>
                          </a:rPr>
                          <m:t> </m:t>
                        </m:r>
                      </m:e>
                    </m:acc>
                    <m:r>
                      <a:rPr lang="en-US" altLang="zh-CN" sz="2800" b="0" i="0">
                        <a:solidFill>
                          <a:prstClr val="black"/>
                        </a:solidFill>
                        <a:latin typeface="Cambria Math" panose="02040503050406030204" pitchFamily="18" charset="0"/>
                        <a:ea typeface="华文新魏" panose="02010800040101010101" pitchFamily="2" charset="-122"/>
                      </a:rPr>
                      <m:t>+</m:t>
                    </m:r>
                    <m:f>
                      <m:fPr>
                        <m:ctrlPr>
                          <a:rPr lang="en-US" altLang="zh-CN" sz="2800" i="1">
                            <a:solidFill>
                              <a:prstClr val="black"/>
                            </a:solidFill>
                            <a:latin typeface="Cambria Math" panose="02040503050406030204" pitchFamily="18" charset="0"/>
                            <a:ea typeface="华文新魏" panose="02010800040101010101" pitchFamily="2" charset="-122"/>
                          </a:rPr>
                        </m:ctrlPr>
                      </m:fPr>
                      <m:num>
                        <m:r>
                          <a:rPr lang="en-US" altLang="zh-CN" sz="2800" b="0" i="0">
                            <a:solidFill>
                              <a:prstClr val="black"/>
                            </a:solidFill>
                            <a:latin typeface="Cambria Math" panose="02040503050406030204" pitchFamily="18" charset="0"/>
                            <a:ea typeface="华文新魏" panose="02010800040101010101" pitchFamily="2" charset="-122"/>
                          </a:rPr>
                          <m:t>𝜕</m:t>
                        </m:r>
                      </m:num>
                      <m:den>
                        <m:r>
                          <a:rPr lang="en-US" altLang="zh-CN" sz="2800" b="0" i="0">
                            <a:solidFill>
                              <a:prstClr val="black"/>
                            </a:solidFill>
                            <a:latin typeface="Cambria Math" panose="02040503050406030204" pitchFamily="18" charset="0"/>
                            <a:ea typeface="华文新魏" panose="02010800040101010101" pitchFamily="2" charset="-122"/>
                          </a:rPr>
                          <m:t>𝜕</m:t>
                        </m:r>
                        <m:r>
                          <m:rPr>
                            <m:sty m:val="p"/>
                          </m:rPr>
                          <a:rPr lang="en-US" altLang="zh-CN" sz="2800" b="0" i="0">
                            <a:solidFill>
                              <a:prstClr val="black"/>
                            </a:solidFill>
                            <a:latin typeface="Cambria Math" panose="02040503050406030204" pitchFamily="18" charset="0"/>
                            <a:ea typeface="华文新魏" panose="02010800040101010101" pitchFamily="2" charset="-122"/>
                          </a:rPr>
                          <m:t>y</m:t>
                        </m:r>
                      </m:den>
                    </m:f>
                    <m:acc>
                      <m:accPr>
                        <m:chr m:val="⃗"/>
                        <m:ctrlPr>
                          <a:rPr lang="en-US" altLang="zh-CN" sz="2800" i="1">
                            <a:solidFill>
                              <a:prstClr val="black"/>
                            </a:solidFill>
                            <a:latin typeface="Cambria Math" panose="02040503050406030204" pitchFamily="18" charset="0"/>
                            <a:ea typeface="华文新魏" panose="02010800040101010101" pitchFamily="2" charset="-122"/>
                          </a:rPr>
                        </m:ctrlPr>
                      </m:accPr>
                      <m:e>
                        <m:r>
                          <m:rPr>
                            <m:sty m:val="p"/>
                          </m:rPr>
                          <a:rPr lang="en-US" altLang="zh-CN" sz="2800" b="0" i="0">
                            <a:solidFill>
                              <a:prstClr val="black"/>
                            </a:solidFill>
                            <a:latin typeface="Cambria Math" panose="02040503050406030204" pitchFamily="18" charset="0"/>
                            <a:ea typeface="华文新魏" panose="02010800040101010101" pitchFamily="2" charset="-122"/>
                          </a:rPr>
                          <m:t>j</m:t>
                        </m:r>
                        <m:r>
                          <a:rPr lang="en-US" altLang="zh-CN" sz="2800" b="0" i="0">
                            <a:solidFill>
                              <a:prstClr val="black"/>
                            </a:solidFill>
                            <a:latin typeface="Cambria Math" panose="02040503050406030204" pitchFamily="18" charset="0"/>
                            <a:ea typeface="华文新魏" panose="02010800040101010101" pitchFamily="2" charset="-122"/>
                          </a:rPr>
                          <m:t> </m:t>
                        </m:r>
                      </m:e>
                    </m:acc>
                    <m:r>
                      <a:rPr lang="en-US" altLang="zh-CN" sz="2800" b="0" i="0">
                        <a:solidFill>
                          <a:prstClr val="black"/>
                        </a:solidFill>
                        <a:latin typeface="Cambria Math" panose="02040503050406030204" pitchFamily="18" charset="0"/>
                        <a:ea typeface="华文新魏" panose="02010800040101010101" pitchFamily="2" charset="-122"/>
                      </a:rPr>
                      <m:t>+</m:t>
                    </m:r>
                    <m:f>
                      <m:fPr>
                        <m:ctrlPr>
                          <a:rPr lang="en-US" altLang="zh-CN" sz="2800" i="1">
                            <a:solidFill>
                              <a:prstClr val="black"/>
                            </a:solidFill>
                            <a:latin typeface="Cambria Math" panose="02040503050406030204" pitchFamily="18" charset="0"/>
                            <a:ea typeface="华文新魏" panose="02010800040101010101" pitchFamily="2" charset="-122"/>
                          </a:rPr>
                        </m:ctrlPr>
                      </m:fPr>
                      <m:num>
                        <m:r>
                          <a:rPr lang="en-US" altLang="zh-CN" sz="2800" b="0" i="0">
                            <a:solidFill>
                              <a:prstClr val="black"/>
                            </a:solidFill>
                            <a:latin typeface="Cambria Math" panose="02040503050406030204" pitchFamily="18" charset="0"/>
                            <a:ea typeface="华文新魏" panose="02010800040101010101" pitchFamily="2" charset="-122"/>
                          </a:rPr>
                          <m:t>𝜕</m:t>
                        </m:r>
                      </m:num>
                      <m:den>
                        <m:r>
                          <a:rPr lang="en-US" altLang="zh-CN" sz="2800" b="0" i="0">
                            <a:solidFill>
                              <a:prstClr val="black"/>
                            </a:solidFill>
                            <a:latin typeface="Cambria Math" panose="02040503050406030204" pitchFamily="18" charset="0"/>
                            <a:ea typeface="华文新魏" panose="02010800040101010101" pitchFamily="2" charset="-122"/>
                          </a:rPr>
                          <m:t>𝜕</m:t>
                        </m:r>
                        <m:r>
                          <m:rPr>
                            <m:sty m:val="p"/>
                          </m:rPr>
                          <a:rPr lang="en-US" altLang="zh-CN" sz="2800" b="0" i="0">
                            <a:solidFill>
                              <a:prstClr val="black"/>
                            </a:solidFill>
                            <a:latin typeface="Cambria Math" panose="02040503050406030204" pitchFamily="18" charset="0"/>
                            <a:ea typeface="华文新魏" panose="02010800040101010101" pitchFamily="2" charset="-122"/>
                          </a:rPr>
                          <m:t>z</m:t>
                        </m:r>
                      </m:den>
                    </m:f>
                    <m:acc>
                      <m:accPr>
                        <m:chr m:val="⃗"/>
                        <m:ctrlPr>
                          <a:rPr lang="en-US" altLang="zh-CN" sz="2800" i="1">
                            <a:solidFill>
                              <a:prstClr val="black"/>
                            </a:solidFill>
                            <a:latin typeface="Cambria Math" panose="02040503050406030204" pitchFamily="18" charset="0"/>
                            <a:ea typeface="华文新魏" panose="02010800040101010101" pitchFamily="2" charset="-122"/>
                          </a:rPr>
                        </m:ctrlPr>
                      </m:accPr>
                      <m:e>
                        <m:r>
                          <m:rPr>
                            <m:sty m:val="p"/>
                          </m:rPr>
                          <a:rPr lang="en-US" altLang="zh-CN" sz="2800" b="0" i="0">
                            <a:solidFill>
                              <a:prstClr val="black"/>
                            </a:solidFill>
                            <a:latin typeface="Cambria Math" panose="02040503050406030204" pitchFamily="18" charset="0"/>
                            <a:ea typeface="华文新魏" panose="02010800040101010101" pitchFamily="2" charset="-122"/>
                          </a:rPr>
                          <m:t>k</m:t>
                        </m:r>
                        <m:r>
                          <a:rPr lang="en-US" altLang="zh-CN" sz="2800" b="0" i="0">
                            <a:solidFill>
                              <a:prstClr val="black"/>
                            </a:solidFill>
                            <a:latin typeface="Cambria Math" panose="02040503050406030204" pitchFamily="18" charset="0"/>
                            <a:ea typeface="华文新魏" panose="02010800040101010101" pitchFamily="2" charset="-122"/>
                          </a:rPr>
                          <m:t> </m:t>
                        </m:r>
                      </m:e>
                    </m:acc>
                  </m:oMath>
                </a14:m>
                <a:endParaRPr lang="en-US" sz="2800" dirty="0"/>
              </a:p>
            </p:txBody>
          </p:sp>
        </mc:Choice>
        <mc:Fallback xmlns="">
          <p:sp>
            <p:nvSpPr>
              <p:cNvPr id="31" name="矩形 30">
                <a:extLst>
                  <a:ext uri="{FF2B5EF4-FFF2-40B4-BE49-F238E27FC236}">
                    <a16:creationId xmlns:a16="http://schemas.microsoft.com/office/drawing/2014/main" id="{8816F3CB-A8E3-3F7D-FC79-3E96A095E307}"/>
                  </a:ext>
                </a:extLst>
              </p:cNvPr>
              <p:cNvSpPr>
                <a:spLocks noRot="1" noChangeAspect="1" noMove="1" noResize="1" noEditPoints="1" noAdjustHandles="1" noChangeArrowheads="1" noChangeShapeType="1" noTextEdit="1"/>
              </p:cNvSpPr>
              <p:nvPr/>
            </p:nvSpPr>
            <p:spPr>
              <a:xfrm>
                <a:off x="1142655" y="3318934"/>
                <a:ext cx="5468164" cy="775662"/>
              </a:xfrm>
              <a:prstGeom prst="rect">
                <a:avLst/>
              </a:prstGeom>
              <a:blipFill>
                <a:blip r:embed="rId5"/>
                <a:stretch>
                  <a:fillRect l="-2230" b="-312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2" name="矩形 31">
                <a:extLst>
                  <a:ext uri="{FF2B5EF4-FFF2-40B4-BE49-F238E27FC236}">
                    <a16:creationId xmlns:a16="http://schemas.microsoft.com/office/drawing/2014/main" id="{69965EB5-3984-BF16-85DF-FFBFF0077C6E}"/>
                  </a:ext>
                </a:extLst>
              </p:cNvPr>
              <p:cNvSpPr/>
              <p:nvPr/>
            </p:nvSpPr>
            <p:spPr>
              <a:xfrm>
                <a:off x="6231477" y="4127099"/>
                <a:ext cx="4780026" cy="985591"/>
              </a:xfrm>
              <a:prstGeom prst="rect">
                <a:avLst/>
              </a:prstGeom>
            </p:spPr>
            <p:txBody>
              <a:bodyPr wrap="none">
                <a:spAutoFit/>
              </a:bodyPr>
              <a:lstStyle/>
              <a:p>
                <a:pPr>
                  <a:spcBef>
                    <a:spcPct val="50000"/>
                  </a:spcBef>
                  <a:buClr>
                    <a:srgbClr val="99CB38"/>
                  </a:buClr>
                </a:pPr>
                <a14:m>
                  <m:oMathPara xmlns:m="http://schemas.openxmlformats.org/officeDocument/2006/math">
                    <m:oMathParaPr>
                      <m:jc m:val="centerGroup"/>
                    </m:oMathParaPr>
                    <m:oMath xmlns:m="http://schemas.openxmlformats.org/officeDocument/2006/math">
                      <m:r>
                        <m:rPr>
                          <m:sty m:val="p"/>
                        </m:rPr>
                        <a:rPr lang="zh-CN" altLang="en-US" sz="2800" b="0" i="0">
                          <a:solidFill>
                            <a:prstClr val="black"/>
                          </a:solidFill>
                          <a:latin typeface="Cambria Math" panose="02040503050406030204" pitchFamily="18" charset="0"/>
                          <a:ea typeface="华文新魏" panose="02010800040101010101" pitchFamily="2" charset="-122"/>
                        </a:rPr>
                        <m:t>∇</m:t>
                      </m:r>
                      <m:r>
                        <a:rPr lang="en-US" altLang="zh-CN" sz="2800" b="0" i="0">
                          <a:solidFill>
                            <a:prstClr val="black"/>
                          </a:solidFill>
                          <a:latin typeface="Cambria Math" panose="02040503050406030204" pitchFamily="18" charset="0"/>
                          <a:ea typeface="华文新魏" panose="02010800040101010101" pitchFamily="2" charset="-122"/>
                        </a:rPr>
                        <m:t>=</m:t>
                      </m:r>
                      <m:r>
                        <m:rPr>
                          <m:sty m:val="p"/>
                        </m:rPr>
                        <a:rPr lang="en-US" altLang="zh-CN" sz="2800" b="0" i="0">
                          <a:solidFill>
                            <a:prstClr val="black"/>
                          </a:solidFill>
                          <a:latin typeface="Cambria Math" panose="02040503050406030204" pitchFamily="18" charset="0"/>
                          <a:ea typeface="华文新魏" panose="02010800040101010101" pitchFamily="2" charset="-122"/>
                        </a:rPr>
                        <m:t>grad</m:t>
                      </m:r>
                      <m:r>
                        <a:rPr lang="en-US" altLang="zh-CN" sz="2800" b="0" i="0">
                          <a:solidFill>
                            <a:prstClr val="black"/>
                          </a:solidFill>
                          <a:latin typeface="Cambria Math" panose="02040503050406030204" pitchFamily="18" charset="0"/>
                          <a:ea typeface="华文新魏" panose="02010800040101010101" pitchFamily="2" charset="-122"/>
                        </a:rPr>
                        <m:t>=</m:t>
                      </m:r>
                      <m:f>
                        <m:fPr>
                          <m:ctrlPr>
                            <a:rPr lang="en-US" altLang="zh-CN" sz="2800" i="1">
                              <a:solidFill>
                                <a:prstClr val="black"/>
                              </a:solidFill>
                              <a:latin typeface="Cambria Math" panose="02040503050406030204" pitchFamily="18" charset="0"/>
                              <a:ea typeface="华文新魏" panose="02010800040101010101" pitchFamily="2" charset="-122"/>
                            </a:rPr>
                          </m:ctrlPr>
                        </m:fPr>
                        <m:num>
                          <m:r>
                            <a:rPr lang="en-US" altLang="zh-CN" sz="2800" b="0" i="0">
                              <a:solidFill>
                                <a:prstClr val="black"/>
                              </a:solidFill>
                              <a:latin typeface="Cambria Math" panose="02040503050406030204" pitchFamily="18" charset="0"/>
                              <a:ea typeface="华文新魏" panose="02010800040101010101" pitchFamily="2" charset="-122"/>
                            </a:rPr>
                            <m:t>𝜕</m:t>
                          </m:r>
                        </m:num>
                        <m:den>
                          <m:r>
                            <a:rPr lang="en-US" altLang="zh-CN" sz="2800" b="0" i="0">
                              <a:solidFill>
                                <a:prstClr val="black"/>
                              </a:solidFill>
                              <a:latin typeface="Cambria Math" panose="02040503050406030204" pitchFamily="18" charset="0"/>
                              <a:ea typeface="华文新魏" panose="02010800040101010101" pitchFamily="2" charset="-122"/>
                            </a:rPr>
                            <m:t>𝜕</m:t>
                          </m:r>
                          <m:r>
                            <m:rPr>
                              <m:sty m:val="p"/>
                            </m:rPr>
                            <a:rPr lang="en-US" altLang="zh-CN" sz="2800" b="0" i="0">
                              <a:solidFill>
                                <a:prstClr val="black"/>
                              </a:solidFill>
                              <a:latin typeface="Cambria Math" panose="02040503050406030204" pitchFamily="18" charset="0"/>
                              <a:ea typeface="华文新魏" panose="02010800040101010101" pitchFamily="2" charset="-122"/>
                            </a:rPr>
                            <m:t>x</m:t>
                          </m:r>
                        </m:den>
                      </m:f>
                      <m:acc>
                        <m:accPr>
                          <m:chr m:val="⃗"/>
                          <m:ctrlPr>
                            <a:rPr lang="en-US" altLang="zh-CN" sz="2800" i="1">
                              <a:solidFill>
                                <a:prstClr val="black"/>
                              </a:solidFill>
                              <a:latin typeface="Cambria Math" panose="02040503050406030204" pitchFamily="18" charset="0"/>
                              <a:ea typeface="华文新魏" panose="02010800040101010101" pitchFamily="2" charset="-122"/>
                            </a:rPr>
                          </m:ctrlPr>
                        </m:accPr>
                        <m:e>
                          <m:r>
                            <m:rPr>
                              <m:sty m:val="p"/>
                            </m:rPr>
                            <a:rPr lang="en-US" altLang="zh-CN" sz="2800" b="0" i="0">
                              <a:solidFill>
                                <a:prstClr val="black"/>
                              </a:solidFill>
                              <a:latin typeface="Cambria Math" panose="02040503050406030204" pitchFamily="18" charset="0"/>
                              <a:ea typeface="华文新魏" panose="02010800040101010101" pitchFamily="2" charset="-122"/>
                            </a:rPr>
                            <m:t>i</m:t>
                          </m:r>
                          <m:r>
                            <a:rPr lang="en-US" altLang="zh-CN" sz="2800" b="0" i="0">
                              <a:solidFill>
                                <a:prstClr val="black"/>
                              </a:solidFill>
                              <a:latin typeface="Cambria Math" panose="02040503050406030204" pitchFamily="18" charset="0"/>
                              <a:ea typeface="华文新魏" panose="02010800040101010101" pitchFamily="2" charset="-122"/>
                            </a:rPr>
                            <m:t> </m:t>
                          </m:r>
                        </m:e>
                      </m:acc>
                      <m:r>
                        <a:rPr lang="en-US" altLang="zh-CN" sz="2800" b="0" i="0">
                          <a:solidFill>
                            <a:prstClr val="black"/>
                          </a:solidFill>
                          <a:latin typeface="Cambria Math" panose="02040503050406030204" pitchFamily="18" charset="0"/>
                          <a:ea typeface="华文新魏" panose="02010800040101010101" pitchFamily="2" charset="-122"/>
                        </a:rPr>
                        <m:t>+</m:t>
                      </m:r>
                      <m:f>
                        <m:fPr>
                          <m:ctrlPr>
                            <a:rPr lang="en-US" altLang="zh-CN" sz="2800" i="1">
                              <a:solidFill>
                                <a:prstClr val="black"/>
                              </a:solidFill>
                              <a:latin typeface="Cambria Math" panose="02040503050406030204" pitchFamily="18" charset="0"/>
                              <a:ea typeface="华文新魏" panose="02010800040101010101" pitchFamily="2" charset="-122"/>
                            </a:rPr>
                          </m:ctrlPr>
                        </m:fPr>
                        <m:num>
                          <m:r>
                            <a:rPr lang="en-US" altLang="zh-CN" sz="2800" b="0" i="0">
                              <a:solidFill>
                                <a:prstClr val="black"/>
                              </a:solidFill>
                              <a:latin typeface="Cambria Math" panose="02040503050406030204" pitchFamily="18" charset="0"/>
                              <a:ea typeface="华文新魏" panose="02010800040101010101" pitchFamily="2" charset="-122"/>
                            </a:rPr>
                            <m:t>𝜕</m:t>
                          </m:r>
                        </m:num>
                        <m:den>
                          <m:r>
                            <a:rPr lang="en-US" altLang="zh-CN" sz="2800" b="0" i="0">
                              <a:solidFill>
                                <a:prstClr val="black"/>
                              </a:solidFill>
                              <a:latin typeface="Cambria Math" panose="02040503050406030204" pitchFamily="18" charset="0"/>
                              <a:ea typeface="华文新魏" panose="02010800040101010101" pitchFamily="2" charset="-122"/>
                            </a:rPr>
                            <m:t>𝜕</m:t>
                          </m:r>
                          <m:r>
                            <m:rPr>
                              <m:sty m:val="p"/>
                            </m:rPr>
                            <a:rPr lang="en-US" altLang="zh-CN" sz="2800" b="0" i="0">
                              <a:solidFill>
                                <a:prstClr val="black"/>
                              </a:solidFill>
                              <a:latin typeface="Cambria Math" panose="02040503050406030204" pitchFamily="18" charset="0"/>
                              <a:ea typeface="华文新魏" panose="02010800040101010101" pitchFamily="2" charset="-122"/>
                            </a:rPr>
                            <m:t>y</m:t>
                          </m:r>
                        </m:den>
                      </m:f>
                      <m:acc>
                        <m:accPr>
                          <m:chr m:val="⃗"/>
                          <m:ctrlPr>
                            <a:rPr lang="en-US" altLang="zh-CN" sz="2800" i="1">
                              <a:solidFill>
                                <a:prstClr val="black"/>
                              </a:solidFill>
                              <a:latin typeface="Cambria Math" panose="02040503050406030204" pitchFamily="18" charset="0"/>
                              <a:ea typeface="华文新魏" panose="02010800040101010101" pitchFamily="2" charset="-122"/>
                            </a:rPr>
                          </m:ctrlPr>
                        </m:accPr>
                        <m:e>
                          <m:r>
                            <m:rPr>
                              <m:sty m:val="p"/>
                            </m:rPr>
                            <a:rPr lang="en-US" altLang="zh-CN" sz="2800" b="0" i="0">
                              <a:solidFill>
                                <a:prstClr val="black"/>
                              </a:solidFill>
                              <a:latin typeface="Cambria Math" panose="02040503050406030204" pitchFamily="18" charset="0"/>
                              <a:ea typeface="华文新魏" panose="02010800040101010101" pitchFamily="2" charset="-122"/>
                            </a:rPr>
                            <m:t>j</m:t>
                          </m:r>
                          <m:r>
                            <a:rPr lang="en-US" altLang="zh-CN" sz="2800" b="0" i="0">
                              <a:solidFill>
                                <a:prstClr val="black"/>
                              </a:solidFill>
                              <a:latin typeface="Cambria Math" panose="02040503050406030204" pitchFamily="18" charset="0"/>
                              <a:ea typeface="华文新魏" panose="02010800040101010101" pitchFamily="2" charset="-122"/>
                            </a:rPr>
                            <m:t> </m:t>
                          </m:r>
                        </m:e>
                      </m:acc>
                      <m:r>
                        <a:rPr lang="en-US" altLang="zh-CN" sz="2800" b="0" i="0">
                          <a:solidFill>
                            <a:prstClr val="black"/>
                          </a:solidFill>
                          <a:latin typeface="Cambria Math" panose="02040503050406030204" pitchFamily="18" charset="0"/>
                          <a:ea typeface="华文新魏" panose="02010800040101010101" pitchFamily="2" charset="-122"/>
                        </a:rPr>
                        <m:t>+</m:t>
                      </m:r>
                      <m:f>
                        <m:fPr>
                          <m:ctrlPr>
                            <a:rPr lang="en-US" altLang="zh-CN" sz="2800" i="1">
                              <a:solidFill>
                                <a:prstClr val="black"/>
                              </a:solidFill>
                              <a:latin typeface="Cambria Math" panose="02040503050406030204" pitchFamily="18" charset="0"/>
                              <a:ea typeface="华文新魏" panose="02010800040101010101" pitchFamily="2" charset="-122"/>
                            </a:rPr>
                          </m:ctrlPr>
                        </m:fPr>
                        <m:num>
                          <m:r>
                            <a:rPr lang="en-US" altLang="zh-CN" sz="2800" b="0" i="0">
                              <a:solidFill>
                                <a:prstClr val="black"/>
                              </a:solidFill>
                              <a:latin typeface="Cambria Math" panose="02040503050406030204" pitchFamily="18" charset="0"/>
                              <a:ea typeface="华文新魏" panose="02010800040101010101" pitchFamily="2" charset="-122"/>
                            </a:rPr>
                            <m:t>𝜕</m:t>
                          </m:r>
                        </m:num>
                        <m:den>
                          <m:r>
                            <a:rPr lang="en-US" altLang="zh-CN" sz="2800" b="0" i="0">
                              <a:solidFill>
                                <a:prstClr val="black"/>
                              </a:solidFill>
                              <a:latin typeface="Cambria Math" panose="02040503050406030204" pitchFamily="18" charset="0"/>
                              <a:ea typeface="华文新魏" panose="02010800040101010101" pitchFamily="2" charset="-122"/>
                            </a:rPr>
                            <m:t>𝜕</m:t>
                          </m:r>
                          <m:r>
                            <m:rPr>
                              <m:sty m:val="p"/>
                            </m:rPr>
                            <a:rPr lang="en-US" altLang="zh-CN" sz="2800" b="0" i="0">
                              <a:solidFill>
                                <a:prstClr val="black"/>
                              </a:solidFill>
                              <a:latin typeface="Cambria Math" panose="02040503050406030204" pitchFamily="18" charset="0"/>
                              <a:ea typeface="华文新魏" panose="02010800040101010101" pitchFamily="2" charset="-122"/>
                            </a:rPr>
                            <m:t>z</m:t>
                          </m:r>
                        </m:den>
                      </m:f>
                      <m:acc>
                        <m:accPr>
                          <m:chr m:val="⃗"/>
                          <m:ctrlPr>
                            <a:rPr lang="en-US" altLang="zh-CN" sz="2800" i="1">
                              <a:solidFill>
                                <a:prstClr val="black"/>
                              </a:solidFill>
                              <a:latin typeface="Cambria Math" panose="02040503050406030204" pitchFamily="18" charset="0"/>
                              <a:ea typeface="华文新魏" panose="02010800040101010101" pitchFamily="2" charset="-122"/>
                            </a:rPr>
                          </m:ctrlPr>
                        </m:accPr>
                        <m:e>
                          <m:r>
                            <m:rPr>
                              <m:sty m:val="p"/>
                            </m:rPr>
                            <a:rPr lang="en-US" altLang="zh-CN" sz="2800" b="0" i="0">
                              <a:solidFill>
                                <a:prstClr val="black"/>
                              </a:solidFill>
                              <a:latin typeface="Cambria Math" panose="02040503050406030204" pitchFamily="18" charset="0"/>
                              <a:ea typeface="华文新魏" panose="02010800040101010101" pitchFamily="2" charset="-122"/>
                            </a:rPr>
                            <m:t>k</m:t>
                          </m:r>
                          <m:r>
                            <a:rPr lang="en-US" altLang="zh-CN" sz="2800" b="0" i="0">
                              <a:solidFill>
                                <a:prstClr val="black"/>
                              </a:solidFill>
                              <a:latin typeface="Cambria Math" panose="02040503050406030204" pitchFamily="18" charset="0"/>
                              <a:ea typeface="华文新魏" panose="02010800040101010101" pitchFamily="2" charset="-122"/>
                            </a:rPr>
                            <m:t> </m:t>
                          </m:r>
                        </m:e>
                      </m:acc>
                    </m:oMath>
                  </m:oMathPara>
                </a14:m>
                <a:endParaRPr lang="en-US" altLang="zh-CN" sz="28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xmlns="">
          <p:sp>
            <p:nvSpPr>
              <p:cNvPr id="32" name="矩形 31">
                <a:extLst>
                  <a:ext uri="{FF2B5EF4-FFF2-40B4-BE49-F238E27FC236}">
                    <a16:creationId xmlns:a16="http://schemas.microsoft.com/office/drawing/2014/main" id="{69965EB5-3984-BF16-85DF-FFBFF0077C6E}"/>
                  </a:ext>
                </a:extLst>
              </p:cNvPr>
              <p:cNvSpPr>
                <a:spLocks noRot="1" noChangeAspect="1" noMove="1" noResize="1" noEditPoints="1" noAdjustHandles="1" noChangeArrowheads="1" noChangeShapeType="1" noTextEdit="1"/>
              </p:cNvSpPr>
              <p:nvPr/>
            </p:nvSpPr>
            <p:spPr>
              <a:xfrm>
                <a:off x="6231477" y="4127099"/>
                <a:ext cx="4780026" cy="985591"/>
              </a:xfrm>
              <a:prstGeom prst="rect">
                <a:avLst/>
              </a:prstGeom>
              <a:blipFill>
                <a:blip r:embed="rId6"/>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650102775"/>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0">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31" grpId="0"/>
      <p:bldP spid="32"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FF3DACC1-F391-4B26-B7BF-C6A7568DB824}"/>
              </a:ext>
            </a:extLst>
          </p:cNvPr>
          <p:cNvSpPr txBox="1"/>
          <p:nvPr>
            <p:custDataLst>
              <p:tags r:id="rId2"/>
            </p:custDataLst>
          </p:nvPr>
        </p:nvSpPr>
        <p:spPr>
          <a:xfrm>
            <a:off x="2438400" y="635001"/>
            <a:ext cx="7315200" cy="2143125"/>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根据场强与电势梯度的关系可知，下列说法中正确的是（      ）</a:t>
            </a:r>
          </a:p>
        </p:txBody>
      </p:sp>
      <p:sp>
        <p:nvSpPr>
          <p:cNvPr id="5" name="文本框 4">
            <a:extLst>
              <a:ext uri="{FF2B5EF4-FFF2-40B4-BE49-F238E27FC236}">
                <a16:creationId xmlns:a16="http://schemas.microsoft.com/office/drawing/2014/main" id="{14867010-6D16-4164-8514-12B30578E09E}"/>
              </a:ext>
            </a:extLst>
          </p:cNvPr>
          <p:cNvSpPr txBox="1"/>
          <p:nvPr>
            <p:custDataLst>
              <p:tags r:id="rId3"/>
            </p:custDataLst>
          </p:nvPr>
        </p:nvSpPr>
        <p:spPr>
          <a:xfrm>
            <a:off x="3452813" y="2371284"/>
            <a:ext cx="64008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在均匀电场中各点电势必相等</a:t>
            </a:r>
          </a:p>
        </p:txBody>
      </p:sp>
      <p:sp>
        <p:nvSpPr>
          <p:cNvPr id="6" name="文本框 5">
            <a:extLst>
              <a:ext uri="{FF2B5EF4-FFF2-40B4-BE49-F238E27FC236}">
                <a16:creationId xmlns:a16="http://schemas.microsoft.com/office/drawing/2014/main" id="{3CEBDBF6-F4CD-4987-9D24-4CEEB47EBFC7}"/>
              </a:ext>
            </a:extLst>
          </p:cNvPr>
          <p:cNvSpPr txBox="1"/>
          <p:nvPr>
            <p:custDataLst>
              <p:tags r:id="rId4"/>
            </p:custDataLst>
          </p:nvPr>
        </p:nvSpPr>
        <p:spPr>
          <a:xfrm>
            <a:off x="3452813" y="3057084"/>
            <a:ext cx="64008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电势为零处，场强必为零</a:t>
            </a:r>
          </a:p>
        </p:txBody>
      </p:sp>
      <p:sp>
        <p:nvSpPr>
          <p:cNvPr id="7" name="文本框 6">
            <a:extLst>
              <a:ext uri="{FF2B5EF4-FFF2-40B4-BE49-F238E27FC236}">
                <a16:creationId xmlns:a16="http://schemas.microsoft.com/office/drawing/2014/main" id="{3FAB8BE2-0B98-40D4-B1AC-8F038B6DA151}"/>
              </a:ext>
            </a:extLst>
          </p:cNvPr>
          <p:cNvSpPr txBox="1"/>
          <p:nvPr>
            <p:custDataLst>
              <p:tags r:id="rId5"/>
            </p:custDataLst>
          </p:nvPr>
        </p:nvSpPr>
        <p:spPr>
          <a:xfrm>
            <a:off x="3452813" y="3742884"/>
            <a:ext cx="64008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电场越强处，电势越高</a:t>
            </a:r>
          </a:p>
        </p:txBody>
      </p:sp>
      <p:sp>
        <p:nvSpPr>
          <p:cNvPr id="8" name="文本框 7">
            <a:extLst>
              <a:ext uri="{FF2B5EF4-FFF2-40B4-BE49-F238E27FC236}">
                <a16:creationId xmlns:a16="http://schemas.microsoft.com/office/drawing/2014/main" id="{69D3942C-1D28-428E-A9A1-22BBC71AA546}"/>
              </a:ext>
            </a:extLst>
          </p:cNvPr>
          <p:cNvSpPr txBox="1"/>
          <p:nvPr>
            <p:custDataLst>
              <p:tags r:id="rId6"/>
            </p:custDataLst>
          </p:nvPr>
        </p:nvSpPr>
        <p:spPr>
          <a:xfrm>
            <a:off x="3452813" y="4428684"/>
            <a:ext cx="64008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场强为零处，电势必为零</a:t>
            </a:r>
          </a:p>
        </p:txBody>
      </p:sp>
      <p:sp>
        <p:nvSpPr>
          <p:cNvPr id="9" name="椭圆 8">
            <a:extLst>
              <a:ext uri="{FF2B5EF4-FFF2-40B4-BE49-F238E27FC236}">
                <a16:creationId xmlns:a16="http://schemas.microsoft.com/office/drawing/2014/main" id="{548E5CE5-A486-4B1B-96BF-76CB017E8073}"/>
              </a:ext>
            </a:extLst>
          </p:cNvPr>
          <p:cNvSpPr>
            <a:spLocks noChangeAspect="1"/>
          </p:cNvSpPr>
          <p:nvPr>
            <p:custDataLst>
              <p:tags r:id="rId7"/>
            </p:custDataLst>
          </p:nvPr>
        </p:nvSpPr>
        <p:spPr>
          <a:xfrm>
            <a:off x="2738438" y="2435577"/>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椭圆 9">
            <a:extLst>
              <a:ext uri="{FF2B5EF4-FFF2-40B4-BE49-F238E27FC236}">
                <a16:creationId xmlns:a16="http://schemas.microsoft.com/office/drawing/2014/main" id="{DC9C34C9-FCC6-440C-9747-56DCACD56783}"/>
              </a:ext>
            </a:extLst>
          </p:cNvPr>
          <p:cNvSpPr>
            <a:spLocks noChangeAspect="1"/>
          </p:cNvSpPr>
          <p:nvPr>
            <p:custDataLst>
              <p:tags r:id="rId8"/>
            </p:custDataLst>
          </p:nvPr>
        </p:nvSpPr>
        <p:spPr>
          <a:xfrm>
            <a:off x="2738438" y="3121377"/>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a:extLst>
              <a:ext uri="{FF2B5EF4-FFF2-40B4-BE49-F238E27FC236}">
                <a16:creationId xmlns:a16="http://schemas.microsoft.com/office/drawing/2014/main" id="{9CA3406C-75C2-4ACA-9737-262C7BD4EE53}"/>
              </a:ext>
            </a:extLst>
          </p:cNvPr>
          <p:cNvSpPr>
            <a:spLocks noChangeAspect="1"/>
          </p:cNvSpPr>
          <p:nvPr>
            <p:custDataLst>
              <p:tags r:id="rId9"/>
            </p:custDataLst>
          </p:nvPr>
        </p:nvSpPr>
        <p:spPr>
          <a:xfrm>
            <a:off x="2738438" y="3807177"/>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椭圆 11">
            <a:extLst>
              <a:ext uri="{FF2B5EF4-FFF2-40B4-BE49-F238E27FC236}">
                <a16:creationId xmlns:a16="http://schemas.microsoft.com/office/drawing/2014/main" id="{7B0F10E4-8D32-48F6-8613-7B8D6F125A7C}"/>
              </a:ext>
            </a:extLst>
          </p:cNvPr>
          <p:cNvSpPr>
            <a:spLocks noChangeAspect="1"/>
          </p:cNvSpPr>
          <p:nvPr>
            <p:custDataLst>
              <p:tags r:id="rId10"/>
            </p:custDataLst>
          </p:nvPr>
        </p:nvSpPr>
        <p:spPr>
          <a:xfrm>
            <a:off x="2738438" y="4492977"/>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矩形: 圆角 12">
            <a:extLst>
              <a:ext uri="{FF2B5EF4-FFF2-40B4-BE49-F238E27FC236}">
                <a16:creationId xmlns:a16="http://schemas.microsoft.com/office/drawing/2014/main" id="{0087B776-A340-4DA5-BFAE-FFF072FB62D9}"/>
              </a:ext>
            </a:extLst>
          </p:cNvPr>
          <p:cNvSpPr/>
          <p:nvPr>
            <p:custDataLst>
              <p:tags r:id="rId11"/>
            </p:custDataLst>
          </p:nvPr>
        </p:nvSpPr>
        <p:spPr>
          <a:xfrm>
            <a:off x="7696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sp>
        <p:nvSpPr>
          <p:cNvPr id="20" name="文本框 19">
            <a:extLst>
              <a:ext uri="{FF2B5EF4-FFF2-40B4-BE49-F238E27FC236}">
                <a16:creationId xmlns:a16="http://schemas.microsoft.com/office/drawing/2014/main" id="{B828D63B-91F7-400C-B5EE-7A4D72DB3234}"/>
              </a:ext>
            </a:extLst>
          </p:cNvPr>
          <p:cNvSpPr txBox="1"/>
          <p:nvPr>
            <p:custDataLst>
              <p:tags r:id="rId12"/>
            </p:custDataLst>
          </p:nvPr>
        </p:nvSpPr>
        <p:spPr>
          <a:xfrm>
            <a:off x="3452813" y="5114484"/>
            <a:ext cx="64008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场强处处为零的空间内，电势变化必为零</a:t>
            </a:r>
          </a:p>
        </p:txBody>
      </p:sp>
      <p:sp>
        <p:nvSpPr>
          <p:cNvPr id="21" name="椭圆 20">
            <a:extLst>
              <a:ext uri="{FF2B5EF4-FFF2-40B4-BE49-F238E27FC236}">
                <a16:creationId xmlns:a16="http://schemas.microsoft.com/office/drawing/2014/main" id="{BD7CB166-A3B6-4C3B-8003-6C5347C14532}"/>
              </a:ext>
            </a:extLst>
          </p:cNvPr>
          <p:cNvSpPr>
            <a:spLocks noChangeAspect="1"/>
          </p:cNvSpPr>
          <p:nvPr>
            <p:custDataLst>
              <p:tags r:id="rId13"/>
            </p:custDataLst>
          </p:nvPr>
        </p:nvSpPr>
        <p:spPr>
          <a:xfrm>
            <a:off x="2738438" y="5178777"/>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E</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nvGrpSpPr>
          <p:cNvPr id="18" name="组合 17">
            <a:extLst>
              <a:ext uri="{FF2B5EF4-FFF2-40B4-BE49-F238E27FC236}">
                <a16:creationId xmlns:a16="http://schemas.microsoft.com/office/drawing/2014/main" id="{3045B839-B641-4352-8621-B2668AAC576A}"/>
              </a:ext>
            </a:extLst>
          </p:cNvPr>
          <p:cNvGrpSpPr/>
          <p:nvPr>
            <p:custDataLst>
              <p:tags r:id="rId14"/>
            </p:custDataLst>
          </p:nvPr>
        </p:nvGrpSpPr>
        <p:grpSpPr>
          <a:xfrm>
            <a:off x="0" y="0"/>
            <a:ext cx="9144000" cy="635000"/>
            <a:chOff x="-1524000" y="0"/>
            <a:chExt cx="9144000" cy="635000"/>
          </a:xfrm>
        </p:grpSpPr>
        <p:sp>
          <p:nvSpPr>
            <p:cNvPr id="14" name="TitleBackground">
              <a:extLst>
                <a:ext uri="{FF2B5EF4-FFF2-40B4-BE49-F238E27FC236}">
                  <a16:creationId xmlns:a16="http://schemas.microsoft.com/office/drawing/2014/main" id="{3A7E0F7D-7416-4A67-BB0C-F20CE5F82C21}"/>
                </a:ext>
              </a:extLst>
            </p:cNvPr>
            <p:cNvSpPr/>
            <p:nvPr>
              <p:custDataLst>
                <p:tags r:id="rId16"/>
              </p:custDataLst>
            </p:nvPr>
          </p:nvSpPr>
          <p:spPr>
            <a:xfrm>
              <a:off x="-1524000" y="0"/>
              <a:ext cx="9144000" cy="635000"/>
            </a:xfrm>
            <a:prstGeom prst="rect">
              <a:avLst/>
            </a:prstGeom>
            <a:solidFill>
              <a:srgbClr val="F6F7F8"/>
            </a:solidFill>
            <a:ln w="15875" cap="flat" cmpd="sng" algn="ctr">
              <a:noFill/>
              <a:prstDash val="solid"/>
            </a:ln>
            <a:effectLst/>
            <a:extLst>
              <a:ext uri="{91240B29-F687-4F45-9708-019B960494DF}">
                <a14:hiddenLine xmlns:a14="http://schemas.microsoft.com/office/drawing/2010/main" w="15875"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a:extLst>
                <a:ext uri="{FF2B5EF4-FFF2-40B4-BE49-F238E27FC236}">
                  <a16:creationId xmlns:a16="http://schemas.microsoft.com/office/drawing/2014/main" id="{C9EEEFCE-7C31-4896-AEE3-B137DFBB40C3}"/>
                </a:ext>
              </a:extLst>
            </p:cNvPr>
            <p:cNvSpPr/>
            <p:nvPr>
              <p:custDataLst>
                <p:tags r:id="rId17"/>
              </p:custDataLst>
            </p:nvPr>
          </p:nvSpPr>
          <p:spPr>
            <a:xfrm>
              <a:off x="-1524000" y="0"/>
              <a:ext cx="190500" cy="635000"/>
            </a:xfrm>
            <a:prstGeom prst="rect">
              <a:avLst/>
            </a:prstGeom>
            <a:solidFill>
              <a:srgbClr val="639EF4"/>
            </a:solidFill>
            <a:ln w="15875" cap="flat" cmpd="sng" algn="ctr">
              <a:noFill/>
              <a:prstDash val="solid"/>
            </a:ln>
            <a:effectLst/>
            <a:extLst>
              <a:ext uri="{91240B29-F687-4F45-9708-019B960494DF}">
                <a14:hiddenLine xmlns:a14="http://schemas.microsoft.com/office/drawing/2010/main" w="15875"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a:extLst>
                <a:ext uri="{FF2B5EF4-FFF2-40B4-BE49-F238E27FC236}">
                  <a16:creationId xmlns:a16="http://schemas.microsoft.com/office/drawing/2014/main" id="{81DEA8F5-FCF5-4F49-9A4C-C911D5B17361}"/>
                </a:ext>
              </a:extLst>
            </p:cNvPr>
            <p:cNvSpPr txBox="1"/>
            <p:nvPr>
              <p:custDataLst>
                <p:tags r:id="rId18"/>
              </p:custDataLst>
            </p:nvPr>
          </p:nvSpPr>
          <p:spPr>
            <a:xfrm>
              <a:off x="-1270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17" name="TipText">
              <a:extLst>
                <a:ext uri="{FF2B5EF4-FFF2-40B4-BE49-F238E27FC236}">
                  <a16:creationId xmlns:a16="http://schemas.microsoft.com/office/drawing/2014/main" id="{A98B7B82-B861-4CFE-9778-ABC8C389E98D}"/>
                </a:ext>
              </a:extLst>
            </p:cNvPr>
            <p:cNvSpPr txBox="1"/>
            <p:nvPr>
              <p:custDataLst>
                <p:tags r:id="rId19"/>
              </p:custDataLst>
            </p:nvPr>
          </p:nvSpPr>
          <p:spPr>
            <a:xfrm>
              <a:off x="1969"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endParaRPr lang="zh-CN" altLang="en-US" sz="2000" dirty="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pic>
        <p:nvPicPr>
          <p:cNvPr id="3" name="图片 2">
            <a:extLst>
              <a:ext uri="{FF2B5EF4-FFF2-40B4-BE49-F238E27FC236}">
                <a16:creationId xmlns:a16="http://schemas.microsoft.com/office/drawing/2014/main" id="{3FD7A73A-60D9-4F99-AC6D-C2694650C861}"/>
              </a:ext>
            </a:extLst>
          </p:cNvPr>
          <p:cNvPicPr>
            <a:picLocks/>
          </p:cNvPicPr>
          <p:nvPr>
            <p:custDataLst>
              <p:tags r:id="rId15"/>
            </p:custDataLst>
          </p:nvPr>
        </p:nvPicPr>
        <p:blipFill>
          <a:blip r:embed="rId21"/>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153306183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2.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1.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1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1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8.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19.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2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8.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2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0.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3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5.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36.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4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41.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4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3.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4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8.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49.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5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5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5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5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58.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5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0.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6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5.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66.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6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7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7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7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75.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7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7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9.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8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1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1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1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70.xml><?xml version="1.0" encoding="utf-8"?>
<p:tagLst xmlns:a="http://schemas.openxmlformats.org/drawingml/2006/main" xmlns:r="http://schemas.openxmlformats.org/officeDocument/2006/relationships" xmlns:p="http://schemas.openxmlformats.org/presentationml/2006/main">
  <p:tag name="RAINPROBLEM" val="ProblemItem"/>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大学物理">
      <a:majorFont>
        <a:latin typeface="Times New Roman"/>
        <a:ea typeface="华文楷体"/>
        <a:cs typeface=""/>
      </a:majorFont>
      <a:minorFont>
        <a:latin typeface="Times New Roman"/>
        <a:ea typeface="华文楷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25ea6e4d-8952-4839-be57-11fda0df19d2" xsi:nil="true"/>
  </documentManagement>
</p:properties>
</file>

<file path=customXml/item3.xml><?xml version="1.0" encoding="utf-8"?>
<ct:contentTypeSchema xmlns:ct="http://schemas.microsoft.com/office/2006/metadata/contentType" xmlns:ma="http://schemas.microsoft.com/office/2006/metadata/properties/metaAttributes" ct:_="" ma:_="" ma:contentTypeName="文档" ma:contentTypeID="0x010100CA343C45D49B2744AE1406E56A2ED666" ma:contentTypeVersion="1" ma:contentTypeDescription="新建文档。" ma:contentTypeScope="" ma:versionID="6b0f810430c447e99b80ecacf0b04663">
  <xsd:schema xmlns:xsd="http://www.w3.org/2001/XMLSchema" xmlns:xs="http://www.w3.org/2001/XMLSchema" xmlns:p="http://schemas.microsoft.com/office/2006/metadata/properties" xmlns:ns3="25ea6e4d-8952-4839-be57-11fda0df19d2" targetNamespace="http://schemas.microsoft.com/office/2006/metadata/properties" ma:root="true" ma:fieldsID="eb43a71fd68e81875b93fced2c01a36c" ns3:_="">
    <xsd:import namespace="25ea6e4d-8952-4839-be57-11fda0df19d2"/>
    <xsd:element name="properties">
      <xsd:complexType>
        <xsd:sequence>
          <xsd:element name="documentManagement">
            <xsd:complexType>
              <xsd:all>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5ea6e4d-8952-4839-be57-11fda0df19d2" elementFormDefault="qualified">
    <xsd:import namespace="http://schemas.microsoft.com/office/2006/documentManagement/types"/>
    <xsd:import namespace="http://schemas.microsoft.com/office/infopath/2007/PartnerControls"/>
    <xsd:element name="_activity" ma:index="8"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内容类型"/>
        <xsd:element ref="dc:title" minOccurs="0" maxOccurs="1" ma:index="4" ma:displayName="标题"/>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0BC6AA1-A723-4C18-A512-D9ED6B3D7C64}">
  <ds:schemaRefs>
    <ds:schemaRef ds:uri="http://schemas.microsoft.com/sharepoint/v3/contenttype/forms"/>
  </ds:schemaRefs>
</ds:datastoreItem>
</file>

<file path=customXml/itemProps2.xml><?xml version="1.0" encoding="utf-8"?>
<ds:datastoreItem xmlns:ds="http://schemas.openxmlformats.org/officeDocument/2006/customXml" ds:itemID="{0680EDA7-8B72-4DCC-8942-51E1EC2DBC5E}">
  <ds:schemaRefs>
    <ds:schemaRef ds:uri="http://schemas.microsoft.com/office/2006/metadata/properties"/>
    <ds:schemaRef ds:uri="25ea6e4d-8952-4839-be57-11fda0df19d2"/>
    <ds:schemaRef ds:uri="http://purl.org/dc/elements/1.1/"/>
    <ds:schemaRef ds:uri="http://schemas.microsoft.com/office/2006/documentManagement/types"/>
    <ds:schemaRef ds:uri="http://purl.org/dc/terms/"/>
    <ds:schemaRef ds:uri="http://purl.org/dc/dcmitype/"/>
    <ds:schemaRef ds:uri="http://www.w3.org/XML/1998/namespace"/>
    <ds:schemaRef ds:uri="http://schemas.microsoft.com/office/infopath/2007/PartnerControls"/>
    <ds:schemaRef ds:uri="http://schemas.openxmlformats.org/package/2006/metadata/core-properties"/>
  </ds:schemaRefs>
</ds:datastoreItem>
</file>

<file path=customXml/itemProps3.xml><?xml version="1.0" encoding="utf-8"?>
<ds:datastoreItem xmlns:ds="http://schemas.openxmlformats.org/officeDocument/2006/customXml" ds:itemID="{3B0120BB-0242-44D2-A7C4-92F3A0AE110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5ea6e4d-8952-4839-be57-11fda0df19d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10579</TotalTime>
  <Words>2101</Words>
  <Application>Microsoft Office PowerPoint</Application>
  <PresentationFormat>宽屏</PresentationFormat>
  <Paragraphs>525</Paragraphs>
  <Slides>43</Slides>
  <Notes>7</Notes>
  <HiddenSlides>0</HiddenSlides>
  <MMClips>0</MMClips>
  <ScaleCrop>false</ScaleCrop>
  <HeadingPairs>
    <vt:vector size="8" baseType="variant">
      <vt:variant>
        <vt:lpstr>已用的字体</vt:lpstr>
      </vt:variant>
      <vt:variant>
        <vt:i4>14</vt:i4>
      </vt:variant>
      <vt:variant>
        <vt:lpstr>主题</vt:lpstr>
      </vt:variant>
      <vt:variant>
        <vt:i4>1</vt:i4>
      </vt:variant>
      <vt:variant>
        <vt:lpstr>嵌入 OLE 服务器</vt:lpstr>
      </vt:variant>
      <vt:variant>
        <vt:i4>1</vt:i4>
      </vt:variant>
      <vt:variant>
        <vt:lpstr>幻灯片标题</vt:lpstr>
      </vt:variant>
      <vt:variant>
        <vt:i4>43</vt:i4>
      </vt:variant>
    </vt:vector>
  </HeadingPairs>
  <TitlesOfParts>
    <vt:vector size="59" baseType="lpstr">
      <vt:lpstr>Microsoft Yahei</vt:lpstr>
      <vt:lpstr>Monotype Sorts</vt:lpstr>
      <vt:lpstr>等线</vt:lpstr>
      <vt:lpstr>黑体</vt:lpstr>
      <vt:lpstr>华文楷体</vt:lpstr>
      <vt:lpstr>华文新魏</vt:lpstr>
      <vt:lpstr>宋体</vt:lpstr>
      <vt:lpstr>微软雅黑</vt:lpstr>
      <vt:lpstr>Arial</vt:lpstr>
      <vt:lpstr>Calibri</vt:lpstr>
      <vt:lpstr>Cambria Math</vt:lpstr>
      <vt:lpstr>Symbol</vt:lpstr>
      <vt:lpstr>Times New Roman</vt:lpstr>
      <vt:lpstr>Wingdings</vt:lpstr>
      <vt:lpstr>Office 主题​​</vt:lpstr>
      <vt:lpstr>公式</vt:lpstr>
      <vt:lpstr>PowerPoint 演示文稿</vt:lpstr>
      <vt:lpstr>PowerPoint 演示文稿</vt:lpstr>
      <vt:lpstr>PowerPoint 演示文稿</vt:lpstr>
      <vt:lpstr>利用高斯定律求静电场的分布</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均匀带电球面的电势</vt:lpstr>
      <vt:lpstr>均匀带电球面的电势</vt:lpstr>
      <vt:lpstr>均匀带电球面的电势</vt:lpstr>
      <vt:lpstr>PowerPoint 演示文稿</vt:lpstr>
      <vt:lpstr>无限长带电直导线的电势分布</vt:lpstr>
      <vt:lpstr>PowerPoint 演示文稿</vt:lpstr>
      <vt:lpstr>等势面</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Jingcheng  Li</dc:creator>
  <cp:lastModifiedBy>Jingcheng  Li</cp:lastModifiedBy>
  <cp:revision>242</cp:revision>
  <dcterms:created xsi:type="dcterms:W3CDTF">2023-02-17T03:39:54Z</dcterms:created>
  <dcterms:modified xsi:type="dcterms:W3CDTF">2024-03-19T01:37:23Z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0x010100CA343C45D49B2744AE1406E56A2ED666</vt:lpwstr>
  </property>
</Properties>
</file>