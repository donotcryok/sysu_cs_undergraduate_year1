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200.xml" ContentType="application/vnd.openxmlformats-officedocument.presentationml.tags+xml"/>
  <Override PartName="/ppt/tags/tag210.xml" ContentType="application/vnd.openxmlformats-officedocument.presentationml.tags+xml"/>
  <Override PartName="/ppt/tags/tag220.xml" ContentType="application/vnd.openxmlformats-officedocument.presentationml.tags+xml"/>
  <Override PartName="/ppt/tags/tag23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973" r:id="rId2"/>
    <p:sldId id="367" r:id="rId3"/>
    <p:sldId id="1247" r:id="rId4"/>
    <p:sldId id="1248" r:id="rId5"/>
    <p:sldId id="966" r:id="rId6"/>
    <p:sldId id="967" r:id="rId7"/>
    <p:sldId id="1258" r:id="rId8"/>
    <p:sldId id="323" r:id="rId9"/>
    <p:sldId id="1244" r:id="rId10"/>
    <p:sldId id="1250" r:id="rId11"/>
    <p:sldId id="959" r:id="rId12"/>
    <p:sldId id="373" r:id="rId13"/>
    <p:sldId id="374" r:id="rId14"/>
    <p:sldId id="392" r:id="rId15"/>
    <p:sldId id="375" r:id="rId16"/>
    <p:sldId id="376" r:id="rId17"/>
    <p:sldId id="1245" r:id="rId18"/>
    <p:sldId id="295" r:id="rId19"/>
    <p:sldId id="960" r:id="rId20"/>
    <p:sldId id="929" r:id="rId21"/>
    <p:sldId id="1251" r:id="rId22"/>
    <p:sldId id="934" r:id="rId23"/>
    <p:sldId id="936" r:id="rId24"/>
    <p:sldId id="1254" r:id="rId25"/>
    <p:sldId id="1256" r:id="rId26"/>
    <p:sldId id="417" r:id="rId27"/>
    <p:sldId id="938" r:id="rId28"/>
    <p:sldId id="940" r:id="rId29"/>
    <p:sldId id="1257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0066CC"/>
    <a:srgbClr val="0066FF"/>
    <a:srgbClr val="00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38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7" Type="http://schemas.openxmlformats.org/officeDocument/2006/relationships/image" Target="../media/image22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7" Type="http://schemas.openxmlformats.org/officeDocument/2006/relationships/image" Target="../media/image41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6" Type="http://schemas.openxmlformats.org/officeDocument/2006/relationships/image" Target="../media/image40.wmf"/><Relationship Id="rId5" Type="http://schemas.openxmlformats.org/officeDocument/2006/relationships/image" Target="../media/image39.wmf"/><Relationship Id="rId4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908245-6742-4EFC-BDD9-54B6E7D9E50E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65DE3A-83F4-4EB4-ACBA-3DC8C8879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45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华文楷体" panose="0201060004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97FAF02E-F39E-40D2-928D-64A28938DE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2AA24C5-D56E-45E1-927F-FA502990AD5C}" type="slidenum">
              <a:rPr lang="en-US" altLang="zh-CN" sz="1300" b="0" smtClean="0">
                <a:ea typeface="华文楷体" panose="02010600040101010101" pitchFamily="2" charset="-122"/>
              </a:rPr>
              <a:pPr/>
              <a:t>12</a:t>
            </a:fld>
            <a:endParaRPr lang="en-US" altLang="zh-CN" sz="1300" b="0" dirty="0">
              <a:ea typeface="华文楷体" panose="02010600040101010101" pitchFamily="2" charset="-122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65578219-35B9-44D0-ADCF-184E1E5683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AD44B6A7-2599-4226-9DDC-679AB3E3DB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042230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552A6F82-932F-4BCB-B7EF-3A06F20D0B7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831EFDA-3D92-4D5B-8128-308E86BB5E6F}" type="slidenum">
              <a:rPr lang="en-US" altLang="zh-CN" sz="1300" b="0" smtClean="0">
                <a:ea typeface="华文楷体" panose="02010600040101010101" pitchFamily="2" charset="-122"/>
              </a:rPr>
              <a:pPr/>
              <a:t>13</a:t>
            </a:fld>
            <a:endParaRPr lang="en-US" altLang="zh-CN" sz="1300" b="0" dirty="0">
              <a:ea typeface="华文楷体" panose="02010600040101010101" pitchFamily="2" charset="-122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E9E86D6-CCF6-488D-8A93-930BA30A3F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027868B0-7363-4791-9CBE-F27D48016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9511592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32CF371B-CBDD-465B-A071-1F4E969D75F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29604E06-1DD4-4A61-96AA-B7A9749BF2CF}" type="slidenum">
              <a:rPr lang="en-US" altLang="zh-CN" sz="1300" b="0" smtClean="0">
                <a:ea typeface="华文楷体" panose="02010600040101010101" pitchFamily="2" charset="-122"/>
              </a:rPr>
              <a:pPr/>
              <a:t>15</a:t>
            </a:fld>
            <a:endParaRPr lang="en-US" altLang="zh-CN" sz="1300" b="0" dirty="0">
              <a:ea typeface="华文楷体" panose="02010600040101010101" pitchFamily="2" charset="-122"/>
            </a:endParaRPr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DBF31832-4758-4A8F-8F5B-42FB50980A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B5DB05AF-721C-4A40-92A3-E81737B96D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5319469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2EF0771F-2F04-4AD9-8273-D5A18B96C0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B7E2996-C0EC-46F4-A5D6-1A15E93D1B2B}" type="slidenum">
              <a:rPr lang="en-US" altLang="zh-CN" sz="1300" b="0" smtClean="0">
                <a:ea typeface="华文楷体" panose="02010600040101010101" pitchFamily="2" charset="-122"/>
              </a:rPr>
              <a:pPr/>
              <a:t>16</a:t>
            </a:fld>
            <a:endParaRPr lang="en-US" altLang="zh-CN" sz="1300" b="0" dirty="0">
              <a:ea typeface="华文楷体" panose="02010600040101010101" pitchFamily="2" charset="-122"/>
            </a:endParaRPr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982B9B62-2D17-4221-8BEC-73F91173B5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3B20030B-A687-4DF0-8D50-41BAEF94C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8387659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37333B23-4EA5-4B4F-8B75-8DDF5CDA6A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F64AA1-915D-4C62-A90C-CD7FE2994A5A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25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92FFD4D9-8A50-4976-9C77-DD3BCBE3FF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F9B2F61-1331-45F6-97CA-A21ABD5FA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1019147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37333B23-4EA5-4B4F-8B75-8DDF5CDA6A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>
            <a:lvl1pPr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07F64AA1-915D-4C62-A90C-CD7FE2994A5A}" type="slidenum">
              <a:rPr lang="en-US" altLang="zh-CN" sz="1300" b="0" smtClean="0">
                <a:solidFill>
                  <a:srgbClr val="000000"/>
                </a:solidFill>
                <a:ea typeface="华文楷体" panose="02010600040101010101" pitchFamily="2" charset="-122"/>
              </a:rPr>
              <a:pPr/>
              <a:t>26</a:t>
            </a:fld>
            <a:endParaRPr lang="en-US" altLang="zh-CN" sz="1300" b="0" dirty="0">
              <a:solidFill>
                <a:srgbClr val="000000"/>
              </a:solidFill>
              <a:ea typeface="华文楷体" panose="02010600040101010101" pitchFamily="2" charset="-122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92FFD4D9-8A50-4976-9C77-DD3BCBE3FF8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CF9B2F61-1331-45F6-97CA-A21ABD5FA9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4285321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2D924B-2E04-4520-B540-8EB69FA88927}" type="slidenum">
              <a:rPr lang="zh-CN" altLang="en-US" smtClean="0">
                <a:ea typeface="华文楷体" panose="02010600040101010101" pitchFamily="2" charset="-122"/>
              </a:rPr>
              <a:t>27</a:t>
            </a:fld>
            <a:endParaRPr lang="zh-CN" altLang="en-US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37666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5B649E-CA0C-413C-AF46-327DF25B2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390545-C0FD-4BE3-B0AD-A0D50EDE15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DB290E-E783-4B14-A660-492D5B7A3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28203B-C380-4036-8AE2-74C289A98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DBF459-75F9-4867-8B76-2BA13103A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1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7E3567-BDF8-4A53-840E-C23FF3DDC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0FC1E8-AE91-44D8-BDD3-FA860E19B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F32A38-21AE-44A1-92B1-1C109CFCB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E23C9-87AA-497F-9A57-0F7337D93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2169E4-19E9-4988-B65F-8C5C01904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D11B75-02EF-442C-9C20-953E01DCB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A808F14-C30F-4B2B-AC9C-3EB6FE7381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500FA8-52FF-4377-9CD9-BF35A5F8E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C6D92-9A3F-461D-93F6-1D85BD87F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F70F24-C512-402D-A1F6-CC76642DF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398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9B8DC8-1100-48E0-AB16-7F8D852B3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CA539F-3C0B-4ABE-B323-C5115356D9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7CE6B3-D656-4527-8366-B77B9614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B36C20-3512-456B-A4DE-36C4D6313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92A7C9-CE05-4DA8-A250-AA16F13B4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627F3E8-1F60-4F06-9505-70B5C394B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03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60DB6F-718B-4A50-9651-1CE91CAE8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AA99F6-04C6-480F-9AD4-7B221AD76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6CF9B9-7A58-4311-AE4A-6BF90FF839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1F113B9-5917-46D5-BDF3-97536C84A1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D0BF0A9-7944-4AFD-A69E-2BA785913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13AAC39-6924-4AFB-BA19-E50CF5537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4832BF4-6F62-4632-88DF-DB518F15A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7F9F55-4766-4D03-A824-9B68AC4B9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09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ED4C0D-D96F-4C34-8716-A2757A84D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8E493AC-632A-4C2E-88FD-E334CA696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83B8CE-1EAF-4DA9-B155-841163B85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EB0420E-3EB1-43E9-85BA-0B668D10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07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BCF4BDD-D7F0-48FC-B635-7B743A75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66B7676-C38B-4A22-B416-8EE7A8ED9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D61D00D-7547-4C40-A013-7B5CC8CFB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741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CDAC86-5309-4D7B-89F2-B38864112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E26EBD-D039-410D-BEC1-5CA2C1915F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D739DB3-8A43-44A3-9257-FEC1A1E8DF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BAD11F-A55D-47B3-BAC2-F3007F96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3DCDE4E-BBD1-4DF0-A975-4BACECDED3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9BDB0EC-2010-46B5-AB99-D4B66EC86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43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C2FB18-90E6-46BD-AA31-02FA74F0C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8C2E9AC-2A5F-4FAE-A0D5-9DE5D4235A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B72A3D-94DF-47AC-91DA-4BF7F08E5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BD27FF8-A3F7-4194-9131-2ED8BE1D6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332FC9-57F0-4859-8974-C6ED867FC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992B2F-9F2C-49B6-A878-2D264BAF3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9670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94F0C5-6D98-41F2-A190-BDF62C0B6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0235BFB-0938-446C-B194-4A216CCCE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BA4335-E8A0-485D-ACA7-E0E9E4B9B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15592F-5281-4442-BBA4-E59F50D56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527F9F-3E0F-4E73-BD17-C68062B41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363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62A0AFB-A166-4314-B7EB-AD6775249B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CB9BBB2-3583-4917-A9B8-F52421932D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FDE25D-1092-4956-92FE-E282D8DD8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7E6B23-83BA-4E24-8FA5-B46B73EA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C2A3CC-5017-49CD-92AB-886F7778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34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BB94765-5A86-4DEF-8B90-3F24981EA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B609C0B-D43A-4C9E-B772-833B4DA08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A6E5C5-40DD-48DE-99CE-CE0FE99712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C0312-1D25-4317-8C09-41C98FDFD080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C28B8F-58B6-4951-89EE-0F706681CC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745E2C-8FAC-4FAC-9464-B6E68950E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AE28-C2CA-4803-AAB4-E820FD18F6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0261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华文楷体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华文楷体" panose="0201060004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png"/><Relationship Id="rId3" Type="http://schemas.openxmlformats.org/officeDocument/2006/relationships/image" Target="../media/image97.png"/><Relationship Id="rId7" Type="http://schemas.openxmlformats.org/officeDocument/2006/relationships/image" Target="../media/image3500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00.png"/><Relationship Id="rId5" Type="http://schemas.openxmlformats.org/officeDocument/2006/relationships/image" Target="../media/image5.jpg"/><Relationship Id="rId4" Type="http://schemas.openxmlformats.org/officeDocument/2006/relationships/image" Target="../media/image5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0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jp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31.png"/><Relationship Id="rId18" Type="http://schemas.openxmlformats.org/officeDocument/2006/relationships/image" Target="../media/image136.png"/><Relationship Id="rId3" Type="http://schemas.openxmlformats.org/officeDocument/2006/relationships/image" Target="../media/image16.png"/><Relationship Id="rId21" Type="http://schemas.openxmlformats.org/officeDocument/2006/relationships/image" Target="../media/image139.png"/><Relationship Id="rId7" Type="http://schemas.openxmlformats.org/officeDocument/2006/relationships/image" Target="../media/image125.png"/><Relationship Id="rId12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4.png"/><Relationship Id="rId20" Type="http://schemas.openxmlformats.org/officeDocument/2006/relationships/image" Target="../media/image1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4.png"/><Relationship Id="rId11" Type="http://schemas.openxmlformats.org/officeDocument/2006/relationships/image" Target="../media/image129.png"/><Relationship Id="rId5" Type="http://schemas.openxmlformats.org/officeDocument/2006/relationships/image" Target="../media/image123.png"/><Relationship Id="rId15" Type="http://schemas.openxmlformats.org/officeDocument/2006/relationships/image" Target="../media/image133.png"/><Relationship Id="rId10" Type="http://schemas.openxmlformats.org/officeDocument/2006/relationships/image" Target="../media/image128.png"/><Relationship Id="rId19" Type="http://schemas.openxmlformats.org/officeDocument/2006/relationships/image" Target="../media/image137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Relationship Id="rId14" Type="http://schemas.openxmlformats.org/officeDocument/2006/relationships/image" Target="../media/image18.png"/><Relationship Id="rId22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133.png"/><Relationship Id="rId18" Type="http://schemas.openxmlformats.org/officeDocument/2006/relationships/image" Target="../media/image138.png"/><Relationship Id="rId3" Type="http://schemas.openxmlformats.org/officeDocument/2006/relationships/image" Target="../media/image140.png"/><Relationship Id="rId7" Type="http://schemas.openxmlformats.org/officeDocument/2006/relationships/image" Target="../media/image144.png"/><Relationship Id="rId12" Type="http://schemas.openxmlformats.org/officeDocument/2006/relationships/image" Target="../media/image131.png"/><Relationship Id="rId17" Type="http://schemas.openxmlformats.org/officeDocument/2006/relationships/image" Target="../media/image13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3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3.png"/><Relationship Id="rId11" Type="http://schemas.openxmlformats.org/officeDocument/2006/relationships/image" Target="../media/image130.png"/><Relationship Id="rId5" Type="http://schemas.openxmlformats.org/officeDocument/2006/relationships/image" Target="../media/image142.png"/><Relationship Id="rId15" Type="http://schemas.openxmlformats.org/officeDocument/2006/relationships/image" Target="../media/image135.png"/><Relationship Id="rId10" Type="http://schemas.openxmlformats.org/officeDocument/2006/relationships/image" Target="../media/image129.png"/><Relationship Id="rId19" Type="http://schemas.openxmlformats.org/officeDocument/2006/relationships/image" Target="../media/image139.png"/><Relationship Id="rId4" Type="http://schemas.openxmlformats.org/officeDocument/2006/relationships/image" Target="../media/image141.png"/><Relationship Id="rId9" Type="http://schemas.openxmlformats.org/officeDocument/2006/relationships/image" Target="../media/image128.png"/><Relationship Id="rId14" Type="http://schemas.openxmlformats.org/officeDocument/2006/relationships/image" Target="../media/image13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39.png"/><Relationship Id="rId3" Type="http://schemas.openxmlformats.org/officeDocument/2006/relationships/oleObject" Target="../embeddings/oleObject1.bin"/><Relationship Id="rId21" Type="http://schemas.openxmlformats.org/officeDocument/2006/relationships/image" Target="../media/image42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20.wmf"/><Relationship Id="rId17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37.png"/><Relationship Id="rId20" Type="http://schemas.openxmlformats.org/officeDocument/2006/relationships/image" Target="../media/image41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22.wmf"/><Relationship Id="rId5" Type="http://schemas.openxmlformats.org/officeDocument/2006/relationships/oleObject" Target="../embeddings/oleObject2.bin"/><Relationship Id="rId15" Type="http://schemas.openxmlformats.org/officeDocument/2006/relationships/image" Target="../media/image36.png"/><Relationship Id="rId23" Type="http://schemas.openxmlformats.org/officeDocument/2006/relationships/oleObject" Target="../embeddings/oleObject7.bin"/><Relationship Id="rId10" Type="http://schemas.openxmlformats.org/officeDocument/2006/relationships/image" Target="../media/image19.wmf"/><Relationship Id="rId19" Type="http://schemas.openxmlformats.org/officeDocument/2006/relationships/image" Target="../media/image40.png"/><Relationship Id="rId4" Type="http://schemas.openxmlformats.org/officeDocument/2006/relationships/image" Target="../media/image16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21.wmf"/><Relationship Id="rId22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13" Type="http://schemas.openxmlformats.org/officeDocument/2006/relationships/image" Target="../media/image910.png"/><Relationship Id="rId18" Type="http://schemas.openxmlformats.org/officeDocument/2006/relationships/image" Target="../media/image960.png"/><Relationship Id="rId26" Type="http://schemas.openxmlformats.org/officeDocument/2006/relationships/image" Target="../media/image1040.png"/><Relationship Id="rId3" Type="http://schemas.openxmlformats.org/officeDocument/2006/relationships/image" Target="../media/image145.png"/><Relationship Id="rId21" Type="http://schemas.openxmlformats.org/officeDocument/2006/relationships/image" Target="../media/image990.png"/><Relationship Id="rId7" Type="http://schemas.openxmlformats.org/officeDocument/2006/relationships/image" Target="../media/image840.png"/><Relationship Id="rId12" Type="http://schemas.openxmlformats.org/officeDocument/2006/relationships/image" Target="../media/image890.png"/><Relationship Id="rId17" Type="http://schemas.openxmlformats.org/officeDocument/2006/relationships/image" Target="../media/image950.png"/><Relationship Id="rId25" Type="http://schemas.openxmlformats.org/officeDocument/2006/relationships/image" Target="../media/image103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94.png"/><Relationship Id="rId20" Type="http://schemas.openxmlformats.org/officeDocument/2006/relationships/image" Target="../media/image980.png"/><Relationship Id="rId29" Type="http://schemas.openxmlformats.org/officeDocument/2006/relationships/image" Target="../media/image10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0.png"/><Relationship Id="rId11" Type="http://schemas.openxmlformats.org/officeDocument/2006/relationships/image" Target="../media/image880.png"/><Relationship Id="rId24" Type="http://schemas.openxmlformats.org/officeDocument/2006/relationships/image" Target="../media/image1020.png"/><Relationship Id="rId32" Type="http://schemas.openxmlformats.org/officeDocument/2006/relationships/image" Target="../media/image1100.png"/><Relationship Id="rId5" Type="http://schemas.openxmlformats.org/officeDocument/2006/relationships/image" Target="../media/image146.png"/><Relationship Id="rId15" Type="http://schemas.openxmlformats.org/officeDocument/2006/relationships/image" Target="../media/image930.png"/><Relationship Id="rId23" Type="http://schemas.openxmlformats.org/officeDocument/2006/relationships/image" Target="../media/image1010.png"/><Relationship Id="rId28" Type="http://schemas.openxmlformats.org/officeDocument/2006/relationships/image" Target="../media/image1060.png"/><Relationship Id="rId10" Type="http://schemas.openxmlformats.org/officeDocument/2006/relationships/image" Target="../media/image870.png"/><Relationship Id="rId19" Type="http://schemas.openxmlformats.org/officeDocument/2006/relationships/image" Target="../media/image970.png"/><Relationship Id="rId31" Type="http://schemas.openxmlformats.org/officeDocument/2006/relationships/image" Target="../media/image1090.png"/><Relationship Id="rId4" Type="http://schemas.openxmlformats.org/officeDocument/2006/relationships/image" Target="../media/image810.png"/><Relationship Id="rId9" Type="http://schemas.openxmlformats.org/officeDocument/2006/relationships/image" Target="../media/image860.png"/><Relationship Id="rId14" Type="http://schemas.openxmlformats.org/officeDocument/2006/relationships/image" Target="../media/image920.png"/><Relationship Id="rId22" Type="http://schemas.openxmlformats.org/officeDocument/2006/relationships/image" Target="../media/image1000.png"/><Relationship Id="rId27" Type="http://schemas.openxmlformats.org/officeDocument/2006/relationships/image" Target="../media/image1050.png"/><Relationship Id="rId30" Type="http://schemas.openxmlformats.org/officeDocument/2006/relationships/image" Target="../media/image108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13" Type="http://schemas.openxmlformats.org/officeDocument/2006/relationships/image" Target="../media/image870.png"/><Relationship Id="rId18" Type="http://schemas.openxmlformats.org/officeDocument/2006/relationships/image" Target="../media/image930.png"/><Relationship Id="rId3" Type="http://schemas.openxmlformats.org/officeDocument/2006/relationships/image" Target="../media/image30.png"/><Relationship Id="rId21" Type="http://schemas.openxmlformats.org/officeDocument/2006/relationships/image" Target="../media/image960.png"/><Relationship Id="rId7" Type="http://schemas.openxmlformats.org/officeDocument/2006/relationships/image" Target="../media/image151.png"/><Relationship Id="rId12" Type="http://schemas.openxmlformats.org/officeDocument/2006/relationships/image" Target="../media/image860.png"/><Relationship Id="rId17" Type="http://schemas.openxmlformats.org/officeDocument/2006/relationships/image" Target="../media/image920.png"/><Relationship Id="rId25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10.png"/><Relationship Id="rId20" Type="http://schemas.openxmlformats.org/officeDocument/2006/relationships/image" Target="../media/image95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0.png"/><Relationship Id="rId11" Type="http://schemas.openxmlformats.org/officeDocument/2006/relationships/image" Target="../media/image850.png"/><Relationship Id="rId24" Type="http://schemas.openxmlformats.org/officeDocument/2006/relationships/image" Target="../media/image990.png"/><Relationship Id="rId5" Type="http://schemas.openxmlformats.org/officeDocument/2006/relationships/image" Target="../media/image149.png"/><Relationship Id="rId15" Type="http://schemas.openxmlformats.org/officeDocument/2006/relationships/image" Target="../media/image890.png"/><Relationship Id="rId23" Type="http://schemas.openxmlformats.org/officeDocument/2006/relationships/image" Target="../media/image980.png"/><Relationship Id="rId10" Type="http://schemas.openxmlformats.org/officeDocument/2006/relationships/image" Target="../media/image840.png"/><Relationship Id="rId19" Type="http://schemas.openxmlformats.org/officeDocument/2006/relationships/image" Target="../media/image94.png"/><Relationship Id="rId4" Type="http://schemas.openxmlformats.org/officeDocument/2006/relationships/image" Target="../media/image148.png"/><Relationship Id="rId9" Type="http://schemas.openxmlformats.org/officeDocument/2006/relationships/image" Target="../media/image830.png"/><Relationship Id="rId14" Type="http://schemas.openxmlformats.org/officeDocument/2006/relationships/image" Target="../media/image880.png"/><Relationship Id="rId22" Type="http://schemas.openxmlformats.org/officeDocument/2006/relationships/image" Target="../media/image97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4.png"/><Relationship Id="rId7" Type="http://schemas.openxmlformats.org/officeDocument/2006/relationships/image" Target="../media/image25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44.png"/><Relationship Id="rId4" Type="http://schemas.openxmlformats.org/officeDocument/2006/relationships/image" Target="../media/image155.png"/><Relationship Id="rId9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39.wmf"/><Relationship Id="rId17" Type="http://schemas.openxmlformats.org/officeDocument/2006/relationships/image" Target="../media/image53.png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36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40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26" Type="http://schemas.openxmlformats.org/officeDocument/2006/relationships/tags" Target="../tags/tag230.xml"/><Relationship Id="rId3" Type="http://schemas.openxmlformats.org/officeDocument/2006/relationships/tags" Target="../tags/tag3.xml"/><Relationship Id="rId21" Type="http://schemas.openxmlformats.org/officeDocument/2006/relationships/image" Target="../media/image1410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image" Target="../media/image1430.png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0.xml"/><Relationship Id="rId29" Type="http://schemas.openxmlformats.org/officeDocument/2006/relationships/image" Target="../media/image172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20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image" Target="../media/image1420.png"/><Relationship Id="rId28" Type="http://schemas.openxmlformats.org/officeDocument/2006/relationships/image" Target="../media/image45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10.xml"/><Relationship Id="rId27" Type="http://schemas.openxmlformats.org/officeDocument/2006/relationships/image" Target="../media/image1440.png"/><Relationship Id="rId30" Type="http://schemas.openxmlformats.org/officeDocument/2006/relationships/image" Target="../media/image46.tm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13" Type="http://schemas.openxmlformats.org/officeDocument/2006/relationships/image" Target="../media/image84.png"/><Relationship Id="rId3" Type="http://schemas.openxmlformats.org/officeDocument/2006/relationships/image" Target="../media/image47.jpeg"/><Relationship Id="rId7" Type="http://schemas.openxmlformats.org/officeDocument/2006/relationships/image" Target="../media/image78.png"/><Relationship Id="rId12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6.png"/><Relationship Id="rId7" Type="http://schemas.openxmlformats.org/officeDocument/2006/relationships/image" Target="../media/image90.png"/><Relationship Id="rId12" Type="http://schemas.openxmlformats.org/officeDocument/2006/relationships/image" Target="../media/image49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9.png"/><Relationship Id="rId11" Type="http://schemas.openxmlformats.org/officeDocument/2006/relationships/image" Target="../media/image100.png"/><Relationship Id="rId5" Type="http://schemas.openxmlformats.org/officeDocument/2006/relationships/image" Target="../media/image88.png"/><Relationship Id="rId10" Type="http://schemas.openxmlformats.org/officeDocument/2006/relationships/image" Target="../media/image93.png"/><Relationship Id="rId4" Type="http://schemas.openxmlformats.org/officeDocument/2006/relationships/image" Target="../media/image87.png"/><Relationship Id="rId9" Type="http://schemas.openxmlformats.org/officeDocument/2006/relationships/image" Target="../media/image4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2.png"/><Relationship Id="rId7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5.png"/><Relationship Id="rId5" Type="http://schemas.openxmlformats.org/officeDocument/2006/relationships/image" Target="../media/image500.png"/><Relationship Id="rId10" Type="http://schemas.openxmlformats.org/officeDocument/2006/relationships/image" Target="../media/image112.png"/><Relationship Id="rId4" Type="http://schemas.openxmlformats.org/officeDocument/2006/relationships/image" Target="../media/image103.png"/><Relationship Id="rId9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png"/><Relationship Id="rId3" Type="http://schemas.openxmlformats.org/officeDocument/2006/relationships/image" Target="../media/image55.jpeg"/><Relationship Id="rId7" Type="http://schemas.openxmlformats.org/officeDocument/2006/relationships/image" Target="../media/image15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7.png"/><Relationship Id="rId11" Type="http://schemas.openxmlformats.org/officeDocument/2006/relationships/image" Target="../media/image163.png"/><Relationship Id="rId10" Type="http://schemas.openxmlformats.org/officeDocument/2006/relationships/image" Target="../media/image64.png"/><Relationship Id="rId4" Type="http://schemas.openxmlformats.org/officeDocument/2006/relationships/image" Target="../media/image120.png"/><Relationship Id="rId9" Type="http://schemas.openxmlformats.org/officeDocument/2006/relationships/image" Target="../media/image16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8.png"/><Relationship Id="rId3" Type="http://schemas.openxmlformats.org/officeDocument/2006/relationships/image" Target="../media/image56.png"/><Relationship Id="rId7" Type="http://schemas.openxmlformats.org/officeDocument/2006/relationships/image" Target="../media/image16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6.png"/><Relationship Id="rId5" Type="http://schemas.openxmlformats.org/officeDocument/2006/relationships/image" Target="../media/image165.png"/><Relationship Id="rId10" Type="http://schemas.openxmlformats.org/officeDocument/2006/relationships/image" Target="../media/image169.png"/><Relationship Id="rId9" Type="http://schemas.openxmlformats.org/officeDocument/2006/relationships/image" Target="../media/image16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13" Type="http://schemas.openxmlformats.org/officeDocument/2006/relationships/image" Target="../media/image180.png"/><Relationship Id="rId3" Type="http://schemas.openxmlformats.org/officeDocument/2006/relationships/image" Target="../media/image170.png"/><Relationship Id="rId7" Type="http://schemas.openxmlformats.org/officeDocument/2006/relationships/image" Target="../media/image175.png"/><Relationship Id="rId17" Type="http://schemas.openxmlformats.org/officeDocument/2006/relationships/image" Target="../media/image18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4.png"/><Relationship Id="rId11" Type="http://schemas.openxmlformats.org/officeDocument/2006/relationships/image" Target="../media/image179.png"/><Relationship Id="rId5" Type="http://schemas.openxmlformats.org/officeDocument/2006/relationships/image" Target="../media/image173.png"/><Relationship Id="rId15" Type="http://schemas.openxmlformats.org/officeDocument/2006/relationships/image" Target="../media/image66.png"/><Relationship Id="rId10" Type="http://schemas.openxmlformats.org/officeDocument/2006/relationships/image" Target="../media/image178.png"/><Relationship Id="rId4" Type="http://schemas.openxmlformats.org/officeDocument/2006/relationships/image" Target="../media/image171.png"/><Relationship Id="rId9" Type="http://schemas.openxmlformats.org/officeDocument/2006/relationships/image" Target="../media/image177.png"/><Relationship Id="rId14" Type="http://schemas.openxmlformats.org/officeDocument/2006/relationships/image" Target="../media/image18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8C2B31D-6590-4FF5-8A1D-E5BDA6006C25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AFA0A3EB-F728-4376-B314-3CBC41359D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7841" y="211325"/>
            <a:ext cx="594772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17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磁场和它的源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2" name="Picture 2" descr="研究顯示人類能感應地球磁場| Fresh-Minds.net">
            <a:extLst>
              <a:ext uri="{FF2B5EF4-FFF2-40B4-BE49-F238E27FC236}">
                <a16:creationId xmlns:a16="http://schemas.microsoft.com/office/drawing/2014/main" id="{C98159C8-A0DE-49E8-AED6-808153912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1" y="1574800"/>
            <a:ext cx="50800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A0014B31-1C4D-4F7E-80C8-CA7A195F6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726" y="1311828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磁力与电荷的运动</a:t>
            </a:r>
          </a:p>
        </p:txBody>
      </p:sp>
      <p:sp>
        <p:nvSpPr>
          <p:cNvPr id="27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48306CEC-1F29-4EDE-9B28-0F8312ACF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45727" y="2607228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毕奥</a:t>
            </a: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-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萨伐尔定律</a:t>
            </a:r>
          </a:p>
        </p:txBody>
      </p:sp>
      <p:sp>
        <p:nvSpPr>
          <p:cNvPr id="28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ECF120C4-50E2-4E26-B5D3-6D094BEFC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6203" y="3256514"/>
            <a:ext cx="49039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匀速运动点电荷的磁场</a:t>
            </a: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rgbClr val="0066FF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6E27DE69-AAA4-4330-BB63-223D0F2A9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3" y="4615139"/>
            <a:ext cx="6560914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利用安培环路定理求磁场的分布</a:t>
            </a:r>
          </a:p>
        </p:txBody>
      </p:sp>
      <p:sp>
        <p:nvSpPr>
          <p:cNvPr id="3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690E4B17-0680-49D8-B393-01C57F5D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5728" y="1959528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磁场与磁感应强度</a:t>
            </a:r>
          </a:p>
        </p:txBody>
      </p:sp>
      <p:sp>
        <p:nvSpPr>
          <p:cNvPr id="33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A176ECB-589C-402C-BF9C-573951082A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3" y="5309960"/>
            <a:ext cx="5732874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7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与变化电场相联系的磁场</a:t>
            </a:r>
          </a:p>
        </p:txBody>
      </p:sp>
      <p:sp>
        <p:nvSpPr>
          <p:cNvPr id="35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264BFE7-0025-4536-83F4-1ECBBD36D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44726" y="3920318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 </a:t>
            </a:r>
            <a:r>
              <a:rPr lang="zh-CN" altLang="en-US" sz="3200" b="1" dirty="0">
                <a:solidFill>
                  <a:srgbClr val="0066FF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安培环路定理</a:t>
            </a:r>
          </a:p>
        </p:txBody>
      </p:sp>
      <p:sp>
        <p:nvSpPr>
          <p:cNvPr id="2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2224C06-443C-6472-550E-EBB0000C1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6202" y="5990511"/>
            <a:ext cx="6102077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8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电场与磁场的相对性和统一性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4348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Magnetic Field Lines | Brilliant Math &amp;amp; Science Wiki">
            <a:extLst>
              <a:ext uri="{FF2B5EF4-FFF2-40B4-BE49-F238E27FC236}">
                <a16:creationId xmlns:a16="http://schemas.microsoft.com/office/drawing/2014/main" id="{FA1B5009-1726-4390-A966-4E1477041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8161" y="691833"/>
            <a:ext cx="3423920" cy="2499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ne207">
            <a:extLst>
              <a:ext uri="{FF2B5EF4-FFF2-40B4-BE49-F238E27FC236}">
                <a16:creationId xmlns:a16="http://schemas.microsoft.com/office/drawing/2014/main" id="{F95416F3-2C28-46BC-80EF-E1F6D47FF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6668" y="842437"/>
            <a:ext cx="2452922" cy="20176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8606316-1BCA-484F-8C79-DBAEF492024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26751"/>
          <a:stretch/>
        </p:blipFill>
        <p:spPr>
          <a:xfrm>
            <a:off x="600208" y="1047189"/>
            <a:ext cx="3146118" cy="1621417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6579F2A1-0DD1-47D5-B0F3-4D854BAD4E75}"/>
              </a:ext>
            </a:extLst>
          </p:cNvPr>
          <p:cNvSpPr/>
          <p:nvPr/>
        </p:nvSpPr>
        <p:spPr>
          <a:xfrm>
            <a:off x="1089486" y="411402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电流磁效应</a:t>
            </a:r>
            <a:endParaRPr lang="en-US" altLang="zh-CN" sz="3200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7791EB-BBEE-22C6-6E13-C81638D7C754}"/>
              </a:ext>
            </a:extLst>
          </p:cNvPr>
          <p:cNvSpPr/>
          <p:nvPr/>
        </p:nvSpPr>
        <p:spPr>
          <a:xfrm>
            <a:off x="5161280" y="3708018"/>
            <a:ext cx="63754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运动电荷（电流）激发磁场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磁场对运动电荷、载流导体和永久磁铁等有磁场力的作用。</a:t>
            </a: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7C70E07-6657-F953-D1F5-D8053FD05A9C}"/>
              </a:ext>
            </a:extLst>
          </p:cNvPr>
          <p:cNvSpPr/>
          <p:nvPr/>
        </p:nvSpPr>
        <p:spPr>
          <a:xfrm>
            <a:off x="990141" y="3567840"/>
            <a:ext cx="12637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磁体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DE218D6-029D-57D9-7A10-EF1BD185C816}"/>
              </a:ext>
            </a:extLst>
          </p:cNvPr>
          <p:cNvSpPr/>
          <p:nvPr/>
        </p:nvSpPr>
        <p:spPr>
          <a:xfrm>
            <a:off x="3797150" y="3532921"/>
            <a:ext cx="12637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磁体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0241620-7B11-ACD7-8322-1D5D1D8AA5AB}"/>
              </a:ext>
            </a:extLst>
          </p:cNvPr>
          <p:cNvSpPr/>
          <p:nvPr/>
        </p:nvSpPr>
        <p:spPr>
          <a:xfrm>
            <a:off x="973243" y="4692903"/>
            <a:ext cx="9915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1AB743-2425-6490-004A-7F460BB54A35}"/>
              </a:ext>
            </a:extLst>
          </p:cNvPr>
          <p:cNvSpPr/>
          <p:nvPr/>
        </p:nvSpPr>
        <p:spPr>
          <a:xfrm>
            <a:off x="3833523" y="4698842"/>
            <a:ext cx="99158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</a:t>
            </a:r>
            <a:endParaRPr lang="en-US" sz="2800" dirty="0">
              <a:solidFill>
                <a:srgbClr val="0066FF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8145B9E-CEF9-F325-90BF-2121B71F3558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1964826" y="3789451"/>
            <a:ext cx="1832324" cy="5080"/>
          </a:xfrm>
          <a:prstGeom prst="straightConnector1">
            <a:avLst/>
          </a:prstGeom>
          <a:ln w="5715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96DFAE30-0EF6-47A9-BE3E-847E9B86BDAB}"/>
              </a:ext>
            </a:extLst>
          </p:cNvPr>
          <p:cNvCxnSpPr>
            <a:cxnSpLocks/>
          </p:cNvCxnSpPr>
          <p:nvPr/>
        </p:nvCxnSpPr>
        <p:spPr>
          <a:xfrm>
            <a:off x="1445334" y="4109187"/>
            <a:ext cx="0" cy="518997"/>
          </a:xfrm>
          <a:prstGeom prst="straightConnector1">
            <a:avLst/>
          </a:prstGeom>
          <a:ln w="571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367A0C84-7DAF-B5D0-F17B-A0FF17F246BA}"/>
              </a:ext>
            </a:extLst>
          </p:cNvPr>
          <p:cNvCxnSpPr>
            <a:cxnSpLocks/>
          </p:cNvCxnSpPr>
          <p:nvPr/>
        </p:nvCxnSpPr>
        <p:spPr>
          <a:xfrm>
            <a:off x="4260266" y="4173906"/>
            <a:ext cx="0" cy="518997"/>
          </a:xfrm>
          <a:prstGeom prst="straightConnector1">
            <a:avLst/>
          </a:prstGeom>
          <a:ln w="57150">
            <a:solidFill>
              <a:srgbClr val="008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49276605-3E7D-CF37-7A05-75F943ABDACD}"/>
              </a:ext>
            </a:extLst>
          </p:cNvPr>
          <p:cNvCxnSpPr>
            <a:cxnSpLocks/>
            <a:stCxn id="8" idx="1"/>
          </p:cNvCxnSpPr>
          <p:nvPr/>
        </p:nvCxnSpPr>
        <p:spPr>
          <a:xfrm flipH="1" flipV="1">
            <a:off x="2009565" y="4954514"/>
            <a:ext cx="1823958" cy="5938"/>
          </a:xfrm>
          <a:prstGeom prst="straightConnector1">
            <a:avLst/>
          </a:prstGeom>
          <a:ln w="57150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24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6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D5F6E8B-6E21-49FA-9CBA-4207836AEFA6}"/>
              </a:ext>
            </a:extLst>
          </p:cNvPr>
          <p:cNvSpPr/>
          <p:nvPr/>
        </p:nvSpPr>
        <p:spPr>
          <a:xfrm>
            <a:off x="775529" y="380006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磁感应强度</a:t>
            </a:r>
            <a:endParaRPr lang="en-US" altLang="zh-CN" sz="3200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5F40A85-6FBE-44BD-B1F2-868ED6502C2C}"/>
                  </a:ext>
                </a:extLst>
              </p:cNvPr>
              <p:cNvSpPr/>
              <p:nvPr/>
            </p:nvSpPr>
            <p:spPr>
              <a:xfrm>
                <a:off x="1041887" y="5759175"/>
                <a:ext cx="6788216" cy="10063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ct val="0"/>
                  </a:spcBef>
                </a:pP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规定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方向使得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</m:acc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𝐵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的方向是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</m:acc>
                  </m:oMath>
                </a14:m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的方向</a:t>
                </a: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</a:pPr>
                <a:endParaRPr kumimoji="1"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35F40A85-6FBE-44BD-B1F2-868ED6502C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1887" y="5759175"/>
                <a:ext cx="6788216" cy="1006366"/>
              </a:xfrm>
              <a:prstGeom prst="rect">
                <a:avLst/>
              </a:prstGeom>
              <a:blipFill>
                <a:blip r:embed="rId2"/>
                <a:stretch>
                  <a:fillRect l="-1887" t="-12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66F4752-B264-4827-91C8-2B7B9B263E34}"/>
                  </a:ext>
                </a:extLst>
              </p:cNvPr>
              <p:cNvSpPr/>
              <p:nvPr/>
            </p:nvSpPr>
            <p:spPr>
              <a:xfrm>
                <a:off x="125097" y="4819901"/>
                <a:ext cx="8417269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1" lang="zh-CN" altLang="en-US" sz="2800" dirty="0">
                    <a:solidFill>
                      <a:srgbClr val="C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单位：</a:t>
                </a: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特斯拉（</a:t>
                </a:r>
                <a:r>
                  <a:rPr kumimoji="1" lang="en-US" altLang="zh-CN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T</a:t>
                </a: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高斯（</a:t>
                </a:r>
                <a:r>
                  <a:rPr kumimoji="1" lang="en-US" altLang="zh-CN" sz="2800" dirty="0" err="1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Gs</a:t>
                </a:r>
                <a:r>
                  <a:rPr kumimoji="1"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  </a:t>
                </a:r>
                <a14:m>
                  <m:oMath xmlns:m="http://schemas.openxmlformats.org/officeDocument/2006/math"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1</m:t>
                    </m:r>
                    <m:r>
                      <m:rPr>
                        <m:sty m:val="p"/>
                      </m:rP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T</m:t>
                    </m:r>
                    <m: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sSup>
                      <m:sSupPr>
                        <m:ctrlPr>
                          <a:rPr kumimoji="1"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pPr>
                      <m:e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10</m:t>
                        </m:r>
                      </m:e>
                      <m:sup>
                        <m:r>
                          <a:rPr kumimoji="1" lang="en-US" altLang="zh-CN" sz="2800" b="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kumimoji="1" lang="en-US" altLang="zh-CN" sz="2800" b="0" i="1"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Gs</m:t>
                    </m:r>
                  </m:oMath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066F4752-B264-4827-91C8-2B7B9B263E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97" y="4819901"/>
                <a:ext cx="8417269" cy="523220"/>
              </a:xfrm>
              <a:prstGeom prst="rect">
                <a:avLst/>
              </a:prstGeom>
              <a:blipFill>
                <a:blip r:embed="rId3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578F68C0-588D-447B-9365-16EDC0B4A45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875728" y="2312591"/>
                <a:ext cx="2026078" cy="531142"/>
              </a:xfrm>
              <a:prstGeom prst="rect">
                <a:avLst/>
              </a:prstGeom>
            </p:spPr>
            <p:txBody>
              <a:bodyPr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kumimoji="1"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𝑭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r>
                        <a:rPr kumimoji="1"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𝒒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𝒗</m:t>
                          </m:r>
                        </m:e>
                      </m:acc>
                      <m:r>
                        <a:rPr kumimoji="1"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kumimoji="1"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标题 1">
                <a:extLst>
                  <a:ext uri="{FF2B5EF4-FFF2-40B4-BE49-F238E27FC236}">
                    <a16:creationId xmlns:a16="http://schemas.microsoft.com/office/drawing/2014/main" id="{578F68C0-588D-447B-9365-16EDC0B4A4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5728" y="2312591"/>
                <a:ext cx="2026078" cy="531142"/>
              </a:xfrm>
              <a:prstGeom prst="rect">
                <a:avLst/>
              </a:prstGeom>
              <a:blipFill>
                <a:blip r:embed="rId4"/>
                <a:stretch>
                  <a:fillRect b="-57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内容占位符 9">
            <a:extLst>
              <a:ext uri="{FF2B5EF4-FFF2-40B4-BE49-F238E27FC236}">
                <a16:creationId xmlns:a16="http://schemas.microsoft.com/office/drawing/2014/main" id="{BC3A0167-FEAB-4B49-A7B9-4A03A9A1397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546" y="1214666"/>
            <a:ext cx="2597937" cy="2726993"/>
          </a:xfrm>
          <a:prstGeom prst="rect">
            <a:avLst/>
          </a:prstGeom>
        </p:spPr>
      </p:pic>
      <p:grpSp>
        <p:nvGrpSpPr>
          <p:cNvPr id="10" name="Group 70">
            <a:extLst>
              <a:ext uri="{FF2B5EF4-FFF2-40B4-BE49-F238E27FC236}">
                <a16:creationId xmlns:a16="http://schemas.microsoft.com/office/drawing/2014/main" id="{10A5D7D0-1AF0-49AC-84CB-A2A3C9104F62}"/>
              </a:ext>
            </a:extLst>
          </p:cNvPr>
          <p:cNvGrpSpPr>
            <a:grpSpLocks/>
          </p:cNvGrpSpPr>
          <p:nvPr/>
        </p:nvGrpSpPr>
        <p:grpSpPr bwMode="auto">
          <a:xfrm>
            <a:off x="3628234" y="1382840"/>
            <a:ext cx="4756150" cy="722313"/>
            <a:chOff x="700" y="1384"/>
            <a:chExt cx="2996" cy="455"/>
          </a:xfrm>
        </p:grpSpPr>
        <p:sp>
          <p:nvSpPr>
            <p:cNvPr id="11" name="Text Box 17">
              <a:extLst>
                <a:ext uri="{FF2B5EF4-FFF2-40B4-BE49-F238E27FC236}">
                  <a16:creationId xmlns:a16="http://schemas.microsoft.com/office/drawing/2014/main" id="{BC4C2A3C-68F8-4431-8E05-020D5A1F1E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7" y="1507"/>
              <a:ext cx="21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b="0" dirty="0">
                  <a:latin typeface="华文楷体" panose="02010600040101010101" pitchFamily="2" charset="-122"/>
                  <a:ea typeface="华文楷体" panose="02010600040101010101" pitchFamily="2" charset="-122"/>
                </a:rPr>
                <a:t>与                    无关</a:t>
              </a:r>
            </a:p>
          </p:txBody>
        </p:sp>
        <p:grpSp>
          <p:nvGrpSpPr>
            <p:cNvPr id="12" name="Group 69">
              <a:extLst>
                <a:ext uri="{FF2B5EF4-FFF2-40B4-BE49-F238E27FC236}">
                  <a16:creationId xmlns:a16="http://schemas.microsoft.com/office/drawing/2014/main" id="{B07BB30E-717F-4746-916F-764E0757D30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00" y="1384"/>
              <a:ext cx="2044" cy="455"/>
              <a:chOff x="700" y="1397"/>
              <a:chExt cx="2044" cy="45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" name="Object 15">
                    <a:extLst>
                      <a:ext uri="{FF2B5EF4-FFF2-40B4-BE49-F238E27FC236}">
                        <a16:creationId xmlns:a16="http://schemas.microsoft.com/office/drawing/2014/main" id="{6164C643-FECE-4D3E-AFEF-31A1D99947C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700" y="1397"/>
                    <a:ext cx="684" cy="45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num>
                            <m:den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𝑞𝑣</m:t>
                              </m:r>
                              <m:func>
                                <m:funcPr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800" b="0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kumimoji="1"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𝛼</m:t>
                                  </m:r>
                                </m:e>
                              </m:func>
                            </m:den>
                          </m:f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3" name="Object 15">
                    <a:extLst>
                      <a:ext uri="{FF2B5EF4-FFF2-40B4-BE49-F238E27FC236}">
                        <a16:creationId xmlns:a16="http://schemas.microsoft.com/office/drawing/2014/main" id="{6164C643-FECE-4D3E-AFEF-31A1D99947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700" y="1397"/>
                    <a:ext cx="684" cy="45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3371" b="-924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Object 16">
                    <a:extLst>
                      <a:ext uri="{FF2B5EF4-FFF2-40B4-BE49-F238E27FC236}">
                        <a16:creationId xmlns:a16="http://schemas.microsoft.com/office/drawing/2014/main" id="{C96B9F74-9C0D-44C2-80B6-8D2FCCCBBD9C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845" y="1523"/>
                    <a:ext cx="899" cy="26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、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、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  <a:latin typeface="华文楷体" panose="02010600040101010101" pitchFamily="2" charset="-122"/>
                      <a:ea typeface="华文楷体" panose="02010600040101010101" pitchFamily="2" charset="-122"/>
                    </a:endParaRPr>
                  </a:p>
                </p:txBody>
              </p:sp>
            </mc:Choice>
            <mc:Fallback xmlns="">
              <p:sp>
                <p:nvSpPr>
                  <p:cNvPr id="14" name="Object 16">
                    <a:extLst>
                      <a:ext uri="{FF2B5EF4-FFF2-40B4-BE49-F238E27FC236}">
                        <a16:creationId xmlns:a16="http://schemas.microsoft.com/office/drawing/2014/main" id="{C96B9F74-9C0D-44C2-80B6-8D2FCCCBBD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45" y="1523"/>
                    <a:ext cx="899" cy="2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884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15" name="Text Box 47">
            <a:extLst>
              <a:ext uri="{FF2B5EF4-FFF2-40B4-BE49-F238E27FC236}">
                <a16:creationId xmlns:a16="http://schemas.microsoft.com/office/drawing/2014/main" id="{123F3339-E2FB-4DF4-B200-6DD6BBF2FA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60" y="2485872"/>
            <a:ext cx="3173319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只与空间位置有关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F320E934-5634-4164-A7BB-2E7D7D601760}"/>
                  </a:ext>
                </a:extLst>
              </p:cNvPr>
              <p:cNvSpPr txBox="1"/>
              <p:nvPr/>
            </p:nvSpPr>
            <p:spPr bwMode="auto">
              <a:xfrm>
                <a:off x="2269252" y="3513130"/>
                <a:ext cx="2366963" cy="1233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𝐹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𝑞𝑣</m:t>
                          </m:r>
                          <m:r>
                            <m:rPr>
                              <m:nor/>
                            </m:rPr>
                            <a:rPr lang="en-US" sz="2800" i="0">
                              <a:solidFill>
                                <a:srgbClr val="0066FF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sin</m:t>
                          </m:r>
                          <m:r>
                            <m:rPr>
                              <m:nor/>
                            </m:rPr>
                            <a:rPr lang="en-US" sz="2800">
                              <a:solidFill>
                                <a:srgbClr val="0066FF"/>
                              </a:solidFill>
                              <a:latin typeface="华文楷体" panose="02010600040101010101" pitchFamily="2" charset="-122"/>
                              <a:ea typeface="华文楷体" panose="02010600040101010101" pitchFamily="2" charset="-122"/>
                            </a:rPr>
                            <m:t>𝜶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0" name="Object 19">
                <a:extLst>
                  <a:ext uri="{FF2B5EF4-FFF2-40B4-BE49-F238E27FC236}">
                    <a16:creationId xmlns:a16="http://schemas.microsoft.com/office/drawing/2014/main" id="{F320E934-5634-4164-A7BB-2E7D7D6017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69252" y="3513130"/>
                <a:ext cx="2366963" cy="123348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矩形 24">
            <a:extLst>
              <a:ext uri="{FF2B5EF4-FFF2-40B4-BE49-F238E27FC236}">
                <a16:creationId xmlns:a16="http://schemas.microsoft.com/office/drawing/2014/main" id="{4AE05CDB-3787-4F6D-830C-C479B80531A6}"/>
              </a:ext>
            </a:extLst>
          </p:cNvPr>
          <p:cNvSpPr/>
          <p:nvPr/>
        </p:nvSpPr>
        <p:spPr>
          <a:xfrm>
            <a:off x="4559533" y="373242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磁感应强度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DF6C90D-E245-4327-943F-4222A9754F91}"/>
              </a:ext>
            </a:extLst>
          </p:cNvPr>
          <p:cNvSpPr/>
          <p:nvPr/>
        </p:nvSpPr>
        <p:spPr>
          <a:xfrm>
            <a:off x="8674898" y="1150005"/>
            <a:ext cx="198002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洛伦兹力：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7" name="Picture 2" descr="https://upload.wikimedia.org/wikipedia/commons/thumb/d/d2/Right_hand_rule_cross_product.svg/220px-Right_hand_rule_cross_product.svg.png">
            <a:extLst>
              <a:ext uri="{FF2B5EF4-FFF2-40B4-BE49-F238E27FC236}">
                <a16:creationId xmlns:a16="http://schemas.microsoft.com/office/drawing/2014/main" id="{868B88EE-7278-4C8A-81F6-1F2738024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8288" y="3732425"/>
            <a:ext cx="2095500" cy="1895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5507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15" grpId="0"/>
      <p:bldP spid="20" grpId="0"/>
      <p:bldP spid="2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5D3C5975-7451-499D-8565-A5196EE6451B}"/>
              </a:ext>
            </a:extLst>
          </p:cNvPr>
          <p:cNvSpPr/>
          <p:nvPr/>
        </p:nvSpPr>
        <p:spPr>
          <a:xfrm>
            <a:off x="844491" y="552726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磁感应线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内容占位符 7">
                <a:extLst>
                  <a:ext uri="{FF2B5EF4-FFF2-40B4-BE49-F238E27FC236}">
                    <a16:creationId xmlns:a16="http://schemas.microsoft.com/office/drawing/2014/main" id="{525A20EE-C330-482A-8890-7A05E29D3DAA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9031" y="3541723"/>
                <a:ext cx="6100209" cy="4351338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华文楷体" panose="02010600040101010101" pitchFamily="2" charset="-122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defTabSz="457200">
                  <a:lnSpc>
                    <a:spcPct val="100000"/>
                  </a:lnSpc>
                  <a:spcBef>
                    <a:spcPct val="0"/>
                  </a:spcBef>
                  <a:buFontTx/>
                  <a:buChar char="-"/>
                </a:pPr>
                <a:r>
                  <a:rPr kumimoji="1" lang="zh-CN" altLang="en-US" spc="300" dirty="0">
                    <a:solidFill>
                      <a:prstClr val="black"/>
                    </a:solidFill>
                    <a:latin typeface="华文楷体" panose="02010600040101010101" pitchFamily="2" charset="-122"/>
                  </a:rPr>
                  <a:t>磁感应线上任意一点的切向代表该点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 spc="3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1" lang="en-US" altLang="zh-CN" i="1" spc="3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pc="300" dirty="0">
                    <a:solidFill>
                      <a:prstClr val="black"/>
                    </a:solidFill>
                    <a:latin typeface="华文楷体" panose="02010600040101010101" pitchFamily="2" charset="-122"/>
                  </a:rPr>
                  <a:t>的方向</a:t>
                </a:r>
                <a:endParaRPr kumimoji="1" lang="en-US" altLang="zh-CN" spc="300" dirty="0">
                  <a:solidFill>
                    <a:prstClr val="black"/>
                  </a:solidFill>
                  <a:latin typeface="华文楷体" panose="02010600040101010101" pitchFamily="2" charset="-122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ct val="0"/>
                  </a:spcBef>
                  <a:buNone/>
                </a:pPr>
                <a:endParaRPr kumimoji="1" lang="en-US" altLang="zh-CN" spc="300" dirty="0">
                  <a:solidFill>
                    <a:prstClr val="black"/>
                  </a:solidFill>
                  <a:latin typeface="华文楷体" panose="02010600040101010101" pitchFamily="2" charset="-122"/>
                </a:endParaRPr>
              </a:p>
              <a:p>
                <a:pPr marL="0" indent="0" defTabSz="457200">
                  <a:lnSpc>
                    <a:spcPct val="100000"/>
                  </a:lnSpc>
                  <a:spcBef>
                    <a:spcPct val="0"/>
                  </a:spcBef>
                  <a:buNone/>
                </a:pPr>
                <a:r>
                  <a:rPr kumimoji="1" lang="en-US" altLang="zh-CN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- </a:t>
                </a:r>
                <a:r>
                  <a:rPr kumimoji="1" lang="zh-CN" altLang="en-US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某点垂直于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1" lang="en-US" altLang="zh-CN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矢量的单位面积的磁感应线数等于该点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accPr>
                      <m:e>
                        <m:r>
                          <a:rPr kumimoji="1" lang="en-US" altLang="zh-CN" i="1" spc="3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spc="300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矢量的大小</a:t>
                </a:r>
                <a:endParaRPr lang="zh-CN" altLang="en-US" spc="300" dirty="0">
                  <a:latin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28" name="内容占位符 7">
                <a:extLst>
                  <a:ext uri="{FF2B5EF4-FFF2-40B4-BE49-F238E27FC236}">
                    <a16:creationId xmlns:a16="http://schemas.microsoft.com/office/drawing/2014/main" id="{525A20EE-C330-482A-8890-7A05E29D3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31" y="3541723"/>
                <a:ext cx="6100209" cy="4351338"/>
              </a:xfrm>
              <a:prstGeom prst="rect">
                <a:avLst/>
              </a:prstGeom>
              <a:blipFill>
                <a:blip r:embed="rId2"/>
                <a:stretch>
                  <a:fillRect l="-1998" t="-15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内容占位符 9">
            <a:extLst>
              <a:ext uri="{FF2B5EF4-FFF2-40B4-BE49-F238E27FC236}">
                <a16:creationId xmlns:a16="http://schemas.microsoft.com/office/drawing/2014/main" id="{4B8771C0-D904-41BF-AFCD-CA7F9035D1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97" y="1336764"/>
            <a:ext cx="2968871" cy="1853296"/>
          </a:xfrm>
          <a:prstGeom prst="rect">
            <a:avLst/>
          </a:prstGeom>
        </p:spPr>
      </p:pic>
      <p:pic>
        <p:nvPicPr>
          <p:cNvPr id="6" name="内容占位符 8">
            <a:extLst>
              <a:ext uri="{FF2B5EF4-FFF2-40B4-BE49-F238E27FC236}">
                <a16:creationId xmlns:a16="http://schemas.microsoft.com/office/drawing/2014/main" id="{B33C841F-F194-BD7B-F14B-752D0764869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677" y="426713"/>
            <a:ext cx="2333487" cy="4318692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71A967B-A151-30A5-AAE7-D324E18CCACD}"/>
              </a:ext>
            </a:extLst>
          </p:cNvPr>
          <p:cNvSpPr/>
          <p:nvPr/>
        </p:nvSpPr>
        <p:spPr>
          <a:xfrm>
            <a:off x="7056658" y="4939837"/>
            <a:ext cx="2815194" cy="580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与电流套连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D177224-8FB0-142D-5339-2750C201E1F4}"/>
              </a:ext>
            </a:extLst>
          </p:cNvPr>
          <p:cNvSpPr/>
          <p:nvPr/>
        </p:nvSpPr>
        <p:spPr>
          <a:xfrm>
            <a:off x="7247186" y="5810863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互不相交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0" name="内容占位符 8">
            <a:extLst>
              <a:ext uri="{FF2B5EF4-FFF2-40B4-BE49-F238E27FC236}">
                <a16:creationId xmlns:a16="http://schemas.microsoft.com/office/drawing/2014/main" id="{1DEBF681-17C6-4E52-AD01-92A7E5387A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0953" y="1627528"/>
            <a:ext cx="2803921" cy="2199406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E567357D-3001-451D-97BE-DAB4554C2336}"/>
              </a:ext>
            </a:extLst>
          </p:cNvPr>
          <p:cNvSpPr/>
          <p:nvPr/>
        </p:nvSpPr>
        <p:spPr>
          <a:xfrm>
            <a:off x="9732125" y="4745405"/>
            <a:ext cx="2372750" cy="16142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方向与电流成右手螺旋关系</a:t>
            </a:r>
            <a:endParaRPr lang="zh-CN" altLang="en-US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361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16B594CE-BAEF-40D5-B4A7-12CE696BE8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3016" y="1981194"/>
            <a:ext cx="2272919" cy="3538902"/>
          </a:xfrm>
          <a:prstGeom prst="rect">
            <a:avLst/>
          </a:prstGeom>
        </p:spPr>
      </p:pic>
      <p:pic>
        <p:nvPicPr>
          <p:cNvPr id="5" name="Picture 2" descr="FG28_02">
            <a:extLst>
              <a:ext uri="{FF2B5EF4-FFF2-40B4-BE49-F238E27FC236}">
                <a16:creationId xmlns:a16="http://schemas.microsoft.com/office/drawing/2014/main" id="{FC6BFFA6-F7C8-429B-ADD7-492B656312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424" b="28676"/>
          <a:stretch/>
        </p:blipFill>
        <p:spPr bwMode="auto">
          <a:xfrm>
            <a:off x="7385934" y="2370234"/>
            <a:ext cx="2444941" cy="3102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19A3B35-D94C-4D4A-BE82-DAA0A4DF3BD6}"/>
              </a:ext>
            </a:extLst>
          </p:cNvPr>
          <p:cNvSpPr/>
          <p:nvPr/>
        </p:nvSpPr>
        <p:spPr>
          <a:xfrm>
            <a:off x="719933" y="265711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磁感应线</a:t>
            </a:r>
            <a:endParaRPr lang="en-US" altLang="zh-CN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CD48D90-DA2C-4610-901E-3507EE276280}"/>
              </a:ext>
            </a:extLst>
          </p:cNvPr>
          <p:cNvSpPr/>
          <p:nvPr/>
        </p:nvSpPr>
        <p:spPr>
          <a:xfrm>
            <a:off x="4942168" y="5961934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闭合曲线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E444436-15FA-43C2-A925-6AA1B2FD454F}"/>
              </a:ext>
            </a:extLst>
          </p:cNvPr>
          <p:cNvSpPr/>
          <p:nvPr/>
        </p:nvSpPr>
        <p:spPr>
          <a:xfrm>
            <a:off x="7569475" y="5057038"/>
            <a:ext cx="406713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载流螺线管相当于磁棒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6" name="Picture 4" descr="ne210">
            <a:extLst>
              <a:ext uri="{FF2B5EF4-FFF2-40B4-BE49-F238E27FC236}">
                <a16:creationId xmlns:a16="http://schemas.microsoft.com/office/drawing/2014/main" id="{5CA4DD7F-D5CD-4DA9-B2D7-AF17D08D6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045" y="1981194"/>
            <a:ext cx="2452229" cy="1721141"/>
          </a:xfrm>
          <a:prstGeom prst="rect">
            <a:avLst/>
          </a:prstGeom>
          <a:solidFill>
            <a:srgbClr val="FFFF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7CA6D2C-49E5-448C-A918-6E6F442A93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840" y="1774386"/>
            <a:ext cx="2138105" cy="4477628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279043B2-4C70-49B0-BC23-02A03A50CAA8}"/>
              </a:ext>
            </a:extLst>
          </p:cNvPr>
          <p:cNvSpPr/>
          <p:nvPr/>
        </p:nvSpPr>
        <p:spPr>
          <a:xfrm>
            <a:off x="1011458" y="833373"/>
            <a:ext cx="2815194" cy="580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与电流套连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C132483-3A3B-4B24-BEAF-5328EB89089B}"/>
              </a:ext>
            </a:extLst>
          </p:cNvPr>
          <p:cNvSpPr/>
          <p:nvPr/>
        </p:nvSpPr>
        <p:spPr>
          <a:xfrm>
            <a:off x="3826652" y="833373"/>
            <a:ext cx="2053767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互不相交</a:t>
            </a:r>
            <a:endParaRPr kumimoji="1" lang="en-US" altLang="zh-CN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6836622-3CC9-471E-8C42-D8D04BA47870}"/>
              </a:ext>
            </a:extLst>
          </p:cNvPr>
          <p:cNvSpPr/>
          <p:nvPr/>
        </p:nvSpPr>
        <p:spPr>
          <a:xfrm>
            <a:off x="6106035" y="833980"/>
            <a:ext cx="5234125" cy="58015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en-US" altLang="zh-CN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kumimoji="1" lang="zh-CN" altLang="en-US" sz="2800" spc="300" dirty="0">
                <a:latin typeface="华文楷体" panose="02010600040101010101" pitchFamily="2" charset="-122"/>
                <a:ea typeface="华文楷体" panose="02010600040101010101" pitchFamily="2" charset="-122"/>
              </a:rPr>
              <a:t>方向与电流成右手螺旋关系</a:t>
            </a:r>
            <a:endParaRPr lang="zh-CN" altLang="en-US" sz="2800" spc="3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8553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6764173" y="2292777"/>
                <a:ext cx="3158376" cy="65992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pc="300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𝑑</m:t>
                      </m:r>
                      <m:sSub>
                        <m:sSubPr>
                          <m:ctrlPr>
                            <a:rPr lang="en-US" altLang="zh-CN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𝛷</m:t>
                          </m:r>
                        </m:e>
                        <m:sub>
                          <m:r>
                            <a:rPr lang="en-US" altLang="zh-CN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sub>
                      </m:sSub>
                      <m:r>
                        <a:rPr lang="en-US" altLang="zh-CN" b="0" i="1" spc="30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b="0" i="1" spc="30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b="0" i="1" spc="30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altLang="zh-CN" spc="3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600"/>
                  </a:spcBef>
                  <a:buNone/>
                </a:pPr>
                <a:endParaRPr lang="zh-CN" altLang="en-US" spc="3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764173" y="2292777"/>
                <a:ext cx="3158376" cy="65992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内容占位符 10"/>
          <p:cNvPicPr>
            <a:picLocks noGrp="1" noChangeAspect="1"/>
          </p:cNvPicPr>
          <p:nvPr>
            <p:ph sz="half"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929" y="2314821"/>
            <a:ext cx="4489272" cy="3126320"/>
          </a:xfr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5FC0242-4E46-4741-A035-D4FDE9573184}"/>
              </a:ext>
            </a:extLst>
          </p:cNvPr>
          <p:cNvSpPr/>
          <p:nvPr/>
        </p:nvSpPr>
        <p:spPr>
          <a:xfrm>
            <a:off x="637519" y="501664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磁感通量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771A838-B437-4831-814D-4D43EA82D106}"/>
              </a:ext>
            </a:extLst>
          </p:cNvPr>
          <p:cNvSpPr/>
          <p:nvPr/>
        </p:nvSpPr>
        <p:spPr>
          <a:xfrm>
            <a:off x="1406037" y="1439020"/>
            <a:ext cx="495520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ts val="600"/>
              </a:spcBef>
            </a:pPr>
            <a:r>
              <a:rPr lang="zh-CN" altLang="en-US" sz="2800" spc="300" dirty="0">
                <a:solidFill>
                  <a:srgbClr val="05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穿过某一曲面的磁感线条数</a:t>
            </a:r>
            <a:endParaRPr lang="en-US" altLang="zh-CN" sz="2800" i="1" spc="300" dirty="0">
              <a:solidFill>
                <a:srgbClr val="0000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D8E6109-C9A4-4D7E-938D-17D81225A5DC}"/>
                  </a:ext>
                </a:extLst>
              </p:cNvPr>
              <p:cNvSpPr/>
              <p:nvPr/>
            </p:nvSpPr>
            <p:spPr>
              <a:xfrm>
                <a:off x="6765851" y="3378077"/>
                <a:ext cx="3156698" cy="10986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pc="300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800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𝛷</m:t>
                          </m:r>
                        </m:e>
                        <m:sub>
                          <m:r>
                            <a:rPr lang="en-US" altLang="zh-CN" sz="2800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sub>
                      </m:sSub>
                      <m:r>
                        <a:rPr lang="en-US" altLang="zh-CN" sz="2800" b="0" i="1" spc="30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chr m:val="∬"/>
                          <m:ctrlPr>
                            <a:rPr lang="en-US" altLang="zh-CN" sz="280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spc="30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pc="30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sz="2800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a:rPr lang="en-US" altLang="zh-CN" sz="2800" b="0" i="1" spc="30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spc="30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spc="30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3D8E6109-C9A4-4D7E-938D-17D81225A5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5851" y="3378077"/>
                <a:ext cx="3156698" cy="10986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3D16E2B5-142E-4A6A-BB8A-0ABA42388722}"/>
              </a:ext>
            </a:extLst>
          </p:cNvPr>
          <p:cNvSpPr/>
          <p:nvPr/>
        </p:nvSpPr>
        <p:spPr>
          <a:xfrm>
            <a:off x="5916264" y="4733937"/>
            <a:ext cx="5926062" cy="6083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spcBef>
                <a:spcPts val="600"/>
              </a:spcBef>
              <a:buClr>
                <a:srgbClr val="99CB38"/>
              </a:buClr>
            </a:pPr>
            <a:r>
              <a:rPr lang="zh-CN" altLang="en-US" sz="2800" dirty="0">
                <a:cs typeface="Times New Roman" panose="02020603050405020304" pitchFamily="18" charset="0"/>
              </a:rPr>
              <a:t>单位：韦</a:t>
            </a:r>
            <a:r>
              <a:rPr lang="en-US" altLang="zh-CN" sz="2800" dirty="0">
                <a:cs typeface="Times New Roman" panose="02020603050405020304" pitchFamily="18" charset="0"/>
              </a:rPr>
              <a:t>[</a:t>
            </a:r>
            <a:r>
              <a:rPr lang="zh-CN" altLang="en-US" sz="2800" dirty="0">
                <a:cs typeface="Times New Roman" panose="02020603050405020304" pitchFamily="18" charset="0"/>
              </a:rPr>
              <a:t>伯</a:t>
            </a:r>
            <a:r>
              <a:rPr lang="en-US" altLang="zh-CN" sz="2800" dirty="0">
                <a:cs typeface="Times New Roman" panose="02020603050405020304" pitchFamily="18" charset="0"/>
              </a:rPr>
              <a:t>]</a:t>
            </a:r>
            <a:r>
              <a:rPr lang="zh-CN" altLang="en-US" sz="2800" dirty="0">
                <a:latin typeface="+mj-lt"/>
                <a:cs typeface="Times New Roman" panose="02020603050405020304" pitchFamily="18" charset="0"/>
              </a:rPr>
              <a:t>𝐖𝐛   𝟏 𝐖𝐛 </a:t>
            </a:r>
            <a:r>
              <a:rPr lang="en-US" altLang="zh-CN" sz="2800" dirty="0">
                <a:latin typeface="+mj-lt"/>
                <a:cs typeface="Times New Roman" panose="02020603050405020304" pitchFamily="18" charset="0"/>
              </a:rPr>
              <a:t>= </a:t>
            </a:r>
            <a:r>
              <a:rPr lang="zh-CN" altLang="en-US" sz="2800" dirty="0">
                <a:latin typeface="+mj-lt"/>
                <a:cs typeface="Times New Roman" panose="02020603050405020304" pitchFamily="18" charset="0"/>
              </a:rPr>
              <a:t>𝟏𝐓∙𝐦</a:t>
            </a:r>
            <a:r>
              <a:rPr lang="zh-CN" altLang="en-US" sz="2800" baseline="30000" dirty="0">
                <a:latin typeface="+mj-lt"/>
                <a:cs typeface="Times New Roman" panose="02020603050405020304" pitchFamily="18" charset="0"/>
              </a:rPr>
              <a:t>𝟐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263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10" grpId="0"/>
      <p:bldP spid="12" grpId="0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661FF7B-0FAE-4397-982A-1A6401699EFE}"/>
                  </a:ext>
                </a:extLst>
              </p:cNvPr>
              <p:cNvSpPr/>
              <p:nvPr/>
            </p:nvSpPr>
            <p:spPr>
              <a:xfrm>
                <a:off x="2702406" y="2671747"/>
                <a:ext cx="3133510" cy="15295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𝑺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</m:acc>
                        </m:e>
                      </m:nary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US" altLang="zh-CN" sz="28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endParaRPr lang="en-US" altLang="zh-CN" sz="2800" b="1" dirty="0">
                  <a:solidFill>
                    <a:srgbClr val="0066FF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F661FF7B-0FAE-4397-982A-1A6401699EF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2406" y="2671747"/>
                <a:ext cx="3133510" cy="15295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0E989827-BCF2-485B-B6E7-FD27626E7A51}"/>
              </a:ext>
            </a:extLst>
          </p:cNvPr>
          <p:cNvSpPr/>
          <p:nvPr/>
        </p:nvSpPr>
        <p:spPr>
          <a:xfrm>
            <a:off x="1849518" y="4258893"/>
            <a:ext cx="59298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通过任意闭合曲面的磁通量必等于零</a:t>
            </a:r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FF47A3C-4B7B-4A04-B3D7-8C4218E7650C}"/>
              </a:ext>
            </a:extLst>
          </p:cNvPr>
          <p:cNvSpPr/>
          <p:nvPr/>
        </p:nvSpPr>
        <p:spPr>
          <a:xfrm>
            <a:off x="1510842" y="786144"/>
            <a:ext cx="34239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磁高斯定理</a:t>
            </a:r>
            <a:endParaRPr lang="en-US" altLang="zh-CN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C435DD3-C687-4B02-BCA5-7BBC65278E89}"/>
              </a:ext>
            </a:extLst>
          </p:cNvPr>
          <p:cNvSpPr/>
          <p:nvPr/>
        </p:nvSpPr>
        <p:spPr>
          <a:xfrm>
            <a:off x="1849518" y="1751295"/>
            <a:ext cx="3762568" cy="576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kumimoji="1" lang="zh-CN" altLang="en-US" sz="2800" spc="3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磁感应线是闭合曲线</a:t>
            </a:r>
            <a:endParaRPr kumimoji="1" lang="en-US" altLang="zh-CN" sz="2800" spc="3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Text Box 6">
            <a:extLst>
              <a:ext uri="{FF2B5EF4-FFF2-40B4-BE49-F238E27FC236}">
                <a16:creationId xmlns:a16="http://schemas.microsoft.com/office/drawing/2014/main" id="{4C56016D-C257-45E9-85EF-DAF2D9E0E5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02472" y="5162489"/>
            <a:ext cx="3384550" cy="11695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l">
              <a:spcBef>
                <a:spcPct val="50000"/>
              </a:spcBef>
              <a:buFontTx/>
              <a:buChar char="-"/>
            </a:pP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磁场是无源场 </a:t>
            </a:r>
            <a:endParaRPr lang="en-US" altLang="zh-CN" sz="2800" dirty="0">
              <a:solidFill>
                <a:srgbClr val="FF0000"/>
              </a:solidFill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457200" indent="-457200" algn="l">
              <a:spcBef>
                <a:spcPct val="50000"/>
              </a:spcBef>
              <a:buFontTx/>
              <a:buChar char="-"/>
            </a:pP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没有磁荷</a:t>
            </a:r>
            <a:r>
              <a:rPr lang="en-US" altLang="zh-CN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  <a:cs typeface="Times New Roman" panose="02020603050405020304" pitchFamily="18" charset="0"/>
              </a:rPr>
              <a:t>磁单极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44CE4C29-8AC7-1CAE-A88A-6FD370DB5827}"/>
              </a:ext>
            </a:extLst>
          </p:cNvPr>
          <p:cNvGrpSpPr/>
          <p:nvPr/>
        </p:nvGrpSpPr>
        <p:grpSpPr>
          <a:xfrm>
            <a:off x="7577280" y="1860536"/>
            <a:ext cx="2575560" cy="1568464"/>
            <a:chOff x="7267400" y="1351280"/>
            <a:chExt cx="2575560" cy="1568464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990B1452-E9B5-79B0-62A5-A8D6E386E839}"/>
                </a:ext>
              </a:extLst>
            </p:cNvPr>
            <p:cNvSpPr/>
            <p:nvPr/>
          </p:nvSpPr>
          <p:spPr>
            <a:xfrm>
              <a:off x="7267400" y="1456704"/>
              <a:ext cx="2575560" cy="1463040"/>
            </a:xfrm>
            <a:prstGeom prst="ellipse">
              <a:avLst/>
            </a:prstGeom>
            <a:noFill/>
            <a:ln w="57150">
              <a:solidFill>
                <a:srgbClr val="00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AA7B45F1-E5DA-8787-98ED-389D001C615E}"/>
                </a:ext>
              </a:extLst>
            </p:cNvPr>
            <p:cNvCxnSpPr>
              <a:cxnSpLocks/>
              <a:endCxn id="16" idx="0"/>
            </p:cNvCxnSpPr>
            <p:nvPr/>
          </p:nvCxnSpPr>
          <p:spPr>
            <a:xfrm>
              <a:off x="8361680" y="1351280"/>
              <a:ext cx="193500" cy="105424"/>
            </a:xfrm>
            <a:prstGeom prst="line">
              <a:avLst/>
            </a:prstGeom>
            <a:ln w="57150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D6B8057-CABA-90C6-0B6E-B04DB7202C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66760" y="1456704"/>
              <a:ext cx="188420" cy="133336"/>
            </a:xfrm>
            <a:prstGeom prst="line">
              <a:avLst/>
            </a:prstGeom>
            <a:ln w="57150">
              <a:solidFill>
                <a:srgbClr val="0066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文本框 29">
            <a:extLst>
              <a:ext uri="{FF2B5EF4-FFF2-40B4-BE49-F238E27FC236}">
                <a16:creationId xmlns:a16="http://schemas.microsoft.com/office/drawing/2014/main" id="{7E24D95B-579A-F65B-17D4-D9F3C0D20888}"/>
              </a:ext>
            </a:extLst>
          </p:cNvPr>
          <p:cNvSpPr txBox="1"/>
          <p:nvPr/>
        </p:nvSpPr>
        <p:spPr>
          <a:xfrm>
            <a:off x="7875045" y="742536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任一磁力线</a:t>
            </a: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5E5613B0-8567-6D22-D614-14B1FC5F29DA}"/>
              </a:ext>
            </a:extLst>
          </p:cNvPr>
          <p:cNvSpPr/>
          <p:nvPr/>
        </p:nvSpPr>
        <p:spPr>
          <a:xfrm>
            <a:off x="9260840" y="2480469"/>
            <a:ext cx="2433320" cy="2235200"/>
          </a:xfrm>
          <a:prstGeom prst="ellipse">
            <a:avLst/>
          </a:prstGeom>
          <a:solidFill>
            <a:schemeClr val="bg1">
              <a:lumMod val="75000"/>
              <a:alpha val="53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665CA82E-D876-5E56-BDE8-6248D95A3CC6}"/>
              </a:ext>
            </a:extLst>
          </p:cNvPr>
          <p:cNvSpPr/>
          <p:nvPr/>
        </p:nvSpPr>
        <p:spPr>
          <a:xfrm>
            <a:off x="7183665" y="1370919"/>
            <a:ext cx="3524273" cy="2802176"/>
          </a:xfrm>
          <a:prstGeom prst="ellipse">
            <a:avLst/>
          </a:prstGeom>
          <a:solidFill>
            <a:schemeClr val="bg1">
              <a:lumMod val="75000"/>
              <a:alpha val="53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8B9A12F-3872-99E7-909A-14562EC59F2D}"/>
              </a:ext>
            </a:extLst>
          </p:cNvPr>
          <p:cNvSpPr/>
          <p:nvPr/>
        </p:nvSpPr>
        <p:spPr>
          <a:xfrm>
            <a:off x="7791600" y="3598069"/>
            <a:ext cx="1335495" cy="1235851"/>
          </a:xfrm>
          <a:prstGeom prst="ellipse">
            <a:avLst/>
          </a:prstGeom>
          <a:solidFill>
            <a:schemeClr val="bg1">
              <a:lumMod val="75000"/>
              <a:alpha val="53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8596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8" grpId="0"/>
      <p:bldP spid="30" grpId="0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8">
            <a:extLst>
              <a:ext uri="{FF2B5EF4-FFF2-40B4-BE49-F238E27FC236}">
                <a16:creationId xmlns:a16="http://schemas.microsoft.com/office/drawing/2014/main" id="{330CC35E-B1E5-4AC8-B186-E1D7FF74CC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472" y="273856"/>
            <a:ext cx="196997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just" eaLnBrk="1" hangingPunct="1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磁单极</a:t>
            </a:r>
          </a:p>
        </p:txBody>
      </p:sp>
      <p:sp>
        <p:nvSpPr>
          <p:cNvPr id="74761" name="Text Box 9">
            <a:extLst>
              <a:ext uri="{FF2B5EF4-FFF2-40B4-BE49-F238E27FC236}">
                <a16:creationId xmlns:a16="http://schemas.microsoft.com/office/drawing/2014/main" id="{AD3B5763-A10A-4157-9020-B3260E5B5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562" y="1112791"/>
            <a:ext cx="64087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lang="en-US" altLang="zh-CN" sz="2800" dirty="0">
                <a:ea typeface="华文楷体" panose="02010600040101010101" pitchFamily="2" charset="-122"/>
              </a:rPr>
              <a:t>1931</a:t>
            </a:r>
            <a:r>
              <a:rPr lang="zh-CN" altLang="en-US" sz="2800" dirty="0">
                <a:ea typeface="华文楷体" panose="02010600040101010101" pitchFamily="2" charset="-122"/>
              </a:rPr>
              <a:t>年： 狄拉克预言了磁单极子的存在。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05AD06F3-5F60-43D4-B840-49ABD142AF37}"/>
                  </a:ext>
                </a:extLst>
              </p:cNvPr>
              <p:cNvSpPr txBox="1"/>
              <p:nvPr/>
            </p:nvSpPr>
            <p:spPr bwMode="auto">
              <a:xfrm>
                <a:off x="1940501" y="1699144"/>
                <a:ext cx="8795232" cy="608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𝑛h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2,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⋯)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是普朗克常量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" name="Object 1">
                <a:extLst>
                  <a:ext uri="{FF2B5EF4-FFF2-40B4-BE49-F238E27FC236}">
                    <a16:creationId xmlns:a16="http://schemas.microsoft.com/office/drawing/2014/main" id="{05AD06F3-5F60-43D4-B840-49ABD142AF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40501" y="1699144"/>
                <a:ext cx="8795232" cy="60801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7">
            <a:extLst>
              <a:ext uri="{FF2B5EF4-FFF2-40B4-BE49-F238E27FC236}">
                <a16:creationId xmlns:a16="http://schemas.microsoft.com/office/drawing/2014/main" id="{0966ECB7-DD4B-4447-A2E1-6DDF7977F7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8816" y="2534862"/>
            <a:ext cx="71961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</a:rPr>
              <a:t>只要存在磁单极子就能证明电荷的量子化</a:t>
            </a:r>
            <a:endParaRPr lang="zh-CN" altLang="en-US" sz="2800" dirty="0">
              <a:solidFill>
                <a:srgbClr val="0000FF"/>
              </a:solidFill>
              <a:ea typeface="华文楷体" panose="02010600040101010101" pitchFamily="2" charset="-122"/>
            </a:endParaRPr>
          </a:p>
        </p:txBody>
      </p:sp>
      <p:sp>
        <p:nvSpPr>
          <p:cNvPr id="14" name="Text Box 9">
            <a:extLst>
              <a:ext uri="{FF2B5EF4-FFF2-40B4-BE49-F238E27FC236}">
                <a16:creationId xmlns:a16="http://schemas.microsoft.com/office/drawing/2014/main" id="{9FAF40C0-6118-4F02-A1AD-E32B5E025F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562" y="3253682"/>
            <a:ext cx="177641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</a:rPr>
              <a:t>1975</a:t>
            </a:r>
            <a:r>
              <a:rPr lang="zh-CN" altLang="en-US" b="0" dirty="0">
                <a:ea typeface="华文楷体" panose="02010600040101010101" pitchFamily="2" charset="-122"/>
              </a:rPr>
              <a:t>年：</a:t>
            </a:r>
          </a:p>
        </p:txBody>
      </p:sp>
      <p:sp>
        <p:nvSpPr>
          <p:cNvPr id="15" name="Text Box 10">
            <a:extLst>
              <a:ext uri="{FF2B5EF4-FFF2-40B4-BE49-F238E27FC236}">
                <a16:creationId xmlns:a16="http://schemas.microsoft.com/office/drawing/2014/main" id="{1698D4B7-BA73-4091-87C2-A58A5CCFD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3537" y="3231457"/>
            <a:ext cx="239712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加州大学</a:t>
            </a:r>
          </a:p>
        </p:txBody>
      </p:sp>
      <p:sp>
        <p:nvSpPr>
          <p:cNvPr id="16" name="Text Box 11">
            <a:extLst>
              <a:ext uri="{FF2B5EF4-FFF2-40B4-BE49-F238E27FC236}">
                <a16:creationId xmlns:a16="http://schemas.microsoft.com/office/drawing/2014/main" id="{003CD326-F517-42C2-9153-5FC1425CE6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882" y="3246217"/>
            <a:ext cx="511333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装有探测宇宙射线仪器的气球</a:t>
            </a:r>
          </a:p>
        </p:txBody>
      </p:sp>
      <p:sp>
        <p:nvSpPr>
          <p:cNvPr id="17" name="Text Box 12">
            <a:extLst>
              <a:ext uri="{FF2B5EF4-FFF2-40B4-BE49-F238E27FC236}">
                <a16:creationId xmlns:a16="http://schemas.microsoft.com/office/drawing/2014/main" id="{8CBF1744-EBCB-4FD5-963D-0D22563A49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2599" y="3949101"/>
            <a:ext cx="354806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距地面 </a:t>
            </a:r>
            <a:r>
              <a:rPr lang="en-US" altLang="zh-CN" b="0" dirty="0">
                <a:ea typeface="华文楷体" panose="02010600040101010101" pitchFamily="2" charset="-122"/>
              </a:rPr>
              <a:t>40km </a:t>
            </a:r>
            <a:r>
              <a:rPr lang="zh-CN" altLang="en-US" b="0" dirty="0">
                <a:ea typeface="华文楷体" panose="02010600040101010101" pitchFamily="2" charset="-122"/>
              </a:rPr>
              <a:t>的高空</a:t>
            </a:r>
          </a:p>
        </p:txBody>
      </p:sp>
      <p:sp>
        <p:nvSpPr>
          <p:cNvPr id="18" name="Text Box 13">
            <a:extLst>
              <a:ext uri="{FF2B5EF4-FFF2-40B4-BE49-F238E27FC236}">
                <a16:creationId xmlns:a16="http://schemas.microsoft.com/office/drawing/2014/main" id="{42189EF3-BE60-4EB4-BD4C-5AD7D1F6AA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5061" y="3949071"/>
            <a:ext cx="6696075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记录到一条电离性很强的粒子留下的径迹</a:t>
            </a:r>
          </a:p>
        </p:txBody>
      </p:sp>
      <p:sp>
        <p:nvSpPr>
          <p:cNvPr id="19" name="Text Box 14">
            <a:extLst>
              <a:ext uri="{FF2B5EF4-FFF2-40B4-BE49-F238E27FC236}">
                <a16:creationId xmlns:a16="http://schemas.microsoft.com/office/drawing/2014/main" id="{9528F2FD-0C45-4871-AC73-0A0550A038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7025" y="4832820"/>
            <a:ext cx="214471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斯坦福大学</a:t>
            </a:r>
          </a:p>
        </p:txBody>
      </p:sp>
      <p:sp>
        <p:nvSpPr>
          <p:cNvPr id="20" name="Text Box 15">
            <a:extLst>
              <a:ext uri="{FF2B5EF4-FFF2-40B4-BE49-F238E27FC236}">
                <a16:creationId xmlns:a16="http://schemas.microsoft.com/office/drawing/2014/main" id="{9E59CAD2-3EE0-45D0-BA53-0AB649A1CB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5061" y="4847580"/>
            <a:ext cx="3233737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超导磁单极探测器</a:t>
            </a:r>
          </a:p>
        </p:txBody>
      </p:sp>
      <p:sp>
        <p:nvSpPr>
          <p:cNvPr id="21" name="Text Box 16">
            <a:extLst>
              <a:ext uri="{FF2B5EF4-FFF2-40B4-BE49-F238E27FC236}">
                <a16:creationId xmlns:a16="http://schemas.microsoft.com/office/drawing/2014/main" id="{198ABB46-2E22-4E2A-B352-87C8BBFE9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9562" y="4801269"/>
            <a:ext cx="164092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0" dirty="0">
                <a:ea typeface="华文楷体" panose="02010600040101010101" pitchFamily="2" charset="-122"/>
              </a:rPr>
              <a:t>1982</a:t>
            </a:r>
            <a:r>
              <a:rPr lang="zh-CN" altLang="en-US" b="0" dirty="0">
                <a:ea typeface="华文楷体" panose="02010600040101010101" pitchFamily="2" charset="-122"/>
              </a:rPr>
              <a:t>年</a:t>
            </a:r>
          </a:p>
        </p:txBody>
      </p:sp>
      <p:sp>
        <p:nvSpPr>
          <p:cNvPr id="24" name="Text Box 17">
            <a:extLst>
              <a:ext uri="{FF2B5EF4-FFF2-40B4-BE49-F238E27FC236}">
                <a16:creationId xmlns:a16="http://schemas.microsoft.com/office/drawing/2014/main" id="{0CE163EE-71B4-469E-9D0D-B3506C1615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8119" y="5482508"/>
            <a:ext cx="432276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磁通量突然有很大变化</a:t>
            </a:r>
          </a:p>
        </p:txBody>
      </p:sp>
      <p:sp>
        <p:nvSpPr>
          <p:cNvPr id="25" name="Text Box 18">
            <a:extLst>
              <a:ext uri="{FF2B5EF4-FFF2-40B4-BE49-F238E27FC236}">
                <a16:creationId xmlns:a16="http://schemas.microsoft.com/office/drawing/2014/main" id="{64A60E02-FA79-4A42-9C5D-CA3493CEC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2881" y="5470617"/>
            <a:ext cx="487997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0" dirty="0">
                <a:ea typeface="华文楷体" panose="02010600040101010101" pitchFamily="2" charset="-122"/>
              </a:rPr>
              <a:t>与一个磁单极引起的变化相当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EEB886B8-B68E-4DAB-8D30-75E291170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023" y="6132196"/>
            <a:ext cx="8440429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solidFill>
                  <a:srgbClr val="0066FF"/>
                </a:solidFill>
                <a:ea typeface="华文楷体" panose="02010600040101010101" pitchFamily="2" charset="-122"/>
              </a:rPr>
              <a:t>迄今为止，没有充分的依据可以证明磁单极确实存在</a:t>
            </a:r>
          </a:p>
        </p:txBody>
      </p:sp>
    </p:spTree>
    <p:extLst>
      <p:ext uri="{BB962C8B-B14F-4D97-AF65-F5344CB8AC3E}">
        <p14:creationId xmlns:p14="http://schemas.microsoft.com/office/powerpoint/2010/main" val="1383851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61" grpId="0"/>
      <p:bldP spid="2" grpId="0"/>
      <p:bldP spid="22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4" grpId="0"/>
      <p:bldP spid="25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71A70DF-3964-4AC7-9C96-CD994F54BB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6751"/>
          <a:stretch/>
        </p:blipFill>
        <p:spPr>
          <a:xfrm>
            <a:off x="3951611" y="1564558"/>
            <a:ext cx="4398126" cy="2266665"/>
          </a:xfrm>
          <a:prstGeom prst="rect">
            <a:avLst/>
          </a:prstGeom>
        </p:spPr>
      </p:pic>
      <p:sp>
        <p:nvSpPr>
          <p:cNvPr id="4" name="Rectangle 14">
            <a:extLst>
              <a:ext uri="{FF2B5EF4-FFF2-40B4-BE49-F238E27FC236}">
                <a16:creationId xmlns:a16="http://schemas.microsoft.com/office/drawing/2014/main" id="{96682017-2613-4CF1-A29E-B09B42D8F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1188" y="4398869"/>
            <a:ext cx="7181443" cy="5787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dirty="0">
                <a:solidFill>
                  <a:srgbClr val="0066FF"/>
                </a:solidFill>
                <a:ea typeface="华文楷体" panose="02010600040101010101" pitchFamily="2" charset="-122"/>
              </a:rPr>
              <a:t>通电导线产生磁感应强度与电流的定量关系？</a:t>
            </a:r>
          </a:p>
        </p:txBody>
      </p:sp>
    </p:spTree>
    <p:extLst>
      <p:ext uri="{BB962C8B-B14F-4D97-AF65-F5344CB8AC3E}">
        <p14:creationId xmlns:p14="http://schemas.microsoft.com/office/powerpoint/2010/main" val="432658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5554A5C-C9DB-49BD-A3C2-173A1BD7EF7D}"/>
                  </a:ext>
                </a:extLst>
              </p:cNvPr>
              <p:cNvSpPr/>
              <p:nvPr/>
            </p:nvSpPr>
            <p:spPr>
              <a:xfrm>
                <a:off x="1780022" y="5891051"/>
                <a:ext cx="6891086" cy="7677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zh-CN" altLang="en-US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真空磁导率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𝝁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𝟎</m:t>
                        </m:r>
                      </m:sub>
                    </m:sSub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fPr>
                      <m:num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𝜺</m:t>
                            </m:r>
                          </m:e>
                          <m:sub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𝟎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𝒄</m:t>
                            </m:r>
                          </m:e>
                          <m:sup>
                            <m:r>
                              <a:rPr lang="en-US" altLang="zh-CN" sz="28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𝟐</m:t>
                            </m:r>
                          </m:sup>
                        </m:sSup>
                      </m:den>
                    </m:f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=</m:t>
                    </m:r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𝟒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</a:rPr>
                      <m:t>𝝅</m:t>
                    </m:r>
                    <m:r>
                      <a:rPr lang="en-US" altLang="zh-CN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𝟕</m:t>
                        </m:r>
                      </m:sup>
                    </m:sSup>
                    <m:r>
                      <a:rPr lang="en-US" altLang="zh-CN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𝐍</m:t>
                    </m:r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/</m:t>
                    </m:r>
                    <m:sSup>
                      <m:sSup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</m:t>
                        </m:r>
                      </m:e>
                      <m:sup>
                        <m:r>
                          <a:rPr lang="en-US" altLang="zh-CN" sz="28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45554A5C-C9DB-49BD-A3C2-173A1BD7EF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0022" y="5891051"/>
                <a:ext cx="6891086" cy="767711"/>
              </a:xfrm>
              <a:prstGeom prst="rect">
                <a:avLst/>
              </a:prstGeom>
              <a:blipFill>
                <a:blip r:embed="rId2"/>
                <a:stretch>
                  <a:fillRect l="-1858" b="-31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矩形 12">
            <a:extLst>
              <a:ext uri="{FF2B5EF4-FFF2-40B4-BE49-F238E27FC236}">
                <a16:creationId xmlns:a16="http://schemas.microsoft.com/office/drawing/2014/main" id="{93EB8FB8-5C31-4D49-AB88-C4F85B4BC1F0}"/>
              </a:ext>
            </a:extLst>
          </p:cNvPr>
          <p:cNvSpPr/>
          <p:nvPr/>
        </p:nvSpPr>
        <p:spPr>
          <a:xfrm>
            <a:off x="637519" y="501664"/>
            <a:ext cx="382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毕奥</a:t>
            </a: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萨伐尔定律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86F842-03E3-4779-BBAF-EA56DADA6431}"/>
              </a:ext>
            </a:extLst>
          </p:cNvPr>
          <p:cNvSpPr/>
          <p:nvPr/>
        </p:nvSpPr>
        <p:spPr>
          <a:xfrm>
            <a:off x="1780022" y="4868848"/>
            <a:ext cx="3027816" cy="12336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电流元的磁场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28F2F75-4BD7-4C32-A4B2-2E502C821924}"/>
                  </a:ext>
                </a:extLst>
              </p:cNvPr>
              <p:cNvSpPr/>
              <p:nvPr/>
            </p:nvSpPr>
            <p:spPr>
              <a:xfrm>
                <a:off x="4501131" y="4649144"/>
                <a:ext cx="2883033" cy="1022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  <m:r>
                        <a:rPr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𝟒</m:t>
                          </m:r>
                          <m:r>
                            <a:rPr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𝝅</m:t>
                          </m:r>
                        </m:den>
                      </m:f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𝑰𝒅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𝒍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28F2F75-4BD7-4C32-A4B2-2E502C8219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1131" y="4649144"/>
                <a:ext cx="2883033" cy="10222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图片 17">
            <a:extLst>
              <a:ext uri="{FF2B5EF4-FFF2-40B4-BE49-F238E27FC236}">
                <a16:creationId xmlns:a16="http://schemas.microsoft.com/office/drawing/2014/main" id="{535F3C23-725B-4C54-840E-ACD69D35BF5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415203" y="900522"/>
            <a:ext cx="3045072" cy="3873752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445B8FE-85E8-4965-8A23-9036C0BA95E9}"/>
              </a:ext>
            </a:extLst>
          </p:cNvPr>
          <p:cNvSpPr/>
          <p:nvPr/>
        </p:nvSpPr>
        <p:spPr>
          <a:xfrm>
            <a:off x="1050253" y="3475333"/>
            <a:ext cx="64475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拉普拉斯用数学方法 把毕奥</a:t>
            </a:r>
            <a:r>
              <a:rPr lang="en-US" altLang="zh-CN" sz="2800" dirty="0"/>
              <a:t>-</a:t>
            </a:r>
            <a:r>
              <a:rPr lang="zh-CN" altLang="en-US" sz="2800" dirty="0"/>
              <a:t>萨伐尔的结论转化为电流元的情况</a:t>
            </a:r>
            <a:endParaRPr lang="en-US" sz="2800" dirty="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65444F-1010-48A3-857F-07FD0115D24D}"/>
              </a:ext>
            </a:extLst>
          </p:cNvPr>
          <p:cNvSpPr/>
          <p:nvPr/>
        </p:nvSpPr>
        <p:spPr>
          <a:xfrm>
            <a:off x="1197385" y="1338462"/>
            <a:ext cx="686443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- </a:t>
            </a:r>
            <a:r>
              <a:rPr lang="zh-CN" altLang="en-US" sz="2800" dirty="0"/>
              <a:t>载流长直导线施加在磁针磁极上的力</a:t>
            </a:r>
            <a:r>
              <a:rPr lang="en-US" altLang="zh-CN" sz="2800" dirty="0"/>
              <a:t>: </a:t>
            </a:r>
            <a:r>
              <a:rPr lang="zh-CN" altLang="en-US" sz="2800" dirty="0"/>
              <a:t>电流，距离等相关量</a:t>
            </a:r>
            <a:endParaRPr lang="en-US" sz="280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157A61E-DBCF-4943-9730-AEC46BA2F387}"/>
              </a:ext>
            </a:extLst>
          </p:cNvPr>
          <p:cNvSpPr/>
          <p:nvPr/>
        </p:nvSpPr>
        <p:spPr>
          <a:xfrm>
            <a:off x="2302859" y="2596162"/>
            <a:ext cx="33325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震荡周期测作用力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35933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6" grpId="0"/>
      <p:bldP spid="2" grpId="0"/>
      <p:bldP spid="6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93EB8FB8-5C31-4D49-AB88-C4F85B4BC1F0}"/>
              </a:ext>
            </a:extLst>
          </p:cNvPr>
          <p:cNvSpPr/>
          <p:nvPr/>
        </p:nvSpPr>
        <p:spPr>
          <a:xfrm>
            <a:off x="637519" y="501664"/>
            <a:ext cx="382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毕奥</a:t>
            </a: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萨伐尔定律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986F842-03E3-4779-BBAF-EA56DADA6431}"/>
              </a:ext>
            </a:extLst>
          </p:cNvPr>
          <p:cNvSpPr/>
          <p:nvPr/>
        </p:nvSpPr>
        <p:spPr>
          <a:xfrm>
            <a:off x="1630544" y="1814355"/>
            <a:ext cx="6096000" cy="123367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zh-CN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电流元的磁场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307665E-1BFD-406B-9FEF-3773F5D445A4}"/>
                  </a:ext>
                </a:extLst>
              </p:cNvPr>
              <p:cNvSpPr/>
              <p:nvPr/>
            </p:nvSpPr>
            <p:spPr>
              <a:xfrm>
                <a:off x="2622899" y="3242374"/>
                <a:ext cx="2968697" cy="9103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𝑑𝐵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4</m:t>
                          </m:r>
                          <m:r>
                            <a:rPr lang="zh-CN" altLang="en-US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𝐼𝑑𝑙</m:t>
                          </m:r>
                          <m:func>
                            <m:func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uncPr>
                            <m:fNam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𝑠𝑖𝑛</m:t>
                              </m:r>
                            </m:fName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𝜃</m:t>
                              </m:r>
                            </m:e>
                          </m:func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307665E-1BFD-406B-9FEF-3773F5D445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2899" y="3242374"/>
                <a:ext cx="2968697" cy="91037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28F2F75-4BD7-4C32-A4B2-2E502C821924}"/>
                  </a:ext>
                </a:extLst>
              </p:cNvPr>
              <p:cNvSpPr/>
              <p:nvPr/>
            </p:nvSpPr>
            <p:spPr>
              <a:xfrm>
                <a:off x="4426574" y="1620007"/>
                <a:ext cx="2883033" cy="10222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  <m:r>
                        <a:rPr lang="en-US" altLang="zh-CN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𝝁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𝟎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𝟒</m:t>
                          </m:r>
                          <m:r>
                            <a:rPr lang="zh-CN" alt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𝝅</m:t>
                          </m:r>
                        </m:den>
                      </m:f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𝑰𝒅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𝒍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𝒓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𝟑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F28F2F75-4BD7-4C32-A4B2-2E502C8219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6574" y="1620007"/>
                <a:ext cx="2883033" cy="102220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AA513-65F8-4667-8D58-FBE61070A669}"/>
                  </a:ext>
                </a:extLst>
              </p:cNvPr>
              <p:cNvSpPr/>
              <p:nvPr/>
            </p:nvSpPr>
            <p:spPr>
              <a:xfrm>
                <a:off x="4254662" y="5237993"/>
                <a:ext cx="1841338" cy="122251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𝑩</m:t>
                          </m:r>
                        </m:e>
                      </m:acc>
                      <m:r>
                        <a:rPr lang="en-US" altLang="zh-CN" sz="2800" b="1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7B3AA513-65F8-4667-8D58-FBE61070A6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662" y="5237993"/>
                <a:ext cx="1841338" cy="1222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194B214F-76ED-42C4-A1E9-EFA1DEDF01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251917" y="672099"/>
            <a:ext cx="3045072" cy="3873752"/>
          </a:xfrm>
          <a:prstGeom prst="rect">
            <a:avLst/>
          </a:prstGeom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12B279AC-E75E-4A9B-BAB6-20C5449BA531}"/>
              </a:ext>
            </a:extLst>
          </p:cNvPr>
          <p:cNvSpPr/>
          <p:nvPr/>
        </p:nvSpPr>
        <p:spPr>
          <a:xfrm>
            <a:off x="800079" y="4789270"/>
            <a:ext cx="38285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叠加原理</a:t>
            </a:r>
            <a:r>
              <a:rPr lang="en-US" altLang="zh-CN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6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2">
            <a:extLst>
              <a:ext uri="{FF2B5EF4-FFF2-40B4-BE49-F238E27FC236}">
                <a16:creationId xmlns:a16="http://schemas.microsoft.com/office/drawing/2014/main" id="{2DBD0433-89A8-4E2C-BCB2-C21E16F6E9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6" y="333436"/>
            <a:ext cx="87852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无限长直导线所产生的磁场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4131" name="Object 3">
                <a:extLst>
                  <a:ext uri="{FF2B5EF4-FFF2-40B4-BE49-F238E27FC236}">
                    <a16:creationId xmlns:a16="http://schemas.microsoft.com/office/drawing/2014/main" id="{9D042285-8E3D-4DCD-9305-BA8EA79C73B8}"/>
                  </a:ext>
                </a:extLst>
              </p:cNvPr>
              <p:cNvSpPr txBox="1"/>
              <p:nvPr/>
            </p:nvSpPr>
            <p:spPr bwMode="auto">
              <a:xfrm>
                <a:off x="4630574" y="3681274"/>
                <a:ext cx="1800225" cy="792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4131" name="Object 3">
                <a:extLst>
                  <a:ext uri="{FF2B5EF4-FFF2-40B4-BE49-F238E27FC236}">
                    <a16:creationId xmlns:a16="http://schemas.microsoft.com/office/drawing/2014/main" id="{9D042285-8E3D-4DCD-9305-BA8EA79C73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30574" y="3681274"/>
                <a:ext cx="1800225" cy="792163"/>
              </a:xfrm>
              <a:prstGeom prst="rect">
                <a:avLst/>
              </a:prstGeom>
              <a:blipFill>
                <a:blip r:embed="rId3"/>
                <a:stretch>
                  <a:fillRect b="-923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132" name="Object 4">
                <a:extLst>
                  <a:ext uri="{FF2B5EF4-FFF2-40B4-BE49-F238E27FC236}">
                    <a16:creationId xmlns:a16="http://schemas.microsoft.com/office/drawing/2014/main" id="{043D787D-1C72-4E8A-B234-132474421576}"/>
                  </a:ext>
                </a:extLst>
              </p:cNvPr>
              <p:cNvSpPr txBox="1"/>
              <p:nvPr/>
            </p:nvSpPr>
            <p:spPr bwMode="auto">
              <a:xfrm>
                <a:off x="4932362" y="4947579"/>
                <a:ext cx="2389188" cy="595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ctg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304132" name="Object 4">
                <a:extLst>
                  <a:ext uri="{FF2B5EF4-FFF2-40B4-BE49-F238E27FC236}">
                    <a16:creationId xmlns:a16="http://schemas.microsoft.com/office/drawing/2014/main" id="{043D787D-1C72-4E8A-B234-132474421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2362" y="4947579"/>
                <a:ext cx="2389188" cy="5953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133" name="Object 5">
                <a:extLst>
                  <a:ext uri="{FF2B5EF4-FFF2-40B4-BE49-F238E27FC236}">
                    <a16:creationId xmlns:a16="http://schemas.microsoft.com/office/drawing/2014/main" id="{2814F7A7-54A6-4544-B6AB-583F948F6151}"/>
                  </a:ext>
                </a:extLst>
              </p:cNvPr>
              <p:cNvSpPr txBox="1"/>
              <p:nvPr/>
            </p:nvSpPr>
            <p:spPr bwMode="auto">
              <a:xfrm>
                <a:off x="7440614" y="4764623"/>
                <a:ext cx="2892425" cy="11906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4133" name="Object 5">
                <a:extLst>
                  <a:ext uri="{FF2B5EF4-FFF2-40B4-BE49-F238E27FC236}">
                    <a16:creationId xmlns:a16="http://schemas.microsoft.com/office/drawing/2014/main" id="{2814F7A7-54A6-4544-B6AB-583F948F61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40614" y="4764623"/>
                <a:ext cx="2892425" cy="11906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134" name="Object 6">
                <a:extLst>
                  <a:ext uri="{FF2B5EF4-FFF2-40B4-BE49-F238E27FC236}">
                    <a16:creationId xmlns:a16="http://schemas.microsoft.com/office/drawing/2014/main" id="{95300E2D-6EDB-4D2E-BBBC-3FA952162AA1}"/>
                  </a:ext>
                </a:extLst>
              </p:cNvPr>
              <p:cNvSpPr txBox="1"/>
              <p:nvPr/>
            </p:nvSpPr>
            <p:spPr bwMode="auto">
              <a:xfrm>
                <a:off x="6382544" y="5638800"/>
                <a:ext cx="1790700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304134" name="Object 6">
                <a:extLst>
                  <a:ext uri="{FF2B5EF4-FFF2-40B4-BE49-F238E27FC236}">
                    <a16:creationId xmlns:a16="http://schemas.microsoft.com/office/drawing/2014/main" id="{95300E2D-6EDB-4D2E-BBBC-3FA952162A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382544" y="5638800"/>
                <a:ext cx="1790700" cy="1219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4161" name="Object 33">
                <a:extLst>
                  <a:ext uri="{FF2B5EF4-FFF2-40B4-BE49-F238E27FC236}">
                    <a16:creationId xmlns:a16="http://schemas.microsoft.com/office/drawing/2014/main" id="{C4AD5D10-FA7A-4E9D-926D-2E4FA120C805}"/>
                  </a:ext>
                </a:extLst>
              </p:cNvPr>
              <p:cNvSpPr txBox="1"/>
              <p:nvPr/>
            </p:nvSpPr>
            <p:spPr bwMode="auto">
              <a:xfrm>
                <a:off x="5311777" y="2240230"/>
                <a:ext cx="3575050" cy="11430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𝐼𝑑𝑧</m:t>
                          </m:r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4161" name="Object 33">
                <a:extLst>
                  <a:ext uri="{FF2B5EF4-FFF2-40B4-BE49-F238E27FC236}">
                    <a16:creationId xmlns:a16="http://schemas.microsoft.com/office/drawing/2014/main" id="{C4AD5D10-FA7A-4E9D-926D-2E4FA120C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11777" y="2240230"/>
                <a:ext cx="3575050" cy="1143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016" name="Rectangle 34">
            <a:extLst>
              <a:ext uri="{FF2B5EF4-FFF2-40B4-BE49-F238E27FC236}">
                <a16:creationId xmlns:a16="http://schemas.microsoft.com/office/drawing/2014/main" id="{A3C95D60-B5BC-40A0-AC97-ED414C57A5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1082737"/>
            <a:ext cx="201612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华文楷体" panose="02010600040101010101" pitchFamily="2" charset="-122"/>
              </a:rPr>
              <a:t>载流直导线 </a:t>
            </a:r>
            <a:endParaRPr lang="zh-CN" altLang="en-US" dirty="0">
              <a:solidFill>
                <a:schemeClr val="tx2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4167" name="Object 39">
                <a:extLst>
                  <a:ext uri="{FF2B5EF4-FFF2-40B4-BE49-F238E27FC236}">
                    <a16:creationId xmlns:a16="http://schemas.microsoft.com/office/drawing/2014/main" id="{B270CA0D-229B-485C-B597-7266E3A68827}"/>
                  </a:ext>
                </a:extLst>
              </p:cNvPr>
              <p:cNvSpPr txBox="1"/>
              <p:nvPr/>
            </p:nvSpPr>
            <p:spPr bwMode="auto">
              <a:xfrm>
                <a:off x="6242417" y="3633519"/>
                <a:ext cx="3200400" cy="1079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den>
                          </m:f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𝐼𝑑𝑧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4167" name="Object 39">
                <a:extLst>
                  <a:ext uri="{FF2B5EF4-FFF2-40B4-BE49-F238E27FC236}">
                    <a16:creationId xmlns:a16="http://schemas.microsoft.com/office/drawing/2014/main" id="{B270CA0D-229B-485C-B597-7266E3A688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42417" y="3633519"/>
                <a:ext cx="3200400" cy="10795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4194" name="Group 66">
            <a:extLst>
              <a:ext uri="{FF2B5EF4-FFF2-40B4-BE49-F238E27FC236}">
                <a16:creationId xmlns:a16="http://schemas.microsoft.com/office/drawing/2014/main" id="{B58B30DA-895B-4ADD-B0A3-E12080136757}"/>
              </a:ext>
            </a:extLst>
          </p:cNvPr>
          <p:cNvGrpSpPr>
            <a:grpSpLocks/>
          </p:cNvGrpSpPr>
          <p:nvPr/>
        </p:nvGrpSpPr>
        <p:grpSpPr bwMode="auto">
          <a:xfrm>
            <a:off x="2649537" y="3479802"/>
            <a:ext cx="1295400" cy="1001712"/>
            <a:chOff x="1156" y="2069"/>
            <a:chExt cx="816" cy="631"/>
          </a:xfrm>
        </p:grpSpPr>
        <p:sp>
          <p:nvSpPr>
            <p:cNvPr id="43054" name="Line 53">
              <a:extLst>
                <a:ext uri="{FF2B5EF4-FFF2-40B4-BE49-F238E27FC236}">
                  <a16:creationId xmlns:a16="http://schemas.microsoft.com/office/drawing/2014/main" id="{A0917D6F-1FE4-4BE7-907D-947829CB60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2124"/>
              <a:ext cx="816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55" name="Object 56">
                  <a:extLst>
                    <a:ext uri="{FF2B5EF4-FFF2-40B4-BE49-F238E27FC236}">
                      <a16:creationId xmlns:a16="http://schemas.microsoft.com/office/drawing/2014/main" id="{26B08575-4327-402B-B929-4843EF3E243B}"/>
                    </a:ext>
                  </a:extLst>
                </p:cNvPr>
                <p:cNvSpPr txBox="1"/>
                <p:nvPr/>
              </p:nvSpPr>
              <p:spPr bwMode="auto">
                <a:xfrm>
                  <a:off x="1401" y="2069"/>
                  <a:ext cx="223" cy="2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55" name="Object 56">
                  <a:extLst>
                    <a:ext uri="{FF2B5EF4-FFF2-40B4-BE49-F238E27FC236}">
                      <a16:creationId xmlns:a16="http://schemas.microsoft.com/office/drawing/2014/main" id="{26B08575-4327-402B-B929-4843EF3E24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1" y="2069"/>
                  <a:ext cx="223" cy="295"/>
                </a:xfrm>
                <a:prstGeom prst="rect">
                  <a:avLst/>
                </a:prstGeom>
                <a:blipFill>
                  <a:blip r:embed="rId9"/>
                  <a:stretch>
                    <a:fillRect l="-5085" t="-18182" r="-2542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4204" name="Group 76">
            <a:extLst>
              <a:ext uri="{FF2B5EF4-FFF2-40B4-BE49-F238E27FC236}">
                <a16:creationId xmlns:a16="http://schemas.microsoft.com/office/drawing/2014/main" id="{9667BB16-E82A-48BE-A4F3-E10AD5BBDF80}"/>
              </a:ext>
            </a:extLst>
          </p:cNvPr>
          <p:cNvGrpSpPr>
            <a:grpSpLocks/>
          </p:cNvGrpSpPr>
          <p:nvPr/>
        </p:nvGrpSpPr>
        <p:grpSpPr bwMode="auto">
          <a:xfrm>
            <a:off x="2662237" y="1955802"/>
            <a:ext cx="1295400" cy="3319462"/>
            <a:chOff x="719" y="1117"/>
            <a:chExt cx="816" cy="2091"/>
          </a:xfrm>
        </p:grpSpPr>
        <p:sp>
          <p:nvSpPr>
            <p:cNvPr id="43048" name="Line 49">
              <a:extLst>
                <a:ext uri="{FF2B5EF4-FFF2-40B4-BE49-F238E27FC236}">
                  <a16:creationId xmlns:a16="http://schemas.microsoft.com/office/drawing/2014/main" id="{7C062C47-76EF-4586-8800-EC56399A1C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" y="1304"/>
              <a:ext cx="800" cy="13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3049" name="Line 50">
              <a:extLst>
                <a:ext uri="{FF2B5EF4-FFF2-40B4-BE49-F238E27FC236}">
                  <a16:creationId xmlns:a16="http://schemas.microsoft.com/office/drawing/2014/main" id="{A56516AF-6EE1-47E4-A9A1-6616794CD5E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3" y="2734"/>
              <a:ext cx="792" cy="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3050" name="Arc 51">
              <a:extLst>
                <a:ext uri="{FF2B5EF4-FFF2-40B4-BE49-F238E27FC236}">
                  <a16:creationId xmlns:a16="http://schemas.microsoft.com/office/drawing/2014/main" id="{9510F209-364F-4DCB-980C-AF6423755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993"/>
              <a:ext cx="143" cy="144"/>
            </a:xfrm>
            <a:custGeom>
              <a:avLst/>
              <a:gdLst>
                <a:gd name="T0" fmla="*/ 0 w 21448"/>
                <a:gd name="T1" fmla="*/ 0 h 21600"/>
                <a:gd name="T2" fmla="*/ 143 w 21448"/>
                <a:gd name="T3" fmla="*/ 120 h 21600"/>
                <a:gd name="T4" fmla="*/ 1 w 21448"/>
                <a:gd name="T5" fmla="*/ 14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48" h="21600" fill="none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0690" y="0"/>
                    <a:pt x="19691" y="7607"/>
                    <a:pt x="21447" y="18000"/>
                  </a:cubicBezTo>
                </a:path>
                <a:path w="21448" h="21600" stroke="0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0690" y="0"/>
                    <a:pt x="19691" y="7607"/>
                    <a:pt x="21447" y="18000"/>
                  </a:cubicBezTo>
                  <a:lnTo>
                    <a:pt x="15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3051" name="Arc 52">
              <a:extLst>
                <a:ext uri="{FF2B5EF4-FFF2-40B4-BE49-F238E27FC236}">
                  <a16:creationId xmlns:a16="http://schemas.microsoft.com/office/drawing/2014/main" id="{7B15C917-3D7C-4F92-B3A3-A5F5AD241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" y="1229"/>
              <a:ext cx="145" cy="288"/>
            </a:xfrm>
            <a:custGeom>
              <a:avLst/>
              <a:gdLst>
                <a:gd name="T0" fmla="*/ 0 w 21750"/>
                <a:gd name="T1" fmla="*/ 0 h 21600"/>
                <a:gd name="T2" fmla="*/ 145 w 21750"/>
                <a:gd name="T3" fmla="*/ 288 h 21600"/>
                <a:gd name="T4" fmla="*/ 1 w 2175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50" h="21600" fill="none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</a:path>
                <a:path w="21750" h="21600" stroke="0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  <a:lnTo>
                    <a:pt x="15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52" name="Object 54">
                  <a:extLst>
                    <a:ext uri="{FF2B5EF4-FFF2-40B4-BE49-F238E27FC236}">
                      <a16:creationId xmlns:a16="http://schemas.microsoft.com/office/drawing/2014/main" id="{9561356E-B456-4E2D-96C8-4E099D1C1D57}"/>
                    </a:ext>
                  </a:extLst>
                </p:cNvPr>
                <p:cNvSpPr txBox="1"/>
                <p:nvPr/>
              </p:nvSpPr>
              <p:spPr bwMode="auto">
                <a:xfrm>
                  <a:off x="795" y="2810"/>
                  <a:ext cx="282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52" name="Object 54">
                  <a:extLst>
                    <a:ext uri="{FF2B5EF4-FFF2-40B4-BE49-F238E27FC236}">
                      <a16:creationId xmlns:a16="http://schemas.microsoft.com/office/drawing/2014/main" id="{9561356E-B456-4E2D-96C8-4E099D1C1D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5" y="2810"/>
                  <a:ext cx="282" cy="251"/>
                </a:xfrm>
                <a:prstGeom prst="rect">
                  <a:avLst/>
                </a:prstGeom>
                <a:blipFill>
                  <a:blip r:embed="rId10"/>
                  <a:stretch>
                    <a:fillRect l="-4110" b="-1846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53" name="Object 55">
                  <a:extLst>
                    <a:ext uri="{FF2B5EF4-FFF2-40B4-BE49-F238E27FC236}">
                      <a16:creationId xmlns:a16="http://schemas.microsoft.com/office/drawing/2014/main" id="{8FF5932E-BCE7-4992-86F4-5C77AC41175A}"/>
                    </a:ext>
                  </a:extLst>
                </p:cNvPr>
                <p:cNvSpPr txBox="1"/>
                <p:nvPr/>
              </p:nvSpPr>
              <p:spPr bwMode="auto">
                <a:xfrm>
                  <a:off x="840" y="1117"/>
                  <a:ext cx="284" cy="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53" name="Object 55">
                  <a:extLst>
                    <a:ext uri="{FF2B5EF4-FFF2-40B4-BE49-F238E27FC236}">
                      <a16:creationId xmlns:a16="http://schemas.microsoft.com/office/drawing/2014/main" id="{8FF5932E-BCE7-4992-86F4-5C77AC4117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0" y="1117"/>
                  <a:ext cx="284" cy="279"/>
                </a:xfrm>
                <a:prstGeom prst="rect">
                  <a:avLst/>
                </a:prstGeom>
                <a:blipFill>
                  <a:blip r:embed="rId11"/>
                  <a:stretch>
                    <a:fillRect l="-2703" b="-69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4197" name="Group 69">
            <a:extLst>
              <a:ext uri="{FF2B5EF4-FFF2-40B4-BE49-F238E27FC236}">
                <a16:creationId xmlns:a16="http://schemas.microsoft.com/office/drawing/2014/main" id="{0D9233CF-D34E-47D8-84DC-F42DB8C92A20}"/>
              </a:ext>
            </a:extLst>
          </p:cNvPr>
          <p:cNvGrpSpPr>
            <a:grpSpLocks/>
          </p:cNvGrpSpPr>
          <p:nvPr/>
        </p:nvGrpSpPr>
        <p:grpSpPr bwMode="auto">
          <a:xfrm>
            <a:off x="2644774" y="3154364"/>
            <a:ext cx="509588" cy="584200"/>
            <a:chOff x="745" y="1872"/>
            <a:chExt cx="321" cy="368"/>
          </a:xfrm>
        </p:grpSpPr>
        <p:sp>
          <p:nvSpPr>
            <p:cNvPr id="43046" name="Arc 57">
              <a:extLst>
                <a:ext uri="{FF2B5EF4-FFF2-40B4-BE49-F238E27FC236}">
                  <a16:creationId xmlns:a16="http://schemas.microsoft.com/office/drawing/2014/main" id="{3FFAB853-28AE-45A7-AF58-8EE5E1DFB096}"/>
                </a:ext>
              </a:extLst>
            </p:cNvPr>
            <p:cNvSpPr>
              <a:spLocks/>
            </p:cNvSpPr>
            <p:nvPr/>
          </p:nvSpPr>
          <p:spPr bwMode="auto">
            <a:xfrm rot="487076">
              <a:off x="745" y="2027"/>
              <a:ext cx="181" cy="213"/>
            </a:xfrm>
            <a:custGeom>
              <a:avLst/>
              <a:gdLst>
                <a:gd name="T0" fmla="*/ 0 w 21750"/>
                <a:gd name="T1" fmla="*/ 0 h 21600"/>
                <a:gd name="T2" fmla="*/ 181 w 21750"/>
                <a:gd name="T3" fmla="*/ 213 h 21600"/>
                <a:gd name="T4" fmla="*/ 1 w 21750"/>
                <a:gd name="T5" fmla="*/ 21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50" h="21600" fill="none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</a:path>
                <a:path w="21750" h="21600" stroke="0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  <a:lnTo>
                    <a:pt x="15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47" name="Object 58">
                  <a:extLst>
                    <a:ext uri="{FF2B5EF4-FFF2-40B4-BE49-F238E27FC236}">
                      <a16:creationId xmlns:a16="http://schemas.microsoft.com/office/drawing/2014/main" id="{A925DC93-FCD6-4524-913B-9A46AF2A1861}"/>
                    </a:ext>
                  </a:extLst>
                </p:cNvPr>
                <p:cNvSpPr txBox="1"/>
                <p:nvPr/>
              </p:nvSpPr>
              <p:spPr bwMode="auto">
                <a:xfrm>
                  <a:off x="860" y="1872"/>
                  <a:ext cx="206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47" name="Object 58">
                  <a:extLst>
                    <a:ext uri="{FF2B5EF4-FFF2-40B4-BE49-F238E27FC236}">
                      <a16:creationId xmlns:a16="http://schemas.microsoft.com/office/drawing/2014/main" id="{A925DC93-FCD6-4524-913B-9A46AF2A1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0" y="1872"/>
                  <a:ext cx="206" cy="269"/>
                </a:xfrm>
                <a:prstGeom prst="rect">
                  <a:avLst/>
                </a:prstGeom>
                <a:blipFill>
                  <a:blip r:embed="rId12"/>
                  <a:stretch>
                    <a:fillRect l="-5660" r="-13208" b="-281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4201" name="Group 73">
            <a:extLst>
              <a:ext uri="{FF2B5EF4-FFF2-40B4-BE49-F238E27FC236}">
                <a16:creationId xmlns:a16="http://schemas.microsoft.com/office/drawing/2014/main" id="{7961AEAD-C4D5-4FD0-BFA6-5F1B581CE0CF}"/>
              </a:ext>
            </a:extLst>
          </p:cNvPr>
          <p:cNvGrpSpPr>
            <a:grpSpLocks/>
          </p:cNvGrpSpPr>
          <p:nvPr/>
        </p:nvGrpSpPr>
        <p:grpSpPr bwMode="auto">
          <a:xfrm>
            <a:off x="3941762" y="4043364"/>
            <a:ext cx="215900" cy="228600"/>
            <a:chOff x="1504" y="2652"/>
            <a:chExt cx="136" cy="144"/>
          </a:xfrm>
        </p:grpSpPr>
        <p:sp>
          <p:nvSpPr>
            <p:cNvPr id="43043" name="Oval 46">
              <a:extLst>
                <a:ext uri="{FF2B5EF4-FFF2-40B4-BE49-F238E27FC236}">
                  <a16:creationId xmlns:a16="http://schemas.microsoft.com/office/drawing/2014/main" id="{4AD024AF-715F-4667-8D61-2F46F5C2C8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656"/>
              <a:ext cx="136" cy="1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  <p:sp>
          <p:nvSpPr>
            <p:cNvPr id="43044" name="Line 47">
              <a:extLst>
                <a:ext uri="{FF2B5EF4-FFF2-40B4-BE49-F238E27FC236}">
                  <a16:creationId xmlns:a16="http://schemas.microsoft.com/office/drawing/2014/main" id="{C3961F0B-8D81-4742-8AF1-20C3870891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8" y="2652"/>
              <a:ext cx="4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3045" name="Line 48">
              <a:extLst>
                <a:ext uri="{FF2B5EF4-FFF2-40B4-BE49-F238E27FC236}">
                  <a16:creationId xmlns:a16="http://schemas.microsoft.com/office/drawing/2014/main" id="{4EFC2B87-F848-439D-A806-0D1446F31D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704"/>
              <a:ext cx="113" cy="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04189" name="Object 61">
                <a:extLst>
                  <a:ext uri="{FF2B5EF4-FFF2-40B4-BE49-F238E27FC236}">
                    <a16:creationId xmlns:a16="http://schemas.microsoft.com/office/drawing/2014/main" id="{1028AED3-AA9F-40A5-ACFD-3EEEB9F09979}"/>
                  </a:ext>
                </a:extLst>
              </p:cNvPr>
              <p:cNvSpPr txBox="1"/>
              <p:nvPr/>
            </p:nvSpPr>
            <p:spPr bwMode="auto">
              <a:xfrm>
                <a:off x="3976687" y="4337052"/>
                <a:ext cx="387350" cy="387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304189" name="Object 61">
                <a:extLst>
                  <a:ext uri="{FF2B5EF4-FFF2-40B4-BE49-F238E27FC236}">
                    <a16:creationId xmlns:a16="http://schemas.microsoft.com/office/drawing/2014/main" id="{1028AED3-AA9F-40A5-ACFD-3EEEB9F099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6687" y="4337052"/>
                <a:ext cx="387350" cy="387350"/>
              </a:xfrm>
              <a:prstGeom prst="rect">
                <a:avLst/>
              </a:prstGeom>
              <a:blipFill>
                <a:blip r:embed="rId13"/>
                <a:stretch>
                  <a:fillRect l="-3125" b="-14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027" name="Object 71">
                <a:extLst>
                  <a:ext uri="{FF2B5EF4-FFF2-40B4-BE49-F238E27FC236}">
                    <a16:creationId xmlns:a16="http://schemas.microsoft.com/office/drawing/2014/main" id="{818DFDE5-7B35-4371-A70D-B9ECC24FAD14}"/>
                  </a:ext>
                </a:extLst>
              </p:cNvPr>
              <p:cNvSpPr txBox="1"/>
              <p:nvPr/>
            </p:nvSpPr>
            <p:spPr bwMode="auto">
              <a:xfrm>
                <a:off x="5732464" y="942976"/>
                <a:ext cx="3154363" cy="10620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𝒓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3027" name="Object 71">
                <a:extLst>
                  <a:ext uri="{FF2B5EF4-FFF2-40B4-BE49-F238E27FC236}">
                    <a16:creationId xmlns:a16="http://schemas.microsoft.com/office/drawing/2014/main" id="{818DFDE5-7B35-4371-A70D-B9ECC24FAD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32464" y="942976"/>
                <a:ext cx="3154363" cy="106203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4203" name="Group 75">
            <a:extLst>
              <a:ext uri="{FF2B5EF4-FFF2-40B4-BE49-F238E27FC236}">
                <a16:creationId xmlns:a16="http://schemas.microsoft.com/office/drawing/2014/main" id="{37644E94-B473-4855-A62B-92E378B30E95}"/>
              </a:ext>
            </a:extLst>
          </p:cNvPr>
          <p:cNvGrpSpPr>
            <a:grpSpLocks/>
          </p:cNvGrpSpPr>
          <p:nvPr/>
        </p:nvGrpSpPr>
        <p:grpSpPr bwMode="auto">
          <a:xfrm>
            <a:off x="2182812" y="1524002"/>
            <a:ext cx="1820862" cy="4164012"/>
            <a:chOff x="417" y="845"/>
            <a:chExt cx="1147" cy="2623"/>
          </a:xfrm>
        </p:grpSpPr>
        <p:sp>
          <p:nvSpPr>
            <p:cNvPr id="43034" name="Line 8">
              <a:extLst>
                <a:ext uri="{FF2B5EF4-FFF2-40B4-BE49-F238E27FC236}">
                  <a16:creationId xmlns:a16="http://schemas.microsoft.com/office/drawing/2014/main" id="{CE56AD3E-15AD-456F-AF16-EEBD990CB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72"/>
              <a:ext cx="0" cy="24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304137" name="Rectangle 9">
              <a:extLst>
                <a:ext uri="{FF2B5EF4-FFF2-40B4-BE49-F238E27FC236}">
                  <a16:creationId xmlns:a16="http://schemas.microsoft.com/office/drawing/2014/main" id="{697CA646-77CC-4A9B-A988-78B6C7442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1312"/>
              <a:ext cx="72" cy="1912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dirty="0">
                <a:solidFill>
                  <a:srgbClr val="0066FF"/>
                </a:solidFill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36" name="Object 23">
                  <a:extLst>
                    <a:ext uri="{FF2B5EF4-FFF2-40B4-BE49-F238E27FC236}">
                      <a16:creationId xmlns:a16="http://schemas.microsoft.com/office/drawing/2014/main" id="{9636186D-F31B-408F-B764-75F77749FBC7}"/>
                    </a:ext>
                  </a:extLst>
                </p:cNvPr>
                <p:cNvSpPr txBox="1"/>
                <p:nvPr/>
              </p:nvSpPr>
              <p:spPr bwMode="auto">
                <a:xfrm>
                  <a:off x="420" y="3005"/>
                  <a:ext cx="313" cy="3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36" name="Object 23">
                  <a:extLst>
                    <a:ext uri="{FF2B5EF4-FFF2-40B4-BE49-F238E27FC236}">
                      <a16:creationId xmlns:a16="http://schemas.microsoft.com/office/drawing/2014/main" id="{9636186D-F31B-408F-B764-75F77749F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" y="3005"/>
                  <a:ext cx="313" cy="323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37" name="Object 24">
                  <a:extLst>
                    <a:ext uri="{FF2B5EF4-FFF2-40B4-BE49-F238E27FC236}">
                      <a16:creationId xmlns:a16="http://schemas.microsoft.com/office/drawing/2014/main" id="{4C053ED1-8DEE-4767-9297-5C0D509B3D6D}"/>
                    </a:ext>
                  </a:extLst>
                </p:cNvPr>
                <p:cNvSpPr txBox="1"/>
                <p:nvPr/>
              </p:nvSpPr>
              <p:spPr bwMode="auto">
                <a:xfrm>
                  <a:off x="417" y="1148"/>
                  <a:ext cx="315" cy="3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37" name="Object 24">
                  <a:extLst>
                    <a:ext uri="{FF2B5EF4-FFF2-40B4-BE49-F238E27FC236}">
                      <a16:creationId xmlns:a16="http://schemas.microsoft.com/office/drawing/2014/main" id="{4C053ED1-8DEE-4767-9297-5C0D509B3D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" y="1148"/>
                  <a:ext cx="315" cy="321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38" name="Object 31">
                  <a:extLst>
                    <a:ext uri="{FF2B5EF4-FFF2-40B4-BE49-F238E27FC236}">
                      <a16:creationId xmlns:a16="http://schemas.microsoft.com/office/drawing/2014/main" id="{EF3F4B83-06B0-4AE8-8876-FB1B9E842095}"/>
                    </a:ext>
                  </a:extLst>
                </p:cNvPr>
                <p:cNvSpPr txBox="1"/>
                <p:nvPr/>
              </p:nvSpPr>
              <p:spPr bwMode="auto">
                <a:xfrm>
                  <a:off x="480" y="845"/>
                  <a:ext cx="196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38" name="Object 31">
                  <a:extLst>
                    <a:ext uri="{FF2B5EF4-FFF2-40B4-BE49-F238E27FC236}">
                      <a16:creationId xmlns:a16="http://schemas.microsoft.com/office/drawing/2014/main" id="{EF3F4B83-06B0-4AE8-8876-FB1B9E8420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" y="845"/>
                  <a:ext cx="196" cy="240"/>
                </a:xfrm>
                <a:prstGeom prst="rect">
                  <a:avLst/>
                </a:prstGeom>
                <a:blipFill>
                  <a:blip r:embed="rId17"/>
                  <a:stretch>
                    <a:fillRect b="-79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39" name="Object 32">
                  <a:extLst>
                    <a:ext uri="{FF2B5EF4-FFF2-40B4-BE49-F238E27FC236}">
                      <a16:creationId xmlns:a16="http://schemas.microsoft.com/office/drawing/2014/main" id="{2CA1D5E5-23C7-409F-BE27-C8358AA64EAA}"/>
                    </a:ext>
                  </a:extLst>
                </p:cNvPr>
                <p:cNvSpPr txBox="1"/>
                <p:nvPr/>
              </p:nvSpPr>
              <p:spPr bwMode="auto">
                <a:xfrm>
                  <a:off x="465" y="2621"/>
                  <a:ext cx="23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39" name="Object 32">
                  <a:extLst>
                    <a:ext uri="{FF2B5EF4-FFF2-40B4-BE49-F238E27FC236}">
                      <a16:creationId xmlns:a16="http://schemas.microsoft.com/office/drawing/2014/main" id="{2CA1D5E5-23C7-409F-BE27-C8358AA64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" y="2621"/>
                  <a:ext cx="230" cy="248"/>
                </a:xfrm>
                <a:prstGeom prst="rect">
                  <a:avLst/>
                </a:prstGeom>
                <a:blipFill>
                  <a:blip r:embed="rId18"/>
                  <a:stretch>
                    <a:fillRect l="-5085" r="-11864" b="-1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040" name="Line 45">
              <a:extLst>
                <a:ext uri="{FF2B5EF4-FFF2-40B4-BE49-F238E27FC236}">
                  <a16:creationId xmlns:a16="http://schemas.microsoft.com/office/drawing/2014/main" id="{83C80387-E48B-4C40-BF08-D00C2D5B8C8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" y="271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41" name="Object 59">
                  <a:extLst>
                    <a:ext uri="{FF2B5EF4-FFF2-40B4-BE49-F238E27FC236}">
                      <a16:creationId xmlns:a16="http://schemas.microsoft.com/office/drawing/2014/main" id="{AE77A5E3-B914-431B-B7EA-18A96A6FAA63}"/>
                    </a:ext>
                  </a:extLst>
                </p:cNvPr>
                <p:cNvSpPr txBox="1"/>
                <p:nvPr/>
              </p:nvSpPr>
              <p:spPr bwMode="auto">
                <a:xfrm>
                  <a:off x="934" y="2501"/>
                  <a:ext cx="21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41" name="Object 59">
                  <a:extLst>
                    <a:ext uri="{FF2B5EF4-FFF2-40B4-BE49-F238E27FC236}">
                      <a16:creationId xmlns:a16="http://schemas.microsoft.com/office/drawing/2014/main" id="{AE77A5E3-B914-431B-B7EA-18A96A6FAA6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4" y="2501"/>
                  <a:ext cx="218" cy="240"/>
                </a:xfrm>
                <a:prstGeom prst="rect">
                  <a:avLst/>
                </a:prstGeom>
                <a:blipFill>
                  <a:blip r:embed="rId19"/>
                  <a:stretch>
                    <a:fillRect b="-79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042" name="Oval 74">
              <a:extLst>
                <a:ext uri="{FF2B5EF4-FFF2-40B4-BE49-F238E27FC236}">
                  <a16:creationId xmlns:a16="http://schemas.microsoft.com/office/drawing/2014/main" id="{53DB113C-3F46-4FC6-B0AB-66C887F6C2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688"/>
              <a:ext cx="45" cy="46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</p:grpSp>
      <p:grpSp>
        <p:nvGrpSpPr>
          <p:cNvPr id="304195" name="Group 67">
            <a:extLst>
              <a:ext uri="{FF2B5EF4-FFF2-40B4-BE49-F238E27FC236}">
                <a16:creationId xmlns:a16="http://schemas.microsoft.com/office/drawing/2014/main" id="{340B8609-8530-4295-9164-A3C6BF24E944}"/>
              </a:ext>
            </a:extLst>
          </p:cNvPr>
          <p:cNvGrpSpPr>
            <a:grpSpLocks/>
          </p:cNvGrpSpPr>
          <p:nvPr/>
        </p:nvGrpSpPr>
        <p:grpSpPr bwMode="auto">
          <a:xfrm>
            <a:off x="1806574" y="3300415"/>
            <a:ext cx="1174750" cy="1019175"/>
            <a:chOff x="182" y="1964"/>
            <a:chExt cx="740" cy="6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030" name="Object 60">
                  <a:extLst>
                    <a:ext uri="{FF2B5EF4-FFF2-40B4-BE49-F238E27FC236}">
                      <a16:creationId xmlns:a16="http://schemas.microsoft.com/office/drawing/2014/main" id="{DA3BAA6C-6D73-4D40-9AAF-B4C217B944E4}"/>
                    </a:ext>
                  </a:extLst>
                </p:cNvPr>
                <p:cNvSpPr txBox="1"/>
                <p:nvPr/>
              </p:nvSpPr>
              <p:spPr bwMode="auto">
                <a:xfrm>
                  <a:off x="728" y="2370"/>
                  <a:ext cx="194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3030" name="Object 60">
                  <a:extLst>
                    <a:ext uri="{FF2B5EF4-FFF2-40B4-BE49-F238E27FC236}">
                      <a16:creationId xmlns:a16="http://schemas.microsoft.com/office/drawing/2014/main" id="{DA3BAA6C-6D73-4D40-9AAF-B4C217B944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8" y="2370"/>
                  <a:ext cx="194" cy="236"/>
                </a:xfrm>
                <a:prstGeom prst="rect">
                  <a:avLst/>
                </a:prstGeom>
                <a:blipFill>
                  <a:blip r:embed="rId20"/>
                  <a:stretch>
                    <a:fillRect r="-2000" b="-967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3031" name="Group 64">
              <a:extLst>
                <a:ext uri="{FF2B5EF4-FFF2-40B4-BE49-F238E27FC236}">
                  <a16:creationId xmlns:a16="http://schemas.microsoft.com/office/drawing/2014/main" id="{C68C283B-5C08-45BF-8893-0D4EB49059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" y="1964"/>
              <a:ext cx="529" cy="273"/>
              <a:chOff x="191" y="1964"/>
              <a:chExt cx="529" cy="273"/>
            </a:xfrm>
          </p:grpSpPr>
          <p:sp>
            <p:nvSpPr>
              <p:cNvPr id="43032" name="Line 18">
                <a:extLst>
                  <a:ext uri="{FF2B5EF4-FFF2-40B4-BE49-F238E27FC236}">
                    <a16:creationId xmlns:a16="http://schemas.microsoft.com/office/drawing/2014/main" id="{1514202A-67DD-4D70-B568-EB0D3A872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98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stealth" w="med" len="lg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033" name="Object 22">
                    <a:extLst>
                      <a:ext uri="{FF2B5EF4-FFF2-40B4-BE49-F238E27FC236}">
                        <a16:creationId xmlns:a16="http://schemas.microsoft.com/office/drawing/2014/main" id="{69DA7EC2-89EB-4518-BC2C-1256F6FCD48B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91" y="1964"/>
                    <a:ext cx="481" cy="2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400" dirty="0"/>
                  </a:p>
                </p:txBody>
              </p:sp>
            </mc:Choice>
            <mc:Fallback xmlns="">
              <p:sp>
                <p:nvSpPr>
                  <p:cNvPr id="43033" name="Object 22">
                    <a:extLst>
                      <a:ext uri="{FF2B5EF4-FFF2-40B4-BE49-F238E27FC236}">
                        <a16:creationId xmlns:a16="http://schemas.microsoft.com/office/drawing/2014/main" id="{69DA7EC2-89EB-4518-BC2C-1256F6FCD48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1" y="1964"/>
                    <a:ext cx="481" cy="273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381" t="-19444" r="-38095" b="-2778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Object 2">
                <a:extLst>
                  <a:ext uri="{FF2B5EF4-FFF2-40B4-BE49-F238E27FC236}">
                    <a16:creationId xmlns:a16="http://schemas.microsoft.com/office/drawing/2014/main" id="{DEFE7596-5B9C-4272-87E4-84ACC00C60CB}"/>
                  </a:ext>
                </a:extLst>
              </p:cNvPr>
              <p:cNvSpPr txBox="1"/>
              <p:nvPr/>
            </p:nvSpPr>
            <p:spPr bwMode="auto">
              <a:xfrm>
                <a:off x="8666000" y="3567114"/>
                <a:ext cx="4357688" cy="16684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</m:t>
                                  </m:r>
                                  <m:sSup>
                                    <m:sSup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zh-CN" altLang="en-US" sz="2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den>
                          </m:f>
                        </m:e>
                      </m:nary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4" name="Object 2">
                <a:extLst>
                  <a:ext uri="{FF2B5EF4-FFF2-40B4-BE49-F238E27FC236}">
                    <a16:creationId xmlns:a16="http://schemas.microsoft.com/office/drawing/2014/main" id="{DEFE7596-5B9C-4272-87E4-84ACC00C6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666000" y="3567114"/>
                <a:ext cx="4357688" cy="166846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/>
      <p:bldP spid="304132" grpId="0"/>
      <p:bldP spid="304133" grpId="0"/>
      <p:bldP spid="304134" grpId="0"/>
      <p:bldP spid="304161" grpId="0"/>
      <p:bldP spid="304167" grpId="0"/>
      <p:bldP spid="304189" grpId="0"/>
      <p:bldP spid="43027" grpId="0"/>
      <p:bldP spid="4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5058" name="Object 2">
                <a:extLst>
                  <a:ext uri="{FF2B5EF4-FFF2-40B4-BE49-F238E27FC236}">
                    <a16:creationId xmlns:a16="http://schemas.microsoft.com/office/drawing/2014/main" id="{0428352F-896A-4206-A901-5894CAB39486}"/>
                  </a:ext>
                </a:extLst>
              </p:cNvPr>
              <p:cNvSpPr txBox="1"/>
              <p:nvPr/>
            </p:nvSpPr>
            <p:spPr bwMode="auto">
              <a:xfrm>
                <a:off x="4781549" y="875179"/>
                <a:ext cx="4357688" cy="16684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num>
                            <m:den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  <m:sup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m:rPr>
                                      <m:nor/>
                                    </m:rPr>
                                    <a:rPr lang="zh-CN" altLang="en-US" sz="28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</m:t>
                                  </m:r>
                                  <m:sSup>
                                    <m:sSupPr>
                                      <m:ctrlP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zh-CN" altLang="en-US" sz="2800" i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e>
                                    <m:sup>
                                      <m:r>
                                        <a:rPr lang="zh-CN" altLang="en-US" sz="28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den>
                              </m:f>
                            </m:den>
                          </m:f>
                        </m:e>
                      </m:nary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𝑎𝑑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5058" name="Object 2">
                <a:extLst>
                  <a:ext uri="{FF2B5EF4-FFF2-40B4-BE49-F238E27FC236}">
                    <a16:creationId xmlns:a16="http://schemas.microsoft.com/office/drawing/2014/main" id="{0428352F-896A-4206-A901-5894CAB39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81549" y="875179"/>
                <a:ext cx="4357688" cy="16684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179" name="Object 3">
                <a:extLst>
                  <a:ext uri="{FF2B5EF4-FFF2-40B4-BE49-F238E27FC236}">
                    <a16:creationId xmlns:a16="http://schemas.microsoft.com/office/drawing/2014/main" id="{FDC0CED4-62D9-4373-8282-4937A9215715}"/>
                  </a:ext>
                </a:extLst>
              </p:cNvPr>
              <p:cNvSpPr txBox="1"/>
              <p:nvPr/>
            </p:nvSpPr>
            <p:spPr bwMode="auto">
              <a:xfrm>
                <a:off x="5530741" y="2357437"/>
                <a:ext cx="3240087" cy="10715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r>
                            <m:rPr>
                              <m:nor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6179" name="Object 3">
                <a:extLst>
                  <a:ext uri="{FF2B5EF4-FFF2-40B4-BE49-F238E27FC236}">
                    <a16:creationId xmlns:a16="http://schemas.microsoft.com/office/drawing/2014/main" id="{FDC0CED4-62D9-4373-8282-4937A92157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30741" y="2357437"/>
                <a:ext cx="3240087" cy="10715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180" name="Object 4">
                <a:extLst>
                  <a:ext uri="{FF2B5EF4-FFF2-40B4-BE49-F238E27FC236}">
                    <a16:creationId xmlns:a16="http://schemas.microsoft.com/office/drawing/2014/main" id="{FFFD611E-D1F2-45C3-BD84-E663C27EA8DD}"/>
                  </a:ext>
                </a:extLst>
              </p:cNvPr>
              <p:cNvSpPr txBox="1"/>
              <p:nvPr/>
            </p:nvSpPr>
            <p:spPr bwMode="auto">
              <a:xfrm>
                <a:off x="5610226" y="3665539"/>
                <a:ext cx="3798887" cy="1058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cos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6180" name="Object 4">
                <a:extLst>
                  <a:ext uri="{FF2B5EF4-FFF2-40B4-BE49-F238E27FC236}">
                    <a16:creationId xmlns:a16="http://schemas.microsoft.com/office/drawing/2014/main" id="{FFFD611E-D1F2-45C3-BD84-E663C27EA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0226" y="3665539"/>
                <a:ext cx="3798887" cy="10588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6181" name="Object 5">
                <a:extLst>
                  <a:ext uri="{FF2B5EF4-FFF2-40B4-BE49-F238E27FC236}">
                    <a16:creationId xmlns:a16="http://schemas.microsoft.com/office/drawing/2014/main" id="{77CE0999-2134-444B-A09E-D780BCD5D775}"/>
                  </a:ext>
                </a:extLst>
              </p:cNvPr>
              <p:cNvSpPr txBox="1"/>
              <p:nvPr/>
            </p:nvSpPr>
            <p:spPr bwMode="auto">
              <a:xfrm>
                <a:off x="4994540" y="5594150"/>
                <a:ext cx="1296988" cy="11795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306181" name="Object 5">
                <a:extLst>
                  <a:ext uri="{FF2B5EF4-FFF2-40B4-BE49-F238E27FC236}">
                    <a16:creationId xmlns:a16="http://schemas.microsoft.com/office/drawing/2014/main" id="{77CE0999-2134-444B-A09E-D780BCD5D7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94540" y="5594150"/>
                <a:ext cx="1296988" cy="117951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6182" name="Text Box 6">
            <a:extLst>
              <a:ext uri="{FF2B5EF4-FFF2-40B4-BE49-F238E27FC236}">
                <a16:creationId xmlns:a16="http://schemas.microsoft.com/office/drawing/2014/main" id="{17D984F7-3458-4464-8AE1-514073BB6A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4061" y="4888505"/>
            <a:ext cx="19771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无限长导线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6183" name="Object 7">
                <a:extLst>
                  <a:ext uri="{FF2B5EF4-FFF2-40B4-BE49-F238E27FC236}">
                    <a16:creationId xmlns:a16="http://schemas.microsoft.com/office/drawing/2014/main" id="{12E4CFEE-8EBE-4D1E-8167-6B9BAFE42BE3}"/>
                  </a:ext>
                </a:extLst>
              </p:cNvPr>
              <p:cNvSpPr txBox="1"/>
              <p:nvPr/>
            </p:nvSpPr>
            <p:spPr bwMode="auto">
              <a:xfrm>
                <a:off x="7850188" y="5594150"/>
                <a:ext cx="2160588" cy="1081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306183" name="Object 7">
                <a:extLst>
                  <a:ext uri="{FF2B5EF4-FFF2-40B4-BE49-F238E27FC236}">
                    <a16:creationId xmlns:a16="http://schemas.microsoft.com/office/drawing/2014/main" id="{12E4CFEE-8EBE-4D1E-8167-6B9BAFE42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850188" y="5594150"/>
                <a:ext cx="2160588" cy="10810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3" name="Group 66">
            <a:extLst>
              <a:ext uri="{FF2B5EF4-FFF2-40B4-BE49-F238E27FC236}">
                <a16:creationId xmlns:a16="http://schemas.microsoft.com/office/drawing/2014/main" id="{46BAF5EE-15ED-439A-A168-3D611BD46BA1}"/>
              </a:ext>
            </a:extLst>
          </p:cNvPr>
          <p:cNvGrpSpPr>
            <a:grpSpLocks/>
          </p:cNvGrpSpPr>
          <p:nvPr/>
        </p:nvGrpSpPr>
        <p:grpSpPr bwMode="auto">
          <a:xfrm>
            <a:off x="2649537" y="3479802"/>
            <a:ext cx="1295400" cy="1001712"/>
            <a:chOff x="1156" y="2069"/>
            <a:chExt cx="816" cy="631"/>
          </a:xfrm>
        </p:grpSpPr>
        <p:sp>
          <p:nvSpPr>
            <p:cNvPr id="44" name="Line 53">
              <a:extLst>
                <a:ext uri="{FF2B5EF4-FFF2-40B4-BE49-F238E27FC236}">
                  <a16:creationId xmlns:a16="http://schemas.microsoft.com/office/drawing/2014/main" id="{5A869CAB-1F78-46AC-A76D-F9FFAD2B87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6" y="2124"/>
              <a:ext cx="816" cy="57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Object 56">
                  <a:extLst>
                    <a:ext uri="{FF2B5EF4-FFF2-40B4-BE49-F238E27FC236}">
                      <a16:creationId xmlns:a16="http://schemas.microsoft.com/office/drawing/2014/main" id="{341D2836-0113-4203-AB4F-5733FAE844B1}"/>
                    </a:ext>
                  </a:extLst>
                </p:cNvPr>
                <p:cNvSpPr txBox="1"/>
                <p:nvPr/>
              </p:nvSpPr>
              <p:spPr bwMode="auto">
                <a:xfrm>
                  <a:off x="1401" y="2069"/>
                  <a:ext cx="223" cy="29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5" name="Object 56">
                  <a:extLst>
                    <a:ext uri="{FF2B5EF4-FFF2-40B4-BE49-F238E27FC236}">
                      <a16:creationId xmlns:a16="http://schemas.microsoft.com/office/drawing/2014/main" id="{341D2836-0113-4203-AB4F-5733FAE844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1" y="2069"/>
                  <a:ext cx="223" cy="295"/>
                </a:xfrm>
                <a:prstGeom prst="rect">
                  <a:avLst/>
                </a:prstGeom>
                <a:blipFill>
                  <a:blip r:embed="rId8"/>
                  <a:stretch>
                    <a:fillRect l="-5085" t="-18182" r="-2542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76">
            <a:extLst>
              <a:ext uri="{FF2B5EF4-FFF2-40B4-BE49-F238E27FC236}">
                <a16:creationId xmlns:a16="http://schemas.microsoft.com/office/drawing/2014/main" id="{4D0EEFB8-0999-41D9-A9BE-69D5855EE98F}"/>
              </a:ext>
            </a:extLst>
          </p:cNvPr>
          <p:cNvGrpSpPr>
            <a:grpSpLocks/>
          </p:cNvGrpSpPr>
          <p:nvPr/>
        </p:nvGrpSpPr>
        <p:grpSpPr bwMode="auto">
          <a:xfrm>
            <a:off x="2662237" y="1955802"/>
            <a:ext cx="1295400" cy="3319462"/>
            <a:chOff x="719" y="1117"/>
            <a:chExt cx="816" cy="2091"/>
          </a:xfrm>
        </p:grpSpPr>
        <p:sp>
          <p:nvSpPr>
            <p:cNvPr id="47" name="Line 49">
              <a:extLst>
                <a:ext uri="{FF2B5EF4-FFF2-40B4-BE49-F238E27FC236}">
                  <a16:creationId xmlns:a16="http://schemas.microsoft.com/office/drawing/2014/main" id="{D0522B8F-16FE-483E-AC46-D49C6C6BD7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5" y="1304"/>
              <a:ext cx="800" cy="137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8" name="Line 50">
              <a:extLst>
                <a:ext uri="{FF2B5EF4-FFF2-40B4-BE49-F238E27FC236}">
                  <a16:creationId xmlns:a16="http://schemas.microsoft.com/office/drawing/2014/main" id="{256687BB-CCF3-4952-93D7-85129AB5DE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3" y="2734"/>
              <a:ext cx="792" cy="47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9" name="Arc 51">
              <a:extLst>
                <a:ext uri="{FF2B5EF4-FFF2-40B4-BE49-F238E27FC236}">
                  <a16:creationId xmlns:a16="http://schemas.microsoft.com/office/drawing/2014/main" id="{7DB4A48D-A644-44DA-977E-A62DB8478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8" y="2993"/>
              <a:ext cx="143" cy="144"/>
            </a:xfrm>
            <a:custGeom>
              <a:avLst/>
              <a:gdLst>
                <a:gd name="T0" fmla="*/ 0 w 21448"/>
                <a:gd name="T1" fmla="*/ 0 h 21600"/>
                <a:gd name="T2" fmla="*/ 143 w 21448"/>
                <a:gd name="T3" fmla="*/ 120 h 21600"/>
                <a:gd name="T4" fmla="*/ 1 w 21448"/>
                <a:gd name="T5" fmla="*/ 14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448" h="21600" fill="none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0690" y="0"/>
                    <a:pt x="19691" y="7607"/>
                    <a:pt x="21447" y="18000"/>
                  </a:cubicBezTo>
                </a:path>
                <a:path w="21448" h="21600" stroke="0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0690" y="0"/>
                    <a:pt x="19691" y="7607"/>
                    <a:pt x="21447" y="18000"/>
                  </a:cubicBezTo>
                  <a:lnTo>
                    <a:pt x="15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0" name="Arc 52">
              <a:extLst>
                <a:ext uri="{FF2B5EF4-FFF2-40B4-BE49-F238E27FC236}">
                  <a16:creationId xmlns:a16="http://schemas.microsoft.com/office/drawing/2014/main" id="{658433C1-B089-42BB-881B-E82AAFA10E73}"/>
                </a:ext>
              </a:extLst>
            </p:cNvPr>
            <p:cNvSpPr>
              <a:spLocks/>
            </p:cNvSpPr>
            <p:nvPr/>
          </p:nvSpPr>
          <p:spPr bwMode="auto">
            <a:xfrm>
              <a:off x="719" y="1229"/>
              <a:ext cx="145" cy="288"/>
            </a:xfrm>
            <a:custGeom>
              <a:avLst/>
              <a:gdLst>
                <a:gd name="T0" fmla="*/ 0 w 21750"/>
                <a:gd name="T1" fmla="*/ 0 h 21600"/>
                <a:gd name="T2" fmla="*/ 145 w 21750"/>
                <a:gd name="T3" fmla="*/ 288 h 21600"/>
                <a:gd name="T4" fmla="*/ 1 w 21750"/>
                <a:gd name="T5" fmla="*/ 288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50" h="21600" fill="none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</a:path>
                <a:path w="21750" h="21600" stroke="0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  <a:lnTo>
                    <a:pt x="15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270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Object 54">
                  <a:extLst>
                    <a:ext uri="{FF2B5EF4-FFF2-40B4-BE49-F238E27FC236}">
                      <a16:creationId xmlns:a16="http://schemas.microsoft.com/office/drawing/2014/main" id="{57B73504-95B9-4CED-BD03-826C0D2455C3}"/>
                    </a:ext>
                  </a:extLst>
                </p:cNvPr>
                <p:cNvSpPr txBox="1"/>
                <p:nvPr/>
              </p:nvSpPr>
              <p:spPr bwMode="auto">
                <a:xfrm>
                  <a:off x="795" y="2810"/>
                  <a:ext cx="282" cy="25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1" name="Object 54">
                  <a:extLst>
                    <a:ext uri="{FF2B5EF4-FFF2-40B4-BE49-F238E27FC236}">
                      <a16:creationId xmlns:a16="http://schemas.microsoft.com/office/drawing/2014/main" id="{57B73504-95B9-4CED-BD03-826C0D2455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5" y="2810"/>
                  <a:ext cx="282" cy="251"/>
                </a:xfrm>
                <a:prstGeom prst="rect">
                  <a:avLst/>
                </a:prstGeom>
                <a:blipFill>
                  <a:blip r:embed="rId9"/>
                  <a:stretch>
                    <a:fillRect l="-4110" b="-18462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Object 55">
                  <a:extLst>
                    <a:ext uri="{FF2B5EF4-FFF2-40B4-BE49-F238E27FC236}">
                      <a16:creationId xmlns:a16="http://schemas.microsoft.com/office/drawing/2014/main" id="{6B693174-6847-496B-8019-E583D24B7F72}"/>
                    </a:ext>
                  </a:extLst>
                </p:cNvPr>
                <p:cNvSpPr txBox="1"/>
                <p:nvPr/>
              </p:nvSpPr>
              <p:spPr bwMode="auto">
                <a:xfrm>
                  <a:off x="840" y="1117"/>
                  <a:ext cx="284" cy="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2" name="Object 55">
                  <a:extLst>
                    <a:ext uri="{FF2B5EF4-FFF2-40B4-BE49-F238E27FC236}">
                      <a16:creationId xmlns:a16="http://schemas.microsoft.com/office/drawing/2014/main" id="{6B693174-6847-496B-8019-E583D24B7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40" y="1117"/>
                  <a:ext cx="284" cy="279"/>
                </a:xfrm>
                <a:prstGeom prst="rect">
                  <a:avLst/>
                </a:prstGeom>
                <a:blipFill>
                  <a:blip r:embed="rId10"/>
                  <a:stretch>
                    <a:fillRect l="-2703" b="-6944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" name="Group 69">
            <a:extLst>
              <a:ext uri="{FF2B5EF4-FFF2-40B4-BE49-F238E27FC236}">
                <a16:creationId xmlns:a16="http://schemas.microsoft.com/office/drawing/2014/main" id="{E5582181-B719-4A40-AB18-7191AA6BE78B}"/>
              </a:ext>
            </a:extLst>
          </p:cNvPr>
          <p:cNvGrpSpPr>
            <a:grpSpLocks/>
          </p:cNvGrpSpPr>
          <p:nvPr/>
        </p:nvGrpSpPr>
        <p:grpSpPr bwMode="auto">
          <a:xfrm>
            <a:off x="2644774" y="3154364"/>
            <a:ext cx="509588" cy="584200"/>
            <a:chOff x="745" y="1872"/>
            <a:chExt cx="321" cy="368"/>
          </a:xfrm>
        </p:grpSpPr>
        <p:sp>
          <p:nvSpPr>
            <p:cNvPr id="54" name="Arc 57">
              <a:extLst>
                <a:ext uri="{FF2B5EF4-FFF2-40B4-BE49-F238E27FC236}">
                  <a16:creationId xmlns:a16="http://schemas.microsoft.com/office/drawing/2014/main" id="{B41E254B-DCEF-4076-81B2-2EDE3B0BFC1E}"/>
                </a:ext>
              </a:extLst>
            </p:cNvPr>
            <p:cNvSpPr>
              <a:spLocks/>
            </p:cNvSpPr>
            <p:nvPr/>
          </p:nvSpPr>
          <p:spPr bwMode="auto">
            <a:xfrm rot="487076">
              <a:off x="745" y="2027"/>
              <a:ext cx="181" cy="213"/>
            </a:xfrm>
            <a:custGeom>
              <a:avLst/>
              <a:gdLst>
                <a:gd name="T0" fmla="*/ 0 w 21750"/>
                <a:gd name="T1" fmla="*/ 0 h 21600"/>
                <a:gd name="T2" fmla="*/ 181 w 21750"/>
                <a:gd name="T3" fmla="*/ 213 h 21600"/>
                <a:gd name="T4" fmla="*/ 1 w 21750"/>
                <a:gd name="T5" fmla="*/ 213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50" h="21600" fill="none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</a:path>
                <a:path w="21750" h="21600" stroke="0" extrusionOk="0">
                  <a:moveTo>
                    <a:pt x="-1" y="0"/>
                  </a:moveTo>
                  <a:cubicBezTo>
                    <a:pt x="49" y="0"/>
                    <a:pt x="99" y="-1"/>
                    <a:pt x="150" y="0"/>
                  </a:cubicBezTo>
                  <a:cubicBezTo>
                    <a:pt x="12079" y="0"/>
                    <a:pt x="21750" y="9670"/>
                    <a:pt x="21750" y="21600"/>
                  </a:cubicBezTo>
                  <a:lnTo>
                    <a:pt x="15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Object 58">
                  <a:extLst>
                    <a:ext uri="{FF2B5EF4-FFF2-40B4-BE49-F238E27FC236}">
                      <a16:creationId xmlns:a16="http://schemas.microsoft.com/office/drawing/2014/main" id="{E0D9D54A-81ED-4BAC-B0A0-E0DA8489F8EB}"/>
                    </a:ext>
                  </a:extLst>
                </p:cNvPr>
                <p:cNvSpPr txBox="1"/>
                <p:nvPr/>
              </p:nvSpPr>
              <p:spPr bwMode="auto">
                <a:xfrm>
                  <a:off x="860" y="1872"/>
                  <a:ext cx="206" cy="26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55" name="Object 58">
                  <a:extLst>
                    <a:ext uri="{FF2B5EF4-FFF2-40B4-BE49-F238E27FC236}">
                      <a16:creationId xmlns:a16="http://schemas.microsoft.com/office/drawing/2014/main" id="{E0D9D54A-81ED-4BAC-B0A0-E0DA8489F8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60" y="1872"/>
                  <a:ext cx="206" cy="269"/>
                </a:xfrm>
                <a:prstGeom prst="rect">
                  <a:avLst/>
                </a:prstGeom>
                <a:blipFill>
                  <a:blip r:embed="rId11"/>
                  <a:stretch>
                    <a:fillRect l="-5660" r="-13208" b="-281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6" name="Group 73">
            <a:extLst>
              <a:ext uri="{FF2B5EF4-FFF2-40B4-BE49-F238E27FC236}">
                <a16:creationId xmlns:a16="http://schemas.microsoft.com/office/drawing/2014/main" id="{2D647693-CBE2-449E-9F2E-522C035E8253}"/>
              </a:ext>
            </a:extLst>
          </p:cNvPr>
          <p:cNvGrpSpPr>
            <a:grpSpLocks/>
          </p:cNvGrpSpPr>
          <p:nvPr/>
        </p:nvGrpSpPr>
        <p:grpSpPr bwMode="auto">
          <a:xfrm>
            <a:off x="3941762" y="4043364"/>
            <a:ext cx="215900" cy="228600"/>
            <a:chOff x="1504" y="2652"/>
            <a:chExt cx="136" cy="144"/>
          </a:xfrm>
        </p:grpSpPr>
        <p:sp>
          <p:nvSpPr>
            <p:cNvPr id="57" name="Oval 46">
              <a:extLst>
                <a:ext uri="{FF2B5EF4-FFF2-40B4-BE49-F238E27FC236}">
                  <a16:creationId xmlns:a16="http://schemas.microsoft.com/office/drawing/2014/main" id="{162AB21F-E40C-487A-B2BA-B4A0EE42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4" y="2656"/>
              <a:ext cx="136" cy="136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  <p:sp>
          <p:nvSpPr>
            <p:cNvPr id="58" name="Line 47">
              <a:extLst>
                <a:ext uri="{FF2B5EF4-FFF2-40B4-BE49-F238E27FC236}">
                  <a16:creationId xmlns:a16="http://schemas.microsoft.com/office/drawing/2014/main" id="{DDCBAA08-F416-45CF-AEAB-6574CF95E1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548" y="2652"/>
              <a:ext cx="48" cy="1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59" name="Line 48">
              <a:extLst>
                <a:ext uri="{FF2B5EF4-FFF2-40B4-BE49-F238E27FC236}">
                  <a16:creationId xmlns:a16="http://schemas.microsoft.com/office/drawing/2014/main" id="{F67BE48F-B444-4283-8023-544147A421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9" y="2704"/>
              <a:ext cx="113" cy="4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Object 61">
                <a:extLst>
                  <a:ext uri="{FF2B5EF4-FFF2-40B4-BE49-F238E27FC236}">
                    <a16:creationId xmlns:a16="http://schemas.microsoft.com/office/drawing/2014/main" id="{467F9AE1-5C5D-4F75-895A-C353F25EDD59}"/>
                  </a:ext>
                </a:extLst>
              </p:cNvPr>
              <p:cNvSpPr txBox="1"/>
              <p:nvPr/>
            </p:nvSpPr>
            <p:spPr bwMode="auto">
              <a:xfrm>
                <a:off x="3976687" y="4337052"/>
                <a:ext cx="387350" cy="387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60" name="Object 61">
                <a:extLst>
                  <a:ext uri="{FF2B5EF4-FFF2-40B4-BE49-F238E27FC236}">
                    <a16:creationId xmlns:a16="http://schemas.microsoft.com/office/drawing/2014/main" id="{467F9AE1-5C5D-4F75-895A-C353F25EDD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76687" y="4337052"/>
                <a:ext cx="387350" cy="387350"/>
              </a:xfrm>
              <a:prstGeom prst="rect">
                <a:avLst/>
              </a:prstGeom>
              <a:blipFill>
                <a:blip r:embed="rId12"/>
                <a:stretch>
                  <a:fillRect l="-3125" b="-1406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1" name="Group 75">
            <a:extLst>
              <a:ext uri="{FF2B5EF4-FFF2-40B4-BE49-F238E27FC236}">
                <a16:creationId xmlns:a16="http://schemas.microsoft.com/office/drawing/2014/main" id="{F941C3F8-D084-4B64-8855-8E5039FF2DAC}"/>
              </a:ext>
            </a:extLst>
          </p:cNvPr>
          <p:cNvGrpSpPr>
            <a:grpSpLocks/>
          </p:cNvGrpSpPr>
          <p:nvPr/>
        </p:nvGrpSpPr>
        <p:grpSpPr bwMode="auto">
          <a:xfrm>
            <a:off x="2182812" y="1524002"/>
            <a:ext cx="1820862" cy="4164012"/>
            <a:chOff x="417" y="845"/>
            <a:chExt cx="1147" cy="2623"/>
          </a:xfrm>
        </p:grpSpPr>
        <p:sp>
          <p:nvSpPr>
            <p:cNvPr id="62" name="Line 8">
              <a:extLst>
                <a:ext uri="{FF2B5EF4-FFF2-40B4-BE49-F238E27FC236}">
                  <a16:creationId xmlns:a16="http://schemas.microsoft.com/office/drawing/2014/main" id="{14E42AA6-6419-4C5E-9F61-738E74D2DF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972"/>
              <a:ext cx="0" cy="24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stealth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3" name="Rectangle 9">
              <a:extLst>
                <a:ext uri="{FF2B5EF4-FFF2-40B4-BE49-F238E27FC236}">
                  <a16:creationId xmlns:a16="http://schemas.microsoft.com/office/drawing/2014/main" id="{42B4ACF9-6B94-4BD0-BA05-C64E0FA2FD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4" y="1312"/>
              <a:ext cx="72" cy="1912"/>
            </a:xfrm>
            <a:prstGeom prst="rect">
              <a:avLst/>
            </a:prstGeom>
            <a:gradFill rotWithShape="1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CC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Object 23">
                  <a:extLst>
                    <a:ext uri="{FF2B5EF4-FFF2-40B4-BE49-F238E27FC236}">
                      <a16:creationId xmlns:a16="http://schemas.microsoft.com/office/drawing/2014/main" id="{E7B97B17-7624-4011-8A21-FEE41A321F38}"/>
                    </a:ext>
                  </a:extLst>
                </p:cNvPr>
                <p:cNvSpPr txBox="1"/>
                <p:nvPr/>
              </p:nvSpPr>
              <p:spPr bwMode="auto">
                <a:xfrm>
                  <a:off x="420" y="3005"/>
                  <a:ext cx="313" cy="32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4" name="Object 23">
                  <a:extLst>
                    <a:ext uri="{FF2B5EF4-FFF2-40B4-BE49-F238E27FC236}">
                      <a16:creationId xmlns:a16="http://schemas.microsoft.com/office/drawing/2014/main" id="{E7B97B17-7624-4011-8A21-FEE41A321F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0" y="3005"/>
                  <a:ext cx="313" cy="323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Object 24">
                  <a:extLst>
                    <a:ext uri="{FF2B5EF4-FFF2-40B4-BE49-F238E27FC236}">
                      <a16:creationId xmlns:a16="http://schemas.microsoft.com/office/drawing/2014/main" id="{C5C58BCA-E81B-4A82-B0D5-92736BB190AF}"/>
                    </a:ext>
                  </a:extLst>
                </p:cNvPr>
                <p:cNvSpPr txBox="1"/>
                <p:nvPr/>
              </p:nvSpPr>
              <p:spPr bwMode="auto">
                <a:xfrm>
                  <a:off x="417" y="1148"/>
                  <a:ext cx="315" cy="32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5" name="Object 24">
                  <a:extLst>
                    <a:ext uri="{FF2B5EF4-FFF2-40B4-BE49-F238E27FC236}">
                      <a16:creationId xmlns:a16="http://schemas.microsoft.com/office/drawing/2014/main" id="{C5C58BCA-E81B-4A82-B0D5-92736BB190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7" y="1148"/>
                  <a:ext cx="315" cy="321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Object 31">
                  <a:extLst>
                    <a:ext uri="{FF2B5EF4-FFF2-40B4-BE49-F238E27FC236}">
                      <a16:creationId xmlns:a16="http://schemas.microsoft.com/office/drawing/2014/main" id="{B8258781-8D58-4AAF-9DE8-10452D4721E0}"/>
                    </a:ext>
                  </a:extLst>
                </p:cNvPr>
                <p:cNvSpPr txBox="1"/>
                <p:nvPr/>
              </p:nvSpPr>
              <p:spPr bwMode="auto">
                <a:xfrm>
                  <a:off x="480" y="845"/>
                  <a:ext cx="196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6" name="Object 31">
                  <a:extLst>
                    <a:ext uri="{FF2B5EF4-FFF2-40B4-BE49-F238E27FC236}">
                      <a16:creationId xmlns:a16="http://schemas.microsoft.com/office/drawing/2014/main" id="{B8258781-8D58-4AAF-9DE8-10452D4721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80" y="845"/>
                  <a:ext cx="196" cy="240"/>
                </a:xfrm>
                <a:prstGeom prst="rect">
                  <a:avLst/>
                </a:prstGeom>
                <a:blipFill>
                  <a:blip r:embed="rId15"/>
                  <a:stretch>
                    <a:fillRect b="-79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Object 32">
                  <a:extLst>
                    <a:ext uri="{FF2B5EF4-FFF2-40B4-BE49-F238E27FC236}">
                      <a16:creationId xmlns:a16="http://schemas.microsoft.com/office/drawing/2014/main" id="{D4977D54-3BD8-4B8F-89E8-4CCB6200EBCF}"/>
                    </a:ext>
                  </a:extLst>
                </p:cNvPr>
                <p:cNvSpPr txBox="1"/>
                <p:nvPr/>
              </p:nvSpPr>
              <p:spPr bwMode="auto">
                <a:xfrm>
                  <a:off x="465" y="2621"/>
                  <a:ext cx="230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7" name="Object 32">
                  <a:extLst>
                    <a:ext uri="{FF2B5EF4-FFF2-40B4-BE49-F238E27FC236}">
                      <a16:creationId xmlns:a16="http://schemas.microsoft.com/office/drawing/2014/main" id="{D4977D54-3BD8-4B8F-89E8-4CCB6200EB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5" y="2621"/>
                  <a:ext cx="230" cy="248"/>
                </a:xfrm>
                <a:prstGeom prst="rect">
                  <a:avLst/>
                </a:prstGeom>
                <a:blipFill>
                  <a:blip r:embed="rId16"/>
                  <a:stretch>
                    <a:fillRect l="-5085" r="-11864" b="-1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8" name="Line 45">
              <a:extLst>
                <a:ext uri="{FF2B5EF4-FFF2-40B4-BE49-F238E27FC236}">
                  <a16:creationId xmlns:a16="http://schemas.microsoft.com/office/drawing/2014/main" id="{FDE51871-8E4A-4329-A77A-CB3B9A43DA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60" y="2716"/>
              <a:ext cx="76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Object 59">
                  <a:extLst>
                    <a:ext uri="{FF2B5EF4-FFF2-40B4-BE49-F238E27FC236}">
                      <a16:creationId xmlns:a16="http://schemas.microsoft.com/office/drawing/2014/main" id="{BFDEFFD2-4467-4682-8987-3C198A1B99E0}"/>
                    </a:ext>
                  </a:extLst>
                </p:cNvPr>
                <p:cNvSpPr txBox="1"/>
                <p:nvPr/>
              </p:nvSpPr>
              <p:spPr bwMode="auto">
                <a:xfrm>
                  <a:off x="934" y="2501"/>
                  <a:ext cx="218" cy="24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69" name="Object 59">
                  <a:extLst>
                    <a:ext uri="{FF2B5EF4-FFF2-40B4-BE49-F238E27FC236}">
                      <a16:creationId xmlns:a16="http://schemas.microsoft.com/office/drawing/2014/main" id="{BFDEFFD2-4467-4682-8987-3C198A1B99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4" y="2501"/>
                  <a:ext cx="218" cy="240"/>
                </a:xfrm>
                <a:prstGeom prst="rect">
                  <a:avLst/>
                </a:prstGeom>
                <a:blipFill>
                  <a:blip r:embed="rId17"/>
                  <a:stretch>
                    <a:fillRect b="-793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0" name="Oval 74">
              <a:extLst>
                <a:ext uri="{FF2B5EF4-FFF2-40B4-BE49-F238E27FC236}">
                  <a16:creationId xmlns:a16="http://schemas.microsoft.com/office/drawing/2014/main" id="{7550B488-249C-4E91-B85E-55598506C4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19" y="2688"/>
              <a:ext cx="45" cy="46"/>
            </a:xfrm>
            <a:prstGeom prst="ellipse">
              <a:avLst/>
            </a:prstGeom>
            <a:solidFill>
              <a:schemeClr val="tx1"/>
            </a:solidFill>
            <a:ln w="31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</p:grpSp>
      <p:grpSp>
        <p:nvGrpSpPr>
          <p:cNvPr id="71" name="Group 67">
            <a:extLst>
              <a:ext uri="{FF2B5EF4-FFF2-40B4-BE49-F238E27FC236}">
                <a16:creationId xmlns:a16="http://schemas.microsoft.com/office/drawing/2014/main" id="{0F249F03-B5C0-44B6-A850-0B36B613855D}"/>
              </a:ext>
            </a:extLst>
          </p:cNvPr>
          <p:cNvGrpSpPr>
            <a:grpSpLocks/>
          </p:cNvGrpSpPr>
          <p:nvPr/>
        </p:nvGrpSpPr>
        <p:grpSpPr bwMode="auto">
          <a:xfrm>
            <a:off x="1806574" y="3300415"/>
            <a:ext cx="1174750" cy="1019175"/>
            <a:chOff x="182" y="1964"/>
            <a:chExt cx="740" cy="6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Object 60">
                  <a:extLst>
                    <a:ext uri="{FF2B5EF4-FFF2-40B4-BE49-F238E27FC236}">
                      <a16:creationId xmlns:a16="http://schemas.microsoft.com/office/drawing/2014/main" id="{81F037EB-CF0D-4DDB-B9C0-D8B819F05B74}"/>
                    </a:ext>
                  </a:extLst>
                </p:cNvPr>
                <p:cNvSpPr txBox="1"/>
                <p:nvPr/>
              </p:nvSpPr>
              <p:spPr bwMode="auto">
                <a:xfrm>
                  <a:off x="728" y="2370"/>
                  <a:ext cx="194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72" name="Object 60">
                  <a:extLst>
                    <a:ext uri="{FF2B5EF4-FFF2-40B4-BE49-F238E27FC236}">
                      <a16:creationId xmlns:a16="http://schemas.microsoft.com/office/drawing/2014/main" id="{81F037EB-CF0D-4DDB-B9C0-D8B819F05B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8" y="2370"/>
                  <a:ext cx="194" cy="236"/>
                </a:xfrm>
                <a:prstGeom prst="rect">
                  <a:avLst/>
                </a:prstGeom>
                <a:blipFill>
                  <a:blip r:embed="rId18"/>
                  <a:stretch>
                    <a:fillRect r="-2000" b="-967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3" name="Group 64">
              <a:extLst>
                <a:ext uri="{FF2B5EF4-FFF2-40B4-BE49-F238E27FC236}">
                  <a16:creationId xmlns:a16="http://schemas.microsoft.com/office/drawing/2014/main" id="{CF94F2F4-3801-4EA5-B2AE-660409D35B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" y="1964"/>
              <a:ext cx="529" cy="273"/>
              <a:chOff x="191" y="1964"/>
              <a:chExt cx="529" cy="273"/>
            </a:xfrm>
          </p:grpSpPr>
          <p:sp>
            <p:nvSpPr>
              <p:cNvPr id="74" name="Line 18">
                <a:extLst>
                  <a:ext uri="{FF2B5EF4-FFF2-40B4-BE49-F238E27FC236}">
                    <a16:creationId xmlns:a16="http://schemas.microsoft.com/office/drawing/2014/main" id="{2601B963-67EC-4EC3-A87B-2C25B635C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980"/>
                <a:ext cx="0" cy="24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 type="stealth" w="med" len="lg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 sz="24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Object 22">
                    <a:extLst>
                      <a:ext uri="{FF2B5EF4-FFF2-40B4-BE49-F238E27FC236}">
                        <a16:creationId xmlns:a16="http://schemas.microsoft.com/office/drawing/2014/main" id="{71852F0D-F8E8-48B0-8CFB-18F000574AF6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91" y="1964"/>
                    <a:ext cx="481" cy="273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400"/>
                  </a:p>
                </p:txBody>
              </p:sp>
            </mc:Choice>
            <mc:Fallback xmlns="">
              <p:sp>
                <p:nvSpPr>
                  <p:cNvPr id="75" name="Object 22">
                    <a:extLst>
                      <a:ext uri="{FF2B5EF4-FFF2-40B4-BE49-F238E27FC236}">
                        <a16:creationId xmlns:a16="http://schemas.microsoft.com/office/drawing/2014/main" id="{71852F0D-F8E8-48B0-8CFB-18F000574A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91" y="1964"/>
                    <a:ext cx="481" cy="273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381" t="-19444" r="-38095" b="-2778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76" name="箭头: 右 75">
            <a:extLst>
              <a:ext uri="{FF2B5EF4-FFF2-40B4-BE49-F238E27FC236}">
                <a16:creationId xmlns:a16="http://schemas.microsoft.com/office/drawing/2014/main" id="{121A48F4-6FC9-4E80-96FC-B9E5F6228BD4}"/>
              </a:ext>
            </a:extLst>
          </p:cNvPr>
          <p:cNvSpPr/>
          <p:nvPr/>
        </p:nvSpPr>
        <p:spPr>
          <a:xfrm>
            <a:off x="6532827" y="5918791"/>
            <a:ext cx="855133" cy="343011"/>
          </a:xfrm>
          <a:prstGeom prst="rightArrow">
            <a:avLst/>
          </a:prstGeom>
          <a:solidFill>
            <a:srgbClr val="0066FF"/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 Box 2">
            <a:extLst>
              <a:ext uri="{FF2B5EF4-FFF2-40B4-BE49-F238E27FC236}">
                <a16:creationId xmlns:a16="http://schemas.microsoft.com/office/drawing/2014/main" id="{0DCAF644-0CED-4CA6-9241-3578DD5EB5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6" y="333436"/>
            <a:ext cx="87852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无限长直导线所产生的磁场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sp>
        <p:nvSpPr>
          <p:cNvPr id="78" name="Rectangle 34">
            <a:extLst>
              <a:ext uri="{FF2B5EF4-FFF2-40B4-BE49-F238E27FC236}">
                <a16:creationId xmlns:a16="http://schemas.microsoft.com/office/drawing/2014/main" id="{67985288-4289-481F-99F4-8CBA80EE7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75" y="1082737"/>
            <a:ext cx="2016125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华文楷体" panose="02010600040101010101" pitchFamily="2" charset="-122"/>
              </a:rPr>
              <a:t>载流直导线 </a:t>
            </a:r>
            <a:endParaRPr lang="zh-CN" altLang="en-US" dirty="0">
              <a:solidFill>
                <a:schemeClr val="tx2"/>
              </a:solidFill>
              <a:ea typeface="华文楷体" panose="020106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8" grpId="0"/>
      <p:bldP spid="306179" grpId="0"/>
      <p:bldP spid="306180" grpId="0"/>
      <p:bldP spid="306181" grpId="0"/>
      <p:bldP spid="306182" grpId="0"/>
      <p:bldP spid="306183" grpId="0"/>
      <p:bldP spid="7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74" name="Group 2"/>
          <p:cNvGrpSpPr/>
          <p:nvPr/>
        </p:nvGrpSpPr>
        <p:grpSpPr>
          <a:xfrm>
            <a:off x="817563" y="1610360"/>
            <a:ext cx="3276600" cy="4114800"/>
            <a:chOff x="336" y="1296"/>
            <a:chExt cx="2064" cy="2592"/>
          </a:xfrm>
        </p:grpSpPr>
        <p:grpSp>
          <p:nvGrpSpPr>
            <p:cNvPr id="28696" name="Group 3"/>
            <p:cNvGrpSpPr/>
            <p:nvPr/>
          </p:nvGrpSpPr>
          <p:grpSpPr>
            <a:xfrm>
              <a:off x="336" y="1296"/>
              <a:ext cx="1728" cy="2592"/>
              <a:chOff x="336" y="1296"/>
              <a:chExt cx="1728" cy="2592"/>
            </a:xfrm>
          </p:grpSpPr>
          <p:grpSp>
            <p:nvGrpSpPr>
              <p:cNvPr id="28701" name="Group 4"/>
              <p:cNvGrpSpPr/>
              <p:nvPr/>
            </p:nvGrpSpPr>
            <p:grpSpPr>
              <a:xfrm>
                <a:off x="336" y="1296"/>
                <a:ext cx="1728" cy="2592"/>
                <a:chOff x="336" y="1296"/>
                <a:chExt cx="1728" cy="2592"/>
              </a:xfrm>
            </p:grpSpPr>
            <p:grpSp>
              <p:nvGrpSpPr>
                <p:cNvPr id="28703" name="Group 5"/>
                <p:cNvGrpSpPr/>
                <p:nvPr/>
              </p:nvGrpSpPr>
              <p:grpSpPr>
                <a:xfrm>
                  <a:off x="336" y="1296"/>
                  <a:ext cx="1707" cy="2592"/>
                  <a:chOff x="336" y="1296"/>
                  <a:chExt cx="1707" cy="2592"/>
                </a:xfrm>
              </p:grpSpPr>
              <p:sp>
                <p:nvSpPr>
                  <p:cNvPr id="195591" name="AutoShape 7"/>
                  <p:cNvSpPr>
                    <a:spLocks noChangeArrowheads="1"/>
                  </p:cNvSpPr>
                  <p:nvPr/>
                </p:nvSpPr>
                <p:spPr bwMode="auto">
                  <a:xfrm flipH="1">
                    <a:off x="624" y="1584"/>
                    <a:ext cx="96" cy="1968"/>
                  </a:xfrm>
                  <a:prstGeom prst="can">
                    <a:avLst>
                      <a:gd name="adj" fmla="val 39671"/>
                    </a:avLst>
                  </a:prstGeom>
                  <a:gradFill rotWithShape="0">
                    <a:gsLst>
                      <a:gs pos="0">
                        <a:schemeClr val="accent1">
                          <a:gamma/>
                          <a:shade val="66275"/>
                          <a:invGamma/>
                        </a:schemeClr>
                      </a:gs>
                      <a:gs pos="50000">
                        <a:schemeClr val="accent1"/>
                      </a:gs>
                      <a:gs pos="100000">
                        <a:schemeClr val="accent1">
                          <a:gamma/>
                          <a:shade val="66275"/>
                          <a:invGamma/>
                        </a:schemeClr>
                      </a:gs>
                    </a:gsLst>
                    <a:lin ang="0" scaled="1"/>
                  </a:gradFill>
                  <a:ln w="9525">
                    <a:solidFill>
                      <a:srgbClr val="000000"/>
                    </a:solidFill>
                    <a:round/>
                  </a:ln>
                  <a:effectLst/>
                </p:spPr>
                <p:txBody>
                  <a:bodyPr wrap="none" anchor="ctr"/>
                  <a:lstStyle/>
                  <a:p>
                    <a:pPr fontAlgn="base">
                      <a:spcBef>
                        <a:spcPct val="0"/>
                      </a:spcBef>
                      <a:spcAft>
                        <a:spcPct val="0"/>
                      </a:spcAft>
                      <a:defRPr/>
                    </a:pPr>
                    <a:endParaRPr lang="zh-CN" altLang="en-US" sz="2800" b="1">
                      <a:solidFill>
                        <a:srgbClr val="1C1C1C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endParaRPr>
                  </a:p>
                </p:txBody>
              </p:sp>
              <p:sp>
                <p:nvSpPr>
                  <p:cNvPr id="28710" name="Rectangle 8"/>
                  <p:cNvSpPr/>
                  <p:nvPr/>
                </p:nvSpPr>
                <p:spPr>
                  <a:xfrm>
                    <a:off x="1104" y="1824"/>
                    <a:ext cx="576" cy="1104"/>
                  </a:xfrm>
                  <a:prstGeom prst="rect">
                    <a:avLst/>
                  </a:prstGeom>
                  <a:noFill/>
                  <a:ln w="38100" cap="flat" cmpd="sng">
                    <a:solidFill>
                      <a:srgbClr val="0066FF"/>
                    </a:solidFill>
                    <a:prstDash val="solid"/>
                    <a:miter/>
                    <a:headEnd type="none" w="med" len="med"/>
                    <a:tailEnd type="none" w="med" len="med"/>
                  </a:ln>
                </p:spPr>
                <p:txBody>
                  <a:bodyPr wrap="none" anchor="ctr" anchorCtr="0"/>
                  <a:lstStyle/>
                  <a:p>
                    <a:endParaRPr lang="zh-CN" altLang="en-US" sz="2800" dirty="0">
                      <a:latin typeface="Times New Roman" panose="02020603050405020304" pitchFamily="18" charset="0"/>
                    </a:endParaRPr>
                  </a:p>
                </p:txBody>
              </p:sp>
              <p:sp>
                <p:nvSpPr>
                  <p:cNvPr id="28711" name="Line 9"/>
                  <p:cNvSpPr/>
                  <p:nvPr/>
                </p:nvSpPr>
                <p:spPr>
                  <a:xfrm flipV="1">
                    <a:off x="528" y="2064"/>
                    <a:ext cx="0" cy="624"/>
                  </a:xfrm>
                  <a:prstGeom prst="line">
                    <a:avLst/>
                  </a:prstGeom>
                  <a:ln w="38100" cap="flat" cmpd="sng">
                    <a:solidFill>
                      <a:srgbClr val="FF0000"/>
                    </a:solidFill>
                    <a:prstDash val="solid"/>
                    <a:headEnd type="none" w="med" len="med"/>
                    <a:tailEnd type="triangle" w="sm" len="lg"/>
                  </a:ln>
                </p:spPr>
              </p:sp>
              <p:sp>
                <p:nvSpPr>
                  <p:cNvPr id="28712" name="Line 10"/>
                  <p:cNvSpPr/>
                  <p:nvPr/>
                </p:nvSpPr>
                <p:spPr>
                  <a:xfrm>
                    <a:off x="720" y="3216"/>
                    <a:ext cx="960" cy="0"/>
                  </a:xfrm>
                  <a:prstGeom prst="line">
                    <a:avLst/>
                  </a:prstGeom>
                  <a:ln w="28575" cap="flat" cmpd="sng">
                    <a:solidFill>
                      <a:srgbClr val="CC00CC"/>
                    </a:solidFill>
                    <a:prstDash val="dash"/>
                    <a:headEnd type="triangle" w="sm" len="lg"/>
                    <a:tailEnd type="triangle" w="sm" len="lg"/>
                  </a:ln>
                </p:spPr>
              </p:sp>
              <p:sp>
                <p:nvSpPr>
                  <p:cNvPr id="28713" name="Line 11"/>
                  <p:cNvSpPr/>
                  <p:nvPr/>
                </p:nvSpPr>
                <p:spPr>
                  <a:xfrm>
                    <a:off x="1872" y="1824"/>
                    <a:ext cx="0" cy="1104"/>
                  </a:xfrm>
                  <a:prstGeom prst="line">
                    <a:avLst/>
                  </a:prstGeom>
                  <a:ln w="28575" cap="flat" cmpd="sng">
                    <a:solidFill>
                      <a:srgbClr val="CC0099"/>
                    </a:solidFill>
                    <a:prstDash val="dash"/>
                    <a:headEnd type="triangle" w="sm" len="lg"/>
                    <a:tailEnd type="triangle" w="sm" len="lg"/>
                  </a:ln>
                </p:spPr>
              </p:sp>
              <p:graphicFrame>
                <p:nvGraphicFramePr>
                  <p:cNvPr id="28714" name="Object 12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126773145"/>
                      </p:ext>
                    </p:extLst>
                  </p:nvPr>
                </p:nvGraphicFramePr>
                <p:xfrm>
                  <a:off x="779" y="2688"/>
                  <a:ext cx="293" cy="3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82" r:id="rId3" imgW="165100" imgH="215900" progId="Equation.3">
                          <p:embed/>
                        </p:oleObj>
                      </mc:Choice>
                      <mc:Fallback>
                        <p:oleObj r:id="rId3" imgW="165100" imgH="215900" progId="Equation.3">
                          <p:embed/>
                          <p:pic>
                            <p:nvPicPr>
                              <p:cNvPr id="28714" name="Object 12"/>
                              <p:cNvPicPr/>
                              <p:nvPr/>
                            </p:nvPicPr>
                            <p:blipFill>
                              <a:blip r:embed="rId4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779" y="2688"/>
                                <a:ext cx="293" cy="38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8715" name="Object 13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735603475"/>
                      </p:ext>
                    </p:extLst>
                  </p:nvPr>
                </p:nvGraphicFramePr>
                <p:xfrm>
                  <a:off x="1200" y="2880"/>
                  <a:ext cx="315" cy="38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83" r:id="rId5" imgW="177800" imgH="215900" progId="Equation.3">
                          <p:embed/>
                        </p:oleObj>
                      </mc:Choice>
                      <mc:Fallback>
                        <p:oleObj r:id="rId5" imgW="177800" imgH="215900" progId="Equation.3">
                          <p:embed/>
                          <p:pic>
                            <p:nvPicPr>
                              <p:cNvPr id="28715" name="Object 13"/>
                              <p:cNvPicPr/>
                              <p:nvPr/>
                            </p:nvPicPr>
                            <p:blipFill>
                              <a:blip r:embed="rId6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200" y="2880"/>
                                <a:ext cx="315" cy="38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8716" name="Object 14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3303819337"/>
                      </p:ext>
                    </p:extLst>
                  </p:nvPr>
                </p:nvGraphicFramePr>
                <p:xfrm>
                  <a:off x="1872" y="2160"/>
                  <a:ext cx="171" cy="344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84" r:id="rId7" imgW="88900" imgH="177165" progId="Equation.3">
                          <p:embed/>
                        </p:oleObj>
                      </mc:Choice>
                      <mc:Fallback>
                        <p:oleObj r:id="rId7" imgW="88900" imgH="177165" progId="Equation.3">
                          <p:embed/>
                          <p:pic>
                            <p:nvPicPr>
                              <p:cNvPr id="28716" name="Object 14"/>
                              <p:cNvPicPr/>
                              <p:nvPr/>
                            </p:nvPicPr>
                            <p:blipFill>
                              <a:blip r:embed="rId8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1872" y="2160"/>
                                <a:ext cx="171" cy="344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graphicFrame>
                <p:nvGraphicFramePr>
                  <p:cNvPr id="28717" name="Object 15"/>
                  <p:cNvGraphicFramePr>
                    <a:graphicFrameLocks noChangeAspect="1"/>
                  </p:cNvGraphicFramePr>
                  <p:nvPr>
                    <p:extLst>
                      <p:ext uri="{D42A27DB-BD31-4B8C-83A1-F6EECF244321}">
                        <p14:modId xmlns:p14="http://schemas.microsoft.com/office/powerpoint/2010/main" val="2794059810"/>
                      </p:ext>
                    </p:extLst>
                  </p:nvPr>
                </p:nvGraphicFramePr>
                <p:xfrm>
                  <a:off x="336" y="2304"/>
                  <a:ext cx="173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spid="_x0000_s1085" r:id="rId9" imgW="165100" imgH="228600" progId="Equation.3">
                          <p:embed/>
                        </p:oleObj>
                      </mc:Choice>
                      <mc:Fallback>
                        <p:oleObj r:id="rId9" imgW="165100" imgH="228600" progId="Equation.3">
                          <p:embed/>
                          <p:pic>
                            <p:nvPicPr>
                              <p:cNvPr id="28717" name="Object 15"/>
                              <p:cNvPicPr/>
                              <p:nvPr/>
                            </p:nvPicPr>
                            <p:blipFill>
                              <a:blip r:embed="rId10"/>
                              <a:stretch>
                                <a:fillRect/>
                              </a:stretch>
                            </p:blipFill>
                            <p:spPr>
                              <a:xfrm>
                                <a:off x="336" y="2304"/>
                                <a:ext cx="173" cy="240"/>
                              </a:xfrm>
                              <a:prstGeom prst="rect">
                                <a:avLst/>
                              </a:prstGeom>
                              <a:noFill/>
                              <a:ln w="38100">
                                <a:noFill/>
                                <a:miter/>
                              </a:ln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28718" name="Line 16"/>
                  <p:cNvSpPr/>
                  <p:nvPr/>
                </p:nvSpPr>
                <p:spPr>
                  <a:xfrm>
                    <a:off x="624" y="3552"/>
                    <a:ext cx="0" cy="33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8719" name="Line 17"/>
                  <p:cNvSpPr/>
                  <p:nvPr/>
                </p:nvSpPr>
                <p:spPr>
                  <a:xfrm>
                    <a:off x="720" y="3552"/>
                    <a:ext cx="0" cy="33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sm" len="lg"/>
                    <a:tailEnd type="none" w="sm" len="lg"/>
                  </a:ln>
                </p:spPr>
              </p:sp>
              <p:sp>
                <p:nvSpPr>
                  <p:cNvPr id="28720" name="Line 18"/>
                  <p:cNvSpPr/>
                  <p:nvPr/>
                </p:nvSpPr>
                <p:spPr>
                  <a:xfrm>
                    <a:off x="720" y="1296"/>
                    <a:ext cx="0" cy="33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sm" len="lg"/>
                  </a:ln>
                </p:spPr>
              </p:sp>
              <p:sp>
                <p:nvSpPr>
                  <p:cNvPr id="28721" name="Line 19"/>
                  <p:cNvSpPr/>
                  <p:nvPr/>
                </p:nvSpPr>
                <p:spPr>
                  <a:xfrm>
                    <a:off x="624" y="1296"/>
                    <a:ext cx="0" cy="336"/>
                  </a:xfrm>
                  <a:prstGeom prst="line">
                    <a:avLst/>
                  </a:prstGeom>
                  <a:ln w="9525" cap="flat" cmpd="sng">
                    <a:solidFill>
                      <a:schemeClr val="tx1"/>
                    </a:solidFill>
                    <a:prstDash val="dash"/>
                    <a:headEnd type="none" w="med" len="med"/>
                    <a:tailEnd type="none" w="sm" len="lg"/>
                  </a:ln>
                </p:spPr>
              </p:sp>
            </p:grpSp>
            <p:sp>
              <p:nvSpPr>
                <p:cNvPr id="28704" name="Line 20"/>
                <p:cNvSpPr/>
                <p:nvPr/>
              </p:nvSpPr>
              <p:spPr>
                <a:xfrm>
                  <a:off x="1680" y="2928"/>
                  <a:ext cx="0" cy="43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dash"/>
                  <a:headEnd type="none" w="med" len="med"/>
                  <a:tailEnd type="none" w="sm" len="lg"/>
                </a:ln>
              </p:spPr>
            </p:sp>
            <p:sp>
              <p:nvSpPr>
                <p:cNvPr id="28705" name="Line 21"/>
                <p:cNvSpPr/>
                <p:nvPr/>
              </p:nvSpPr>
              <p:spPr>
                <a:xfrm>
                  <a:off x="1104" y="2928"/>
                  <a:ext cx="0" cy="192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dash"/>
                  <a:headEnd type="none" w="sm" len="lg"/>
                  <a:tailEnd type="none" w="sm" len="lg"/>
                </a:ln>
              </p:spPr>
            </p:sp>
            <p:sp>
              <p:nvSpPr>
                <p:cNvPr id="28706" name="Line 22"/>
                <p:cNvSpPr/>
                <p:nvPr/>
              </p:nvSpPr>
              <p:spPr>
                <a:xfrm>
                  <a:off x="1680" y="1824"/>
                  <a:ext cx="38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dash"/>
                  <a:headEnd type="none" w="med" len="med"/>
                  <a:tailEnd type="none" w="sm" len="lg"/>
                </a:ln>
              </p:spPr>
            </p:sp>
            <p:sp>
              <p:nvSpPr>
                <p:cNvPr id="28707" name="Line 23"/>
                <p:cNvSpPr/>
                <p:nvPr/>
              </p:nvSpPr>
              <p:spPr>
                <a:xfrm>
                  <a:off x="1680" y="2928"/>
                  <a:ext cx="384" cy="0"/>
                </a:xfrm>
                <a:prstGeom prst="line">
                  <a:avLst/>
                </a:prstGeom>
                <a:ln w="9525" cap="flat" cmpd="sng">
                  <a:solidFill>
                    <a:srgbClr val="000000"/>
                  </a:solidFill>
                  <a:prstDash val="dash"/>
                  <a:headEnd type="none" w="med" len="med"/>
                  <a:tailEnd type="none" w="sm" len="lg"/>
                </a:ln>
              </p:spPr>
            </p:sp>
          </p:grpSp>
          <p:sp>
            <p:nvSpPr>
              <p:cNvPr id="28702" name="Line 24"/>
              <p:cNvSpPr/>
              <p:nvPr/>
            </p:nvSpPr>
            <p:spPr>
              <a:xfrm>
                <a:off x="720" y="3024"/>
                <a:ext cx="384" cy="0"/>
              </a:xfrm>
              <a:prstGeom prst="line">
                <a:avLst/>
              </a:prstGeom>
              <a:ln w="28575" cap="flat" cmpd="sng">
                <a:solidFill>
                  <a:srgbClr val="CC00CC"/>
                </a:solidFill>
                <a:prstDash val="dash"/>
                <a:headEnd type="triangle" w="sm" len="lg"/>
                <a:tailEnd type="triangle" w="sm" len="lg"/>
              </a:ln>
            </p:spPr>
          </p:sp>
        </p:grpSp>
        <p:grpSp>
          <p:nvGrpSpPr>
            <p:cNvPr id="28697" name="Group 25"/>
            <p:cNvGrpSpPr/>
            <p:nvPr/>
          </p:nvGrpSpPr>
          <p:grpSpPr>
            <a:xfrm>
              <a:off x="384" y="3360"/>
              <a:ext cx="2016" cy="360"/>
              <a:chOff x="384" y="3360"/>
              <a:chExt cx="2016" cy="360"/>
            </a:xfrm>
          </p:grpSpPr>
          <p:sp>
            <p:nvSpPr>
              <p:cNvPr id="28698" name="Line 26"/>
              <p:cNvSpPr/>
              <p:nvPr/>
            </p:nvSpPr>
            <p:spPr>
              <a:xfrm>
                <a:off x="720" y="3408"/>
                <a:ext cx="1680" cy="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triangle" w="sm" len="lg"/>
              </a:ln>
            </p:spPr>
          </p:sp>
          <p:graphicFrame>
            <p:nvGraphicFramePr>
              <p:cNvPr id="28699" name="Object 2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960845350"/>
                  </p:ext>
                </p:extLst>
              </p:nvPr>
            </p:nvGraphicFramePr>
            <p:xfrm>
              <a:off x="2160" y="3504"/>
              <a:ext cx="20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6" r:id="rId11" imgW="177800" imgH="190500" progId="Equation.3">
                      <p:embed/>
                    </p:oleObj>
                  </mc:Choice>
                  <mc:Fallback>
                    <p:oleObj r:id="rId11" imgW="177800" imgH="190500" progId="Equation.3">
                      <p:embed/>
                      <p:pic>
                        <p:nvPicPr>
                          <p:cNvPr id="28699" name="Object 27"/>
                          <p:cNvPicPr/>
                          <p:nvPr/>
                        </p:nvPicPr>
                        <p:blipFill>
                          <a:blip r:embed="rId12"/>
                          <a:stretch>
                            <a:fillRect/>
                          </a:stretch>
                        </p:blipFill>
                        <p:spPr>
                          <a:xfrm>
                            <a:off x="2160" y="3504"/>
                            <a:ext cx="202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8700" name="Object 2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54955456"/>
                  </p:ext>
                </p:extLst>
              </p:nvPr>
            </p:nvGraphicFramePr>
            <p:xfrm>
              <a:off x="384" y="3360"/>
              <a:ext cx="187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87" r:id="rId13" imgW="165100" imgH="190500" progId="Equation.3">
                      <p:embed/>
                    </p:oleObj>
                  </mc:Choice>
                  <mc:Fallback>
                    <p:oleObj r:id="rId13" imgW="165100" imgH="190500" progId="Equation.3">
                      <p:embed/>
                      <p:pic>
                        <p:nvPicPr>
                          <p:cNvPr id="28700" name="Object 28"/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384" y="3360"/>
                            <a:ext cx="187" cy="216"/>
                          </a:xfrm>
                          <a:prstGeom prst="rect">
                            <a:avLst/>
                          </a:prstGeom>
                          <a:noFill/>
                          <a:ln w="38100">
                            <a:noFill/>
                            <a:miter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5613" name="Object 29"/>
              <p:cNvSpPr txBox="1"/>
              <p:nvPr/>
            </p:nvSpPr>
            <p:spPr>
              <a:xfrm>
                <a:off x="5581653" y="2119881"/>
                <a:ext cx="1676400" cy="11445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561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653" y="2119881"/>
                <a:ext cx="1676400" cy="1144588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614" name="Object 30"/>
              <p:cNvSpPr txBox="1"/>
              <p:nvPr/>
            </p:nvSpPr>
            <p:spPr>
              <a:xfrm>
                <a:off x="7891463" y="2252464"/>
                <a:ext cx="990600" cy="60483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//</m:t>
                      </m:r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5614" name="Object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91463" y="2252464"/>
                <a:ext cx="990600" cy="60483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615" name="Rectangle 31"/>
          <p:cNvSpPr/>
          <p:nvPr/>
        </p:nvSpPr>
        <p:spPr>
          <a:xfrm>
            <a:off x="2265363" y="2448560"/>
            <a:ext cx="152400" cy="1752600"/>
          </a:xfrm>
          <a:prstGeom prst="rect">
            <a:avLst/>
          </a:prstGeom>
          <a:solidFill>
            <a:srgbClr val="FFCCFF">
              <a:alpha val="50195"/>
            </a:srgbClr>
          </a:solidFill>
          <a:ln w="19050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/>
          <a:p>
            <a:endParaRPr lang="zh-CN" altLang="en-US" sz="2800" dirty="0"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5616" name="Object 32"/>
              <p:cNvSpPr txBox="1"/>
              <p:nvPr/>
            </p:nvSpPr>
            <p:spPr>
              <a:xfrm>
                <a:off x="5542191" y="3153471"/>
                <a:ext cx="4191000" cy="11588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95616" name="Object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2191" y="3153471"/>
                <a:ext cx="4191000" cy="1158875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617" name="Object 33"/>
              <p:cNvSpPr txBox="1"/>
              <p:nvPr/>
            </p:nvSpPr>
            <p:spPr>
              <a:xfrm>
                <a:off x="5203826" y="4242714"/>
                <a:ext cx="4495800" cy="11906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𝐼𝑙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nary>
                        <m:nary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sty m:val="p"/>
                                </m:rPr>
                                <a:rPr 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5617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3826" y="4242714"/>
                <a:ext cx="4495800" cy="119062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5618" name="Object 34"/>
              <p:cNvSpPr txBox="1"/>
              <p:nvPr/>
            </p:nvSpPr>
            <p:spPr>
              <a:xfrm>
                <a:off x="5726906" y="5565775"/>
                <a:ext cx="2895600" cy="12922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𝐼𝑙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func>
                        <m:func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b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5618" name="Object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6906" y="5565775"/>
                <a:ext cx="2895600" cy="129222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682" name="Text Box 39"/>
          <p:cNvSpPr txBox="1"/>
          <p:nvPr/>
        </p:nvSpPr>
        <p:spPr>
          <a:xfrm>
            <a:off x="4698683" y="1577351"/>
            <a:ext cx="6080760" cy="5232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50000"/>
                </a:solidFill>
                <a:latin typeface="Times New Roman" panose="02020603050405020304" pitchFamily="18" charset="0"/>
              </a:rPr>
              <a:t>先求     ，对变磁场给出       后积分求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683" name="Object 40"/>
              <p:cNvSpPr txBox="1"/>
              <p:nvPr/>
            </p:nvSpPr>
            <p:spPr>
              <a:xfrm>
                <a:off x="8424863" y="1562904"/>
                <a:ext cx="615950" cy="5111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83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4863" y="1562904"/>
                <a:ext cx="615950" cy="5111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84" name="Object 41"/>
              <p:cNvSpPr txBox="1"/>
              <p:nvPr/>
            </p:nvSpPr>
            <p:spPr>
              <a:xfrm>
                <a:off x="10408762" y="1603703"/>
                <a:ext cx="439737" cy="4572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684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08762" y="1603703"/>
                <a:ext cx="439737" cy="45720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685" name="Object 42"/>
              <p:cNvSpPr txBox="1"/>
              <p:nvPr/>
            </p:nvSpPr>
            <p:spPr>
              <a:xfrm>
                <a:off x="5529262" y="1558935"/>
                <a:ext cx="395288" cy="4714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8685" name="Object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9262" y="1558935"/>
                <a:ext cx="395288" cy="47148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686" name="Group 43"/>
          <p:cNvGrpSpPr/>
          <p:nvPr/>
        </p:nvGrpSpPr>
        <p:grpSpPr>
          <a:xfrm>
            <a:off x="1960563" y="1686561"/>
            <a:ext cx="838200" cy="519113"/>
            <a:chOff x="1056" y="1344"/>
            <a:chExt cx="528" cy="327"/>
          </a:xfrm>
        </p:grpSpPr>
        <p:graphicFrame>
          <p:nvGraphicFramePr>
            <p:cNvPr id="28687" name="Object 4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03085119"/>
                </p:ext>
              </p:extLst>
            </p:nvPr>
          </p:nvGraphicFramePr>
          <p:xfrm>
            <a:off x="1056" y="1344"/>
            <a:ext cx="247" cy="3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88" r:id="rId23" imgW="152400" imgH="190500" progId="Equation.3">
                    <p:embed/>
                  </p:oleObj>
                </mc:Choice>
                <mc:Fallback>
                  <p:oleObj r:id="rId23" imgW="152400" imgH="190500" progId="Equation.3">
                    <p:embed/>
                    <p:pic>
                      <p:nvPicPr>
                        <p:cNvPr id="28687" name="Object 44"/>
                        <p:cNvPicPr/>
                        <p:nvPr/>
                      </p:nvPicPr>
                      <p:blipFill>
                        <a:blip r:embed="rId24"/>
                        <a:stretch>
                          <a:fillRect/>
                        </a:stretch>
                      </p:blipFill>
                      <p:spPr>
                        <a:xfrm>
                          <a:off x="1056" y="1344"/>
                          <a:ext cx="247" cy="31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8688" name="Group 45"/>
            <p:cNvGrpSpPr/>
            <p:nvPr/>
          </p:nvGrpSpPr>
          <p:grpSpPr>
            <a:xfrm>
              <a:off x="1296" y="1344"/>
              <a:ext cx="288" cy="327"/>
              <a:chOff x="1296" y="1344"/>
              <a:chExt cx="288" cy="327"/>
            </a:xfrm>
          </p:grpSpPr>
          <p:grpSp>
            <p:nvGrpSpPr>
              <p:cNvPr id="28689" name="Group 46"/>
              <p:cNvGrpSpPr/>
              <p:nvPr/>
            </p:nvGrpSpPr>
            <p:grpSpPr>
              <a:xfrm>
                <a:off x="1296" y="1344"/>
                <a:ext cx="288" cy="327"/>
                <a:chOff x="816" y="3504"/>
                <a:chExt cx="288" cy="327"/>
              </a:xfrm>
            </p:grpSpPr>
            <p:sp>
              <p:nvSpPr>
                <p:cNvPr id="28692" name="Oval 47"/>
                <p:cNvSpPr/>
                <p:nvPr/>
              </p:nvSpPr>
              <p:spPr>
                <a:xfrm>
                  <a:off x="864" y="3600"/>
                  <a:ext cx="192" cy="192"/>
                </a:xfrm>
                <a:prstGeom prst="ellipse">
                  <a:avLst/>
                </a:prstGeom>
                <a:solidFill>
                  <a:srgbClr val="FFFFFF"/>
                </a:solidFill>
                <a:ln w="9525" cap="flat" cmpd="sng">
                  <a:solidFill>
                    <a:srgbClr val="FF0000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/>
                <a:p>
                  <a:endParaRPr lang="zh-CN" altLang="en-US" sz="2800" dirty="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28693" name="Text Box 48"/>
                <p:cNvSpPr txBox="1"/>
                <p:nvPr/>
              </p:nvSpPr>
              <p:spPr>
                <a:xfrm>
                  <a:off x="816" y="3504"/>
                  <a:ext cx="288" cy="327"/>
                </a:xfrm>
                <a:prstGeom prst="rect">
                  <a:avLst/>
                </a:prstGeom>
                <a:noFill/>
                <a:ln w="9525">
                  <a:noFill/>
                </a:ln>
              </p:spPr>
              <p:txBody>
                <a:bodyPr>
                  <a:spAutoFit/>
                </a:bodyPr>
                <a:lstStyle/>
                <a:p>
                  <a:pPr algn="ctr">
                    <a:spcBef>
                      <a:spcPct val="50000"/>
                    </a:spcBef>
                  </a:pPr>
                  <a:endParaRPr lang="zh-CN" altLang="zh-CN" sz="2800" i="1" dirty="0">
                    <a:solidFill>
                      <a:srgbClr val="050000"/>
                    </a:solidFill>
                    <a:latin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8690" name="Line 49"/>
              <p:cNvSpPr/>
              <p:nvPr/>
            </p:nvSpPr>
            <p:spPr>
              <a:xfrm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28691" name="Line 50"/>
              <p:cNvSpPr/>
              <p:nvPr/>
            </p:nvSpPr>
            <p:spPr>
              <a:xfrm flipH="1">
                <a:off x="1392" y="1488"/>
                <a:ext cx="96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49" name="Text Box 2">
            <a:extLst>
              <a:ext uri="{FF2B5EF4-FFF2-40B4-BE49-F238E27FC236}">
                <a16:creationId xmlns:a16="http://schemas.microsoft.com/office/drawing/2014/main" id="{55E7A9C2-B086-4045-A051-4409B497CE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4226" y="333436"/>
            <a:ext cx="8785225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 marL="4572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9144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3716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8288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286000" indent="-4572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7432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32004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6576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4114800" indent="-4572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514350" indent="-51435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无限长直导线所产生的磁场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sp>
        <p:nvSpPr>
          <p:cNvPr id="50" name="Text Box 36">
            <a:extLst>
              <a:ext uri="{FF2B5EF4-FFF2-40B4-BE49-F238E27FC236}">
                <a16:creationId xmlns:a16="http://schemas.microsoft.com/office/drawing/2014/main" id="{75FEE059-6C41-4B10-BEB4-9449A1ED2513}"/>
              </a:ext>
            </a:extLst>
          </p:cNvPr>
          <p:cNvSpPr txBox="1"/>
          <p:nvPr/>
        </p:nvSpPr>
        <p:spPr>
          <a:xfrm>
            <a:off x="954882" y="5920421"/>
            <a:ext cx="3309012" cy="5238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</a:rPr>
              <a:t>矩形面积的磁通量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538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613" grpId="0"/>
      <p:bldP spid="195614" grpId="0"/>
      <p:bldP spid="195615" grpId="0" animBg="1"/>
      <p:bldP spid="195616" grpId="0"/>
      <p:bldP spid="195617" grpId="0"/>
      <p:bldP spid="195618" grpId="0"/>
      <p:bldP spid="28682" grpId="0"/>
      <p:bldP spid="28683" grpId="0"/>
      <p:bldP spid="28684" grpId="0"/>
      <p:bldP spid="28685" grpId="0"/>
      <p:bldP spid="5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08226" name="Object 2">
                <a:extLst>
                  <a:ext uri="{FF2B5EF4-FFF2-40B4-BE49-F238E27FC236}">
                    <a16:creationId xmlns:a16="http://schemas.microsoft.com/office/drawing/2014/main" id="{35DBDB52-BB64-49B6-821A-C71F9A46242E}"/>
                  </a:ext>
                </a:extLst>
              </p:cNvPr>
              <p:cNvSpPr txBox="1"/>
              <p:nvPr/>
            </p:nvSpPr>
            <p:spPr bwMode="auto">
              <a:xfrm>
                <a:off x="2343150" y="5826126"/>
                <a:ext cx="3232150" cy="1008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𝐼𝑑𝑙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9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8226" name="Object 2">
                <a:extLst>
                  <a:ext uri="{FF2B5EF4-FFF2-40B4-BE49-F238E27FC236}">
                    <a16:creationId xmlns:a16="http://schemas.microsoft.com/office/drawing/2014/main" id="{35DBDB52-BB64-49B6-821A-C71F9A4624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43150" y="5826126"/>
                <a:ext cx="3232150" cy="10080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107" name="Text Box 3">
            <a:extLst>
              <a:ext uri="{FF2B5EF4-FFF2-40B4-BE49-F238E27FC236}">
                <a16:creationId xmlns:a16="http://schemas.microsoft.com/office/drawing/2014/main" id="{5D5E7E2E-7F3F-4BF7-BD9A-E235B58492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" y="443652"/>
            <a:ext cx="88566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圆电流产生磁场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8245" name="Object 21">
                <a:extLst>
                  <a:ext uri="{FF2B5EF4-FFF2-40B4-BE49-F238E27FC236}">
                    <a16:creationId xmlns:a16="http://schemas.microsoft.com/office/drawing/2014/main" id="{332C84A1-A6AA-4908-BC5D-4537063FE0B7}"/>
                  </a:ext>
                </a:extLst>
              </p:cNvPr>
              <p:cNvSpPr txBox="1"/>
              <p:nvPr/>
            </p:nvSpPr>
            <p:spPr bwMode="auto">
              <a:xfrm>
                <a:off x="2209800" y="4594225"/>
                <a:ext cx="2895600" cy="1066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8245" name="Object 21">
                <a:extLst>
                  <a:ext uri="{FF2B5EF4-FFF2-40B4-BE49-F238E27FC236}">
                    <a16:creationId xmlns:a16="http://schemas.microsoft.com/office/drawing/2014/main" id="{332C84A1-A6AA-4908-BC5D-4537063FE0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0" y="4594225"/>
                <a:ext cx="2895600" cy="10668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8246" name="Object 22">
                <a:extLst>
                  <a:ext uri="{FF2B5EF4-FFF2-40B4-BE49-F238E27FC236}">
                    <a16:creationId xmlns:a16="http://schemas.microsoft.com/office/drawing/2014/main" id="{AE837657-191F-412A-970D-819E1E01C92E}"/>
                  </a:ext>
                </a:extLst>
              </p:cNvPr>
              <p:cNvSpPr txBox="1"/>
              <p:nvPr/>
            </p:nvSpPr>
            <p:spPr bwMode="auto">
              <a:xfrm>
                <a:off x="6637869" y="5158423"/>
                <a:ext cx="4862513" cy="9826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𝐼𝑑𝑙</m:t>
                          </m:r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08246" name="Object 22">
                <a:extLst>
                  <a:ext uri="{FF2B5EF4-FFF2-40B4-BE49-F238E27FC236}">
                    <a16:creationId xmlns:a16="http://schemas.microsoft.com/office/drawing/2014/main" id="{AE837657-191F-412A-970D-819E1E01C9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637869" y="5158423"/>
                <a:ext cx="4862513" cy="9826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8302" name="Group 78">
            <a:extLst>
              <a:ext uri="{FF2B5EF4-FFF2-40B4-BE49-F238E27FC236}">
                <a16:creationId xmlns:a16="http://schemas.microsoft.com/office/drawing/2014/main" id="{5B9A08AB-4024-4A94-8BC0-4A8F07D98C6D}"/>
              </a:ext>
            </a:extLst>
          </p:cNvPr>
          <p:cNvGrpSpPr>
            <a:grpSpLocks/>
          </p:cNvGrpSpPr>
          <p:nvPr/>
        </p:nvGrpSpPr>
        <p:grpSpPr bwMode="auto">
          <a:xfrm>
            <a:off x="7207250" y="839788"/>
            <a:ext cx="2965450" cy="3668712"/>
            <a:chOff x="3580" y="529"/>
            <a:chExt cx="1868" cy="2311"/>
          </a:xfrm>
        </p:grpSpPr>
        <p:sp>
          <p:nvSpPr>
            <p:cNvPr id="47156" name="Line 24">
              <a:extLst>
                <a:ext uri="{FF2B5EF4-FFF2-40B4-BE49-F238E27FC236}">
                  <a16:creationId xmlns:a16="http://schemas.microsoft.com/office/drawing/2014/main" id="{308D5569-27C1-4400-B00C-E0F7FD3F05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2" y="2229"/>
              <a:ext cx="558" cy="4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57" name="Oval 25">
              <a:extLst>
                <a:ext uri="{FF2B5EF4-FFF2-40B4-BE49-F238E27FC236}">
                  <a16:creationId xmlns:a16="http://schemas.microsoft.com/office/drawing/2014/main" id="{DA6E4B54-5856-43D5-94DC-CA971E64C6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1991"/>
              <a:ext cx="1384" cy="5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  <p:sp>
          <p:nvSpPr>
            <p:cNvPr id="47158" name="Line 26">
              <a:extLst>
                <a:ext uri="{FF2B5EF4-FFF2-40B4-BE49-F238E27FC236}">
                  <a16:creationId xmlns:a16="http://schemas.microsoft.com/office/drawing/2014/main" id="{AA82A012-A0C5-43EB-85F7-EE038791C0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4" y="547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59" name="Line 27">
              <a:extLst>
                <a:ext uri="{FF2B5EF4-FFF2-40B4-BE49-F238E27FC236}">
                  <a16:creationId xmlns:a16="http://schemas.microsoft.com/office/drawing/2014/main" id="{7E213623-A035-4C90-B589-12A44D7CD3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2227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0" name="Line 28">
              <a:extLst>
                <a:ext uri="{FF2B5EF4-FFF2-40B4-BE49-F238E27FC236}">
                  <a16:creationId xmlns:a16="http://schemas.microsoft.com/office/drawing/2014/main" id="{EA96DE35-F563-48C8-B2E7-E7354C6633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7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1" name="Line 29">
              <a:extLst>
                <a:ext uri="{FF2B5EF4-FFF2-40B4-BE49-F238E27FC236}">
                  <a16:creationId xmlns:a16="http://schemas.microsoft.com/office/drawing/2014/main" id="{0E64BD71-1612-48DD-A6DA-0C8831678AF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075">
              <a:off x="4276" y="1334"/>
              <a:ext cx="421" cy="11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triangle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2" name="Line 30">
              <a:extLst>
                <a:ext uri="{FF2B5EF4-FFF2-40B4-BE49-F238E27FC236}">
                  <a16:creationId xmlns:a16="http://schemas.microsoft.com/office/drawing/2014/main" id="{05B6D607-71C4-4B03-BECC-EE1EB8914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1307"/>
              <a:ext cx="353" cy="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3" name="Line 31">
              <a:extLst>
                <a:ext uri="{FF2B5EF4-FFF2-40B4-BE49-F238E27FC236}">
                  <a16:creationId xmlns:a16="http://schemas.microsoft.com/office/drawing/2014/main" id="{BE44DF9C-118F-41BF-836B-7490F85104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00" y="956"/>
              <a:ext cx="0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4" name="Line 32">
              <a:extLst>
                <a:ext uri="{FF2B5EF4-FFF2-40B4-BE49-F238E27FC236}">
                  <a16:creationId xmlns:a16="http://schemas.microsoft.com/office/drawing/2014/main" id="{3959544F-0373-4EDA-8037-48662004E4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971"/>
              <a:ext cx="398" cy="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5" name="Line 33">
              <a:extLst>
                <a:ext uri="{FF2B5EF4-FFF2-40B4-BE49-F238E27FC236}">
                  <a16:creationId xmlns:a16="http://schemas.microsoft.com/office/drawing/2014/main" id="{7C8E801C-EBF9-4805-93BC-C1DE4D32D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1" y="1169"/>
              <a:ext cx="21" cy="3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6" name="Line 34">
              <a:extLst>
                <a:ext uri="{FF2B5EF4-FFF2-40B4-BE49-F238E27FC236}">
                  <a16:creationId xmlns:a16="http://schemas.microsoft.com/office/drawing/2014/main" id="{A0F787C5-73ED-4954-9C0F-B149002A05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8" y="1155"/>
              <a:ext cx="38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7" name="Arc 35">
              <a:extLst>
                <a:ext uri="{FF2B5EF4-FFF2-40B4-BE49-F238E27FC236}">
                  <a16:creationId xmlns:a16="http://schemas.microsoft.com/office/drawing/2014/main" id="{A2969B0E-CB74-4B61-AF49-CE987CA09FE8}"/>
                </a:ext>
              </a:extLst>
            </p:cNvPr>
            <p:cNvSpPr>
              <a:spLocks/>
            </p:cNvSpPr>
            <p:nvPr/>
          </p:nvSpPr>
          <p:spPr bwMode="auto">
            <a:xfrm rot="822596">
              <a:off x="4301" y="1593"/>
              <a:ext cx="81" cy="70"/>
            </a:xfrm>
            <a:custGeom>
              <a:avLst/>
              <a:gdLst>
                <a:gd name="T0" fmla="*/ 81 w 21600"/>
                <a:gd name="T1" fmla="*/ 0 h 21600"/>
                <a:gd name="T2" fmla="*/ 0 w 21600"/>
                <a:gd name="T3" fmla="*/ 7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47168" name="Arc 36">
              <a:extLst>
                <a:ext uri="{FF2B5EF4-FFF2-40B4-BE49-F238E27FC236}">
                  <a16:creationId xmlns:a16="http://schemas.microsoft.com/office/drawing/2014/main" id="{D5986912-F4F0-4324-A9D9-F313A6DD8BD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8" y="1252"/>
              <a:ext cx="49" cy="144"/>
            </a:xfrm>
            <a:custGeom>
              <a:avLst/>
              <a:gdLst>
                <a:gd name="T0" fmla="*/ 0 w 22050"/>
                <a:gd name="T1" fmla="*/ 0 h 21600"/>
                <a:gd name="T2" fmla="*/ 49 w 22050"/>
                <a:gd name="T3" fmla="*/ 144 h 21600"/>
                <a:gd name="T4" fmla="*/ 1 w 22050"/>
                <a:gd name="T5" fmla="*/ 14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050" h="21600" fill="none" extrusionOk="0">
                  <a:moveTo>
                    <a:pt x="-1" y="4"/>
                  </a:moveTo>
                  <a:cubicBezTo>
                    <a:pt x="149" y="1"/>
                    <a:pt x="299" y="-1"/>
                    <a:pt x="450" y="0"/>
                  </a:cubicBezTo>
                  <a:cubicBezTo>
                    <a:pt x="12379" y="0"/>
                    <a:pt x="22050" y="9670"/>
                    <a:pt x="22050" y="21600"/>
                  </a:cubicBezTo>
                </a:path>
                <a:path w="22050" h="21600" stroke="0" extrusionOk="0">
                  <a:moveTo>
                    <a:pt x="-1" y="4"/>
                  </a:moveTo>
                  <a:cubicBezTo>
                    <a:pt x="149" y="1"/>
                    <a:pt x="299" y="-1"/>
                    <a:pt x="450" y="0"/>
                  </a:cubicBezTo>
                  <a:cubicBezTo>
                    <a:pt x="12379" y="0"/>
                    <a:pt x="22050" y="9670"/>
                    <a:pt x="22050" y="21600"/>
                  </a:cubicBezTo>
                  <a:lnTo>
                    <a:pt x="450" y="21600"/>
                  </a:lnTo>
                  <a:lnTo>
                    <a:pt x="-1" y="4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69" name="Object 37">
                  <a:extLst>
                    <a:ext uri="{FF2B5EF4-FFF2-40B4-BE49-F238E27FC236}">
                      <a16:creationId xmlns:a16="http://schemas.microsoft.com/office/drawing/2014/main" id="{DB8C96B7-C98D-470D-9CDF-A1083F33ABA8}"/>
                    </a:ext>
                  </a:extLst>
                </p:cNvPr>
                <p:cNvSpPr txBox="1"/>
                <p:nvPr/>
              </p:nvSpPr>
              <p:spPr bwMode="auto">
                <a:xfrm>
                  <a:off x="4436" y="1168"/>
                  <a:ext cx="127" cy="1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69" name="Object 37">
                  <a:extLst>
                    <a:ext uri="{FF2B5EF4-FFF2-40B4-BE49-F238E27FC236}">
                      <a16:creationId xmlns:a16="http://schemas.microsoft.com/office/drawing/2014/main" id="{DB8C96B7-C98D-470D-9CDF-A1083F33A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36" y="1168"/>
                  <a:ext cx="127" cy="132"/>
                </a:xfrm>
                <a:prstGeom prst="rect">
                  <a:avLst/>
                </a:prstGeom>
                <a:blipFill>
                  <a:blip r:embed="rId6"/>
                  <a:stretch>
                    <a:fillRect r="-75758" b="-914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0" name="Object 38">
                  <a:extLst>
                    <a:ext uri="{FF2B5EF4-FFF2-40B4-BE49-F238E27FC236}">
                      <a16:creationId xmlns:a16="http://schemas.microsoft.com/office/drawing/2014/main" id="{3B912EA4-69D4-4A8B-8965-0DE4D19324DB}"/>
                    </a:ext>
                  </a:extLst>
                </p:cNvPr>
                <p:cNvSpPr txBox="1"/>
                <p:nvPr/>
              </p:nvSpPr>
              <p:spPr bwMode="auto">
                <a:xfrm>
                  <a:off x="4285" y="1684"/>
                  <a:ext cx="183" cy="1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0" name="Object 38">
                  <a:extLst>
                    <a:ext uri="{FF2B5EF4-FFF2-40B4-BE49-F238E27FC236}">
                      <a16:creationId xmlns:a16="http://schemas.microsoft.com/office/drawing/2014/main" id="{3B912EA4-69D4-4A8B-8965-0DE4D1932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5" y="1684"/>
                  <a:ext cx="183" cy="155"/>
                </a:xfrm>
                <a:prstGeom prst="rect">
                  <a:avLst/>
                </a:prstGeom>
                <a:blipFill>
                  <a:blip r:embed="rId7"/>
                  <a:stretch>
                    <a:fillRect r="-18750" b="-6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1" name="Object 39">
                  <a:extLst>
                    <a:ext uri="{FF2B5EF4-FFF2-40B4-BE49-F238E27FC236}">
                      <a16:creationId xmlns:a16="http://schemas.microsoft.com/office/drawing/2014/main" id="{0B3ED737-A7EB-4A8E-BC46-758014CD0683}"/>
                    </a:ext>
                  </a:extLst>
                </p:cNvPr>
                <p:cNvSpPr txBox="1"/>
                <p:nvPr/>
              </p:nvSpPr>
              <p:spPr bwMode="auto">
                <a:xfrm>
                  <a:off x="4547" y="2493"/>
                  <a:ext cx="329" cy="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1" name="Object 39">
                  <a:extLst>
                    <a:ext uri="{FF2B5EF4-FFF2-40B4-BE49-F238E27FC236}">
                      <a16:creationId xmlns:a16="http://schemas.microsoft.com/office/drawing/2014/main" id="{0B3ED737-A7EB-4A8E-BC46-758014CD0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7" y="2493"/>
                  <a:ext cx="329" cy="279"/>
                </a:xfrm>
                <a:prstGeom prst="rect">
                  <a:avLst/>
                </a:prstGeom>
                <a:blipFill>
                  <a:blip r:embed="rId8"/>
                  <a:stretch>
                    <a:fillRect r="-11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2" name="Object 40">
                  <a:extLst>
                    <a:ext uri="{FF2B5EF4-FFF2-40B4-BE49-F238E27FC236}">
                      <a16:creationId xmlns:a16="http://schemas.microsoft.com/office/drawing/2014/main" id="{ABFFEF00-BE05-4DFC-92CE-7C6D33E753F3}"/>
                    </a:ext>
                  </a:extLst>
                </p:cNvPr>
                <p:cNvSpPr txBox="1"/>
                <p:nvPr/>
              </p:nvSpPr>
              <p:spPr bwMode="auto">
                <a:xfrm>
                  <a:off x="4457" y="1683"/>
                  <a:ext cx="213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2" name="Object 40">
                  <a:extLst>
                    <a:ext uri="{FF2B5EF4-FFF2-40B4-BE49-F238E27FC236}">
                      <a16:creationId xmlns:a16="http://schemas.microsoft.com/office/drawing/2014/main" id="{ABFFEF00-BE05-4DFC-92CE-7C6D33E75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57" y="1683"/>
                  <a:ext cx="213" cy="271"/>
                </a:xfrm>
                <a:prstGeom prst="rect">
                  <a:avLst/>
                </a:prstGeom>
                <a:blipFill>
                  <a:blip r:embed="rId9"/>
                  <a:stretch>
                    <a:fillRect l="-7273" t="-21127" r="-272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3" name="Object 41">
                  <a:extLst>
                    <a:ext uri="{FF2B5EF4-FFF2-40B4-BE49-F238E27FC236}">
                      <a16:creationId xmlns:a16="http://schemas.microsoft.com/office/drawing/2014/main" id="{E6ADA08F-F66D-4EC1-ABB9-1EA66ECED456}"/>
                    </a:ext>
                  </a:extLst>
                </p:cNvPr>
                <p:cNvSpPr txBox="1"/>
                <p:nvPr/>
              </p:nvSpPr>
              <p:spPr bwMode="auto">
                <a:xfrm>
                  <a:off x="4532" y="1443"/>
                  <a:ext cx="264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3" name="Object 41">
                  <a:extLst>
                    <a:ext uri="{FF2B5EF4-FFF2-40B4-BE49-F238E27FC236}">
                      <a16:creationId xmlns:a16="http://schemas.microsoft.com/office/drawing/2014/main" id="{E6ADA08F-F66D-4EC1-ABB9-1EA66ECE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32" y="1443"/>
                  <a:ext cx="264" cy="254"/>
                </a:xfrm>
                <a:prstGeom prst="rect">
                  <a:avLst/>
                </a:prstGeom>
                <a:blipFill>
                  <a:blip r:embed="rId10"/>
                  <a:stretch>
                    <a:fillRect l="-4348" r="-66667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4" name="Object 42">
                  <a:extLst>
                    <a:ext uri="{FF2B5EF4-FFF2-40B4-BE49-F238E27FC236}">
                      <a16:creationId xmlns:a16="http://schemas.microsoft.com/office/drawing/2014/main" id="{346ABC4B-B669-4D52-8064-823BBD1E0861}"/>
                    </a:ext>
                  </a:extLst>
                </p:cNvPr>
                <p:cNvSpPr txBox="1"/>
                <p:nvPr/>
              </p:nvSpPr>
              <p:spPr bwMode="auto">
                <a:xfrm>
                  <a:off x="4694" y="988"/>
                  <a:ext cx="273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4" name="Object 42">
                  <a:extLst>
                    <a:ext uri="{FF2B5EF4-FFF2-40B4-BE49-F238E27FC236}">
                      <a16:creationId xmlns:a16="http://schemas.microsoft.com/office/drawing/2014/main" id="{346ABC4B-B669-4D52-8064-823BBD1E0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94" y="988"/>
                  <a:ext cx="273" cy="272"/>
                </a:xfrm>
                <a:prstGeom prst="rect">
                  <a:avLst/>
                </a:prstGeom>
                <a:blipFill>
                  <a:blip r:embed="rId11"/>
                  <a:stretch>
                    <a:fillRect r="-1126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5" name="Object 43">
                  <a:extLst>
                    <a:ext uri="{FF2B5EF4-FFF2-40B4-BE49-F238E27FC236}">
                      <a16:creationId xmlns:a16="http://schemas.microsoft.com/office/drawing/2014/main" id="{449B7504-5926-4CDD-AE9A-060EA580C233}"/>
                    </a:ext>
                  </a:extLst>
                </p:cNvPr>
                <p:cNvSpPr txBox="1"/>
                <p:nvPr/>
              </p:nvSpPr>
              <p:spPr bwMode="auto">
                <a:xfrm>
                  <a:off x="4287" y="893"/>
                  <a:ext cx="287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75" name="Object 43">
                  <a:extLst>
                    <a:ext uri="{FF2B5EF4-FFF2-40B4-BE49-F238E27FC236}">
                      <a16:creationId xmlns:a16="http://schemas.microsoft.com/office/drawing/2014/main" id="{449B7504-5926-4CDD-AE9A-060EA580C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7" y="893"/>
                  <a:ext cx="287" cy="289"/>
                </a:xfrm>
                <a:prstGeom prst="rect">
                  <a:avLst/>
                </a:prstGeom>
                <a:blipFill>
                  <a:blip r:embed="rId12"/>
                  <a:stretch>
                    <a:fillRect l="-4000" r="-38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6" name="Object 44">
                  <a:extLst>
                    <a:ext uri="{FF2B5EF4-FFF2-40B4-BE49-F238E27FC236}">
                      <a16:creationId xmlns:a16="http://schemas.microsoft.com/office/drawing/2014/main" id="{642BD261-A85D-4DA5-A26D-7D214378A6CF}"/>
                    </a:ext>
                  </a:extLst>
                </p:cNvPr>
                <p:cNvSpPr txBox="1"/>
                <p:nvPr/>
              </p:nvSpPr>
              <p:spPr bwMode="auto">
                <a:xfrm>
                  <a:off x="4058" y="1225"/>
                  <a:ext cx="244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6" name="Object 44">
                  <a:extLst>
                    <a:ext uri="{FF2B5EF4-FFF2-40B4-BE49-F238E27FC236}">
                      <a16:creationId xmlns:a16="http://schemas.microsoft.com/office/drawing/2014/main" id="{642BD261-A85D-4DA5-A26D-7D214378A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58" y="1225"/>
                  <a:ext cx="244" cy="244"/>
                </a:xfrm>
                <a:prstGeom prst="rect">
                  <a:avLst/>
                </a:prstGeom>
                <a:blipFill>
                  <a:blip r:embed="rId13"/>
                  <a:stretch>
                    <a:fillRect l="-4762" b="-1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7" name="Object 45">
                  <a:extLst>
                    <a:ext uri="{FF2B5EF4-FFF2-40B4-BE49-F238E27FC236}">
                      <a16:creationId xmlns:a16="http://schemas.microsoft.com/office/drawing/2014/main" id="{6CD6AF7D-DC25-4692-B124-3CCA38C59A57}"/>
                    </a:ext>
                  </a:extLst>
                </p:cNvPr>
                <p:cNvSpPr txBox="1"/>
                <p:nvPr/>
              </p:nvSpPr>
              <p:spPr bwMode="auto">
                <a:xfrm>
                  <a:off x="4090" y="1593"/>
                  <a:ext cx="193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7" name="Object 45">
                  <a:extLst>
                    <a:ext uri="{FF2B5EF4-FFF2-40B4-BE49-F238E27FC236}">
                      <a16:creationId xmlns:a16="http://schemas.microsoft.com/office/drawing/2014/main" id="{6CD6AF7D-DC25-4692-B124-3CCA38C59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90" y="1593"/>
                  <a:ext cx="193" cy="236"/>
                </a:xfrm>
                <a:prstGeom prst="rect">
                  <a:avLst/>
                </a:prstGeom>
                <a:blipFill>
                  <a:blip r:embed="rId14"/>
                  <a:stretch>
                    <a:fillRect r="-4000" b="-983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8" name="Object 46">
                  <a:extLst>
                    <a:ext uri="{FF2B5EF4-FFF2-40B4-BE49-F238E27FC236}">
                      <a16:creationId xmlns:a16="http://schemas.microsoft.com/office/drawing/2014/main" id="{35C483E2-218D-48B7-94B1-B2B18AED16A7}"/>
                    </a:ext>
                  </a:extLst>
                </p:cNvPr>
                <p:cNvSpPr txBox="1"/>
                <p:nvPr/>
              </p:nvSpPr>
              <p:spPr bwMode="auto">
                <a:xfrm>
                  <a:off x="4036" y="2123"/>
                  <a:ext cx="231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8" name="Object 46">
                  <a:extLst>
                    <a:ext uri="{FF2B5EF4-FFF2-40B4-BE49-F238E27FC236}">
                      <a16:creationId xmlns:a16="http://schemas.microsoft.com/office/drawing/2014/main" id="{35C483E2-218D-48B7-94B1-B2B18AED1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36" y="2123"/>
                  <a:ext cx="231" cy="248"/>
                </a:xfrm>
                <a:prstGeom prst="rect">
                  <a:avLst/>
                </a:prstGeom>
                <a:blipFill>
                  <a:blip r:embed="rId15"/>
                  <a:stretch>
                    <a:fillRect l="-3333" r="-11667" b="-1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79" name="Object 47">
                  <a:extLst>
                    <a:ext uri="{FF2B5EF4-FFF2-40B4-BE49-F238E27FC236}">
                      <a16:creationId xmlns:a16="http://schemas.microsoft.com/office/drawing/2014/main" id="{432BA0A8-BE67-4DE6-BB31-86359D7E88FC}"/>
                    </a:ext>
                  </a:extLst>
                </p:cNvPr>
                <p:cNvSpPr txBox="1"/>
                <p:nvPr/>
              </p:nvSpPr>
              <p:spPr bwMode="auto">
                <a:xfrm>
                  <a:off x="4258" y="2265"/>
                  <a:ext cx="244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9" name="Object 47">
                  <a:extLst>
                    <a:ext uri="{FF2B5EF4-FFF2-40B4-BE49-F238E27FC236}">
                      <a16:creationId xmlns:a16="http://schemas.microsoft.com/office/drawing/2014/main" id="{432BA0A8-BE67-4DE6-BB31-86359D7E8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8" y="2265"/>
                  <a:ext cx="244" cy="244"/>
                </a:xfrm>
                <a:prstGeom prst="rect">
                  <a:avLst/>
                </a:prstGeom>
                <a:blipFill>
                  <a:blip r:embed="rId16"/>
                  <a:stretch>
                    <a:fillRect l="-4762" r="-1587" b="-1428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80" name="Object 48">
                  <a:extLst>
                    <a:ext uri="{FF2B5EF4-FFF2-40B4-BE49-F238E27FC236}">
                      <a16:creationId xmlns:a16="http://schemas.microsoft.com/office/drawing/2014/main" id="{87499BEE-266E-46A5-98F8-0302C49D3A61}"/>
                    </a:ext>
                  </a:extLst>
                </p:cNvPr>
                <p:cNvSpPr txBox="1"/>
                <p:nvPr/>
              </p:nvSpPr>
              <p:spPr bwMode="auto">
                <a:xfrm>
                  <a:off x="3787" y="2613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80" name="Object 48">
                  <a:extLst>
                    <a:ext uri="{FF2B5EF4-FFF2-40B4-BE49-F238E27FC236}">
                      <a16:creationId xmlns:a16="http://schemas.microsoft.com/office/drawing/2014/main" id="{87499BEE-266E-46A5-98F8-0302C49D3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87" y="2613"/>
                  <a:ext cx="227" cy="227"/>
                </a:xfrm>
                <a:prstGeom prst="rect">
                  <a:avLst/>
                </a:prstGeom>
                <a:blipFill>
                  <a:blip r:embed="rId17"/>
                  <a:stretch>
                    <a:fillRect b="-11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81" name="Object 49">
                  <a:extLst>
                    <a:ext uri="{FF2B5EF4-FFF2-40B4-BE49-F238E27FC236}">
                      <a16:creationId xmlns:a16="http://schemas.microsoft.com/office/drawing/2014/main" id="{67036DC3-4EC5-4A4D-A38F-87A081EF438A}"/>
                    </a:ext>
                  </a:extLst>
                </p:cNvPr>
                <p:cNvSpPr txBox="1"/>
                <p:nvPr/>
              </p:nvSpPr>
              <p:spPr bwMode="auto">
                <a:xfrm>
                  <a:off x="4298" y="529"/>
                  <a:ext cx="193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81" name="Object 49">
                  <a:extLst>
                    <a:ext uri="{FF2B5EF4-FFF2-40B4-BE49-F238E27FC236}">
                      <a16:creationId xmlns:a16="http://schemas.microsoft.com/office/drawing/2014/main" id="{67036DC3-4EC5-4A4D-A38F-87A081EF4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8" y="529"/>
                  <a:ext cx="193" cy="236"/>
                </a:xfrm>
                <a:prstGeom prst="rect">
                  <a:avLst/>
                </a:prstGeom>
                <a:blipFill>
                  <a:blip r:embed="rId18"/>
                  <a:stretch>
                    <a:fillRect r="-1961" b="-983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82" name="Object 50">
                  <a:extLst>
                    <a:ext uri="{FF2B5EF4-FFF2-40B4-BE49-F238E27FC236}">
                      <a16:creationId xmlns:a16="http://schemas.microsoft.com/office/drawing/2014/main" id="{1E746985-CB3D-48AA-BE5D-F609AD4592E3}"/>
                    </a:ext>
                  </a:extLst>
                </p:cNvPr>
                <p:cNvSpPr txBox="1"/>
                <p:nvPr/>
              </p:nvSpPr>
              <p:spPr bwMode="auto">
                <a:xfrm>
                  <a:off x="5202" y="2241"/>
                  <a:ext cx="206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82" name="Object 50">
                  <a:extLst>
                    <a:ext uri="{FF2B5EF4-FFF2-40B4-BE49-F238E27FC236}">
                      <a16:creationId xmlns:a16="http://schemas.microsoft.com/office/drawing/2014/main" id="{1E746985-CB3D-48AA-BE5D-F609AD459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02" y="2241"/>
                  <a:ext cx="206" cy="244"/>
                </a:xfrm>
                <a:prstGeom prst="rect">
                  <a:avLst/>
                </a:prstGeom>
                <a:blipFill>
                  <a:blip r:embed="rId19"/>
                  <a:stretch>
                    <a:fillRect l="-5660" r="-15094" b="-317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183" name="Line 51">
              <a:extLst>
                <a:ext uri="{FF2B5EF4-FFF2-40B4-BE49-F238E27FC236}">
                  <a16:creationId xmlns:a16="http://schemas.microsoft.com/office/drawing/2014/main" id="{850931F1-5E85-48C4-A40B-449C537B4F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5" y="2456"/>
              <a:ext cx="146" cy="5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</p:grpSp>
      <p:grpSp>
        <p:nvGrpSpPr>
          <p:cNvPr id="308276" name="Group 52">
            <a:extLst>
              <a:ext uri="{FF2B5EF4-FFF2-40B4-BE49-F238E27FC236}">
                <a16:creationId xmlns:a16="http://schemas.microsoft.com/office/drawing/2014/main" id="{4EB8FDC9-C8D6-4789-BAF8-83CD33ED0993}"/>
              </a:ext>
            </a:extLst>
          </p:cNvPr>
          <p:cNvGrpSpPr>
            <a:grpSpLocks/>
          </p:cNvGrpSpPr>
          <p:nvPr/>
        </p:nvGrpSpPr>
        <p:grpSpPr bwMode="auto">
          <a:xfrm>
            <a:off x="7324726" y="1355725"/>
            <a:ext cx="1031875" cy="2159000"/>
            <a:chOff x="2599" y="845"/>
            <a:chExt cx="650" cy="1360"/>
          </a:xfrm>
        </p:grpSpPr>
        <p:sp>
          <p:nvSpPr>
            <p:cNvPr id="47147" name="Line 53">
              <a:extLst>
                <a:ext uri="{FF2B5EF4-FFF2-40B4-BE49-F238E27FC236}">
                  <a16:creationId xmlns:a16="http://schemas.microsoft.com/office/drawing/2014/main" id="{0638BA4D-95A1-4352-B7AF-8EE33618F78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81" y="2008"/>
              <a:ext cx="243" cy="19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47148" name="Line 54">
              <a:extLst>
                <a:ext uri="{FF2B5EF4-FFF2-40B4-BE49-F238E27FC236}">
                  <a16:creationId xmlns:a16="http://schemas.microsoft.com/office/drawing/2014/main" id="{E3C4E889-0770-4AF6-BF67-76713E01BC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24" y="2003"/>
              <a:ext cx="152" cy="2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47149" name="Line 55">
              <a:extLst>
                <a:ext uri="{FF2B5EF4-FFF2-40B4-BE49-F238E27FC236}">
                  <a16:creationId xmlns:a16="http://schemas.microsoft.com/office/drawing/2014/main" id="{BEE3FBF0-BB6D-475B-ADFC-F8519AAF077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1298"/>
              <a:ext cx="272" cy="697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47150" name="Line 56">
              <a:extLst>
                <a:ext uri="{FF2B5EF4-FFF2-40B4-BE49-F238E27FC236}">
                  <a16:creationId xmlns:a16="http://schemas.microsoft.com/office/drawing/2014/main" id="{CC1F8B0F-BFE4-4996-B881-644C0D03A6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60" y="1162"/>
              <a:ext cx="289" cy="137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47151" name="Line 57">
              <a:extLst>
                <a:ext uri="{FF2B5EF4-FFF2-40B4-BE49-F238E27FC236}">
                  <a16:creationId xmlns:a16="http://schemas.microsoft.com/office/drawing/2014/main" id="{8C16FEA6-4BFD-461B-AF4D-FE04009D33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5" y="845"/>
              <a:ext cx="212" cy="99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47152" name="Line 58">
              <a:extLst>
                <a:ext uri="{FF2B5EF4-FFF2-40B4-BE49-F238E27FC236}">
                  <a16:creationId xmlns:a16="http://schemas.microsoft.com/office/drawing/2014/main" id="{92ED90B1-A6D5-4E9C-BA4F-69094B7A5C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869"/>
              <a:ext cx="16" cy="293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47153" name="Line 59">
              <a:extLst>
                <a:ext uri="{FF2B5EF4-FFF2-40B4-BE49-F238E27FC236}">
                  <a16:creationId xmlns:a16="http://schemas.microsoft.com/office/drawing/2014/main" id="{58F26C97-49AF-4B0C-8532-086C7DE0F7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5" y="845"/>
              <a:ext cx="227" cy="429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54" name="Object 60">
                  <a:extLst>
                    <a:ext uri="{FF2B5EF4-FFF2-40B4-BE49-F238E27FC236}">
                      <a16:creationId xmlns:a16="http://schemas.microsoft.com/office/drawing/2014/main" id="{93E9D34D-3626-4540-87CA-5FD22C99F93F}"/>
                    </a:ext>
                  </a:extLst>
                </p:cNvPr>
                <p:cNvSpPr txBox="1"/>
                <p:nvPr/>
              </p:nvSpPr>
              <p:spPr bwMode="auto">
                <a:xfrm>
                  <a:off x="2679" y="1680"/>
                  <a:ext cx="303" cy="2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54" name="Object 60">
                  <a:extLst>
                    <a:ext uri="{FF2B5EF4-FFF2-40B4-BE49-F238E27FC236}">
                      <a16:creationId xmlns:a16="http://schemas.microsoft.com/office/drawing/2014/main" id="{93E9D34D-3626-4540-87CA-5FD22C99F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79" y="1680"/>
                  <a:ext cx="303" cy="247"/>
                </a:xfrm>
                <a:prstGeom prst="rect">
                  <a:avLst/>
                </a:prstGeom>
                <a:blipFill>
                  <a:blip r:embed="rId20"/>
                  <a:stretch>
                    <a:fillRect r="-1012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55" name="Object 61">
                  <a:extLst>
                    <a:ext uri="{FF2B5EF4-FFF2-40B4-BE49-F238E27FC236}">
                      <a16:creationId xmlns:a16="http://schemas.microsoft.com/office/drawing/2014/main" id="{7B9A185B-317A-43CF-B5A2-EC5220EF3B79}"/>
                    </a:ext>
                  </a:extLst>
                </p:cNvPr>
                <p:cNvSpPr txBox="1"/>
                <p:nvPr/>
              </p:nvSpPr>
              <p:spPr bwMode="auto">
                <a:xfrm>
                  <a:off x="2599" y="1031"/>
                  <a:ext cx="264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55" name="Object 61">
                  <a:extLst>
                    <a:ext uri="{FF2B5EF4-FFF2-40B4-BE49-F238E27FC236}">
                      <a16:creationId xmlns:a16="http://schemas.microsoft.com/office/drawing/2014/main" id="{7B9A185B-317A-43CF-B5A2-EC5220EF3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9" y="1031"/>
                  <a:ext cx="264" cy="254"/>
                </a:xfrm>
                <a:prstGeom prst="rect">
                  <a:avLst/>
                </a:prstGeom>
                <a:blipFill>
                  <a:blip r:embed="rId21"/>
                  <a:stretch>
                    <a:fillRect l="-4412" r="-67647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7112" name="Group 79">
            <a:extLst>
              <a:ext uri="{FF2B5EF4-FFF2-40B4-BE49-F238E27FC236}">
                <a16:creationId xmlns:a16="http://schemas.microsoft.com/office/drawing/2014/main" id="{1CE52D93-9876-4DE6-B078-2B83C2F0CEA8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981075"/>
            <a:ext cx="4019550" cy="3341688"/>
            <a:chOff x="204" y="618"/>
            <a:chExt cx="2532" cy="2105"/>
          </a:xfrm>
        </p:grpSpPr>
        <p:sp>
          <p:nvSpPr>
            <p:cNvPr id="47129" name="Line 5">
              <a:extLst>
                <a:ext uri="{FF2B5EF4-FFF2-40B4-BE49-F238E27FC236}">
                  <a16:creationId xmlns:a16="http://schemas.microsoft.com/office/drawing/2014/main" id="{2152C091-616E-440C-A04A-5E17D798AC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56" y="1986"/>
              <a:ext cx="806" cy="61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7130" name="Oval 6">
              <a:extLst>
                <a:ext uri="{FF2B5EF4-FFF2-40B4-BE49-F238E27FC236}">
                  <a16:creationId xmlns:a16="http://schemas.microsoft.com/office/drawing/2014/main" id="{6AB0E81C-27F1-44DD-9474-B52D0148F8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4" y="1758"/>
              <a:ext cx="1384" cy="5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7131" name="Line 7">
              <a:extLst>
                <a:ext uri="{FF2B5EF4-FFF2-40B4-BE49-F238E27FC236}">
                  <a16:creationId xmlns:a16="http://schemas.microsoft.com/office/drawing/2014/main" id="{FC4F18A6-8218-4503-ACF0-7E08D5885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0" y="1994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7132" name="Line 8">
              <a:extLst>
                <a:ext uri="{FF2B5EF4-FFF2-40B4-BE49-F238E27FC236}">
                  <a16:creationId xmlns:a16="http://schemas.microsoft.com/office/drawing/2014/main" id="{0DECD778-D7A2-4F3B-AA0B-83919F168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2" y="1994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7133" name="Line 9">
              <a:extLst>
                <a:ext uri="{FF2B5EF4-FFF2-40B4-BE49-F238E27FC236}">
                  <a16:creationId xmlns:a16="http://schemas.microsoft.com/office/drawing/2014/main" id="{5237C9F7-CF0C-4D59-8DF5-3E426C868BB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420259" flipV="1">
              <a:off x="1172" y="1788"/>
              <a:ext cx="120" cy="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7134" name="Line 10">
              <a:extLst>
                <a:ext uri="{FF2B5EF4-FFF2-40B4-BE49-F238E27FC236}">
                  <a16:creationId xmlns:a16="http://schemas.microsoft.com/office/drawing/2014/main" id="{68883F90-EFD0-4FFF-803B-408B3B928164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240360" flipH="1">
              <a:off x="1193" y="1729"/>
              <a:ext cx="72" cy="8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5" name="Object 11">
                  <a:extLst>
                    <a:ext uri="{FF2B5EF4-FFF2-40B4-BE49-F238E27FC236}">
                      <a16:creationId xmlns:a16="http://schemas.microsoft.com/office/drawing/2014/main" id="{D1E1E0EF-9040-4124-BFAA-00368D8AEF5D}"/>
                    </a:ext>
                  </a:extLst>
                </p:cNvPr>
                <p:cNvSpPr txBox="1"/>
                <p:nvPr/>
              </p:nvSpPr>
              <p:spPr bwMode="auto">
                <a:xfrm>
                  <a:off x="1074" y="1788"/>
                  <a:ext cx="182" cy="24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35" name="Object 11">
                  <a:extLst>
                    <a:ext uri="{FF2B5EF4-FFF2-40B4-BE49-F238E27FC236}">
                      <a16:creationId xmlns:a16="http://schemas.microsoft.com/office/drawing/2014/main" id="{D1E1E0EF-9040-4124-BFAA-00368D8AE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4" y="1788"/>
                  <a:ext cx="182" cy="245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6" name="Object 12">
                  <a:extLst>
                    <a:ext uri="{FF2B5EF4-FFF2-40B4-BE49-F238E27FC236}">
                      <a16:creationId xmlns:a16="http://schemas.microsoft.com/office/drawing/2014/main" id="{2202FBA0-4290-42A0-9378-889C87FA7DA5}"/>
                    </a:ext>
                  </a:extLst>
                </p:cNvPr>
                <p:cNvSpPr txBox="1"/>
                <p:nvPr/>
              </p:nvSpPr>
              <p:spPr bwMode="auto">
                <a:xfrm>
                  <a:off x="1310" y="1056"/>
                  <a:ext cx="244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36" name="Object 12">
                  <a:extLst>
                    <a:ext uri="{FF2B5EF4-FFF2-40B4-BE49-F238E27FC236}">
                      <a16:creationId xmlns:a16="http://schemas.microsoft.com/office/drawing/2014/main" id="{2202FBA0-4290-42A0-9378-889C87FA7D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10" y="1056"/>
                  <a:ext cx="244" cy="244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7" name="Object 13">
                  <a:extLst>
                    <a:ext uri="{FF2B5EF4-FFF2-40B4-BE49-F238E27FC236}">
                      <a16:creationId xmlns:a16="http://schemas.microsoft.com/office/drawing/2014/main" id="{5E881F5D-6E10-40EB-BFE7-0DB6589B8AAF}"/>
                    </a:ext>
                  </a:extLst>
                </p:cNvPr>
                <p:cNvSpPr txBox="1"/>
                <p:nvPr/>
              </p:nvSpPr>
              <p:spPr bwMode="auto">
                <a:xfrm>
                  <a:off x="1330" y="1360"/>
                  <a:ext cx="193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37" name="Object 13">
                  <a:extLst>
                    <a:ext uri="{FF2B5EF4-FFF2-40B4-BE49-F238E27FC236}">
                      <a16:creationId xmlns:a16="http://schemas.microsoft.com/office/drawing/2014/main" id="{5E881F5D-6E10-40EB-BFE7-0DB6589B8A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30" y="1360"/>
                  <a:ext cx="193" cy="236"/>
                </a:xfrm>
                <a:prstGeom prst="rect">
                  <a:avLst/>
                </a:prstGeom>
                <a:blipFill>
                  <a:blip r:embed="rId24"/>
                  <a:stretch>
                    <a:fillRect b="-161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8" name="Object 14">
                  <a:extLst>
                    <a:ext uri="{FF2B5EF4-FFF2-40B4-BE49-F238E27FC236}">
                      <a16:creationId xmlns:a16="http://schemas.microsoft.com/office/drawing/2014/main" id="{79AD2F7A-1583-4E7A-8A3C-E9CDF52AC5C1}"/>
                    </a:ext>
                  </a:extLst>
                </p:cNvPr>
                <p:cNvSpPr txBox="1"/>
                <p:nvPr/>
              </p:nvSpPr>
              <p:spPr bwMode="auto">
                <a:xfrm>
                  <a:off x="1304" y="1870"/>
                  <a:ext cx="231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38" name="Object 14">
                  <a:extLst>
                    <a:ext uri="{FF2B5EF4-FFF2-40B4-BE49-F238E27FC236}">
                      <a16:creationId xmlns:a16="http://schemas.microsoft.com/office/drawing/2014/main" id="{79AD2F7A-1583-4E7A-8A3C-E9CDF52AC5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304" y="1870"/>
                  <a:ext cx="231" cy="248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39" name="Object 15">
                  <a:extLst>
                    <a:ext uri="{FF2B5EF4-FFF2-40B4-BE49-F238E27FC236}">
                      <a16:creationId xmlns:a16="http://schemas.microsoft.com/office/drawing/2014/main" id="{CB287630-55D0-4F7D-B11C-745FF2870055}"/>
                    </a:ext>
                  </a:extLst>
                </p:cNvPr>
                <p:cNvSpPr txBox="1"/>
                <p:nvPr/>
              </p:nvSpPr>
              <p:spPr bwMode="auto">
                <a:xfrm>
                  <a:off x="1522" y="2032"/>
                  <a:ext cx="244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39" name="Object 15">
                  <a:extLst>
                    <a:ext uri="{FF2B5EF4-FFF2-40B4-BE49-F238E27FC236}">
                      <a16:creationId xmlns:a16="http://schemas.microsoft.com/office/drawing/2014/main" id="{CB287630-55D0-4F7D-B11C-745FF28700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22" y="2032"/>
                  <a:ext cx="244" cy="244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40" name="Object 16">
                  <a:extLst>
                    <a:ext uri="{FF2B5EF4-FFF2-40B4-BE49-F238E27FC236}">
                      <a16:creationId xmlns:a16="http://schemas.microsoft.com/office/drawing/2014/main" id="{85DA8DE6-B3F0-4862-93C7-E2B7FA5273DA}"/>
                    </a:ext>
                  </a:extLst>
                </p:cNvPr>
                <p:cNvSpPr txBox="1"/>
                <p:nvPr/>
              </p:nvSpPr>
              <p:spPr bwMode="auto">
                <a:xfrm>
                  <a:off x="821" y="2487"/>
                  <a:ext cx="236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40" name="Object 16">
                  <a:extLst>
                    <a:ext uri="{FF2B5EF4-FFF2-40B4-BE49-F238E27FC236}">
                      <a16:creationId xmlns:a16="http://schemas.microsoft.com/office/drawing/2014/main" id="{85DA8DE6-B3F0-4862-93C7-E2B7FA5273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1" y="2487"/>
                  <a:ext cx="236" cy="236"/>
                </a:xfrm>
                <a:prstGeom prst="rect">
                  <a:avLst/>
                </a:prstGeom>
                <a:blipFill>
                  <a:blip r:embed="rId27"/>
                  <a:stretch>
                    <a:fillRect b="-32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41" name="Object 17">
                  <a:extLst>
                    <a:ext uri="{FF2B5EF4-FFF2-40B4-BE49-F238E27FC236}">
                      <a16:creationId xmlns:a16="http://schemas.microsoft.com/office/drawing/2014/main" id="{BB572015-3733-4ABB-ADA1-3CD1DA8B3E62}"/>
                    </a:ext>
                  </a:extLst>
                </p:cNvPr>
                <p:cNvSpPr txBox="1"/>
                <p:nvPr/>
              </p:nvSpPr>
              <p:spPr bwMode="auto">
                <a:xfrm>
                  <a:off x="1561" y="618"/>
                  <a:ext cx="193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41" name="Object 17">
                  <a:extLst>
                    <a:ext uri="{FF2B5EF4-FFF2-40B4-BE49-F238E27FC236}">
                      <a16:creationId xmlns:a16="http://schemas.microsoft.com/office/drawing/2014/main" id="{BB572015-3733-4ABB-ADA1-3CD1DA8B3E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561" y="618"/>
                  <a:ext cx="193" cy="236"/>
                </a:xfrm>
                <a:prstGeom prst="rect">
                  <a:avLst/>
                </a:prstGeom>
                <a:blipFill>
                  <a:blip r:embed="rId28"/>
                  <a:stretch>
                    <a:fillRect b="-327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42" name="Object 18">
                  <a:extLst>
                    <a:ext uri="{FF2B5EF4-FFF2-40B4-BE49-F238E27FC236}">
                      <a16:creationId xmlns:a16="http://schemas.microsoft.com/office/drawing/2014/main" id="{E5477934-9CDC-4B5E-B458-FC19EA651F55}"/>
                    </a:ext>
                  </a:extLst>
                </p:cNvPr>
                <p:cNvSpPr txBox="1"/>
                <p:nvPr/>
              </p:nvSpPr>
              <p:spPr bwMode="auto">
                <a:xfrm>
                  <a:off x="2530" y="2032"/>
                  <a:ext cx="206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42" name="Object 18">
                  <a:extLst>
                    <a:ext uri="{FF2B5EF4-FFF2-40B4-BE49-F238E27FC236}">
                      <a16:creationId xmlns:a16="http://schemas.microsoft.com/office/drawing/2014/main" id="{E5477934-9CDC-4B5E-B458-FC19EA651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30" y="2032"/>
                  <a:ext cx="206" cy="244"/>
                </a:xfrm>
                <a:prstGeom prst="rect">
                  <a:avLst/>
                </a:prstGeom>
                <a:blipFill>
                  <a:blip r:embed="rId29"/>
                  <a:stretch>
                    <a:fillRect b="-1875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143" name="Oval 19">
              <a:extLst>
                <a:ext uri="{FF2B5EF4-FFF2-40B4-BE49-F238E27FC236}">
                  <a16:creationId xmlns:a16="http://schemas.microsoft.com/office/drawing/2014/main" id="{727700B2-3CBB-43C1-B291-C5EFACD6AF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4" y="1098"/>
              <a:ext cx="48" cy="48"/>
            </a:xfrm>
            <a:prstGeom prst="ellipse">
              <a:avLst/>
            </a:prstGeom>
            <a:solidFill>
              <a:schemeClr val="tx2"/>
            </a:solidFill>
            <a:ln w="31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47144" name="Line 20">
              <a:extLst>
                <a:ext uri="{FF2B5EF4-FFF2-40B4-BE49-F238E27FC236}">
                  <a16:creationId xmlns:a16="http://schemas.microsoft.com/office/drawing/2014/main" id="{5C6E2549-5936-48DD-A94E-79B44D0E07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54" y="698"/>
              <a:ext cx="0" cy="129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/>
            </a:p>
          </p:txBody>
        </p:sp>
        <p:sp>
          <p:nvSpPr>
            <p:cNvPr id="47145" name="Rectangle 62">
              <a:extLst>
                <a:ext uri="{FF2B5EF4-FFF2-40B4-BE49-F238E27FC236}">
                  <a16:creationId xmlns:a16="http://schemas.microsoft.com/office/drawing/2014/main" id="{B58D2BE2-3D38-4C50-B487-9DDCA0F9C1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4" y="1480"/>
              <a:ext cx="998" cy="3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EFEF0">
                      <a:alpha val="50195"/>
                    </a:srgbClr>
                  </a:solidFill>
                </a14:hiddenFill>
              </a:ext>
              <a:ext uri="{91240B29-F687-4F45-9708-019B960494DF}">
                <a14:hiddenLine xmlns:a14="http://schemas.microsoft.com/office/drawing/2010/main" w="317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dirty="0">
                  <a:ea typeface="华文楷体" panose="02010600040101010101" pitchFamily="2" charset="-122"/>
                </a:rPr>
                <a:t>圆电流</a:t>
              </a:r>
            </a:p>
          </p:txBody>
        </p:sp>
      </p:grpSp>
      <p:grpSp>
        <p:nvGrpSpPr>
          <p:cNvPr id="308304" name="Group 80">
            <a:extLst>
              <a:ext uri="{FF2B5EF4-FFF2-40B4-BE49-F238E27FC236}">
                <a16:creationId xmlns:a16="http://schemas.microsoft.com/office/drawing/2014/main" id="{86F6F7AB-9582-4C15-9B09-9A60B5485DA7}"/>
              </a:ext>
            </a:extLst>
          </p:cNvPr>
          <p:cNvGrpSpPr>
            <a:grpSpLocks/>
          </p:cNvGrpSpPr>
          <p:nvPr/>
        </p:nvGrpSpPr>
        <p:grpSpPr bwMode="auto">
          <a:xfrm>
            <a:off x="4556125" y="3514725"/>
            <a:ext cx="522288" cy="558800"/>
            <a:chOff x="1910" y="2214"/>
            <a:chExt cx="329" cy="352"/>
          </a:xfrm>
        </p:grpSpPr>
        <p:sp>
          <p:nvSpPr>
            <p:cNvPr id="47127" name="Line 72">
              <a:extLst>
                <a:ext uri="{FF2B5EF4-FFF2-40B4-BE49-F238E27FC236}">
                  <a16:creationId xmlns:a16="http://schemas.microsoft.com/office/drawing/2014/main" id="{DA0EB997-AED6-406B-9BCB-7BBFE6AB82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6" y="2214"/>
              <a:ext cx="146" cy="5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28" name="Object 76">
                  <a:extLst>
                    <a:ext uri="{FF2B5EF4-FFF2-40B4-BE49-F238E27FC236}">
                      <a16:creationId xmlns:a16="http://schemas.microsoft.com/office/drawing/2014/main" id="{8C736BE2-305D-4A94-806C-331F82550105}"/>
                    </a:ext>
                  </a:extLst>
                </p:cNvPr>
                <p:cNvSpPr txBox="1"/>
                <p:nvPr/>
              </p:nvSpPr>
              <p:spPr bwMode="auto">
                <a:xfrm>
                  <a:off x="1910" y="2287"/>
                  <a:ext cx="329" cy="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28" name="Object 76">
                  <a:extLst>
                    <a:ext uri="{FF2B5EF4-FFF2-40B4-BE49-F238E27FC236}">
                      <a16:creationId xmlns:a16="http://schemas.microsoft.com/office/drawing/2014/main" id="{8C736BE2-305D-4A94-806C-331F825501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10" y="2287"/>
                  <a:ext cx="329" cy="279"/>
                </a:xfrm>
                <a:prstGeom prst="rect">
                  <a:avLst/>
                </a:prstGeom>
                <a:blipFill>
                  <a:blip r:embed="rId30"/>
                  <a:stretch>
                    <a:fillRect r="-13953" b="-138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8305" name="Group 81">
            <a:extLst>
              <a:ext uri="{FF2B5EF4-FFF2-40B4-BE49-F238E27FC236}">
                <a16:creationId xmlns:a16="http://schemas.microsoft.com/office/drawing/2014/main" id="{EA022E75-C9DF-44A4-B075-F36589EE9E30}"/>
              </a:ext>
            </a:extLst>
          </p:cNvPr>
          <p:cNvGrpSpPr>
            <a:grpSpLocks/>
          </p:cNvGrpSpPr>
          <p:nvPr/>
        </p:nvGrpSpPr>
        <p:grpSpPr bwMode="auto">
          <a:xfrm>
            <a:off x="3949700" y="1798638"/>
            <a:ext cx="704850" cy="1776412"/>
            <a:chOff x="1528" y="1133"/>
            <a:chExt cx="444" cy="1119"/>
          </a:xfrm>
        </p:grpSpPr>
        <p:sp>
          <p:nvSpPr>
            <p:cNvPr id="47125" name="Line 75">
              <a:extLst>
                <a:ext uri="{FF2B5EF4-FFF2-40B4-BE49-F238E27FC236}">
                  <a16:creationId xmlns:a16="http://schemas.microsoft.com/office/drawing/2014/main" id="{44B91851-8D37-47E0-A509-B505E4F297C9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075">
              <a:off x="1528" y="1133"/>
              <a:ext cx="444" cy="1119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triangle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126" name="Object 77">
                  <a:extLst>
                    <a:ext uri="{FF2B5EF4-FFF2-40B4-BE49-F238E27FC236}">
                      <a16:creationId xmlns:a16="http://schemas.microsoft.com/office/drawing/2014/main" id="{FC1C006C-06D5-41BD-ABEE-E9D77F0A6D1E}"/>
                    </a:ext>
                  </a:extLst>
                </p:cNvPr>
                <p:cNvSpPr txBox="1"/>
                <p:nvPr/>
              </p:nvSpPr>
              <p:spPr bwMode="auto">
                <a:xfrm>
                  <a:off x="1737" y="1408"/>
                  <a:ext cx="213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47126" name="Object 77">
                  <a:extLst>
                    <a:ext uri="{FF2B5EF4-FFF2-40B4-BE49-F238E27FC236}">
                      <a16:creationId xmlns:a16="http://schemas.microsoft.com/office/drawing/2014/main" id="{FC1C006C-06D5-41BD-ABEE-E9D77F0A6D1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737" y="1408"/>
                  <a:ext cx="213" cy="271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8313" name="Group 89">
            <a:extLst>
              <a:ext uri="{FF2B5EF4-FFF2-40B4-BE49-F238E27FC236}">
                <a16:creationId xmlns:a16="http://schemas.microsoft.com/office/drawing/2014/main" id="{58A0C4EB-F610-4B74-85D0-AB500A15B1AF}"/>
              </a:ext>
            </a:extLst>
          </p:cNvPr>
          <p:cNvGrpSpPr>
            <a:grpSpLocks/>
          </p:cNvGrpSpPr>
          <p:nvPr/>
        </p:nvGrpSpPr>
        <p:grpSpPr bwMode="auto">
          <a:xfrm>
            <a:off x="3983039" y="1268413"/>
            <a:ext cx="960437" cy="577850"/>
            <a:chOff x="1549" y="799"/>
            <a:chExt cx="605" cy="364"/>
          </a:xfrm>
        </p:grpSpPr>
        <p:grpSp>
          <p:nvGrpSpPr>
            <p:cNvPr id="47120" name="Group 84">
              <a:extLst>
                <a:ext uri="{FF2B5EF4-FFF2-40B4-BE49-F238E27FC236}">
                  <a16:creationId xmlns:a16="http://schemas.microsoft.com/office/drawing/2014/main" id="{EA3E950F-304B-49DA-A14E-52A864F0D0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49" y="799"/>
              <a:ext cx="605" cy="310"/>
              <a:chOff x="1549" y="799"/>
              <a:chExt cx="605" cy="310"/>
            </a:xfrm>
          </p:grpSpPr>
          <p:sp>
            <p:nvSpPr>
              <p:cNvPr id="47123" name="Line 82">
                <a:extLst>
                  <a:ext uri="{FF2B5EF4-FFF2-40B4-BE49-F238E27FC236}">
                    <a16:creationId xmlns:a16="http://schemas.microsoft.com/office/drawing/2014/main" id="{2898F815-1549-4003-96FF-0414F8C4EF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549" y="973"/>
                <a:ext cx="318" cy="13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/>
              <a:p>
                <a:endParaRPr 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124" name="Object 83">
                    <a:extLst>
                      <a:ext uri="{FF2B5EF4-FFF2-40B4-BE49-F238E27FC236}">
                        <a16:creationId xmlns:a16="http://schemas.microsoft.com/office/drawing/2014/main" id="{07DA313D-16BD-4C6B-AC21-AC0196D2F4AA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1837" y="799"/>
                    <a:ext cx="317" cy="300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47124" name="Object 83">
                    <a:extLst>
                      <a:ext uri="{FF2B5EF4-FFF2-40B4-BE49-F238E27FC236}">
                        <a16:creationId xmlns:a16="http://schemas.microsoft.com/office/drawing/2014/main" id="{07DA313D-16BD-4C6B-AC21-AC0196D2F4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837" y="799"/>
                    <a:ext cx="317" cy="300"/>
                  </a:xfrm>
                  <a:prstGeom prst="rect">
                    <a:avLst/>
                  </a:prstGeom>
                  <a:blipFill>
                    <a:blip r:embed="rId32"/>
                    <a:stretch>
                      <a:fillRect r="-8434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121" name="Line 85">
              <a:extLst>
                <a:ext uri="{FF2B5EF4-FFF2-40B4-BE49-F238E27FC236}">
                  <a16:creationId xmlns:a16="http://schemas.microsoft.com/office/drawing/2014/main" id="{C725C9B2-C7CC-4798-9100-EDF832BD7B8F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797164" flipH="1">
              <a:off x="1617" y="1076"/>
              <a:ext cx="36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/>
            </a:p>
          </p:txBody>
        </p:sp>
        <p:sp>
          <p:nvSpPr>
            <p:cNvPr id="47122" name="Line 86">
              <a:extLst>
                <a:ext uri="{FF2B5EF4-FFF2-40B4-BE49-F238E27FC236}">
                  <a16:creationId xmlns:a16="http://schemas.microsoft.com/office/drawing/2014/main" id="{8F9EB8A0-7284-44D2-905B-33AEA01D4078}"/>
                </a:ext>
              </a:extLst>
            </p:cNvPr>
            <p:cNvSpPr>
              <a:spLocks noChangeShapeType="1"/>
            </p:cNvSpPr>
            <p:nvPr/>
          </p:nvSpPr>
          <p:spPr bwMode="auto">
            <a:xfrm rot="9486871" flipV="1">
              <a:off x="1587" y="1162"/>
              <a:ext cx="70" cy="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/>
            </a:p>
          </p:txBody>
        </p:sp>
      </p:grpSp>
      <p:sp>
        <p:nvSpPr>
          <p:cNvPr id="76" name="Rectangle 63">
            <a:extLst>
              <a:ext uri="{FF2B5EF4-FFF2-40B4-BE49-F238E27FC236}">
                <a16:creationId xmlns:a16="http://schemas.microsoft.com/office/drawing/2014/main" id="{B9A4C7E7-8D33-402F-A8C3-3F0624CED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4350" y="1243013"/>
            <a:ext cx="1536700" cy="525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华文楷体" panose="02010600040101010101" pitchFamily="2" charset="-122"/>
              </a:rPr>
              <a:t>轴线上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226" grpId="0"/>
      <p:bldP spid="308245" grpId="0"/>
      <p:bldP spid="308246" grpId="0"/>
      <p:bldP spid="7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10274" name="Object 2">
                <a:extLst>
                  <a:ext uri="{FF2B5EF4-FFF2-40B4-BE49-F238E27FC236}">
                    <a16:creationId xmlns:a16="http://schemas.microsoft.com/office/drawing/2014/main" id="{FE685939-91AA-4443-8BF0-C91A69DDAAB8}"/>
                  </a:ext>
                </a:extLst>
              </p:cNvPr>
              <p:cNvSpPr txBox="1"/>
              <p:nvPr/>
            </p:nvSpPr>
            <p:spPr bwMode="auto">
              <a:xfrm>
                <a:off x="7149306" y="5109842"/>
                <a:ext cx="3792537" cy="1152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0274" name="Object 2">
                <a:extLst>
                  <a:ext uri="{FF2B5EF4-FFF2-40B4-BE49-F238E27FC236}">
                    <a16:creationId xmlns:a16="http://schemas.microsoft.com/office/drawing/2014/main" id="{FE685939-91AA-4443-8BF0-C91A69DDA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49306" y="5109842"/>
                <a:ext cx="3792537" cy="11525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278" name="Object 6">
                <a:extLst>
                  <a:ext uri="{FF2B5EF4-FFF2-40B4-BE49-F238E27FC236}">
                    <a16:creationId xmlns:a16="http://schemas.microsoft.com/office/drawing/2014/main" id="{4D8BBD03-56B4-4365-A405-B6129F9BED3E}"/>
                  </a:ext>
                </a:extLst>
              </p:cNvPr>
              <p:cNvSpPr txBox="1"/>
              <p:nvPr/>
            </p:nvSpPr>
            <p:spPr bwMode="auto">
              <a:xfrm>
                <a:off x="2068929" y="2599797"/>
                <a:ext cx="3109913" cy="1081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sup>
                        <m:e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0278" name="Object 6">
                <a:extLst>
                  <a:ext uri="{FF2B5EF4-FFF2-40B4-BE49-F238E27FC236}">
                    <a16:creationId xmlns:a16="http://schemas.microsoft.com/office/drawing/2014/main" id="{4D8BBD03-56B4-4365-A405-B6129F9BED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68929" y="2599797"/>
                <a:ext cx="3109913" cy="1081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279" name="Object 7">
                <a:extLst>
                  <a:ext uri="{FF2B5EF4-FFF2-40B4-BE49-F238E27FC236}">
                    <a16:creationId xmlns:a16="http://schemas.microsoft.com/office/drawing/2014/main" id="{1629B23F-9745-42A1-9307-18BC5B8D54C9}"/>
                  </a:ext>
                </a:extLst>
              </p:cNvPr>
              <p:cNvSpPr txBox="1"/>
              <p:nvPr/>
            </p:nvSpPr>
            <p:spPr bwMode="auto">
              <a:xfrm>
                <a:off x="4266407" y="3853656"/>
                <a:ext cx="2405062" cy="13096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0279" name="Object 7">
                <a:extLst>
                  <a:ext uri="{FF2B5EF4-FFF2-40B4-BE49-F238E27FC236}">
                    <a16:creationId xmlns:a16="http://schemas.microsoft.com/office/drawing/2014/main" id="{1629B23F-9745-42A1-9307-18BC5B8D54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6407" y="3853656"/>
                <a:ext cx="2405062" cy="13096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158" name="Object 8">
                <a:extLst>
                  <a:ext uri="{FF2B5EF4-FFF2-40B4-BE49-F238E27FC236}">
                    <a16:creationId xmlns:a16="http://schemas.microsoft.com/office/drawing/2014/main" id="{A4E0468E-F547-4B3A-9126-46B2BA07945C}"/>
                  </a:ext>
                </a:extLst>
              </p:cNvPr>
              <p:cNvSpPr txBox="1"/>
              <p:nvPr/>
            </p:nvSpPr>
            <p:spPr bwMode="auto">
              <a:xfrm>
                <a:off x="1662907" y="1328737"/>
                <a:ext cx="1765300" cy="7254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9158" name="Object 8">
                <a:extLst>
                  <a:ext uri="{FF2B5EF4-FFF2-40B4-BE49-F238E27FC236}">
                    <a16:creationId xmlns:a16="http://schemas.microsoft.com/office/drawing/2014/main" id="{A4E0468E-F547-4B3A-9126-46B2BA0794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2907" y="1328737"/>
                <a:ext cx="1765300" cy="725488"/>
              </a:xfrm>
              <a:prstGeom prst="rect">
                <a:avLst/>
              </a:prstGeom>
              <a:blipFill>
                <a:blip r:embed="rId6"/>
                <a:stretch>
                  <a:fillRect b="-193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281" name="Object 9">
                <a:extLst>
                  <a:ext uri="{FF2B5EF4-FFF2-40B4-BE49-F238E27FC236}">
                    <a16:creationId xmlns:a16="http://schemas.microsoft.com/office/drawing/2014/main" id="{0CC10FC2-E2AA-4E1A-8639-D7E9F88F7894}"/>
                  </a:ext>
                </a:extLst>
              </p:cNvPr>
              <p:cNvSpPr txBox="1"/>
              <p:nvPr/>
            </p:nvSpPr>
            <p:spPr bwMode="auto">
              <a:xfrm>
                <a:off x="3447258" y="1333502"/>
                <a:ext cx="2952750" cy="9763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𝑑𝑙</m:t>
                              </m:r>
                              <m:r>
                                <m:rPr>
                                  <m:nor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sin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0281" name="Object 9">
                <a:extLst>
                  <a:ext uri="{FF2B5EF4-FFF2-40B4-BE49-F238E27FC236}">
                    <a16:creationId xmlns:a16="http://schemas.microsoft.com/office/drawing/2014/main" id="{0CC10FC2-E2AA-4E1A-8639-D7E9F88F7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47258" y="1333502"/>
                <a:ext cx="2952750" cy="97631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0385" name="Object 113">
                <a:extLst>
                  <a:ext uri="{FF2B5EF4-FFF2-40B4-BE49-F238E27FC236}">
                    <a16:creationId xmlns:a16="http://schemas.microsoft.com/office/drawing/2014/main" id="{7DF57353-7725-4DC2-8793-35F885F45BBB}"/>
                  </a:ext>
                </a:extLst>
              </p:cNvPr>
              <p:cNvSpPr txBox="1"/>
              <p:nvPr/>
            </p:nvSpPr>
            <p:spPr bwMode="auto">
              <a:xfrm>
                <a:off x="2253341" y="3856433"/>
                <a:ext cx="2017713" cy="10080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𝐼𝑅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10385" name="Object 113">
                <a:extLst>
                  <a:ext uri="{FF2B5EF4-FFF2-40B4-BE49-F238E27FC236}">
                    <a16:creationId xmlns:a16="http://schemas.microsoft.com/office/drawing/2014/main" id="{7DF57353-7725-4DC2-8793-35F885F45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53341" y="3856433"/>
                <a:ext cx="2017713" cy="10080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78">
            <a:extLst>
              <a:ext uri="{FF2B5EF4-FFF2-40B4-BE49-F238E27FC236}">
                <a16:creationId xmlns:a16="http://schemas.microsoft.com/office/drawing/2014/main" id="{6E3222DF-63FC-459E-B03B-4C5E44D5F8BC}"/>
              </a:ext>
            </a:extLst>
          </p:cNvPr>
          <p:cNvGrpSpPr>
            <a:grpSpLocks/>
          </p:cNvGrpSpPr>
          <p:nvPr/>
        </p:nvGrpSpPr>
        <p:grpSpPr bwMode="auto">
          <a:xfrm>
            <a:off x="7207250" y="839788"/>
            <a:ext cx="2965450" cy="3668712"/>
            <a:chOff x="3580" y="529"/>
            <a:chExt cx="1868" cy="2311"/>
          </a:xfrm>
        </p:grpSpPr>
        <p:sp>
          <p:nvSpPr>
            <p:cNvPr id="60" name="Line 24">
              <a:extLst>
                <a:ext uri="{FF2B5EF4-FFF2-40B4-BE49-F238E27FC236}">
                  <a16:creationId xmlns:a16="http://schemas.microsoft.com/office/drawing/2014/main" id="{AE16038D-D9BA-494C-A72D-EF45C1C859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42" y="2229"/>
              <a:ext cx="558" cy="48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1" name="Oval 25">
              <a:extLst>
                <a:ext uri="{FF2B5EF4-FFF2-40B4-BE49-F238E27FC236}">
                  <a16:creationId xmlns:a16="http://schemas.microsoft.com/office/drawing/2014/main" id="{C84E454E-84C5-4C22-8A1F-574F3C354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0" y="1991"/>
              <a:ext cx="1384" cy="5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sz="2400" dirty="0">
                <a:ea typeface="华文楷体" panose="02010600040101010101" pitchFamily="2" charset="-122"/>
              </a:endParaRPr>
            </a:p>
          </p:txBody>
        </p:sp>
        <p:sp>
          <p:nvSpPr>
            <p:cNvPr id="62" name="Line 26">
              <a:extLst>
                <a:ext uri="{FF2B5EF4-FFF2-40B4-BE49-F238E27FC236}">
                  <a16:creationId xmlns:a16="http://schemas.microsoft.com/office/drawing/2014/main" id="{509A75DF-BD2B-48C7-B0CD-EB67D4CFF0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94" y="547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3" name="Line 27">
              <a:extLst>
                <a:ext uri="{FF2B5EF4-FFF2-40B4-BE49-F238E27FC236}">
                  <a16:creationId xmlns:a16="http://schemas.microsoft.com/office/drawing/2014/main" id="{73EDA541-9965-4225-9015-A8471A9A58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2227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4" name="Line 28">
              <a:extLst>
                <a:ext uri="{FF2B5EF4-FFF2-40B4-BE49-F238E27FC236}">
                  <a16:creationId xmlns:a16="http://schemas.microsoft.com/office/drawing/2014/main" id="{FF636C99-CFED-4E4B-8E47-DA06D028CB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00" y="2227"/>
              <a:ext cx="384" cy="2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5" name="Line 29">
              <a:extLst>
                <a:ext uri="{FF2B5EF4-FFF2-40B4-BE49-F238E27FC236}">
                  <a16:creationId xmlns:a16="http://schemas.microsoft.com/office/drawing/2014/main" id="{65679BC5-AF66-48FB-BD85-6FF49339C5C6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92075">
              <a:off x="4276" y="1334"/>
              <a:ext cx="421" cy="1153"/>
            </a:xfrm>
            <a:prstGeom prst="line">
              <a:avLst/>
            </a:prstGeom>
            <a:noFill/>
            <a:ln w="28575">
              <a:solidFill>
                <a:srgbClr val="009900"/>
              </a:solidFill>
              <a:round/>
              <a:headEnd type="triangle" w="med" len="lg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6" name="Line 30">
              <a:extLst>
                <a:ext uri="{FF2B5EF4-FFF2-40B4-BE49-F238E27FC236}">
                  <a16:creationId xmlns:a16="http://schemas.microsoft.com/office/drawing/2014/main" id="{1445E2E8-9DE4-4FBB-BEBA-45B4765D9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1307"/>
              <a:ext cx="353" cy="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7" name="Line 31">
              <a:extLst>
                <a:ext uri="{FF2B5EF4-FFF2-40B4-BE49-F238E27FC236}">
                  <a16:creationId xmlns:a16="http://schemas.microsoft.com/office/drawing/2014/main" id="{86684DBA-B8F2-4977-81F8-43A9C70D70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300" y="956"/>
              <a:ext cx="0" cy="33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8" name="Line 32">
              <a:extLst>
                <a:ext uri="{FF2B5EF4-FFF2-40B4-BE49-F238E27FC236}">
                  <a16:creationId xmlns:a16="http://schemas.microsoft.com/office/drawing/2014/main" id="{2960B0E5-B5EA-4CB9-905D-8B27853D71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96" y="971"/>
              <a:ext cx="398" cy="19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69" name="Line 33">
              <a:extLst>
                <a:ext uri="{FF2B5EF4-FFF2-40B4-BE49-F238E27FC236}">
                  <a16:creationId xmlns:a16="http://schemas.microsoft.com/office/drawing/2014/main" id="{861BE6E6-50C3-4AAF-9468-C4C9BA169D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41" y="1169"/>
              <a:ext cx="21" cy="31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0" name="Line 34">
              <a:extLst>
                <a:ext uri="{FF2B5EF4-FFF2-40B4-BE49-F238E27FC236}">
                  <a16:creationId xmlns:a16="http://schemas.microsoft.com/office/drawing/2014/main" id="{A47D0502-29EC-4EBD-882A-668CCE9F9A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88" y="1155"/>
              <a:ext cx="384" cy="14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none" w="sm" len="sm"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1" name="Arc 35">
              <a:extLst>
                <a:ext uri="{FF2B5EF4-FFF2-40B4-BE49-F238E27FC236}">
                  <a16:creationId xmlns:a16="http://schemas.microsoft.com/office/drawing/2014/main" id="{81693481-2B35-4290-A9D8-430F41689E30}"/>
                </a:ext>
              </a:extLst>
            </p:cNvPr>
            <p:cNvSpPr>
              <a:spLocks/>
            </p:cNvSpPr>
            <p:nvPr/>
          </p:nvSpPr>
          <p:spPr bwMode="auto">
            <a:xfrm rot="822596">
              <a:off x="4301" y="1593"/>
              <a:ext cx="81" cy="70"/>
            </a:xfrm>
            <a:custGeom>
              <a:avLst/>
              <a:gdLst>
                <a:gd name="T0" fmla="*/ 81 w 21600"/>
                <a:gd name="T1" fmla="*/ 0 h 21600"/>
                <a:gd name="T2" fmla="*/ 0 w 21600"/>
                <a:gd name="T3" fmla="*/ 7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</a:path>
                <a:path w="21600" h="21600" stroke="0" extrusionOk="0">
                  <a:moveTo>
                    <a:pt x="21600" y="0"/>
                  </a:moveTo>
                  <a:cubicBezTo>
                    <a:pt x="21600" y="11929"/>
                    <a:pt x="11929" y="21599"/>
                    <a:pt x="0" y="21600"/>
                  </a:cubicBezTo>
                  <a:lnTo>
                    <a:pt x="0" y="0"/>
                  </a:lnTo>
                  <a:lnTo>
                    <a:pt x="21600" y="0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p:sp>
          <p:nvSpPr>
            <p:cNvPr id="72" name="Arc 36">
              <a:extLst>
                <a:ext uri="{FF2B5EF4-FFF2-40B4-BE49-F238E27FC236}">
                  <a16:creationId xmlns:a16="http://schemas.microsoft.com/office/drawing/2014/main" id="{E2856B08-3299-4F1F-9B36-E6F173D5C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8" y="1252"/>
              <a:ext cx="49" cy="144"/>
            </a:xfrm>
            <a:custGeom>
              <a:avLst/>
              <a:gdLst>
                <a:gd name="T0" fmla="*/ 0 w 22050"/>
                <a:gd name="T1" fmla="*/ 0 h 21600"/>
                <a:gd name="T2" fmla="*/ 49 w 22050"/>
                <a:gd name="T3" fmla="*/ 144 h 21600"/>
                <a:gd name="T4" fmla="*/ 1 w 22050"/>
                <a:gd name="T5" fmla="*/ 144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050" h="21600" fill="none" extrusionOk="0">
                  <a:moveTo>
                    <a:pt x="-1" y="4"/>
                  </a:moveTo>
                  <a:cubicBezTo>
                    <a:pt x="149" y="1"/>
                    <a:pt x="299" y="-1"/>
                    <a:pt x="450" y="0"/>
                  </a:cubicBezTo>
                  <a:cubicBezTo>
                    <a:pt x="12379" y="0"/>
                    <a:pt x="22050" y="9670"/>
                    <a:pt x="22050" y="21600"/>
                  </a:cubicBezTo>
                </a:path>
                <a:path w="22050" h="21600" stroke="0" extrusionOk="0">
                  <a:moveTo>
                    <a:pt x="-1" y="4"/>
                  </a:moveTo>
                  <a:cubicBezTo>
                    <a:pt x="149" y="1"/>
                    <a:pt x="299" y="-1"/>
                    <a:pt x="450" y="0"/>
                  </a:cubicBezTo>
                  <a:cubicBezTo>
                    <a:pt x="12379" y="0"/>
                    <a:pt x="22050" y="9670"/>
                    <a:pt x="22050" y="21600"/>
                  </a:cubicBezTo>
                  <a:lnTo>
                    <a:pt x="450" y="21600"/>
                  </a:lnTo>
                  <a:lnTo>
                    <a:pt x="-1" y="4"/>
                  </a:lnTo>
                  <a:close/>
                </a:path>
              </a:pathLst>
            </a:custGeom>
            <a:noFill/>
            <a:ln w="19050" cap="rnd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Object 37">
                  <a:extLst>
                    <a:ext uri="{FF2B5EF4-FFF2-40B4-BE49-F238E27FC236}">
                      <a16:creationId xmlns:a16="http://schemas.microsoft.com/office/drawing/2014/main" id="{6E91E721-3F41-4BD4-A1B1-37C88C44013C}"/>
                    </a:ext>
                  </a:extLst>
                </p:cNvPr>
                <p:cNvSpPr txBox="1"/>
                <p:nvPr/>
              </p:nvSpPr>
              <p:spPr bwMode="auto">
                <a:xfrm>
                  <a:off x="4436" y="1168"/>
                  <a:ext cx="127" cy="1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69" name="Object 37">
                  <a:extLst>
                    <a:ext uri="{FF2B5EF4-FFF2-40B4-BE49-F238E27FC236}">
                      <a16:creationId xmlns:a16="http://schemas.microsoft.com/office/drawing/2014/main" id="{DB8C96B7-C98D-470D-9CDF-A1083F33AB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36" y="1168"/>
                  <a:ext cx="127" cy="132"/>
                </a:xfrm>
                <a:prstGeom prst="rect">
                  <a:avLst/>
                </a:prstGeom>
                <a:blipFill>
                  <a:blip r:embed="rId9"/>
                  <a:stretch>
                    <a:fillRect r="-75758" b="-91429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Object 38">
                  <a:extLst>
                    <a:ext uri="{FF2B5EF4-FFF2-40B4-BE49-F238E27FC236}">
                      <a16:creationId xmlns:a16="http://schemas.microsoft.com/office/drawing/2014/main" id="{14A5EC55-EDD8-47BA-89EF-41ADDB46BA09}"/>
                    </a:ext>
                  </a:extLst>
                </p:cNvPr>
                <p:cNvSpPr txBox="1"/>
                <p:nvPr/>
              </p:nvSpPr>
              <p:spPr bwMode="auto">
                <a:xfrm>
                  <a:off x="4285" y="1684"/>
                  <a:ext cx="183" cy="15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0" name="Object 38">
                  <a:extLst>
                    <a:ext uri="{FF2B5EF4-FFF2-40B4-BE49-F238E27FC236}">
                      <a16:creationId xmlns:a16="http://schemas.microsoft.com/office/drawing/2014/main" id="{3B912EA4-69D4-4A8B-8965-0DE4D19324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5" y="1684"/>
                  <a:ext cx="183" cy="155"/>
                </a:xfrm>
                <a:prstGeom prst="rect">
                  <a:avLst/>
                </a:prstGeom>
                <a:blipFill>
                  <a:blip r:embed="rId10"/>
                  <a:stretch>
                    <a:fillRect r="-18750" b="-67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Object 39">
                  <a:extLst>
                    <a:ext uri="{FF2B5EF4-FFF2-40B4-BE49-F238E27FC236}">
                      <a16:creationId xmlns:a16="http://schemas.microsoft.com/office/drawing/2014/main" id="{E93A71A9-0835-4F9C-9946-4067869CFBD6}"/>
                    </a:ext>
                  </a:extLst>
                </p:cNvPr>
                <p:cNvSpPr txBox="1"/>
                <p:nvPr/>
              </p:nvSpPr>
              <p:spPr bwMode="auto">
                <a:xfrm>
                  <a:off x="4547" y="2493"/>
                  <a:ext cx="329" cy="2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1" name="Object 39">
                  <a:extLst>
                    <a:ext uri="{FF2B5EF4-FFF2-40B4-BE49-F238E27FC236}">
                      <a16:creationId xmlns:a16="http://schemas.microsoft.com/office/drawing/2014/main" id="{0B3ED737-A7EB-4A8E-BC46-758014CD068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47" y="2493"/>
                  <a:ext cx="329" cy="279"/>
                </a:xfrm>
                <a:prstGeom prst="rect">
                  <a:avLst/>
                </a:prstGeom>
                <a:blipFill>
                  <a:blip r:embed="rId11"/>
                  <a:stretch>
                    <a:fillRect r="-116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Object 40">
                  <a:extLst>
                    <a:ext uri="{FF2B5EF4-FFF2-40B4-BE49-F238E27FC236}">
                      <a16:creationId xmlns:a16="http://schemas.microsoft.com/office/drawing/2014/main" id="{C407D092-E5BC-430F-9886-3271EC159F8A}"/>
                    </a:ext>
                  </a:extLst>
                </p:cNvPr>
                <p:cNvSpPr txBox="1"/>
                <p:nvPr/>
              </p:nvSpPr>
              <p:spPr bwMode="auto">
                <a:xfrm>
                  <a:off x="4457" y="1683"/>
                  <a:ext cx="213" cy="27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2" name="Object 40">
                  <a:extLst>
                    <a:ext uri="{FF2B5EF4-FFF2-40B4-BE49-F238E27FC236}">
                      <a16:creationId xmlns:a16="http://schemas.microsoft.com/office/drawing/2014/main" id="{ABFFEF00-BE05-4DFC-92CE-7C6D33E753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457" y="1683"/>
                  <a:ext cx="213" cy="271"/>
                </a:xfrm>
                <a:prstGeom prst="rect">
                  <a:avLst/>
                </a:prstGeom>
                <a:blipFill>
                  <a:blip r:embed="rId12"/>
                  <a:stretch>
                    <a:fillRect l="-7273" t="-21127" r="-27273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Object 41">
                  <a:extLst>
                    <a:ext uri="{FF2B5EF4-FFF2-40B4-BE49-F238E27FC236}">
                      <a16:creationId xmlns:a16="http://schemas.microsoft.com/office/drawing/2014/main" id="{27158541-5FB0-4D38-841F-71A602A3ECDB}"/>
                    </a:ext>
                  </a:extLst>
                </p:cNvPr>
                <p:cNvSpPr txBox="1"/>
                <p:nvPr/>
              </p:nvSpPr>
              <p:spPr bwMode="auto">
                <a:xfrm>
                  <a:off x="4532" y="1443"/>
                  <a:ext cx="264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3" name="Object 41">
                  <a:extLst>
                    <a:ext uri="{FF2B5EF4-FFF2-40B4-BE49-F238E27FC236}">
                      <a16:creationId xmlns:a16="http://schemas.microsoft.com/office/drawing/2014/main" id="{E6ADA08F-F66D-4EC1-ABB9-1EA66ECED45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532" y="1443"/>
                  <a:ext cx="264" cy="254"/>
                </a:xfrm>
                <a:prstGeom prst="rect">
                  <a:avLst/>
                </a:prstGeom>
                <a:blipFill>
                  <a:blip r:embed="rId13"/>
                  <a:stretch>
                    <a:fillRect l="-4348" r="-66667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Object 42">
                  <a:extLst>
                    <a:ext uri="{FF2B5EF4-FFF2-40B4-BE49-F238E27FC236}">
                      <a16:creationId xmlns:a16="http://schemas.microsoft.com/office/drawing/2014/main" id="{F81066AA-506B-48B0-B600-8C9EA537FC63}"/>
                    </a:ext>
                  </a:extLst>
                </p:cNvPr>
                <p:cNvSpPr txBox="1"/>
                <p:nvPr/>
              </p:nvSpPr>
              <p:spPr bwMode="auto">
                <a:xfrm>
                  <a:off x="4694" y="988"/>
                  <a:ext cx="273" cy="27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acc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4" name="Object 42">
                  <a:extLst>
                    <a:ext uri="{FF2B5EF4-FFF2-40B4-BE49-F238E27FC236}">
                      <a16:creationId xmlns:a16="http://schemas.microsoft.com/office/drawing/2014/main" id="{346ABC4B-B669-4D52-8064-823BBD1E08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694" y="988"/>
                  <a:ext cx="273" cy="272"/>
                </a:xfrm>
                <a:prstGeom prst="rect">
                  <a:avLst/>
                </a:prstGeom>
                <a:blipFill>
                  <a:blip r:embed="rId14"/>
                  <a:stretch>
                    <a:fillRect r="-11268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Object 43">
                  <a:extLst>
                    <a:ext uri="{FF2B5EF4-FFF2-40B4-BE49-F238E27FC236}">
                      <a16:creationId xmlns:a16="http://schemas.microsoft.com/office/drawing/2014/main" id="{E3AA8751-70CB-4B72-81C5-95AA12D564BC}"/>
                    </a:ext>
                  </a:extLst>
                </p:cNvPr>
                <p:cNvSpPr txBox="1"/>
                <p:nvPr/>
              </p:nvSpPr>
              <p:spPr bwMode="auto">
                <a:xfrm>
                  <a:off x="4287" y="893"/>
                  <a:ext cx="287" cy="28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75" name="Object 43">
                  <a:extLst>
                    <a:ext uri="{FF2B5EF4-FFF2-40B4-BE49-F238E27FC236}">
                      <a16:creationId xmlns:a16="http://schemas.microsoft.com/office/drawing/2014/main" id="{449B7504-5926-4CDD-AE9A-060EA580C23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87" y="893"/>
                  <a:ext cx="287" cy="289"/>
                </a:xfrm>
                <a:prstGeom prst="rect">
                  <a:avLst/>
                </a:prstGeom>
                <a:blipFill>
                  <a:blip r:embed="rId15"/>
                  <a:stretch>
                    <a:fillRect l="-4000" r="-38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Object 44">
                  <a:extLst>
                    <a:ext uri="{FF2B5EF4-FFF2-40B4-BE49-F238E27FC236}">
                      <a16:creationId xmlns:a16="http://schemas.microsoft.com/office/drawing/2014/main" id="{2AD014D0-E858-4848-8211-B1E5B5AB0FD9}"/>
                    </a:ext>
                  </a:extLst>
                </p:cNvPr>
                <p:cNvSpPr txBox="1"/>
                <p:nvPr/>
              </p:nvSpPr>
              <p:spPr bwMode="auto">
                <a:xfrm>
                  <a:off x="4058" y="1225"/>
                  <a:ext cx="244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6" name="Object 44">
                  <a:extLst>
                    <a:ext uri="{FF2B5EF4-FFF2-40B4-BE49-F238E27FC236}">
                      <a16:creationId xmlns:a16="http://schemas.microsoft.com/office/drawing/2014/main" id="{642BD261-A85D-4DA5-A26D-7D214378A6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58" y="1225"/>
                  <a:ext cx="244" cy="244"/>
                </a:xfrm>
                <a:prstGeom prst="rect">
                  <a:avLst/>
                </a:prstGeom>
                <a:blipFill>
                  <a:blip r:embed="rId16"/>
                  <a:stretch>
                    <a:fillRect l="-4762" b="-1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Object 45">
                  <a:extLst>
                    <a:ext uri="{FF2B5EF4-FFF2-40B4-BE49-F238E27FC236}">
                      <a16:creationId xmlns:a16="http://schemas.microsoft.com/office/drawing/2014/main" id="{332CA244-CB07-482F-BFF8-D764568A9CBF}"/>
                    </a:ext>
                  </a:extLst>
                </p:cNvPr>
                <p:cNvSpPr txBox="1"/>
                <p:nvPr/>
              </p:nvSpPr>
              <p:spPr bwMode="auto">
                <a:xfrm>
                  <a:off x="4090" y="1593"/>
                  <a:ext cx="193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7" name="Object 45">
                  <a:extLst>
                    <a:ext uri="{FF2B5EF4-FFF2-40B4-BE49-F238E27FC236}">
                      <a16:creationId xmlns:a16="http://schemas.microsoft.com/office/drawing/2014/main" id="{6CD6AF7D-DC25-4692-B124-3CCA38C59A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90" y="1593"/>
                  <a:ext cx="193" cy="236"/>
                </a:xfrm>
                <a:prstGeom prst="rect">
                  <a:avLst/>
                </a:prstGeom>
                <a:blipFill>
                  <a:blip r:embed="rId17"/>
                  <a:stretch>
                    <a:fillRect r="-4000" b="-983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Object 46">
                  <a:extLst>
                    <a:ext uri="{FF2B5EF4-FFF2-40B4-BE49-F238E27FC236}">
                      <a16:creationId xmlns:a16="http://schemas.microsoft.com/office/drawing/2014/main" id="{2520354F-B97F-41E5-953F-80DD24185F80}"/>
                    </a:ext>
                  </a:extLst>
                </p:cNvPr>
                <p:cNvSpPr txBox="1"/>
                <p:nvPr/>
              </p:nvSpPr>
              <p:spPr bwMode="auto">
                <a:xfrm>
                  <a:off x="4036" y="2123"/>
                  <a:ext cx="231" cy="24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8" name="Object 46">
                  <a:extLst>
                    <a:ext uri="{FF2B5EF4-FFF2-40B4-BE49-F238E27FC236}">
                      <a16:creationId xmlns:a16="http://schemas.microsoft.com/office/drawing/2014/main" id="{35C483E2-218D-48B7-94B1-B2B18AED16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036" y="2123"/>
                  <a:ext cx="231" cy="248"/>
                </a:xfrm>
                <a:prstGeom prst="rect">
                  <a:avLst/>
                </a:prstGeom>
                <a:blipFill>
                  <a:blip r:embed="rId18"/>
                  <a:stretch>
                    <a:fillRect l="-3333" r="-11667" b="-1250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Object 47">
                  <a:extLst>
                    <a:ext uri="{FF2B5EF4-FFF2-40B4-BE49-F238E27FC236}">
                      <a16:creationId xmlns:a16="http://schemas.microsoft.com/office/drawing/2014/main" id="{E3DF0706-022C-4B24-A816-8BA676A622AF}"/>
                    </a:ext>
                  </a:extLst>
                </p:cNvPr>
                <p:cNvSpPr txBox="1"/>
                <p:nvPr/>
              </p:nvSpPr>
              <p:spPr bwMode="auto">
                <a:xfrm>
                  <a:off x="4258" y="2265"/>
                  <a:ext cx="244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79" name="Object 47">
                  <a:extLst>
                    <a:ext uri="{FF2B5EF4-FFF2-40B4-BE49-F238E27FC236}">
                      <a16:creationId xmlns:a16="http://schemas.microsoft.com/office/drawing/2014/main" id="{432BA0A8-BE67-4DE6-BB31-86359D7E88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58" y="2265"/>
                  <a:ext cx="244" cy="244"/>
                </a:xfrm>
                <a:prstGeom prst="rect">
                  <a:avLst/>
                </a:prstGeom>
                <a:blipFill>
                  <a:blip r:embed="rId19"/>
                  <a:stretch>
                    <a:fillRect l="-4762" r="-1587" b="-1428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Object 48">
                  <a:extLst>
                    <a:ext uri="{FF2B5EF4-FFF2-40B4-BE49-F238E27FC236}">
                      <a16:creationId xmlns:a16="http://schemas.microsoft.com/office/drawing/2014/main" id="{68BC971C-A39E-4350-BC6F-2C0C9BCA68E9}"/>
                    </a:ext>
                  </a:extLst>
                </p:cNvPr>
                <p:cNvSpPr txBox="1"/>
                <p:nvPr/>
              </p:nvSpPr>
              <p:spPr bwMode="auto">
                <a:xfrm>
                  <a:off x="3787" y="2613"/>
                  <a:ext cx="227" cy="2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80" name="Object 48">
                  <a:extLst>
                    <a:ext uri="{FF2B5EF4-FFF2-40B4-BE49-F238E27FC236}">
                      <a16:creationId xmlns:a16="http://schemas.microsoft.com/office/drawing/2014/main" id="{87499BEE-266E-46A5-98F8-0302C49D3A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787" y="2613"/>
                  <a:ext cx="227" cy="227"/>
                </a:xfrm>
                <a:prstGeom prst="rect">
                  <a:avLst/>
                </a:prstGeom>
                <a:blipFill>
                  <a:blip r:embed="rId20"/>
                  <a:stretch>
                    <a:fillRect b="-11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Object 49">
                  <a:extLst>
                    <a:ext uri="{FF2B5EF4-FFF2-40B4-BE49-F238E27FC236}">
                      <a16:creationId xmlns:a16="http://schemas.microsoft.com/office/drawing/2014/main" id="{75B5C15D-951D-49CC-9016-2E33C298A103}"/>
                    </a:ext>
                  </a:extLst>
                </p:cNvPr>
                <p:cNvSpPr txBox="1"/>
                <p:nvPr/>
              </p:nvSpPr>
              <p:spPr bwMode="auto">
                <a:xfrm>
                  <a:off x="4298" y="529"/>
                  <a:ext cx="193" cy="23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81" name="Object 49">
                  <a:extLst>
                    <a:ext uri="{FF2B5EF4-FFF2-40B4-BE49-F238E27FC236}">
                      <a16:creationId xmlns:a16="http://schemas.microsoft.com/office/drawing/2014/main" id="{67036DC3-4EC5-4A4D-A38F-87A081EF43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298" y="529"/>
                  <a:ext cx="193" cy="236"/>
                </a:xfrm>
                <a:prstGeom prst="rect">
                  <a:avLst/>
                </a:prstGeom>
                <a:blipFill>
                  <a:blip r:embed="rId21"/>
                  <a:stretch>
                    <a:fillRect r="-1961" b="-983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Object 50">
                  <a:extLst>
                    <a:ext uri="{FF2B5EF4-FFF2-40B4-BE49-F238E27FC236}">
                      <a16:creationId xmlns:a16="http://schemas.microsoft.com/office/drawing/2014/main" id="{A28C3977-36E3-45D0-8433-1370C277459D}"/>
                    </a:ext>
                  </a:extLst>
                </p:cNvPr>
                <p:cNvSpPr txBox="1"/>
                <p:nvPr/>
              </p:nvSpPr>
              <p:spPr bwMode="auto">
                <a:xfrm>
                  <a:off x="5202" y="2241"/>
                  <a:ext cx="206" cy="24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400"/>
                </a:p>
              </p:txBody>
            </p:sp>
          </mc:Choice>
          <mc:Fallback xmlns="">
            <p:sp>
              <p:nvSpPr>
                <p:cNvPr id="47182" name="Object 50">
                  <a:extLst>
                    <a:ext uri="{FF2B5EF4-FFF2-40B4-BE49-F238E27FC236}">
                      <a16:creationId xmlns:a16="http://schemas.microsoft.com/office/drawing/2014/main" id="{1E746985-CB3D-48AA-BE5D-F609AD459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02" y="2241"/>
                  <a:ext cx="206" cy="244"/>
                </a:xfrm>
                <a:prstGeom prst="rect">
                  <a:avLst/>
                </a:prstGeom>
                <a:blipFill>
                  <a:blip r:embed="rId22"/>
                  <a:stretch>
                    <a:fillRect l="-5660" r="-15094" b="-31746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7" name="Line 51">
              <a:extLst>
                <a:ext uri="{FF2B5EF4-FFF2-40B4-BE49-F238E27FC236}">
                  <a16:creationId xmlns:a16="http://schemas.microsoft.com/office/drawing/2014/main" id="{B73420CD-2434-454A-BAAE-0D09D9A38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665" y="2456"/>
              <a:ext cx="146" cy="59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</p:grpSp>
      <p:grpSp>
        <p:nvGrpSpPr>
          <p:cNvPr id="88" name="Group 52">
            <a:extLst>
              <a:ext uri="{FF2B5EF4-FFF2-40B4-BE49-F238E27FC236}">
                <a16:creationId xmlns:a16="http://schemas.microsoft.com/office/drawing/2014/main" id="{125E8949-792E-4929-BD91-9FF1BADF5437}"/>
              </a:ext>
            </a:extLst>
          </p:cNvPr>
          <p:cNvGrpSpPr>
            <a:grpSpLocks/>
          </p:cNvGrpSpPr>
          <p:nvPr/>
        </p:nvGrpSpPr>
        <p:grpSpPr bwMode="auto">
          <a:xfrm>
            <a:off x="7324726" y="1355725"/>
            <a:ext cx="1031875" cy="2159000"/>
            <a:chOff x="2599" y="845"/>
            <a:chExt cx="650" cy="1360"/>
          </a:xfrm>
        </p:grpSpPr>
        <p:sp>
          <p:nvSpPr>
            <p:cNvPr id="89" name="Line 53">
              <a:extLst>
                <a:ext uri="{FF2B5EF4-FFF2-40B4-BE49-F238E27FC236}">
                  <a16:creationId xmlns:a16="http://schemas.microsoft.com/office/drawing/2014/main" id="{A408B854-73E9-45D8-AB7C-B095246132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81" y="2008"/>
              <a:ext cx="243" cy="19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90" name="Line 54">
              <a:extLst>
                <a:ext uri="{FF2B5EF4-FFF2-40B4-BE49-F238E27FC236}">
                  <a16:creationId xmlns:a16="http://schemas.microsoft.com/office/drawing/2014/main" id="{DF7276D2-9C26-4973-877B-EB2AE6D43D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24" y="2003"/>
              <a:ext cx="152" cy="2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91" name="Line 55">
              <a:extLst>
                <a:ext uri="{FF2B5EF4-FFF2-40B4-BE49-F238E27FC236}">
                  <a16:creationId xmlns:a16="http://schemas.microsoft.com/office/drawing/2014/main" id="{5FC081B1-9B4E-4F95-B410-2D8A8377E0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0" y="1298"/>
              <a:ext cx="272" cy="697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92" name="Line 56">
              <a:extLst>
                <a:ext uri="{FF2B5EF4-FFF2-40B4-BE49-F238E27FC236}">
                  <a16:creationId xmlns:a16="http://schemas.microsoft.com/office/drawing/2014/main" id="{0D601969-B7B9-4D68-AF33-098FD10B0F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960" y="1162"/>
              <a:ext cx="289" cy="137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93" name="Line 57">
              <a:extLst>
                <a:ext uri="{FF2B5EF4-FFF2-40B4-BE49-F238E27FC236}">
                  <a16:creationId xmlns:a16="http://schemas.microsoft.com/office/drawing/2014/main" id="{2429CFF1-8AB8-4B93-95CE-A8552AE1CE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5" y="845"/>
              <a:ext cx="212" cy="99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94" name="Line 58">
              <a:extLst>
                <a:ext uri="{FF2B5EF4-FFF2-40B4-BE49-F238E27FC236}">
                  <a16:creationId xmlns:a16="http://schemas.microsoft.com/office/drawing/2014/main" id="{DCB6B427-F172-49A6-81AC-9C9A389557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869"/>
              <a:ext cx="16" cy="293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p:sp>
          <p:nvSpPr>
            <p:cNvPr id="95" name="Line 59">
              <a:extLst>
                <a:ext uri="{FF2B5EF4-FFF2-40B4-BE49-F238E27FC236}">
                  <a16:creationId xmlns:a16="http://schemas.microsoft.com/office/drawing/2014/main" id="{F97997CA-8CBF-4C81-BCA3-30B1CD7299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005" y="845"/>
              <a:ext cx="227" cy="429"/>
            </a:xfrm>
            <a:prstGeom prst="line">
              <a:avLst/>
            </a:prstGeom>
            <a:noFill/>
            <a:ln w="31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6" name="Object 60">
                  <a:extLst>
                    <a:ext uri="{FF2B5EF4-FFF2-40B4-BE49-F238E27FC236}">
                      <a16:creationId xmlns:a16="http://schemas.microsoft.com/office/drawing/2014/main" id="{79C24E0E-9755-4DB5-8B6B-0078874AE226}"/>
                    </a:ext>
                  </a:extLst>
                </p:cNvPr>
                <p:cNvSpPr txBox="1"/>
                <p:nvPr/>
              </p:nvSpPr>
              <p:spPr bwMode="auto">
                <a:xfrm>
                  <a:off x="2679" y="1680"/>
                  <a:ext cx="303" cy="24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𝐼𝑑</m:t>
                        </m:r>
                        <m:acc>
                          <m:accPr>
                            <m:chr m:val="⃗"/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</m:acc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54" name="Object 60">
                  <a:extLst>
                    <a:ext uri="{FF2B5EF4-FFF2-40B4-BE49-F238E27FC236}">
                      <a16:creationId xmlns:a16="http://schemas.microsoft.com/office/drawing/2014/main" id="{93E9D34D-3626-4540-87CA-5FD22C99F93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79" y="1680"/>
                  <a:ext cx="303" cy="247"/>
                </a:xfrm>
                <a:prstGeom prst="rect">
                  <a:avLst/>
                </a:prstGeom>
                <a:blipFill>
                  <a:blip r:embed="rId23"/>
                  <a:stretch>
                    <a:fillRect r="-1012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7" name="Object 61">
                  <a:extLst>
                    <a:ext uri="{FF2B5EF4-FFF2-40B4-BE49-F238E27FC236}">
                      <a16:creationId xmlns:a16="http://schemas.microsoft.com/office/drawing/2014/main" id="{8D3A6A92-22CC-461D-B4EA-469A709FFEC6}"/>
                    </a:ext>
                  </a:extLst>
                </p:cNvPr>
                <p:cNvSpPr txBox="1"/>
                <p:nvPr/>
              </p:nvSpPr>
              <p:spPr bwMode="auto">
                <a:xfrm>
                  <a:off x="2599" y="1031"/>
                  <a:ext cx="264" cy="2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zh-CN" altLang="en-US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⊥</m:t>
                            </m:r>
                          </m:sub>
                        </m:sSub>
                      </m:oMath>
                    </m:oMathPara>
                  </a14:m>
                  <a:endParaRPr lang="zh-CN" altLang="en-US" sz="2400" dirty="0"/>
                </a:p>
              </p:txBody>
            </p:sp>
          </mc:Choice>
          <mc:Fallback xmlns="">
            <p:sp>
              <p:nvSpPr>
                <p:cNvPr id="47155" name="Object 61">
                  <a:extLst>
                    <a:ext uri="{FF2B5EF4-FFF2-40B4-BE49-F238E27FC236}">
                      <a16:creationId xmlns:a16="http://schemas.microsoft.com/office/drawing/2014/main" id="{7B9A185B-317A-43CF-B5A2-EC5220EF3B7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599" y="1031"/>
                  <a:ext cx="264" cy="254"/>
                </a:xfrm>
                <a:prstGeom prst="rect">
                  <a:avLst/>
                </a:prstGeom>
                <a:blipFill>
                  <a:blip r:embed="rId24"/>
                  <a:stretch>
                    <a:fillRect l="-4412" r="-67647" b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8" name="Text Box 3">
            <a:extLst>
              <a:ext uri="{FF2B5EF4-FFF2-40B4-BE49-F238E27FC236}">
                <a16:creationId xmlns:a16="http://schemas.microsoft.com/office/drawing/2014/main" id="{F41F3FD3-C1B7-4007-A784-5DDCF9C919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" y="443652"/>
            <a:ext cx="88566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圆电流产生磁场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2">
                <a:extLst>
                  <a:ext uri="{FF2B5EF4-FFF2-40B4-BE49-F238E27FC236}">
                    <a16:creationId xmlns:a16="http://schemas.microsoft.com/office/drawing/2014/main" id="{3946E180-A68E-462F-8A9E-1AA510CCA37B}"/>
                  </a:ext>
                </a:extLst>
              </p:cNvPr>
              <p:cNvSpPr txBox="1"/>
              <p:nvPr/>
            </p:nvSpPr>
            <p:spPr bwMode="auto">
              <a:xfrm>
                <a:off x="1365928" y="5261823"/>
                <a:ext cx="3792537" cy="1152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圆心处：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8" name="Object 2">
                <a:extLst>
                  <a:ext uri="{FF2B5EF4-FFF2-40B4-BE49-F238E27FC236}">
                    <a16:creationId xmlns:a16="http://schemas.microsoft.com/office/drawing/2014/main" id="{3946E180-A68E-462F-8A9E-1AA510CCA3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65928" y="5261823"/>
                <a:ext cx="3792537" cy="1152525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0274" grpId="0"/>
      <p:bldP spid="310278" grpId="0"/>
      <p:bldP spid="310279" grpId="0"/>
      <p:bldP spid="49158" grpId="0"/>
      <p:bldP spid="310281" grpId="0"/>
      <p:bldP spid="310385" grpId="0"/>
      <p:bldP spid="4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FA133CBC-6148-4408-9A72-E30C735678D0}"/>
                  </a:ext>
                </a:extLst>
              </p:cNvPr>
              <p:cNvSpPr txBox="1"/>
              <p:nvPr/>
            </p:nvSpPr>
            <p:spPr bwMode="auto">
              <a:xfrm>
                <a:off x="2983334" y="2246635"/>
                <a:ext cx="2263313" cy="4254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11">
                <a:extLst>
                  <a:ext uri="{FF2B5EF4-FFF2-40B4-BE49-F238E27FC236}">
                    <a16:creationId xmlns:a16="http://schemas.microsoft.com/office/drawing/2014/main" id="{FA133CBC-6148-4408-9A72-E30C73567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983334" y="2246635"/>
                <a:ext cx="2263313" cy="4254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0">
            <a:extLst>
              <a:ext uri="{FF2B5EF4-FFF2-40B4-BE49-F238E27FC236}">
                <a16:creationId xmlns:a16="http://schemas.microsoft.com/office/drawing/2014/main" id="{15D830AD-ED95-475A-BA75-160FB13BCB4E}"/>
              </a:ext>
            </a:extLst>
          </p:cNvPr>
          <p:cNvGrpSpPr>
            <a:grpSpLocks/>
          </p:cNvGrpSpPr>
          <p:nvPr/>
        </p:nvGrpSpPr>
        <p:grpSpPr bwMode="auto">
          <a:xfrm>
            <a:off x="996666" y="2132527"/>
            <a:ext cx="1219200" cy="1408113"/>
            <a:chOff x="249" y="3181"/>
            <a:chExt cx="768" cy="887"/>
          </a:xfrm>
        </p:grpSpPr>
        <p:sp>
          <p:nvSpPr>
            <p:cNvPr id="7" name="Oval 51">
              <a:extLst>
                <a:ext uri="{FF2B5EF4-FFF2-40B4-BE49-F238E27FC236}">
                  <a16:creationId xmlns:a16="http://schemas.microsoft.com/office/drawing/2014/main" id="{FF2C5348-984D-4070-B5EE-70B099F58F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" y="3588"/>
              <a:ext cx="768" cy="26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dirty="0">
                <a:ea typeface="华文楷体" panose="02010600040101010101" pitchFamily="2" charset="-122"/>
              </a:endParaRPr>
            </a:p>
          </p:txBody>
        </p:sp>
        <p:sp>
          <p:nvSpPr>
            <p:cNvPr id="8" name="Line 52">
              <a:extLst>
                <a:ext uri="{FF2B5EF4-FFF2-40B4-BE49-F238E27FC236}">
                  <a16:creationId xmlns:a16="http://schemas.microsoft.com/office/drawing/2014/main" id="{813C37C6-0564-47A2-B332-F6EC25018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9" y="3828"/>
              <a:ext cx="92" cy="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9" name="Line 53">
              <a:extLst>
                <a:ext uri="{FF2B5EF4-FFF2-40B4-BE49-F238E27FC236}">
                  <a16:creationId xmlns:a16="http://schemas.microsoft.com/office/drawing/2014/main" id="{91CC2D97-4E1B-4F5F-88CC-D44B266BA3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9" y="3824"/>
              <a:ext cx="92" cy="5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Object 54">
                  <a:extLst>
                    <a:ext uri="{FF2B5EF4-FFF2-40B4-BE49-F238E27FC236}">
                      <a16:creationId xmlns:a16="http://schemas.microsoft.com/office/drawing/2014/main" id="{6D4597FF-9E92-4439-AE5C-93DE63A153A8}"/>
                    </a:ext>
                  </a:extLst>
                </p:cNvPr>
                <p:cNvSpPr txBox="1"/>
                <p:nvPr/>
              </p:nvSpPr>
              <p:spPr bwMode="auto">
                <a:xfrm>
                  <a:off x="640" y="3181"/>
                  <a:ext cx="260" cy="33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</m:acc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0" name="Object 54">
                  <a:extLst>
                    <a:ext uri="{FF2B5EF4-FFF2-40B4-BE49-F238E27FC236}">
                      <a16:creationId xmlns:a16="http://schemas.microsoft.com/office/drawing/2014/main" id="{6D4597FF-9E92-4439-AE5C-93DE63A153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40" y="3181"/>
                  <a:ext cx="260" cy="339"/>
                </a:xfrm>
                <a:prstGeom prst="rect">
                  <a:avLst/>
                </a:prstGeom>
                <a:blipFill>
                  <a:blip r:embed="rId3"/>
                  <a:stretch>
                    <a:fillRect r="-1471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55">
                  <a:extLst>
                    <a:ext uri="{FF2B5EF4-FFF2-40B4-BE49-F238E27FC236}">
                      <a16:creationId xmlns:a16="http://schemas.microsoft.com/office/drawing/2014/main" id="{FCC64ADD-5703-437C-B909-82D4050502AA}"/>
                    </a:ext>
                  </a:extLst>
                </p:cNvPr>
                <p:cNvSpPr txBox="1"/>
                <p:nvPr/>
              </p:nvSpPr>
              <p:spPr bwMode="auto">
                <a:xfrm>
                  <a:off x="725" y="3872"/>
                  <a:ext cx="151" cy="19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1" name="Object 55">
                  <a:extLst>
                    <a:ext uri="{FF2B5EF4-FFF2-40B4-BE49-F238E27FC236}">
                      <a16:creationId xmlns:a16="http://schemas.microsoft.com/office/drawing/2014/main" id="{FCC64ADD-5703-437C-B909-82D4050502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" y="3872"/>
                  <a:ext cx="151" cy="196"/>
                </a:xfrm>
                <a:prstGeom prst="rect">
                  <a:avLst/>
                </a:prstGeom>
                <a:blipFill>
                  <a:blip r:embed="rId4"/>
                  <a:stretch>
                    <a:fillRect b="-2549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Line 56">
              <a:extLst>
                <a:ext uri="{FF2B5EF4-FFF2-40B4-BE49-F238E27FC236}">
                  <a16:creationId xmlns:a16="http://schemas.microsoft.com/office/drawing/2014/main" id="{42E2C4EC-E4A7-4B93-A053-870E679B77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" y="3329"/>
              <a:ext cx="0" cy="409"/>
            </a:xfrm>
            <a:prstGeom prst="line">
              <a:avLst/>
            </a:prstGeom>
            <a:noFill/>
            <a:ln w="28575">
              <a:solidFill>
                <a:srgbClr val="328717"/>
              </a:solidFill>
              <a:round/>
              <a:headE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/>
            <a:p>
              <a:endParaRPr lang="en-US" sz="280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Object 65">
                <a:extLst>
                  <a:ext uri="{FF2B5EF4-FFF2-40B4-BE49-F238E27FC236}">
                    <a16:creationId xmlns:a16="http://schemas.microsoft.com/office/drawing/2014/main" id="{4FDE1778-014A-4853-9B56-B935CD42C076}"/>
                  </a:ext>
                </a:extLst>
              </p:cNvPr>
              <p:cNvSpPr txBox="1"/>
              <p:nvPr/>
            </p:nvSpPr>
            <p:spPr bwMode="auto">
              <a:xfrm>
                <a:off x="2749958" y="2799200"/>
                <a:ext cx="2666412" cy="5907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𝑆𝐼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" name="Object 65">
                <a:extLst>
                  <a:ext uri="{FF2B5EF4-FFF2-40B4-BE49-F238E27FC236}">
                    <a16:creationId xmlns:a16="http://schemas.microsoft.com/office/drawing/2014/main" id="{4FDE1778-014A-4853-9B56-B935CD42C0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9958" y="2799200"/>
                <a:ext cx="2666412" cy="5907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66">
            <a:extLst>
              <a:ext uri="{FF2B5EF4-FFF2-40B4-BE49-F238E27FC236}">
                <a16:creationId xmlns:a16="http://schemas.microsoft.com/office/drawing/2014/main" id="{08C60C98-78BA-4D23-A647-9C1423350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1083" y="2764582"/>
            <a:ext cx="2666412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dirty="0">
                <a:ea typeface="华文楷体" panose="02010600040101010101" pitchFamily="2" charset="-122"/>
              </a:rPr>
              <a:t>磁偶极矩 </a:t>
            </a:r>
            <a:r>
              <a:rPr lang="en-US" altLang="zh-CN" dirty="0">
                <a:ea typeface="华文楷体" panose="02010600040101010101" pitchFamily="2" charset="-122"/>
              </a:rPr>
              <a:t>(</a:t>
            </a:r>
            <a:r>
              <a:rPr lang="zh-CN" altLang="en-US" dirty="0">
                <a:ea typeface="华文楷体" panose="02010600040101010101" pitchFamily="2" charset="-122"/>
              </a:rPr>
              <a:t>磁矩</a:t>
            </a:r>
            <a:r>
              <a:rPr lang="en-US" altLang="zh-CN" dirty="0">
                <a:ea typeface="华文楷体" panose="02010600040101010101" pitchFamily="2" charset="-122"/>
              </a:rPr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E4020FB-1E28-41A2-8B04-B67E3E15917F}"/>
                  </a:ext>
                </a:extLst>
              </p:cNvPr>
              <p:cNvSpPr txBox="1"/>
              <p:nvPr/>
            </p:nvSpPr>
            <p:spPr bwMode="auto">
              <a:xfrm>
                <a:off x="2749958" y="3461699"/>
                <a:ext cx="2162175" cy="11017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" name="Object 5">
                <a:extLst>
                  <a:ext uri="{FF2B5EF4-FFF2-40B4-BE49-F238E27FC236}">
                    <a16:creationId xmlns:a16="http://schemas.microsoft.com/office/drawing/2014/main" id="{3E4020FB-1E28-41A2-8B04-B67E3E1591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9958" y="3461699"/>
                <a:ext cx="2162175" cy="11017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58">
            <a:extLst>
              <a:ext uri="{FF2B5EF4-FFF2-40B4-BE49-F238E27FC236}">
                <a16:creationId xmlns:a16="http://schemas.microsoft.com/office/drawing/2014/main" id="{0A9B9D90-4C3A-4A66-ABE7-BB8EBEF858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337" y="623592"/>
            <a:ext cx="234090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磁偶极子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D0E2D1AC-54AD-4C47-9A07-14F2206CCC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4231" y="4444016"/>
            <a:ext cx="3652025" cy="23705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32C4B758-05D6-4C55-B67A-F5299F2B3BA6}"/>
                  </a:ext>
                </a:extLst>
              </p:cNvPr>
              <p:cNvSpPr txBox="1"/>
              <p:nvPr/>
            </p:nvSpPr>
            <p:spPr bwMode="auto">
              <a:xfrm>
                <a:off x="8589964" y="1900239"/>
                <a:ext cx="2228850" cy="11477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19" name="Object 3">
                <a:extLst>
                  <a:ext uri="{FF2B5EF4-FFF2-40B4-BE49-F238E27FC236}">
                    <a16:creationId xmlns:a16="http://schemas.microsoft.com/office/drawing/2014/main" id="{32C4B758-05D6-4C55-B67A-F5299F2B3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589964" y="1900239"/>
                <a:ext cx="2228850" cy="114776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437" descr="https://upload.wikimedia.org/wikipedia/commons/thumb/d/df/VFPt_dipole_electric.svg/250px-VFPt_dipole_electric.svg.png">
            <a:extLst>
              <a:ext uri="{FF2B5EF4-FFF2-40B4-BE49-F238E27FC236}">
                <a16:creationId xmlns:a16="http://schemas.microsoft.com/office/drawing/2014/main" id="{7EFD1088-7648-4FAB-B475-C305A70D01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8314703" y="3220723"/>
            <a:ext cx="3237001" cy="323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Rectangle 58">
            <a:extLst>
              <a:ext uri="{FF2B5EF4-FFF2-40B4-BE49-F238E27FC236}">
                <a16:creationId xmlns:a16="http://schemas.microsoft.com/office/drawing/2014/main" id="{C693BE47-2004-4C68-8753-876F4A587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77907" y="1030062"/>
            <a:ext cx="2340907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电偶极子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2">
                <a:extLst>
                  <a:ext uri="{FF2B5EF4-FFF2-40B4-BE49-F238E27FC236}">
                    <a16:creationId xmlns:a16="http://schemas.microsoft.com/office/drawing/2014/main" id="{5E6B2921-21C5-4FAC-A696-2C7B86725769}"/>
                  </a:ext>
                </a:extLst>
              </p:cNvPr>
              <p:cNvSpPr txBox="1"/>
              <p:nvPr/>
            </p:nvSpPr>
            <p:spPr bwMode="auto">
              <a:xfrm>
                <a:off x="2112542" y="1100998"/>
                <a:ext cx="3792537" cy="11525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&gt;&gt;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m:rPr>
                          <m:nor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Object 2">
                <a:extLst>
                  <a:ext uri="{FF2B5EF4-FFF2-40B4-BE49-F238E27FC236}">
                    <a16:creationId xmlns:a16="http://schemas.microsoft.com/office/drawing/2014/main" id="{5E6B2921-21C5-4FAC-A696-2C7B867257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12542" y="1100998"/>
                <a:ext cx="3792537" cy="115252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344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4" grpId="0"/>
      <p:bldP spid="15" grpId="0"/>
      <p:bldP spid="16" grpId="0"/>
      <p:bldP spid="19" grpId="0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266" name="Group 2"/>
          <p:cNvGrpSpPr/>
          <p:nvPr/>
        </p:nvGrpSpPr>
        <p:grpSpPr>
          <a:xfrm>
            <a:off x="6517640" y="3388360"/>
            <a:ext cx="4038600" cy="2971800"/>
            <a:chOff x="2976" y="2064"/>
            <a:chExt cx="2544" cy="1872"/>
          </a:xfrm>
        </p:grpSpPr>
        <p:sp>
          <p:nvSpPr>
            <p:cNvPr id="36927" name="Rectangle 3"/>
            <p:cNvSpPr/>
            <p:nvPr/>
          </p:nvSpPr>
          <p:spPr>
            <a:xfrm>
              <a:off x="2976" y="2064"/>
              <a:ext cx="2544" cy="1872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928" name="Line 4"/>
            <p:cNvSpPr/>
            <p:nvPr/>
          </p:nvSpPr>
          <p:spPr>
            <a:xfrm>
              <a:off x="3360" y="2832"/>
              <a:ext cx="28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29" name="AutoShape 5"/>
            <p:cNvSpPr/>
            <p:nvPr/>
          </p:nvSpPr>
          <p:spPr>
            <a:xfrm>
              <a:off x="3648" y="2112"/>
              <a:ext cx="1392" cy="1392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8162 h 21600"/>
              </a:gdLst>
              <a:ahLst/>
              <a:cxnLst>
                <a:cxn ang="0">
                  <a:pos x="45" y="0"/>
                </a:cxn>
                <a:cxn ang="0">
                  <a:pos x="6" y="46"/>
                </a:cxn>
                <a:cxn ang="0">
                  <a:pos x="45" y="12"/>
                </a:cxn>
                <a:cxn ang="0">
                  <a:pos x="84" y="46"/>
                </a:cxn>
              </a:cxnLst>
              <a:rect l="txL" t="txT" r="txR" b="txB"/>
              <a:pathLst>
                <a:path w="21600" h="21600">
                  <a:moveTo>
                    <a:pt x="2933" y="11109"/>
                  </a:moveTo>
                  <a:cubicBezTo>
                    <a:pt x="2929" y="11006"/>
                    <a:pt x="2927" y="10903"/>
                    <a:pt x="2927" y="10800"/>
                  </a:cubicBezTo>
                  <a:cubicBezTo>
                    <a:pt x="2927" y="6451"/>
                    <a:pt x="6451" y="2927"/>
                    <a:pt x="10800" y="2927"/>
                  </a:cubicBezTo>
                  <a:cubicBezTo>
                    <a:pt x="15148" y="2927"/>
                    <a:pt x="18673" y="6451"/>
                    <a:pt x="18673" y="10800"/>
                  </a:cubicBezTo>
                  <a:cubicBezTo>
                    <a:pt x="18672" y="10903"/>
                    <a:pt x="18670" y="11006"/>
                    <a:pt x="18666" y="11109"/>
                  </a:cubicBezTo>
                  <a:lnTo>
                    <a:pt x="21591" y="11225"/>
                  </a:lnTo>
                  <a:cubicBezTo>
                    <a:pt x="21597" y="11083"/>
                    <a:pt x="21600" y="10941"/>
                    <a:pt x="21600" y="10800"/>
                  </a:cubicBezTo>
                  <a:cubicBezTo>
                    <a:pt x="21600" y="4835"/>
                    <a:pt x="16764" y="0"/>
                    <a:pt x="10800" y="0"/>
                  </a:cubicBezTo>
                  <a:cubicBezTo>
                    <a:pt x="4835" y="0"/>
                    <a:pt x="0" y="4835"/>
                    <a:pt x="0" y="10800"/>
                  </a:cubicBezTo>
                  <a:cubicBezTo>
                    <a:pt x="0" y="10941"/>
                    <a:pt x="2" y="11083"/>
                    <a:pt x="8" y="11225"/>
                  </a:cubicBezTo>
                  <a:lnTo>
                    <a:pt x="2933" y="11109"/>
                  </a:lnTo>
                  <a:close/>
                </a:path>
              </a:pathLst>
            </a:custGeom>
            <a:noFill/>
            <a:ln w="28575" cap="flat" cmpd="sng">
              <a:solidFill>
                <a:srgbClr val="00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930" name="Line 6"/>
            <p:cNvSpPr/>
            <p:nvPr/>
          </p:nvSpPr>
          <p:spPr>
            <a:xfrm>
              <a:off x="3120" y="2832"/>
              <a:ext cx="240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931" name="Line 7"/>
            <p:cNvSpPr/>
            <p:nvPr/>
          </p:nvSpPr>
          <p:spPr>
            <a:xfrm>
              <a:off x="3840" y="2832"/>
              <a:ext cx="0" cy="33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6932" name="Line 8"/>
            <p:cNvSpPr/>
            <p:nvPr/>
          </p:nvSpPr>
          <p:spPr>
            <a:xfrm>
              <a:off x="3840" y="3072"/>
              <a:ext cx="0" cy="24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933" name="Line 9"/>
            <p:cNvSpPr/>
            <p:nvPr/>
          </p:nvSpPr>
          <p:spPr>
            <a:xfrm flipV="1">
              <a:off x="3840" y="2832"/>
              <a:ext cx="1008" cy="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934" name="Text Box 10"/>
            <p:cNvSpPr txBox="1"/>
            <p:nvPr/>
          </p:nvSpPr>
          <p:spPr>
            <a:xfrm>
              <a:off x="4416" y="2784"/>
              <a:ext cx="21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6935" name="Line 11"/>
            <p:cNvSpPr/>
            <p:nvPr/>
          </p:nvSpPr>
          <p:spPr>
            <a:xfrm>
              <a:off x="4320" y="2112"/>
              <a:ext cx="14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36" name="Line 12"/>
            <p:cNvSpPr/>
            <p:nvPr/>
          </p:nvSpPr>
          <p:spPr>
            <a:xfrm flipH="1">
              <a:off x="4272" y="2304"/>
              <a:ext cx="144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37" name="Line 13"/>
            <p:cNvSpPr/>
            <p:nvPr/>
          </p:nvSpPr>
          <p:spPr>
            <a:xfrm>
              <a:off x="3840" y="2928"/>
              <a:ext cx="0" cy="144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38" name="Text Box 14"/>
            <p:cNvSpPr txBox="1"/>
            <p:nvPr/>
          </p:nvSpPr>
          <p:spPr>
            <a:xfrm>
              <a:off x="3504" y="2400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6939" name="Line 15"/>
            <p:cNvSpPr/>
            <p:nvPr/>
          </p:nvSpPr>
          <p:spPr>
            <a:xfrm flipV="1">
              <a:off x="4320" y="2400"/>
              <a:ext cx="336" cy="432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40" name="Line 16"/>
            <p:cNvSpPr/>
            <p:nvPr/>
          </p:nvSpPr>
          <p:spPr>
            <a:xfrm flipV="1">
              <a:off x="4320" y="2544"/>
              <a:ext cx="672" cy="288"/>
            </a:xfrm>
            <a:prstGeom prst="line">
              <a:avLst/>
            </a:prstGeom>
            <a:ln w="22225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36941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50536290"/>
                </p:ext>
              </p:extLst>
            </p:nvPr>
          </p:nvGraphicFramePr>
          <p:xfrm>
            <a:off x="4992" y="2304"/>
            <a:ext cx="27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6" r:id="rId3" imgW="190500" imgH="215900" progId="Equation.3">
                    <p:embed/>
                  </p:oleObj>
                </mc:Choice>
                <mc:Fallback>
                  <p:oleObj r:id="rId3" imgW="190500" imgH="215900" progId="Equation.3">
                    <p:embed/>
                    <p:pic>
                      <p:nvPicPr>
                        <p:cNvPr id="36941" name="Object 1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4992" y="2304"/>
                          <a:ext cx="273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6942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054764288"/>
                </p:ext>
              </p:extLst>
            </p:nvPr>
          </p:nvGraphicFramePr>
          <p:xfrm>
            <a:off x="4272" y="2332"/>
            <a:ext cx="253" cy="3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07" r:id="rId5" imgW="177800" imgH="215900" progId="Equation.3">
                    <p:embed/>
                  </p:oleObj>
                </mc:Choice>
                <mc:Fallback>
                  <p:oleObj r:id="rId5" imgW="177800" imgH="215900" progId="Equation.3">
                    <p:embed/>
                    <p:pic>
                      <p:nvPicPr>
                        <p:cNvPr id="36942" name="Object 18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272" y="2332"/>
                          <a:ext cx="253" cy="30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943" name="Line 19"/>
            <p:cNvSpPr/>
            <p:nvPr/>
          </p:nvSpPr>
          <p:spPr>
            <a:xfrm flipH="1">
              <a:off x="4848" y="2832"/>
              <a:ext cx="96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44" name="Rectangle 20"/>
            <p:cNvSpPr/>
            <p:nvPr/>
          </p:nvSpPr>
          <p:spPr>
            <a:xfrm>
              <a:off x="3072" y="2080"/>
              <a:ext cx="68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5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36945" name="Line 21"/>
            <p:cNvSpPr/>
            <p:nvPr/>
          </p:nvSpPr>
          <p:spPr>
            <a:xfrm>
              <a:off x="3312" y="2832"/>
              <a:ext cx="336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36946" name="Line 22"/>
            <p:cNvSpPr/>
            <p:nvPr/>
          </p:nvSpPr>
          <p:spPr>
            <a:xfrm>
              <a:off x="3456" y="2832"/>
              <a:ext cx="96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47" name="Text Box 23"/>
            <p:cNvSpPr txBox="1"/>
            <p:nvPr/>
          </p:nvSpPr>
          <p:spPr>
            <a:xfrm>
              <a:off x="4224" y="2729"/>
              <a:ext cx="28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36948" name="Line 24"/>
            <p:cNvSpPr/>
            <p:nvPr/>
          </p:nvSpPr>
          <p:spPr>
            <a:xfrm>
              <a:off x="3648" y="2832"/>
              <a:ext cx="192" cy="0"/>
            </a:xfrm>
            <a:prstGeom prst="line">
              <a:avLst/>
            </a:prstGeom>
            <a:ln w="38100" cap="flat" cmpd="sng">
              <a:solidFill>
                <a:schemeClr val="bg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39289" name="Group 25"/>
          <p:cNvGrpSpPr/>
          <p:nvPr/>
        </p:nvGrpSpPr>
        <p:grpSpPr>
          <a:xfrm>
            <a:off x="6441440" y="1024573"/>
            <a:ext cx="4114800" cy="2347912"/>
            <a:chOff x="2928" y="528"/>
            <a:chExt cx="2592" cy="1479"/>
          </a:xfrm>
        </p:grpSpPr>
        <p:sp>
          <p:nvSpPr>
            <p:cNvPr id="36914" name="Rectangle 26"/>
            <p:cNvSpPr/>
            <p:nvPr/>
          </p:nvSpPr>
          <p:spPr>
            <a:xfrm>
              <a:off x="2976" y="528"/>
              <a:ext cx="2544" cy="144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915" name="Text Box 27"/>
            <p:cNvSpPr txBox="1"/>
            <p:nvPr/>
          </p:nvSpPr>
          <p:spPr>
            <a:xfrm>
              <a:off x="2928" y="672"/>
              <a:ext cx="17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 </a:t>
              </a:r>
              <a:endParaRPr lang="zh-CN" altLang="zh-CN" sz="2800" i="1" dirty="0">
                <a:latin typeface="Times New Roman" panose="02020603050405020304" pitchFamily="18" charset="0"/>
              </a:endParaRPr>
            </a:p>
          </p:txBody>
        </p:sp>
        <p:sp>
          <p:nvSpPr>
            <p:cNvPr id="36916" name="Line 28"/>
            <p:cNvSpPr/>
            <p:nvPr/>
          </p:nvSpPr>
          <p:spPr>
            <a:xfrm>
              <a:off x="3456" y="1776"/>
              <a:ext cx="576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6917" name="Line 29"/>
            <p:cNvSpPr/>
            <p:nvPr/>
          </p:nvSpPr>
          <p:spPr>
            <a:xfrm flipV="1">
              <a:off x="4032" y="1104"/>
              <a:ext cx="0" cy="672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none" w="sm" len="lg"/>
            </a:ln>
          </p:spPr>
        </p:sp>
        <p:sp>
          <p:nvSpPr>
            <p:cNvPr id="36918" name="Line 30"/>
            <p:cNvSpPr/>
            <p:nvPr/>
          </p:nvSpPr>
          <p:spPr>
            <a:xfrm flipH="1">
              <a:off x="3168" y="1776"/>
              <a:ext cx="288" cy="0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919" name="Line 31"/>
            <p:cNvSpPr/>
            <p:nvPr/>
          </p:nvSpPr>
          <p:spPr>
            <a:xfrm flipV="1">
              <a:off x="4032" y="816"/>
              <a:ext cx="0" cy="336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920" name="Line 32"/>
            <p:cNvSpPr/>
            <p:nvPr/>
          </p:nvSpPr>
          <p:spPr>
            <a:xfrm>
              <a:off x="4032" y="1776"/>
              <a:ext cx="480" cy="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921" name="Text Box 33"/>
            <p:cNvSpPr txBox="1"/>
            <p:nvPr/>
          </p:nvSpPr>
          <p:spPr>
            <a:xfrm>
              <a:off x="4460" y="1680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6922" name="Text Box 34"/>
            <p:cNvSpPr txBox="1"/>
            <p:nvPr/>
          </p:nvSpPr>
          <p:spPr>
            <a:xfrm>
              <a:off x="4080" y="1488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6923" name="Line 35"/>
            <p:cNvSpPr/>
            <p:nvPr/>
          </p:nvSpPr>
          <p:spPr>
            <a:xfrm>
              <a:off x="3648" y="1776"/>
              <a:ext cx="14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24" name="Line 36"/>
            <p:cNvSpPr/>
            <p:nvPr/>
          </p:nvSpPr>
          <p:spPr>
            <a:xfrm flipV="1">
              <a:off x="4032" y="1296"/>
              <a:ext cx="0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25" name="Rectangle 37"/>
            <p:cNvSpPr/>
            <p:nvPr/>
          </p:nvSpPr>
          <p:spPr>
            <a:xfrm>
              <a:off x="3072" y="544"/>
              <a:ext cx="68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4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36926" name="Text Box 38"/>
            <p:cNvSpPr txBox="1"/>
            <p:nvPr/>
          </p:nvSpPr>
          <p:spPr>
            <a:xfrm>
              <a:off x="4380" y="1641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r>
                <a:rPr lang="en-US" altLang="zh-CN" sz="2800" dirty="0">
                  <a:latin typeface="Times New Roman" panose="02020603050405020304" pitchFamily="18" charset="0"/>
                </a:rPr>
                <a:t>*</a:t>
              </a:r>
            </a:p>
          </p:txBody>
        </p:sp>
      </p:grpSp>
      <p:grpSp>
        <p:nvGrpSpPr>
          <p:cNvPr id="139303" name="Group 39"/>
          <p:cNvGrpSpPr/>
          <p:nvPr/>
        </p:nvGrpSpPr>
        <p:grpSpPr>
          <a:xfrm>
            <a:off x="2174240" y="2853373"/>
            <a:ext cx="4191000" cy="1981200"/>
            <a:chOff x="240" y="1680"/>
            <a:chExt cx="2640" cy="1248"/>
          </a:xfrm>
        </p:grpSpPr>
        <p:sp>
          <p:nvSpPr>
            <p:cNvPr id="36902" name="Rectangle 40"/>
            <p:cNvSpPr/>
            <p:nvPr/>
          </p:nvSpPr>
          <p:spPr>
            <a:xfrm>
              <a:off x="336" y="1728"/>
              <a:ext cx="2544" cy="100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903" name="Text Box 41"/>
            <p:cNvSpPr txBox="1"/>
            <p:nvPr/>
          </p:nvSpPr>
          <p:spPr>
            <a:xfrm>
              <a:off x="976" y="2304"/>
              <a:ext cx="41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6904" name="Rectangle 42"/>
            <p:cNvSpPr/>
            <p:nvPr/>
          </p:nvSpPr>
          <p:spPr>
            <a:xfrm>
              <a:off x="240" y="1696"/>
              <a:ext cx="68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2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</a:t>
              </a:r>
              <a:endParaRPr lang="en-US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6905" name="Line 43"/>
            <p:cNvSpPr/>
            <p:nvPr/>
          </p:nvSpPr>
          <p:spPr>
            <a:xfrm flipV="1">
              <a:off x="720" y="2400"/>
              <a:ext cx="1008" cy="0"/>
            </a:xfrm>
            <a:prstGeom prst="line">
              <a:avLst/>
            </a:prstGeom>
            <a:ln w="2222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906" name="Line 44"/>
            <p:cNvSpPr/>
            <p:nvPr/>
          </p:nvSpPr>
          <p:spPr>
            <a:xfrm flipV="1">
              <a:off x="1200" y="2064"/>
              <a:ext cx="384" cy="336"/>
            </a:xfrm>
            <a:prstGeom prst="line">
              <a:avLst/>
            </a:prstGeom>
            <a:ln w="1905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907" name="Text Box 45"/>
            <p:cNvSpPr txBox="1"/>
            <p:nvPr/>
          </p:nvSpPr>
          <p:spPr>
            <a:xfrm>
              <a:off x="1200" y="2016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6908" name="Oval 46"/>
            <p:cNvSpPr/>
            <p:nvPr/>
          </p:nvSpPr>
          <p:spPr>
            <a:xfrm>
              <a:off x="1152" y="2352"/>
              <a:ext cx="144" cy="144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910" name="AutoShape 48"/>
            <p:cNvSpPr/>
            <p:nvPr/>
          </p:nvSpPr>
          <p:spPr>
            <a:xfrm>
              <a:off x="720" y="1920"/>
              <a:ext cx="1008" cy="1008"/>
            </a:xfrm>
            <a:custGeom>
              <a:avLst/>
              <a:gdLst>
                <a:gd name="txL" fmla="*/ 343 w 21600"/>
                <a:gd name="txT" fmla="*/ 0 h 21600"/>
                <a:gd name="txR" fmla="*/ 21257 w 21600"/>
                <a:gd name="txB" fmla="*/ 13500 h 21600"/>
              </a:gdLst>
              <a:ahLst/>
              <a:cxnLst>
                <a:cxn ang="0">
                  <a:pos x="24" y="0"/>
                </a:cxn>
                <a:cxn ang="0">
                  <a:pos x="0" y="23"/>
                </a:cxn>
                <a:cxn ang="0">
                  <a:pos x="24" y="0"/>
                </a:cxn>
                <a:cxn ang="0">
                  <a:pos x="47" y="23"/>
                </a:cxn>
              </a:cxnLst>
              <a:rect l="txL" t="txT" r="txR" b="txB"/>
              <a:pathLst>
                <a:path w="21600" h="21600">
                  <a:moveTo>
                    <a:pt x="5" y="10441"/>
                  </a:moveTo>
                  <a:cubicBezTo>
                    <a:pt x="199" y="4619"/>
                    <a:pt x="4974" y="0"/>
                    <a:pt x="10800" y="0"/>
                  </a:cubicBezTo>
                  <a:cubicBezTo>
                    <a:pt x="16625" y="0"/>
                    <a:pt x="21400" y="4619"/>
                    <a:pt x="21594" y="10441"/>
                  </a:cubicBezTo>
                  <a:cubicBezTo>
                    <a:pt x="21400" y="4619"/>
                    <a:pt x="16625" y="0"/>
                    <a:pt x="10799" y="0"/>
                  </a:cubicBezTo>
                  <a:cubicBezTo>
                    <a:pt x="4974" y="0"/>
                    <a:pt x="199" y="4619"/>
                    <a:pt x="5" y="10441"/>
                  </a:cubicBezTo>
                  <a:close/>
                </a:path>
              </a:pathLst>
            </a:custGeom>
            <a:solidFill>
              <a:srgbClr val="CC00CC">
                <a:alpha val="100000"/>
              </a:srgbClr>
            </a:solidFill>
            <a:ln w="34925" cap="flat" cmpd="sng">
              <a:solidFill>
                <a:srgbClr val="0000FF">
                  <a:alpha val="100000"/>
                </a:srgb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6911" name="Group 49"/>
            <p:cNvGrpSpPr/>
            <p:nvPr/>
          </p:nvGrpSpPr>
          <p:grpSpPr>
            <a:xfrm>
              <a:off x="1200" y="1680"/>
              <a:ext cx="383" cy="327"/>
              <a:chOff x="1200" y="1680"/>
              <a:chExt cx="383" cy="327"/>
            </a:xfrm>
          </p:grpSpPr>
          <p:sp>
            <p:nvSpPr>
              <p:cNvPr id="36912" name="Line 50"/>
              <p:cNvSpPr/>
              <p:nvPr/>
            </p:nvSpPr>
            <p:spPr>
              <a:xfrm>
                <a:off x="1200" y="1920"/>
                <a:ext cx="144" cy="0"/>
              </a:xfrm>
              <a:prstGeom prst="line">
                <a:avLst/>
              </a:prstGeom>
              <a:ln w="47625" cap="flat" cmpd="sng">
                <a:solidFill>
                  <a:srgbClr val="FF3300"/>
                </a:solidFill>
                <a:prstDash val="solid"/>
                <a:headEnd type="none" w="med" len="med"/>
                <a:tailEnd type="triangle" w="sm" len="lg"/>
              </a:ln>
            </p:spPr>
          </p:sp>
          <p:sp>
            <p:nvSpPr>
              <p:cNvPr id="36913" name="Text Box 51"/>
              <p:cNvSpPr txBox="1"/>
              <p:nvPr/>
            </p:nvSpPr>
            <p:spPr>
              <a:xfrm>
                <a:off x="1392" y="1680"/>
                <a:ext cx="191" cy="32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800" i="1" dirty="0">
                    <a:latin typeface="Times New Roman" panose="02020603050405020304" pitchFamily="18" charset="0"/>
                  </a:rPr>
                  <a:t>I</a:t>
                </a:r>
              </a:p>
            </p:txBody>
          </p:sp>
        </p:grpSp>
      </p:grpSp>
      <p:sp>
        <p:nvSpPr>
          <p:cNvPr id="139316" name="Text Box 52"/>
          <p:cNvSpPr txBox="1"/>
          <p:nvPr/>
        </p:nvSpPr>
        <p:spPr>
          <a:xfrm rot="19178013">
            <a:off x="3506153" y="3677286"/>
            <a:ext cx="69215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Times New Roman" panose="02020603050405020304" pitchFamily="18" charset="0"/>
              </a:rPr>
              <a:t>+</a:t>
            </a:r>
          </a:p>
        </p:txBody>
      </p:sp>
      <p:grpSp>
        <p:nvGrpSpPr>
          <p:cNvPr id="36891" name="Group 54"/>
          <p:cNvGrpSpPr/>
          <p:nvPr/>
        </p:nvGrpSpPr>
        <p:grpSpPr>
          <a:xfrm>
            <a:off x="2250440" y="4607560"/>
            <a:ext cx="4140200" cy="1752600"/>
            <a:chOff x="272" y="2832"/>
            <a:chExt cx="2608" cy="1104"/>
          </a:xfrm>
        </p:grpSpPr>
        <p:sp>
          <p:nvSpPr>
            <p:cNvPr id="36893" name="Rectangle 55"/>
            <p:cNvSpPr/>
            <p:nvPr/>
          </p:nvSpPr>
          <p:spPr>
            <a:xfrm>
              <a:off x="336" y="2832"/>
              <a:ext cx="2544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898" name="Rectangle 60"/>
            <p:cNvSpPr/>
            <p:nvPr/>
          </p:nvSpPr>
          <p:spPr>
            <a:xfrm>
              <a:off x="272" y="2848"/>
              <a:ext cx="682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3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</a:t>
              </a:r>
            </a:p>
          </p:txBody>
        </p:sp>
      </p:grpSp>
      <p:grpSp>
        <p:nvGrpSpPr>
          <p:cNvPr id="36871" name="Group 65"/>
          <p:cNvGrpSpPr/>
          <p:nvPr/>
        </p:nvGrpSpPr>
        <p:grpSpPr>
          <a:xfrm>
            <a:off x="2198054" y="1024573"/>
            <a:ext cx="4167187" cy="1752600"/>
            <a:chOff x="255" y="528"/>
            <a:chExt cx="2625" cy="1104"/>
          </a:xfrm>
        </p:grpSpPr>
        <p:sp>
          <p:nvSpPr>
            <p:cNvPr id="36881" name="Rectangle 66"/>
            <p:cNvSpPr/>
            <p:nvPr/>
          </p:nvSpPr>
          <p:spPr>
            <a:xfrm>
              <a:off x="336" y="528"/>
              <a:ext cx="2544" cy="1104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pPr algn="ctr"/>
              <a:endParaRPr lang="zh-CN" altLang="zh-CN" sz="2800" dirty="0">
                <a:latin typeface="Times New Roman" panose="02020603050405020304" pitchFamily="18" charset="0"/>
              </a:endParaRPr>
            </a:p>
          </p:txBody>
        </p:sp>
        <p:sp>
          <p:nvSpPr>
            <p:cNvPr id="36882" name="Oval 67"/>
            <p:cNvSpPr/>
            <p:nvPr/>
          </p:nvSpPr>
          <p:spPr>
            <a:xfrm>
              <a:off x="923" y="624"/>
              <a:ext cx="522" cy="960"/>
            </a:xfrm>
            <a:prstGeom prst="ellipse">
              <a:avLst/>
            </a:prstGeom>
            <a:solidFill>
              <a:schemeClr val="accent2">
                <a:alpha val="50195"/>
              </a:schemeClr>
            </a:solidFill>
            <a:ln w="349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36883" name="Line 68"/>
            <p:cNvSpPr/>
            <p:nvPr/>
          </p:nvSpPr>
          <p:spPr>
            <a:xfrm>
              <a:off x="1208" y="1104"/>
              <a:ext cx="712" cy="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dash"/>
              <a:headEnd type="none" w="med" len="med"/>
              <a:tailEnd type="triangle" w="sm" len="lg"/>
            </a:ln>
          </p:spPr>
        </p:sp>
        <p:sp>
          <p:nvSpPr>
            <p:cNvPr id="36884" name="Text Box 69"/>
            <p:cNvSpPr txBox="1"/>
            <p:nvPr/>
          </p:nvSpPr>
          <p:spPr>
            <a:xfrm>
              <a:off x="672" y="1104"/>
              <a:ext cx="191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36885" name="Line 70"/>
            <p:cNvSpPr/>
            <p:nvPr/>
          </p:nvSpPr>
          <p:spPr>
            <a:xfrm flipH="1" flipV="1">
              <a:off x="1018" y="720"/>
              <a:ext cx="190" cy="384"/>
            </a:xfrm>
            <a:prstGeom prst="line">
              <a:avLst/>
            </a:prstGeom>
            <a:ln w="25400" cap="flat" cmpd="sng">
              <a:solidFill>
                <a:schemeClr val="tx2"/>
              </a:solidFill>
              <a:prstDash val="solid"/>
              <a:headEnd type="none" w="med" len="med"/>
              <a:tailEnd type="triangle" w="sm" len="lg"/>
            </a:ln>
          </p:spPr>
        </p:sp>
        <p:sp>
          <p:nvSpPr>
            <p:cNvPr id="36886" name="Text Box 71"/>
            <p:cNvSpPr txBox="1"/>
            <p:nvPr/>
          </p:nvSpPr>
          <p:spPr>
            <a:xfrm>
              <a:off x="1148" y="720"/>
              <a:ext cx="253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36887" name="Line 72"/>
            <p:cNvSpPr/>
            <p:nvPr/>
          </p:nvSpPr>
          <p:spPr>
            <a:xfrm flipH="1">
              <a:off x="576" y="1104"/>
              <a:ext cx="336" cy="0"/>
            </a:xfrm>
            <a:prstGeom prst="line">
              <a:avLst/>
            </a:prstGeom>
            <a:ln w="22225" cap="flat" cmpd="sng">
              <a:solidFill>
                <a:srgbClr val="000000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36888" name="Text Box 73"/>
            <p:cNvSpPr txBox="1"/>
            <p:nvPr/>
          </p:nvSpPr>
          <p:spPr>
            <a:xfrm>
              <a:off x="1113" y="1056"/>
              <a:ext cx="22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o</a:t>
              </a:r>
            </a:p>
          </p:txBody>
        </p:sp>
        <p:sp>
          <p:nvSpPr>
            <p:cNvPr id="36889" name="Text Box 74"/>
            <p:cNvSpPr txBox="1"/>
            <p:nvPr/>
          </p:nvSpPr>
          <p:spPr>
            <a:xfrm>
              <a:off x="255" y="528"/>
              <a:ext cx="624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Times New Roman" panose="02020603050405020304" pitchFamily="18" charset="0"/>
                </a:rPr>
                <a:t>（</a:t>
              </a:r>
              <a:r>
                <a:rPr lang="en-US" altLang="zh-CN" sz="2800" dirty="0">
                  <a:latin typeface="Times New Roman" panose="02020603050405020304" pitchFamily="18" charset="0"/>
                </a:rPr>
                <a:t>1</a:t>
              </a:r>
              <a:r>
                <a:rPr lang="zh-CN" altLang="en-US" sz="2800" dirty="0">
                  <a:latin typeface="Times New Roman" panose="02020603050405020304" pitchFamily="18" charset="0"/>
                </a:rPr>
                <a:t>）</a:t>
              </a:r>
            </a:p>
          </p:txBody>
        </p:sp>
        <p:sp>
          <p:nvSpPr>
            <p:cNvPr id="36890" name="Line 75"/>
            <p:cNvSpPr/>
            <p:nvPr/>
          </p:nvSpPr>
          <p:spPr>
            <a:xfrm>
              <a:off x="924" y="1056"/>
              <a:ext cx="0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</p:grpSp>
      <p:graphicFrame>
        <p:nvGraphicFramePr>
          <p:cNvPr id="139340" name="Object 7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77358"/>
              </p:ext>
            </p:extLst>
          </p:nvPr>
        </p:nvGraphicFramePr>
        <p:xfrm>
          <a:off x="4549140" y="1710373"/>
          <a:ext cx="1587500" cy="987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8" r:id="rId7" imgW="596900" imgH="393700" progId="Equation.3">
                  <p:embed/>
                </p:oleObj>
              </mc:Choice>
              <mc:Fallback>
                <p:oleObj r:id="rId7" imgW="596900" imgH="393700" progId="Equation.3">
                  <p:embed/>
                  <p:pic>
                    <p:nvPicPr>
                      <p:cNvPr id="139340" name="Object 7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549140" y="1710373"/>
                        <a:ext cx="1587500" cy="987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41" name="Object 7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0648879"/>
              </p:ext>
            </p:extLst>
          </p:nvPr>
        </p:nvGraphicFramePr>
        <p:xfrm>
          <a:off x="4536440" y="3223261"/>
          <a:ext cx="1524000" cy="1001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r:id="rId9" imgW="596900" imgH="393700" progId="Equation.3">
                  <p:embed/>
                </p:oleObj>
              </mc:Choice>
              <mc:Fallback>
                <p:oleObj r:id="rId9" imgW="596900" imgH="393700" progId="Equation.3">
                  <p:embed/>
                  <p:pic>
                    <p:nvPicPr>
                      <p:cNvPr id="139341" name="Object 7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36440" y="3223261"/>
                        <a:ext cx="1524000" cy="1001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43" name="Object 7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89888"/>
              </p:ext>
            </p:extLst>
          </p:nvPr>
        </p:nvGraphicFramePr>
        <p:xfrm>
          <a:off x="6508115" y="5291774"/>
          <a:ext cx="4057650" cy="1144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r:id="rId11" imgW="1497965" imgH="431800" progId="Equation.3">
                  <p:embed/>
                </p:oleObj>
              </mc:Choice>
              <mc:Fallback>
                <p:oleObj r:id="rId11" imgW="1497965" imgH="431800" progId="Equation.3">
                  <p:embed/>
                  <p:pic>
                    <p:nvPicPr>
                      <p:cNvPr id="139343" name="Object 79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08115" y="5291774"/>
                        <a:ext cx="4057650" cy="11445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9344" name="Object 8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8332821"/>
              </p:ext>
            </p:extLst>
          </p:nvPr>
        </p:nvGraphicFramePr>
        <p:xfrm>
          <a:off x="8511540" y="1480186"/>
          <a:ext cx="1739900" cy="1020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r:id="rId13" imgW="685800" imgH="393700" progId="Equation.3">
                  <p:embed/>
                </p:oleObj>
              </mc:Choice>
              <mc:Fallback>
                <p:oleObj r:id="rId13" imgW="685800" imgH="393700" progId="Equation.3">
                  <p:embed/>
                  <p:pic>
                    <p:nvPicPr>
                      <p:cNvPr id="139344" name="Object 80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8511540" y="1480186"/>
                        <a:ext cx="1739900" cy="10207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877" name="Text Box 81"/>
          <p:cNvSpPr txBox="1"/>
          <p:nvPr/>
        </p:nvSpPr>
        <p:spPr>
          <a:xfrm>
            <a:off x="4576128" y="1405573"/>
            <a:ext cx="950912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i="1" dirty="0">
                <a:latin typeface="Times New Roman" panose="02020603050405020304" pitchFamily="18" charset="0"/>
              </a:rPr>
              <a:t>x</a:t>
            </a:r>
          </a:p>
        </p:txBody>
      </p:sp>
      <p:grpSp>
        <p:nvGrpSpPr>
          <p:cNvPr id="36878" name="Group 82"/>
          <p:cNvGrpSpPr/>
          <p:nvPr/>
        </p:nvGrpSpPr>
        <p:grpSpPr>
          <a:xfrm>
            <a:off x="3698240" y="1405573"/>
            <a:ext cx="846138" cy="609600"/>
            <a:chOff x="1208" y="768"/>
            <a:chExt cx="533" cy="384"/>
          </a:xfrm>
        </p:grpSpPr>
        <p:sp>
          <p:nvSpPr>
            <p:cNvPr id="36879" name="Line 83"/>
            <p:cNvSpPr/>
            <p:nvPr/>
          </p:nvSpPr>
          <p:spPr>
            <a:xfrm>
              <a:off x="1208" y="1104"/>
              <a:ext cx="487" cy="0"/>
            </a:xfrm>
            <a:prstGeom prst="line">
              <a:avLst/>
            </a:prstGeom>
            <a:ln w="38100" cap="flat" cmpd="sng">
              <a:solidFill>
                <a:srgbClr val="FF3300"/>
              </a:solidFill>
              <a:prstDash val="solid"/>
              <a:headEnd type="none" w="med" len="med"/>
              <a:tailEnd type="triangle" w="sm" len="lg"/>
            </a:ln>
          </p:spPr>
        </p:sp>
        <p:graphicFrame>
          <p:nvGraphicFramePr>
            <p:cNvPr id="36880" name="Object 8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0311413"/>
                </p:ext>
              </p:extLst>
            </p:nvPr>
          </p:nvGraphicFramePr>
          <p:xfrm>
            <a:off x="1440" y="768"/>
            <a:ext cx="301" cy="3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112" r:id="rId15" imgW="190500" imgH="241300" progId="Equation.3">
                    <p:embed/>
                  </p:oleObj>
                </mc:Choice>
                <mc:Fallback>
                  <p:oleObj r:id="rId15" imgW="190500" imgH="241300" progId="Equation.3">
                    <p:embed/>
                    <p:pic>
                      <p:nvPicPr>
                        <p:cNvPr id="36880" name="Object 84"/>
                        <p:cNvPicPr/>
                        <p:nvPr/>
                      </p:nvPicPr>
                      <p:blipFill>
                        <a:blip r:embed="rId16"/>
                        <a:stretch>
                          <a:fillRect/>
                        </a:stretch>
                      </p:blipFill>
                      <p:spPr>
                        <a:xfrm>
                          <a:off x="1440" y="768"/>
                          <a:ext cx="301" cy="38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93" name="Text Box 3">
            <a:extLst>
              <a:ext uri="{FF2B5EF4-FFF2-40B4-BE49-F238E27FC236}">
                <a16:creationId xmlns:a16="http://schemas.microsoft.com/office/drawing/2014/main" id="{B2CF3CF0-73CD-4238-82B5-DAA5D314B7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7" y="443652"/>
            <a:ext cx="88566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电流产生磁场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1E511D-7214-415B-B82D-9AA0584B67E5}"/>
              </a:ext>
            </a:extLst>
          </p:cNvPr>
          <p:cNvSpPr txBox="1"/>
          <p:nvPr/>
        </p:nvSpPr>
        <p:spPr>
          <a:xfrm>
            <a:off x="885589" y="1458279"/>
            <a:ext cx="615553" cy="449738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2800" b="1" dirty="0"/>
              <a:t>在</a:t>
            </a:r>
            <a:r>
              <a:rPr lang="en-US" altLang="zh-CN" sz="2800" b="1" dirty="0"/>
              <a:t>O</a:t>
            </a:r>
            <a:r>
              <a:rPr lang="zh-CN" altLang="en-US" sz="2800" b="1" dirty="0"/>
              <a:t>点处的磁感应强度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2">
                <a:extLst>
                  <a:ext uri="{FF2B5EF4-FFF2-40B4-BE49-F238E27FC236}">
                    <a16:creationId xmlns:a16="http://schemas.microsoft.com/office/drawing/2014/main" id="{044177B5-DFBB-3ED8-70A0-6FD8EDAB1B60}"/>
                  </a:ext>
                </a:extLst>
              </p:cNvPr>
              <p:cNvSpPr txBox="1"/>
              <p:nvPr/>
            </p:nvSpPr>
            <p:spPr bwMode="black">
              <a:xfrm>
                <a:off x="4326256" y="4972999"/>
                <a:ext cx="2232025" cy="1301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" name="Object 32">
                <a:extLst>
                  <a:ext uri="{FF2B5EF4-FFF2-40B4-BE49-F238E27FC236}">
                    <a16:creationId xmlns:a16="http://schemas.microsoft.com/office/drawing/2014/main" id="{044177B5-DFBB-3ED8-70A0-6FD8EDAB1B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black">
              <a:xfrm>
                <a:off x="4326256" y="4972999"/>
                <a:ext cx="2232025" cy="130175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34">
            <a:extLst>
              <a:ext uri="{FF2B5EF4-FFF2-40B4-BE49-F238E27FC236}">
                <a16:creationId xmlns:a16="http://schemas.microsoft.com/office/drawing/2014/main" id="{64DFB87A-7DD1-4CF1-74A2-F788A10F6EF5}"/>
              </a:ext>
            </a:extLst>
          </p:cNvPr>
          <p:cNvGrpSpPr>
            <a:grpSpLocks/>
          </p:cNvGrpSpPr>
          <p:nvPr/>
        </p:nvGrpSpPr>
        <p:grpSpPr bwMode="auto">
          <a:xfrm>
            <a:off x="3193577" y="4402139"/>
            <a:ext cx="1348578" cy="1978819"/>
            <a:chOff x="1584" y="1389"/>
            <a:chExt cx="1008" cy="1514"/>
          </a:xfrm>
        </p:grpSpPr>
        <p:sp>
          <p:nvSpPr>
            <p:cNvPr id="15" name="Arc 24">
              <a:extLst>
                <a:ext uri="{FF2B5EF4-FFF2-40B4-BE49-F238E27FC236}">
                  <a16:creationId xmlns:a16="http://schemas.microsoft.com/office/drawing/2014/main" id="{CDA24229-3CD0-35D5-F9E9-A977C44AFBB6}"/>
                </a:ext>
              </a:extLst>
            </p:cNvPr>
            <p:cNvSpPr>
              <a:spLocks/>
            </p:cNvSpPr>
            <p:nvPr/>
          </p:nvSpPr>
          <p:spPr bwMode="black">
            <a:xfrm rot="-1945538">
              <a:off x="1584" y="1654"/>
              <a:ext cx="856" cy="912"/>
            </a:xfrm>
            <a:custGeom>
              <a:avLst/>
              <a:gdLst>
                <a:gd name="T0" fmla="*/ 0 w 20283"/>
                <a:gd name="T1" fmla="*/ 0 h 21600"/>
                <a:gd name="T2" fmla="*/ 0 w 20283"/>
                <a:gd name="T3" fmla="*/ 0 h 21600"/>
                <a:gd name="T4" fmla="*/ 0 w 20283"/>
                <a:gd name="T5" fmla="*/ 0 h 21600"/>
                <a:gd name="T6" fmla="*/ 0 60000 65536"/>
                <a:gd name="T7" fmla="*/ 0 60000 65536"/>
                <a:gd name="T8" fmla="*/ 0 60000 65536"/>
                <a:gd name="T9" fmla="*/ 0 w 20283"/>
                <a:gd name="T10" fmla="*/ 0 h 21600"/>
                <a:gd name="T11" fmla="*/ 20283 w 2028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283" h="21600" fill="none" extrusionOk="0">
                  <a:moveTo>
                    <a:pt x="-1" y="0"/>
                  </a:moveTo>
                  <a:cubicBezTo>
                    <a:pt x="9065" y="0"/>
                    <a:pt x="17165" y="5660"/>
                    <a:pt x="20282" y="14173"/>
                  </a:cubicBezTo>
                </a:path>
                <a:path w="20283" h="21600" stroke="0" extrusionOk="0">
                  <a:moveTo>
                    <a:pt x="-1" y="0"/>
                  </a:moveTo>
                  <a:cubicBezTo>
                    <a:pt x="9065" y="0"/>
                    <a:pt x="17165" y="5660"/>
                    <a:pt x="20282" y="14173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5715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800">
                <a:solidFill>
                  <a:srgbClr val="0066FF"/>
                </a:solidFill>
                <a:latin typeface="+mn-lt"/>
              </a:endParaRPr>
            </a:p>
          </p:txBody>
        </p:sp>
        <p:sp>
          <p:nvSpPr>
            <p:cNvPr id="16" name="Line 25">
              <a:extLst>
                <a:ext uri="{FF2B5EF4-FFF2-40B4-BE49-F238E27FC236}">
                  <a16:creationId xmlns:a16="http://schemas.microsoft.com/office/drawing/2014/main" id="{160DD0EA-2E32-D658-6C74-9FF84843AD5C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-1820277">
              <a:off x="1628" y="1881"/>
              <a:ext cx="48" cy="912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solidFill>
                  <a:srgbClr val="0066FF"/>
                </a:solidFill>
              </a:endParaRPr>
            </a:p>
          </p:txBody>
        </p:sp>
        <p:sp>
          <p:nvSpPr>
            <p:cNvPr id="17" name="Line 26">
              <a:extLst>
                <a:ext uri="{FF2B5EF4-FFF2-40B4-BE49-F238E27FC236}">
                  <a16:creationId xmlns:a16="http://schemas.microsoft.com/office/drawing/2014/main" id="{56EE46D8-693E-A596-6D73-5BD2EAED9190}"/>
                </a:ext>
              </a:extLst>
            </p:cNvPr>
            <p:cNvSpPr>
              <a:spLocks noChangeShapeType="1"/>
            </p:cNvSpPr>
            <p:nvPr/>
          </p:nvSpPr>
          <p:spPr bwMode="black">
            <a:xfrm rot="19776858" flipV="1">
              <a:off x="1776" y="2229"/>
              <a:ext cx="816" cy="288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66FF"/>
                </a:solidFill>
              </a:endParaRPr>
            </a:p>
          </p:txBody>
        </p:sp>
        <p:sp>
          <p:nvSpPr>
            <p:cNvPr id="18" name="Line 27">
              <a:extLst>
                <a:ext uri="{FF2B5EF4-FFF2-40B4-BE49-F238E27FC236}">
                  <a16:creationId xmlns:a16="http://schemas.microsoft.com/office/drawing/2014/main" id="{85090F8A-4B93-D0BB-C0A8-4D3E3ADC6A7D}"/>
                </a:ext>
              </a:extLst>
            </p:cNvPr>
            <p:cNvSpPr>
              <a:spLocks noChangeShapeType="1"/>
            </p:cNvSpPr>
            <p:nvPr/>
          </p:nvSpPr>
          <p:spPr bwMode="black">
            <a:xfrm flipH="1" flipV="1">
              <a:off x="1884" y="1821"/>
              <a:ext cx="14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>
                <a:solidFill>
                  <a:srgbClr val="0066FF"/>
                </a:solidFill>
              </a:endParaRPr>
            </a:p>
          </p:txBody>
        </p:sp>
        <p:sp>
          <p:nvSpPr>
            <p:cNvPr id="19" name="Text Box 28">
              <a:extLst>
                <a:ext uri="{FF2B5EF4-FFF2-40B4-BE49-F238E27FC236}">
                  <a16:creationId xmlns:a16="http://schemas.microsoft.com/office/drawing/2014/main" id="{51F31F11-8C62-6384-73E1-E9236538151F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791" y="1389"/>
              <a:ext cx="480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0066FF"/>
                  </a:solidFill>
                  <a:latin typeface="+mn-lt"/>
                </a:rPr>
                <a:t>I</a:t>
              </a:r>
            </a:p>
          </p:txBody>
        </p:sp>
        <p:sp>
          <p:nvSpPr>
            <p:cNvPr id="20" name="Arc 29">
              <a:extLst>
                <a:ext uri="{FF2B5EF4-FFF2-40B4-BE49-F238E27FC236}">
                  <a16:creationId xmlns:a16="http://schemas.microsoft.com/office/drawing/2014/main" id="{400D041D-C898-C2B5-D589-AB0E008E6E15}"/>
                </a:ext>
              </a:extLst>
            </p:cNvPr>
            <p:cNvSpPr>
              <a:spLocks/>
            </p:cNvSpPr>
            <p:nvPr/>
          </p:nvSpPr>
          <p:spPr bwMode="black">
            <a:xfrm rot="2000717" flipH="1">
              <a:off x="1824" y="2517"/>
              <a:ext cx="144" cy="9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endParaRPr kumimoji="1" lang="zh-CN" altLang="zh-CN" sz="2800">
                <a:solidFill>
                  <a:srgbClr val="0066FF"/>
                </a:solidFill>
                <a:latin typeface="+mn-lt"/>
              </a:endParaRPr>
            </a:p>
          </p:txBody>
        </p:sp>
        <p:sp>
          <p:nvSpPr>
            <p:cNvPr id="21" name="Text Box 30">
              <a:extLst>
                <a:ext uri="{FF2B5EF4-FFF2-40B4-BE49-F238E27FC236}">
                  <a16:creationId xmlns:a16="http://schemas.microsoft.com/office/drawing/2014/main" id="{38ED6C05-CCB5-7469-11A0-74039482DCA6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776" y="2133"/>
              <a:ext cx="384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800" dirty="0">
                  <a:solidFill>
                    <a:srgbClr val="0066FF"/>
                  </a:solidFill>
                  <a:latin typeface="+mn-lt"/>
                  <a:sym typeface="Symbol" panose="05050102010706020507" pitchFamily="18" charset="2"/>
                </a:rPr>
                <a:t></a:t>
              </a:r>
              <a:endParaRPr kumimoji="1" lang="en-US" altLang="zh-CN" sz="2800" dirty="0">
                <a:solidFill>
                  <a:srgbClr val="0066FF"/>
                </a:solidFill>
                <a:latin typeface="+mn-lt"/>
              </a:endParaRPr>
            </a:p>
          </p:txBody>
        </p:sp>
        <p:sp>
          <p:nvSpPr>
            <p:cNvPr id="22" name="Text Box 31">
              <a:extLst>
                <a:ext uri="{FF2B5EF4-FFF2-40B4-BE49-F238E27FC236}">
                  <a16:creationId xmlns:a16="http://schemas.microsoft.com/office/drawing/2014/main" id="{B84A595E-A957-3601-3977-326113C538AF}"/>
                </a:ext>
              </a:extLst>
            </p:cNvPr>
            <p:cNvSpPr txBox="1">
              <a:spLocks noChangeArrowheads="1"/>
            </p:cNvSpPr>
            <p:nvPr/>
          </p:nvSpPr>
          <p:spPr bwMode="black">
            <a:xfrm>
              <a:off x="1668" y="2573"/>
              <a:ext cx="4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algn="l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800">
                  <a:solidFill>
                    <a:srgbClr val="0066FF"/>
                  </a:solidFill>
                  <a:latin typeface="+mn-lt"/>
                </a:rPr>
                <a:t>o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16" grpId="0"/>
      <p:bldP spid="1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50FE1-FA6C-4799-8E41-607E13673DEE}" type="slidenum">
              <a:rPr lang="en-US" altLang="zh-CN" smtClean="0"/>
              <a:pPr/>
              <a:t>19</a:t>
            </a:fld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438400" y="635001"/>
            <a:ext cx="73152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两个载有相等电流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的半径为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的圆线圈一个处于水平位置，一个处于竖直位置，两个线圈的圆心重合，则在圆心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处的磁感应强度大小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3352800" y="2786063"/>
                <a:ext cx="1614725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60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Microsoft Yahei" panose="020B0503020204020204" pitchFamily="34" charset="-122"/>
                          <a:sym typeface="Microsoft Yahei" panose="020B0503020204020204" pitchFamily="34" charset="-122"/>
                        </a:rPr>
                        <m:t>0</m:t>
                      </m:r>
                    </m:oMath>
                  </m:oMathPara>
                </a14:m>
                <a:endParaRPr lang="zh-CN" altLang="en-US" sz="2600" dirty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3352800" y="2786063"/>
                <a:ext cx="1614725" cy="64293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3352801" y="3643313"/>
                <a:ext cx="1614725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f>
                        <m:fPr>
                          <m:type m:val="lin"/>
                          <m:ctrlP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num>
                        <m:den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zh-CN" altLang="en-US" sz="2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zh-CN" alt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352801" y="3643313"/>
                <a:ext cx="1614725" cy="64293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3352801" y="4500563"/>
                <a:ext cx="1983105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sSub>
                        <m:sSubPr>
                          <m:ctrlP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f>
                        <m:fPr>
                          <m:type m:val="lin"/>
                          <m:ctrlP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num>
                        <m:den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zh-CN" altLang="en-US" sz="28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zh-CN" altLang="en-US" sz="2800" b="1" i="1" dirty="0">
                  <a:solidFill>
                    <a:prstClr val="black"/>
                  </a:solidFill>
                  <a:latin typeface="Cambria Math" panose="02040503050406030204" pitchFamily="18" charset="0"/>
                  <a:sym typeface="Microsoft Yahei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352801" y="4500563"/>
                <a:ext cx="1983105" cy="642938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3352801" y="5357813"/>
                <a:ext cx="1983105" cy="642938"/>
              </a:xfrm>
              <a:prstGeom prst="rect">
                <a:avLst/>
              </a:prstGeom>
              <a:noFill/>
            </p:spPr>
            <p:txBody>
              <a:bodyPr vert="horz" rtlCol="0" anchor="ctr" anchorCtr="0">
                <a:no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𝝁</m:t>
                          </m:r>
                        </m:e>
                        <m:sub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f>
                        <m:fPr>
                          <m:type m:val="lin"/>
                          <m:ctrlP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𝑰</m:t>
                          </m:r>
                        </m:num>
                        <m:den>
                          <m:r>
                            <a:rPr lang="zh-CN" altLang="en-US" sz="2800" b="1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𝑹</m:t>
                          </m:r>
                        </m:den>
                      </m:f>
                    </m:oMath>
                  </m:oMathPara>
                </a14:m>
                <a:endParaRPr lang="zh-CN" altLang="en-US" sz="2800" b="1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3352801" y="5357813"/>
                <a:ext cx="1983105" cy="642938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椭圆 8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26384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6384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2638425" y="4564856"/>
            <a:ext cx="514350" cy="51435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6384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1"/>
            </p:custDataLst>
          </p:nvPr>
        </p:nvSpPr>
        <p:spPr>
          <a:xfrm>
            <a:off x="76962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03108" y="2545856"/>
            <a:ext cx="2482195" cy="2597645"/>
          </a:xfrm>
          <a:prstGeom prst="rect">
            <a:avLst/>
          </a:prstGeom>
        </p:spPr>
      </p:pic>
      <p:sp>
        <p:nvSpPr>
          <p:cNvPr id="21" name="Rectangle 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对象 21"/>
              <p:cNvSpPr txBox="1"/>
              <p:nvPr/>
            </p:nvSpPr>
            <p:spPr bwMode="auto">
              <a:xfrm>
                <a:off x="1524001" y="0"/>
                <a:ext cx="549275" cy="228600"/>
              </a:xfrm>
              <a:prstGeom prst="rect">
                <a:avLst/>
              </a:prstGeom>
              <a:noFill/>
            </p:spPr>
            <p:txBody>
              <a:bodyPr>
                <a:normAutofit fontScale="475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zh-CN" altLang="en-US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/2</m:t>
                      </m:r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 xmlns="">
          <p:sp>
            <p:nvSpPr>
              <p:cNvPr id="22" name="对象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24001" y="0"/>
                <a:ext cx="549275" cy="228600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-1524000" y="0"/>
            <a:chExt cx="9144000" cy="635000"/>
          </a:xfrm>
        </p:grpSpPr>
        <p:sp>
          <p:nvSpPr>
            <p:cNvPr id="14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-152400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/>
            <p:cNvSpPr/>
            <p:nvPr>
              <p:custDataLst>
                <p:tags r:id="rId15"/>
              </p:custDataLst>
            </p:nvPr>
          </p:nvSpPr>
          <p:spPr>
            <a:xfrm>
              <a:off x="-152400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5875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5875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-127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17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59978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0977" name="Text Box 159"/>
              <p:cNvSpPr txBox="1">
                <a:spLocks noChangeArrowheads="1"/>
              </p:cNvSpPr>
              <p:nvPr/>
            </p:nvSpPr>
            <p:spPr bwMode="auto">
              <a:xfrm>
                <a:off x="1286928" y="2441581"/>
                <a:ext cx="5141261" cy="14913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zh-CN" altLang="en-US" sz="2800" dirty="0">
                    <a:latin typeface="+mn-ea"/>
                    <a:ea typeface="+mn-ea"/>
                  </a:rPr>
                  <a:t>每一个线圈</a:t>
                </a:r>
                <a14:m>
                  <m:oMath xmlns:m="http://schemas.openxmlformats.org/officeDocument/2006/math"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+mn-ea"/>
                      </a:rPr>
                      <m:t>磁场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：</m:t>
                    </m:r>
                  </m:oMath>
                </a14:m>
                <a:endParaRPr lang="en-US" altLang="zh-CN" sz="2800" i="1" dirty="0">
                  <a:latin typeface="+mn-ea"/>
                  <a:ea typeface="+mn-ea"/>
                </a:endParaRPr>
              </a:p>
              <a:p>
                <a:pPr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  <a:ea typeface="+mn-ea"/>
                        </a:rPr>
                        <m:t>𝐵</m:t>
                      </m:r>
                      <m:r>
                        <a:rPr lang="en-US" altLang="zh-CN" sz="2800" b="0" i="1" baseline="-25000" smtClean="0">
                          <a:latin typeface="Cambria Math" panose="02040503050406030204" pitchFamily="18" charset="0"/>
                          <a:ea typeface="+mn-ea"/>
                        </a:rPr>
                        <m:t>0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+mn-ea"/>
                            </a:rPr>
                            <m:t>𝐼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  <a:ea typeface="+mn-ea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  <a:ea typeface="+mn-ea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sz="2800" b="0" i="1"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i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977" name="Text Box 1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86928" y="2441581"/>
                <a:ext cx="5141261" cy="1491370"/>
              </a:xfrm>
              <a:prstGeom prst="rect">
                <a:avLst/>
              </a:prstGeom>
              <a:blipFill>
                <a:blip r:embed="rId2"/>
                <a:stretch>
                  <a:fillRect l="-2372" t="-450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3">
            <a:extLst>
              <a:ext uri="{FF2B5EF4-FFF2-40B4-BE49-F238E27FC236}">
                <a16:creationId xmlns:a16="http://schemas.microsoft.com/office/drawing/2014/main" id="{C13BE7CA-FA59-4483-9FF7-EEE4CC1E4E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127" y="286527"/>
            <a:ext cx="8856663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螺旋管产生磁场</a:t>
            </a:r>
            <a:endParaRPr lang="en-US" altLang="zh-CN" sz="3200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pic>
        <p:nvPicPr>
          <p:cNvPr id="55298" name="Picture 2" descr="螺线管图片(第1页) - 要无忧健康图库">
            <a:extLst>
              <a:ext uri="{FF2B5EF4-FFF2-40B4-BE49-F238E27FC236}">
                <a16:creationId xmlns:a16="http://schemas.microsoft.com/office/drawing/2014/main" id="{4F036141-A0A6-400F-A95E-AC709E88C5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2371" y="938137"/>
            <a:ext cx="3667125" cy="1247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9" name="Group 597">
            <a:extLst>
              <a:ext uri="{FF2B5EF4-FFF2-40B4-BE49-F238E27FC236}">
                <a16:creationId xmlns:a16="http://schemas.microsoft.com/office/drawing/2014/main" id="{0A989F17-75F0-47AD-9927-C1DA6C13CBA2}"/>
              </a:ext>
            </a:extLst>
          </p:cNvPr>
          <p:cNvGrpSpPr>
            <a:grpSpLocks/>
          </p:cNvGrpSpPr>
          <p:nvPr/>
        </p:nvGrpSpPr>
        <p:grpSpPr bwMode="auto">
          <a:xfrm>
            <a:off x="6632183" y="2417327"/>
            <a:ext cx="4960938" cy="1981200"/>
            <a:chOff x="1343" y="528"/>
            <a:chExt cx="3125" cy="1248"/>
          </a:xfrm>
        </p:grpSpPr>
        <p:sp>
          <p:nvSpPr>
            <p:cNvPr id="201" name="Line 530">
              <a:extLst>
                <a:ext uri="{FF2B5EF4-FFF2-40B4-BE49-F238E27FC236}">
                  <a16:creationId xmlns:a16="http://schemas.microsoft.com/office/drawing/2014/main" id="{9892981E-CD90-43AC-82EF-5EB13BBFC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04"/>
              <a:ext cx="1" cy="6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204" name="Group 592">
              <a:extLst>
                <a:ext uri="{FF2B5EF4-FFF2-40B4-BE49-F238E27FC236}">
                  <a16:creationId xmlns:a16="http://schemas.microsoft.com/office/drawing/2014/main" id="{74F5BC56-CA29-4892-87CF-C264CCE10E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3" y="528"/>
              <a:ext cx="3075" cy="164"/>
              <a:chOff x="1343" y="528"/>
              <a:chExt cx="3075" cy="164"/>
            </a:xfrm>
          </p:grpSpPr>
          <p:grpSp>
            <p:nvGrpSpPr>
              <p:cNvPr id="237" name="Group 482">
                <a:extLst>
                  <a:ext uri="{FF2B5EF4-FFF2-40B4-BE49-F238E27FC236}">
                    <a16:creationId xmlns:a16="http://schemas.microsoft.com/office/drawing/2014/main" id="{FD45D601-B250-4563-98B2-52D63978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6" y="528"/>
                <a:ext cx="200" cy="164"/>
                <a:chOff x="1200" y="2304"/>
                <a:chExt cx="144" cy="144"/>
              </a:xfrm>
            </p:grpSpPr>
            <p:sp>
              <p:nvSpPr>
                <p:cNvPr id="280" name="Oval 483">
                  <a:extLst>
                    <a:ext uri="{FF2B5EF4-FFF2-40B4-BE49-F238E27FC236}">
                      <a16:creationId xmlns:a16="http://schemas.microsoft.com/office/drawing/2014/main" id="{850421FB-C12F-4B81-908C-B59D572A4C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81" name="Oval 484">
                  <a:extLst>
                    <a:ext uri="{FF2B5EF4-FFF2-40B4-BE49-F238E27FC236}">
                      <a16:creationId xmlns:a16="http://schemas.microsoft.com/office/drawing/2014/main" id="{46EBEFBB-78B1-4AA8-9877-CB87C75AE5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38" name="Group 485">
                <a:extLst>
                  <a:ext uri="{FF2B5EF4-FFF2-40B4-BE49-F238E27FC236}">
                    <a16:creationId xmlns:a16="http://schemas.microsoft.com/office/drawing/2014/main" id="{953C4B29-B3C2-4908-8C92-8D2C1BA86A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3" y="528"/>
                <a:ext cx="201" cy="164"/>
                <a:chOff x="1200" y="2304"/>
                <a:chExt cx="144" cy="144"/>
              </a:xfrm>
            </p:grpSpPr>
            <p:sp>
              <p:nvSpPr>
                <p:cNvPr id="278" name="Oval 486">
                  <a:extLst>
                    <a:ext uri="{FF2B5EF4-FFF2-40B4-BE49-F238E27FC236}">
                      <a16:creationId xmlns:a16="http://schemas.microsoft.com/office/drawing/2014/main" id="{73CD8338-DBEC-4ADA-BEDA-135E6E5707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9" name="Oval 487">
                  <a:extLst>
                    <a:ext uri="{FF2B5EF4-FFF2-40B4-BE49-F238E27FC236}">
                      <a16:creationId xmlns:a16="http://schemas.microsoft.com/office/drawing/2014/main" id="{A979EEF5-3B94-4295-B5AE-7DDC84C00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39" name="Group 488">
                <a:extLst>
                  <a:ext uri="{FF2B5EF4-FFF2-40B4-BE49-F238E27FC236}">
                    <a16:creationId xmlns:a16="http://schemas.microsoft.com/office/drawing/2014/main" id="{545A0856-A426-4B89-8E5F-DE66392B20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6" y="528"/>
                <a:ext cx="198" cy="164"/>
                <a:chOff x="1200" y="2304"/>
                <a:chExt cx="144" cy="144"/>
              </a:xfrm>
            </p:grpSpPr>
            <p:sp>
              <p:nvSpPr>
                <p:cNvPr id="276" name="Oval 489">
                  <a:extLst>
                    <a:ext uri="{FF2B5EF4-FFF2-40B4-BE49-F238E27FC236}">
                      <a16:creationId xmlns:a16="http://schemas.microsoft.com/office/drawing/2014/main" id="{317D35B4-5ADB-4A2C-A457-561DEA114F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7" name="Oval 490">
                  <a:extLst>
                    <a:ext uri="{FF2B5EF4-FFF2-40B4-BE49-F238E27FC236}">
                      <a16:creationId xmlns:a16="http://schemas.microsoft.com/office/drawing/2014/main" id="{C59103D1-179E-480B-91EC-79FD293D0B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0" name="Group 491">
                <a:extLst>
                  <a:ext uri="{FF2B5EF4-FFF2-40B4-BE49-F238E27FC236}">
                    <a16:creationId xmlns:a16="http://schemas.microsoft.com/office/drawing/2014/main" id="{0F0C40A4-D10F-49BB-BB6A-A75BADBE48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1" y="528"/>
                <a:ext cx="198" cy="164"/>
                <a:chOff x="1200" y="2304"/>
                <a:chExt cx="144" cy="144"/>
              </a:xfrm>
            </p:grpSpPr>
            <p:sp>
              <p:nvSpPr>
                <p:cNvPr id="274" name="Oval 492">
                  <a:extLst>
                    <a:ext uri="{FF2B5EF4-FFF2-40B4-BE49-F238E27FC236}">
                      <a16:creationId xmlns:a16="http://schemas.microsoft.com/office/drawing/2014/main" id="{6B2B99E0-2887-41BA-B55E-4F087B4099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5" name="Oval 493">
                  <a:extLst>
                    <a:ext uri="{FF2B5EF4-FFF2-40B4-BE49-F238E27FC236}">
                      <a16:creationId xmlns:a16="http://schemas.microsoft.com/office/drawing/2014/main" id="{3CB0B22F-F7EB-473A-B110-F1F0DD9D14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1" name="Group 494">
                <a:extLst>
                  <a:ext uri="{FF2B5EF4-FFF2-40B4-BE49-F238E27FC236}">
                    <a16:creationId xmlns:a16="http://schemas.microsoft.com/office/drawing/2014/main" id="{01FCC72D-4454-4205-AE91-08098C2FA9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1" y="528"/>
                <a:ext cx="201" cy="164"/>
                <a:chOff x="1200" y="2304"/>
                <a:chExt cx="144" cy="144"/>
              </a:xfrm>
            </p:grpSpPr>
            <p:sp>
              <p:nvSpPr>
                <p:cNvPr id="272" name="Oval 495">
                  <a:extLst>
                    <a:ext uri="{FF2B5EF4-FFF2-40B4-BE49-F238E27FC236}">
                      <a16:creationId xmlns:a16="http://schemas.microsoft.com/office/drawing/2014/main" id="{5C3B5F38-B123-43A1-BAD9-07D02DE65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3" name="Oval 496">
                  <a:extLst>
                    <a:ext uri="{FF2B5EF4-FFF2-40B4-BE49-F238E27FC236}">
                      <a16:creationId xmlns:a16="http://schemas.microsoft.com/office/drawing/2014/main" id="{8F56CD0C-4EF2-4FE3-8D06-B72D41EFFB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2" name="Group 497">
                <a:extLst>
                  <a:ext uri="{FF2B5EF4-FFF2-40B4-BE49-F238E27FC236}">
                    <a16:creationId xmlns:a16="http://schemas.microsoft.com/office/drawing/2014/main" id="{98C86155-08DD-4D4D-874F-8F45154E7F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9" y="528"/>
                <a:ext cx="198" cy="164"/>
                <a:chOff x="1200" y="2304"/>
                <a:chExt cx="144" cy="144"/>
              </a:xfrm>
            </p:grpSpPr>
            <p:sp>
              <p:nvSpPr>
                <p:cNvPr id="270" name="Oval 498">
                  <a:extLst>
                    <a:ext uri="{FF2B5EF4-FFF2-40B4-BE49-F238E27FC236}">
                      <a16:creationId xmlns:a16="http://schemas.microsoft.com/office/drawing/2014/main" id="{9A02E2B6-ACE8-48AE-AB46-8A0CB4FE0F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1" name="Oval 499">
                  <a:extLst>
                    <a:ext uri="{FF2B5EF4-FFF2-40B4-BE49-F238E27FC236}">
                      <a16:creationId xmlns:a16="http://schemas.microsoft.com/office/drawing/2014/main" id="{D738069D-D8CB-4BB6-B531-CD61090E4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3" name="Group 500">
                <a:extLst>
                  <a:ext uri="{FF2B5EF4-FFF2-40B4-BE49-F238E27FC236}">
                    <a16:creationId xmlns:a16="http://schemas.microsoft.com/office/drawing/2014/main" id="{79291501-96BD-4A65-B065-4374B26D8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74" y="528"/>
                <a:ext cx="199" cy="164"/>
                <a:chOff x="1200" y="2304"/>
                <a:chExt cx="144" cy="144"/>
              </a:xfrm>
            </p:grpSpPr>
            <p:sp>
              <p:nvSpPr>
                <p:cNvPr id="268" name="Oval 501">
                  <a:extLst>
                    <a:ext uri="{FF2B5EF4-FFF2-40B4-BE49-F238E27FC236}">
                      <a16:creationId xmlns:a16="http://schemas.microsoft.com/office/drawing/2014/main" id="{43C8D0B6-B6E7-4FEE-8634-2865F6E20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9" name="Oval 502">
                  <a:extLst>
                    <a:ext uri="{FF2B5EF4-FFF2-40B4-BE49-F238E27FC236}">
                      <a16:creationId xmlns:a16="http://schemas.microsoft.com/office/drawing/2014/main" id="{47DAA166-6DB7-4010-B9D1-FBDF066719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4" name="Group 503">
                <a:extLst>
                  <a:ext uri="{FF2B5EF4-FFF2-40B4-BE49-F238E27FC236}">
                    <a16:creationId xmlns:a16="http://schemas.microsoft.com/office/drawing/2014/main" id="{66EBCB99-08D4-4D25-92E3-CE3B25598D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80" y="528"/>
                <a:ext cx="200" cy="164"/>
                <a:chOff x="1200" y="2304"/>
                <a:chExt cx="144" cy="144"/>
              </a:xfrm>
            </p:grpSpPr>
            <p:sp>
              <p:nvSpPr>
                <p:cNvPr id="266" name="Oval 504">
                  <a:extLst>
                    <a:ext uri="{FF2B5EF4-FFF2-40B4-BE49-F238E27FC236}">
                      <a16:creationId xmlns:a16="http://schemas.microsoft.com/office/drawing/2014/main" id="{C57FCE0D-1424-4EC3-8DD2-0F8914BA58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7" name="Oval 505">
                  <a:extLst>
                    <a:ext uri="{FF2B5EF4-FFF2-40B4-BE49-F238E27FC236}">
                      <a16:creationId xmlns:a16="http://schemas.microsoft.com/office/drawing/2014/main" id="{ECA28F7E-7410-4FAB-92DD-7E3649628A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5" name="Group 506">
                <a:extLst>
                  <a:ext uri="{FF2B5EF4-FFF2-40B4-BE49-F238E27FC236}">
                    <a16:creationId xmlns:a16="http://schemas.microsoft.com/office/drawing/2014/main" id="{D6269B63-9F7C-4AD4-9DB6-B6A9D5754F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87" y="528"/>
                <a:ext cx="198" cy="164"/>
                <a:chOff x="1200" y="2304"/>
                <a:chExt cx="144" cy="144"/>
              </a:xfrm>
            </p:grpSpPr>
            <p:sp>
              <p:nvSpPr>
                <p:cNvPr id="264" name="Oval 507">
                  <a:extLst>
                    <a:ext uri="{FF2B5EF4-FFF2-40B4-BE49-F238E27FC236}">
                      <a16:creationId xmlns:a16="http://schemas.microsoft.com/office/drawing/2014/main" id="{09A7C654-9299-44CB-B802-32DBC7E9AF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5" name="Oval 508">
                  <a:extLst>
                    <a:ext uri="{FF2B5EF4-FFF2-40B4-BE49-F238E27FC236}">
                      <a16:creationId xmlns:a16="http://schemas.microsoft.com/office/drawing/2014/main" id="{DB019569-5115-4E72-8D72-A0BA568A0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6" name="Group 509">
                <a:extLst>
                  <a:ext uri="{FF2B5EF4-FFF2-40B4-BE49-F238E27FC236}">
                    <a16:creationId xmlns:a16="http://schemas.microsoft.com/office/drawing/2014/main" id="{38585B7B-4708-4EEE-9A6B-86363995AB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92" y="528"/>
                <a:ext cx="199" cy="164"/>
                <a:chOff x="1200" y="2304"/>
                <a:chExt cx="144" cy="144"/>
              </a:xfrm>
            </p:grpSpPr>
            <p:sp>
              <p:nvSpPr>
                <p:cNvPr id="262" name="Oval 510">
                  <a:extLst>
                    <a:ext uri="{FF2B5EF4-FFF2-40B4-BE49-F238E27FC236}">
                      <a16:creationId xmlns:a16="http://schemas.microsoft.com/office/drawing/2014/main" id="{F5D062EF-A76D-4437-B1CA-05B6C7EC25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3" name="Oval 511">
                  <a:extLst>
                    <a:ext uri="{FF2B5EF4-FFF2-40B4-BE49-F238E27FC236}">
                      <a16:creationId xmlns:a16="http://schemas.microsoft.com/office/drawing/2014/main" id="{BAF834C9-07E9-41A2-836D-49B8EFB03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7" name="Group 512">
                <a:extLst>
                  <a:ext uri="{FF2B5EF4-FFF2-40B4-BE49-F238E27FC236}">
                    <a16:creationId xmlns:a16="http://schemas.microsoft.com/office/drawing/2014/main" id="{E0A4EAA7-22AF-4869-BFC6-3599A46209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8" y="528"/>
                <a:ext cx="200" cy="164"/>
                <a:chOff x="1200" y="2304"/>
                <a:chExt cx="144" cy="144"/>
              </a:xfrm>
            </p:grpSpPr>
            <p:sp>
              <p:nvSpPr>
                <p:cNvPr id="260" name="Oval 513">
                  <a:extLst>
                    <a:ext uri="{FF2B5EF4-FFF2-40B4-BE49-F238E27FC236}">
                      <a16:creationId xmlns:a16="http://schemas.microsoft.com/office/drawing/2014/main" id="{EAC5FCBE-E0E3-4313-A023-B455497F6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1" name="Oval 514">
                  <a:extLst>
                    <a:ext uri="{FF2B5EF4-FFF2-40B4-BE49-F238E27FC236}">
                      <a16:creationId xmlns:a16="http://schemas.microsoft.com/office/drawing/2014/main" id="{9C94E5CC-D1E0-44CB-9073-F2D625829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8" name="Group 515">
                <a:extLst>
                  <a:ext uri="{FF2B5EF4-FFF2-40B4-BE49-F238E27FC236}">
                    <a16:creationId xmlns:a16="http://schemas.microsoft.com/office/drawing/2014/main" id="{320F5C23-E537-4197-AE91-D0EC3FAE94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05" y="528"/>
                <a:ext cx="199" cy="164"/>
                <a:chOff x="1200" y="2304"/>
                <a:chExt cx="144" cy="144"/>
              </a:xfrm>
            </p:grpSpPr>
            <p:sp>
              <p:nvSpPr>
                <p:cNvPr id="258" name="Oval 516">
                  <a:extLst>
                    <a:ext uri="{FF2B5EF4-FFF2-40B4-BE49-F238E27FC236}">
                      <a16:creationId xmlns:a16="http://schemas.microsoft.com/office/drawing/2014/main" id="{44401A29-4567-4815-9D5A-5F2B0C7750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9" name="Oval 517">
                  <a:extLst>
                    <a:ext uri="{FF2B5EF4-FFF2-40B4-BE49-F238E27FC236}">
                      <a16:creationId xmlns:a16="http://schemas.microsoft.com/office/drawing/2014/main" id="{4BC7FCB7-9348-4731-AC78-C21AEC402C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9" name="Group 521">
                <a:extLst>
                  <a:ext uri="{FF2B5EF4-FFF2-40B4-BE49-F238E27FC236}">
                    <a16:creationId xmlns:a16="http://schemas.microsoft.com/office/drawing/2014/main" id="{2E13B28F-B701-464C-9088-2491D843A0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3" y="528"/>
                <a:ext cx="198" cy="164"/>
                <a:chOff x="1200" y="2304"/>
                <a:chExt cx="144" cy="144"/>
              </a:xfrm>
            </p:grpSpPr>
            <p:sp>
              <p:nvSpPr>
                <p:cNvPr id="256" name="Oval 522">
                  <a:extLst>
                    <a:ext uri="{FF2B5EF4-FFF2-40B4-BE49-F238E27FC236}">
                      <a16:creationId xmlns:a16="http://schemas.microsoft.com/office/drawing/2014/main" id="{3B06026F-EF3E-4DAF-A04F-7C97861C0C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7" name="Oval 523">
                  <a:extLst>
                    <a:ext uri="{FF2B5EF4-FFF2-40B4-BE49-F238E27FC236}">
                      <a16:creationId xmlns:a16="http://schemas.microsoft.com/office/drawing/2014/main" id="{AE37B6C8-AEAE-4AD8-8F7D-DBFE96D22C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50" name="Group 571">
                <a:extLst>
                  <a:ext uri="{FF2B5EF4-FFF2-40B4-BE49-F238E27FC236}">
                    <a16:creationId xmlns:a16="http://schemas.microsoft.com/office/drawing/2014/main" id="{CB00E278-8C3D-4781-8C2D-376B097D8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7" y="528"/>
                <a:ext cx="199" cy="164"/>
                <a:chOff x="1200" y="2304"/>
                <a:chExt cx="144" cy="144"/>
              </a:xfrm>
            </p:grpSpPr>
            <p:sp>
              <p:nvSpPr>
                <p:cNvPr id="254" name="Oval 572">
                  <a:extLst>
                    <a:ext uri="{FF2B5EF4-FFF2-40B4-BE49-F238E27FC236}">
                      <a16:creationId xmlns:a16="http://schemas.microsoft.com/office/drawing/2014/main" id="{64EA59ED-E86A-4BA3-8675-7641B74F91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5" name="Oval 573">
                  <a:extLst>
                    <a:ext uri="{FF2B5EF4-FFF2-40B4-BE49-F238E27FC236}">
                      <a16:creationId xmlns:a16="http://schemas.microsoft.com/office/drawing/2014/main" id="{24352782-61E1-4071-9C12-311E292FB6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51" name="Group 578">
                <a:extLst>
                  <a:ext uri="{FF2B5EF4-FFF2-40B4-BE49-F238E27FC236}">
                    <a16:creationId xmlns:a16="http://schemas.microsoft.com/office/drawing/2014/main" id="{A3FC4C93-0E15-48BC-901B-BE632EDA6E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19" y="528"/>
                <a:ext cx="199" cy="164"/>
                <a:chOff x="1200" y="2304"/>
                <a:chExt cx="144" cy="144"/>
              </a:xfrm>
            </p:grpSpPr>
            <p:sp>
              <p:nvSpPr>
                <p:cNvPr id="252" name="Oval 579">
                  <a:extLst>
                    <a:ext uri="{FF2B5EF4-FFF2-40B4-BE49-F238E27FC236}">
                      <a16:creationId xmlns:a16="http://schemas.microsoft.com/office/drawing/2014/main" id="{B83CA9BA-77CF-4716-9F2C-44DFF5FA5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3" name="Oval 580">
                  <a:extLst>
                    <a:ext uri="{FF2B5EF4-FFF2-40B4-BE49-F238E27FC236}">
                      <a16:creationId xmlns:a16="http://schemas.microsoft.com/office/drawing/2014/main" id="{B4A2A5DA-0AE9-4DF4-942E-3BC15813D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05" name="Group 593">
              <a:extLst>
                <a:ext uri="{FF2B5EF4-FFF2-40B4-BE49-F238E27FC236}">
                  <a16:creationId xmlns:a16="http://schemas.microsoft.com/office/drawing/2014/main" id="{07DD9BDD-FB99-4C06-A31C-CBA8311F9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3" y="1344"/>
              <a:ext cx="3095" cy="330"/>
              <a:chOff x="1373" y="1344"/>
              <a:chExt cx="3095" cy="330"/>
            </a:xfrm>
          </p:grpSpPr>
          <p:sp>
            <p:nvSpPr>
              <p:cNvPr id="207" name="Oval 543">
                <a:extLst>
                  <a:ext uri="{FF2B5EF4-FFF2-40B4-BE49-F238E27FC236}">
                    <a16:creationId xmlns:a16="http://schemas.microsoft.com/office/drawing/2014/main" id="{48EF5AD3-8C32-47A0-8256-D65EDE6C5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96"/>
                <a:ext cx="199" cy="16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08" name="Oval 544">
                <a:extLst>
                  <a:ext uri="{FF2B5EF4-FFF2-40B4-BE49-F238E27FC236}">
                    <a16:creationId xmlns:a16="http://schemas.microsoft.com/office/drawing/2014/main" id="{632112A3-D839-4F83-AE82-ED7D9390D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09" name="Text Box 545">
                <a:extLst>
                  <a:ext uri="{FF2B5EF4-FFF2-40B4-BE49-F238E27FC236}">
                    <a16:creationId xmlns:a16="http://schemas.microsoft.com/office/drawing/2014/main" id="{A9D22460-193F-47B6-BD08-F41CD9423D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5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0" name="Oval 546">
                <a:extLst>
                  <a:ext uri="{FF2B5EF4-FFF2-40B4-BE49-F238E27FC236}">
                    <a16:creationId xmlns:a16="http://schemas.microsoft.com/office/drawing/2014/main" id="{EB80ADA5-4E08-48EE-8E30-2D3573308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2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1" name="Text Box 547">
                <a:extLst>
                  <a:ext uri="{FF2B5EF4-FFF2-40B4-BE49-F238E27FC236}">
                    <a16:creationId xmlns:a16="http://schemas.microsoft.com/office/drawing/2014/main" id="{71CCAC22-2FB4-4734-8567-B2E8AE299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3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2" name="Oval 548">
                <a:extLst>
                  <a:ext uri="{FF2B5EF4-FFF2-40B4-BE49-F238E27FC236}">
                    <a16:creationId xmlns:a16="http://schemas.microsoft.com/office/drawing/2014/main" id="{41C7ADD3-245E-4E05-AFC7-C8B5264D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7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3" name="Text Box 549">
                <a:extLst>
                  <a:ext uri="{FF2B5EF4-FFF2-40B4-BE49-F238E27FC236}">
                    <a16:creationId xmlns:a16="http://schemas.microsoft.com/office/drawing/2014/main" id="{4371248D-17A2-4733-A5EC-479866EC89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4" name="Oval 550">
                <a:extLst>
                  <a:ext uri="{FF2B5EF4-FFF2-40B4-BE49-F238E27FC236}">
                    <a16:creationId xmlns:a16="http://schemas.microsoft.com/office/drawing/2014/main" id="{401B730E-1F61-488B-8823-6E3777A7E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5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5" name="Text Box 551">
                <a:extLst>
                  <a:ext uri="{FF2B5EF4-FFF2-40B4-BE49-F238E27FC236}">
                    <a16:creationId xmlns:a16="http://schemas.microsoft.com/office/drawing/2014/main" id="{C77B2EB0-5991-4E3F-8942-355736C7B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7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6" name="Oval 552">
                <a:extLst>
                  <a:ext uri="{FF2B5EF4-FFF2-40B4-BE49-F238E27FC236}">
                    <a16:creationId xmlns:a16="http://schemas.microsoft.com/office/drawing/2014/main" id="{D3FBB347-B4C6-4FB2-AFEB-839226B17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7" name="Text Box 553">
                <a:extLst>
                  <a:ext uri="{FF2B5EF4-FFF2-40B4-BE49-F238E27FC236}">
                    <a16:creationId xmlns:a16="http://schemas.microsoft.com/office/drawing/2014/main" id="{19B4B091-803B-4465-96DF-62D210333F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8" name="Oval 554">
                <a:extLst>
                  <a:ext uri="{FF2B5EF4-FFF2-40B4-BE49-F238E27FC236}">
                    <a16:creationId xmlns:a16="http://schemas.microsoft.com/office/drawing/2014/main" id="{49A1021F-F7FA-4D60-9427-4627D1B1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9" name="Text Box 555">
                <a:extLst>
                  <a:ext uri="{FF2B5EF4-FFF2-40B4-BE49-F238E27FC236}">
                    <a16:creationId xmlns:a16="http://schemas.microsoft.com/office/drawing/2014/main" id="{5C738615-F98D-4F6D-864D-7DAF98F6B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0" name="Oval 556">
                <a:extLst>
                  <a:ext uri="{FF2B5EF4-FFF2-40B4-BE49-F238E27FC236}">
                    <a16:creationId xmlns:a16="http://schemas.microsoft.com/office/drawing/2014/main" id="{09EDD3C6-7172-4E39-9FFF-CC2ED90FC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1" name="Text Box 557">
                <a:extLst>
                  <a:ext uri="{FF2B5EF4-FFF2-40B4-BE49-F238E27FC236}">
                    <a16:creationId xmlns:a16="http://schemas.microsoft.com/office/drawing/2014/main" id="{B78FCAA7-7B0D-4177-A65A-58AA9225F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4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2" name="Oval 558">
                <a:extLst>
                  <a:ext uri="{FF2B5EF4-FFF2-40B4-BE49-F238E27FC236}">
                    <a16:creationId xmlns:a16="http://schemas.microsoft.com/office/drawing/2014/main" id="{72C8C016-7546-4989-8C14-A83A8ABE7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8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3" name="Text Box 559">
                <a:extLst>
                  <a:ext uri="{FF2B5EF4-FFF2-40B4-BE49-F238E27FC236}">
                    <a16:creationId xmlns:a16="http://schemas.microsoft.com/office/drawing/2014/main" id="{EAF5544A-9953-49E1-9A21-9E1C954EB6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0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4" name="Oval 560">
                <a:extLst>
                  <a:ext uri="{FF2B5EF4-FFF2-40B4-BE49-F238E27FC236}">
                    <a16:creationId xmlns:a16="http://schemas.microsoft.com/office/drawing/2014/main" id="{B50DEAB5-E6DE-4EEF-BFFD-0D707D5F7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6" y="1398"/>
                <a:ext cx="198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5" name="Text Box 561">
                <a:extLst>
                  <a:ext uri="{FF2B5EF4-FFF2-40B4-BE49-F238E27FC236}">
                    <a16:creationId xmlns:a16="http://schemas.microsoft.com/office/drawing/2014/main" id="{D2FD2CE7-42A0-4E66-910A-9F9790E0A2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7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6" name="Oval 562">
                <a:extLst>
                  <a:ext uri="{FF2B5EF4-FFF2-40B4-BE49-F238E27FC236}">
                    <a16:creationId xmlns:a16="http://schemas.microsoft.com/office/drawing/2014/main" id="{40D59EAB-CEF2-48BA-AACA-28406F58E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1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7" name="Text Box 563">
                <a:extLst>
                  <a:ext uri="{FF2B5EF4-FFF2-40B4-BE49-F238E27FC236}">
                    <a16:creationId xmlns:a16="http://schemas.microsoft.com/office/drawing/2014/main" id="{954C0319-B528-4E36-A196-61482E3912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6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8" name="Oval 564">
                <a:extLst>
                  <a:ext uri="{FF2B5EF4-FFF2-40B4-BE49-F238E27FC236}">
                    <a16:creationId xmlns:a16="http://schemas.microsoft.com/office/drawing/2014/main" id="{AF53E3DE-848E-4621-9886-944DD9EBE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398"/>
                <a:ext cx="200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9" name="Text Box 565">
                <a:extLst>
                  <a:ext uri="{FF2B5EF4-FFF2-40B4-BE49-F238E27FC236}">
                    <a16:creationId xmlns:a16="http://schemas.microsoft.com/office/drawing/2014/main" id="{EFBF3052-8A8A-4283-A06C-FAC062121B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8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0" name="Oval 566">
                <a:extLst>
                  <a:ext uri="{FF2B5EF4-FFF2-40B4-BE49-F238E27FC236}">
                    <a16:creationId xmlns:a16="http://schemas.microsoft.com/office/drawing/2014/main" id="{C4D54EFE-D720-4715-8295-AFA767379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1" name="Text Box 567">
                <a:extLst>
                  <a:ext uri="{FF2B5EF4-FFF2-40B4-BE49-F238E27FC236}">
                    <a16:creationId xmlns:a16="http://schemas.microsoft.com/office/drawing/2014/main" id="{4BAFD729-9554-41B9-BC17-EFFFF8D027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5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2" name="Text Box 568">
                <a:extLst>
                  <a:ext uri="{FF2B5EF4-FFF2-40B4-BE49-F238E27FC236}">
                    <a16:creationId xmlns:a16="http://schemas.microsoft.com/office/drawing/2014/main" id="{F5D044A6-ED29-476F-9466-10A5566DC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3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3" name="Oval 576">
                <a:extLst>
                  <a:ext uri="{FF2B5EF4-FFF2-40B4-BE49-F238E27FC236}">
                    <a16:creationId xmlns:a16="http://schemas.microsoft.com/office/drawing/2014/main" id="{7C2B2BB1-226D-40C7-9018-E90641086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4" name="Text Box 577">
                <a:extLst>
                  <a:ext uri="{FF2B5EF4-FFF2-40B4-BE49-F238E27FC236}">
                    <a16:creationId xmlns:a16="http://schemas.microsoft.com/office/drawing/2014/main" id="{AC29E261-73ED-43B7-B8F0-E702F5AE40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7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5" name="Oval 582">
                <a:extLst>
                  <a:ext uri="{FF2B5EF4-FFF2-40B4-BE49-F238E27FC236}">
                    <a16:creationId xmlns:a16="http://schemas.microsoft.com/office/drawing/2014/main" id="{C7ABE837-C32E-4AA8-9FB1-46E086B84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8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6" name="Text Box 583">
                <a:extLst>
                  <a:ext uri="{FF2B5EF4-FFF2-40B4-BE49-F238E27FC236}">
                    <a16:creationId xmlns:a16="http://schemas.microsoft.com/office/drawing/2014/main" id="{303BB2DB-B53B-4942-AF62-DEEB26C1F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9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</p:grpSp>
      </p:grpSp>
      <p:sp>
        <p:nvSpPr>
          <p:cNvPr id="298" name="Line 595">
            <a:extLst>
              <a:ext uri="{FF2B5EF4-FFF2-40B4-BE49-F238E27FC236}">
                <a16:creationId xmlns:a16="http://schemas.microsoft.com/office/drawing/2014/main" id="{2266B17D-3376-433E-9056-0EE5CC0C0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6176569" y="3331727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C9F025D-74CA-47F7-A123-A290ACDF246B}"/>
                  </a:ext>
                </a:extLst>
              </p:cNvPr>
              <p:cNvSpPr/>
              <p:nvPr/>
            </p:nvSpPr>
            <p:spPr>
              <a:xfrm>
                <a:off x="1852511" y="4698835"/>
                <a:ext cx="3368614" cy="1049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𝑛𝑑𝑥</m:t>
                          </m:r>
                        </m:num>
                        <m:den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f>
                                <m:fPr>
                                  <m:type m:val="lin"/>
                                  <m:ctrlP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9C9F025D-74CA-47F7-A123-A290ACDF24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2511" y="4698835"/>
                <a:ext cx="3368614" cy="10494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93F5DFB-EB94-4AE5-9189-4171E789C5B1}"/>
                  </a:ext>
                </a:extLst>
              </p:cNvPr>
              <p:cNvSpPr/>
              <p:nvPr/>
            </p:nvSpPr>
            <p:spPr>
              <a:xfrm>
                <a:off x="6399298" y="5727795"/>
                <a:ext cx="336136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latin typeface="Cambria Math" panose="02040503050406030204" pitchFamily="18" charset="0"/>
                                </a:rPr>
                                <m:t>csc</m:t>
                              </m:r>
                            </m:e>
                            <m:sup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293F5DFB-EB94-4AE5-9189-4171E789C5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9298" y="5727795"/>
                <a:ext cx="336136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1" name="Text Box 159">
            <a:extLst>
              <a:ext uri="{FF2B5EF4-FFF2-40B4-BE49-F238E27FC236}">
                <a16:creationId xmlns:a16="http://schemas.microsoft.com/office/drawing/2014/main" id="{3C5DA10B-3274-4529-BF9B-9E309A1A78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6703" y="1158240"/>
            <a:ext cx="514126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sz="2800" dirty="0">
                <a:latin typeface="+mn-ea"/>
                <a:ea typeface="+mn-ea"/>
              </a:rPr>
              <a:t>线圈半径为</a:t>
            </a:r>
            <a:r>
              <a:rPr lang="en-US" altLang="zh-CN" sz="2800" dirty="0">
                <a:latin typeface="+mn-ea"/>
                <a:ea typeface="+mn-ea"/>
              </a:rPr>
              <a:t>R</a:t>
            </a:r>
            <a:r>
              <a:rPr lang="zh-CN" altLang="en-US" sz="2800" dirty="0">
                <a:latin typeface="+mn-ea"/>
                <a:ea typeface="+mn-ea"/>
              </a:rPr>
              <a:t>，单位长度的线圈密度为</a:t>
            </a:r>
            <a:r>
              <a:rPr lang="en-US" altLang="zh-CN" sz="2800" dirty="0">
                <a:latin typeface="+mn-ea"/>
                <a:ea typeface="+mn-ea"/>
              </a:rPr>
              <a:t>n</a:t>
            </a:r>
            <a:r>
              <a:rPr lang="zh-CN" altLang="en-US" sz="2800" dirty="0">
                <a:latin typeface="+mn-ea"/>
                <a:ea typeface="+mn-ea"/>
              </a:rPr>
              <a:t>，电流大小为</a:t>
            </a:r>
            <a:r>
              <a:rPr lang="en-US" altLang="zh-CN" sz="2800" i="1" dirty="0">
                <a:latin typeface="+mn-ea"/>
                <a:ea typeface="+mn-ea"/>
              </a:rPr>
              <a:t>I</a:t>
            </a:r>
            <a:endParaRPr lang="zh-CN" altLang="en-US" sz="2800" i="1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 Box 159">
                <a:extLst>
                  <a:ext uri="{FF2B5EF4-FFF2-40B4-BE49-F238E27FC236}">
                    <a16:creationId xmlns:a16="http://schemas.microsoft.com/office/drawing/2014/main" id="{25CB0700-125A-4E5C-84D1-4118F9AC78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08348" y="4061542"/>
                <a:ext cx="5141261" cy="9541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spcBef>
                    <a:spcPct val="0"/>
                  </a:spcBef>
                  <a:buNone/>
                </a:pPr>
                <a:r>
                  <a:rPr lang="zh-CN" altLang="en-US" sz="2800" dirty="0">
                    <a:latin typeface="+mn-ea"/>
                    <a:ea typeface="+mn-ea"/>
                  </a:rPr>
                  <a:t>单位长度螺旋管</a:t>
                </a:r>
                <a14:m>
                  <m:oMath xmlns:m="http://schemas.openxmlformats.org/officeDocument/2006/math">
                    <m:r>
                      <a:rPr lang="zh-CN" altLang="en-US" sz="2800" b="0" i="1" smtClean="0">
                        <a:latin typeface="Cambria Math" panose="02040503050406030204" pitchFamily="18" charset="0"/>
                        <a:ea typeface="+mn-ea"/>
                      </a:rPr>
                      <m:t>磁场</m:t>
                    </m:r>
                    <m:r>
                      <a:rPr lang="zh-CN" altLang="en-US" sz="2800" i="1">
                        <a:latin typeface="Cambria Math" panose="02040503050406030204" pitchFamily="18" charset="0"/>
                        <a:ea typeface="+mn-ea"/>
                      </a:rPr>
                      <m:t>：</m:t>
                    </m:r>
                  </m:oMath>
                </a14:m>
                <a:endParaRPr lang="en-US" altLang="zh-CN" sz="2800" i="1" dirty="0">
                  <a:latin typeface="+mn-ea"/>
                  <a:ea typeface="+mn-ea"/>
                </a:endParaRPr>
              </a:p>
              <a:p>
                <a:pPr>
                  <a:spcBef>
                    <a:spcPct val="0"/>
                  </a:spcBef>
                  <a:buNone/>
                </a:pPr>
                <a:endParaRPr lang="zh-CN" altLang="en-US" sz="2800" i="1" dirty="0">
                  <a:latin typeface="+mn-ea"/>
                  <a:ea typeface="+mn-ea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2" name="Text Box 159">
                <a:extLst>
                  <a:ext uri="{FF2B5EF4-FFF2-40B4-BE49-F238E27FC236}">
                    <a16:creationId xmlns:a16="http://schemas.microsoft.com/office/drawing/2014/main" id="{25CB0700-125A-4E5C-84D1-4118F9AC7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08348" y="4061542"/>
                <a:ext cx="5141261" cy="954107"/>
              </a:xfrm>
              <a:prstGeom prst="rect">
                <a:avLst/>
              </a:prstGeom>
              <a:blipFill>
                <a:blip r:embed="rId6"/>
                <a:stretch>
                  <a:fillRect l="-2370" t="-636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D4906B91-9458-471F-B6D2-3915C9FA3657}"/>
                  </a:ext>
                </a:extLst>
              </p:cNvPr>
              <p:cNvSpPr/>
              <p:nvPr/>
            </p:nvSpPr>
            <p:spPr>
              <a:xfrm>
                <a:off x="8706442" y="5002308"/>
                <a:ext cx="3126316" cy="5250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𝑑𝑥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csc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3" name="矩形 132">
                <a:extLst>
                  <a:ext uri="{FF2B5EF4-FFF2-40B4-BE49-F238E27FC236}">
                    <a16:creationId xmlns:a16="http://schemas.microsoft.com/office/drawing/2014/main" id="{D4906B91-9458-471F-B6D2-3915C9FA365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6442" y="5002308"/>
                <a:ext cx="3126316" cy="52501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4" name="Rectangle 591">
            <a:extLst>
              <a:ext uri="{FF2B5EF4-FFF2-40B4-BE49-F238E27FC236}">
                <a16:creationId xmlns:a16="http://schemas.microsoft.com/office/drawing/2014/main" id="{BDA2A34D-56DB-4A27-8114-E279AC3A5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05571" y="2341127"/>
            <a:ext cx="228600" cy="1828800"/>
          </a:xfrm>
          <a:prstGeom prst="rect">
            <a:avLst/>
          </a:prstGeom>
          <a:solidFill>
            <a:srgbClr val="66CCFF">
              <a:alpha val="50195"/>
            </a:srgbClr>
          </a:solidFill>
          <a:ln w="19050">
            <a:solidFill>
              <a:srgbClr val="0000FF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800" i="1" u="sng" dirty="0">
              <a:ea typeface="华文楷体" panose="02010600040101010101" pitchFamily="2" charset="-122"/>
            </a:endParaRPr>
          </a:p>
        </p:txBody>
      </p:sp>
      <p:sp>
        <p:nvSpPr>
          <p:cNvPr id="135" name="Text Box 520">
            <a:extLst>
              <a:ext uri="{FF2B5EF4-FFF2-40B4-BE49-F238E27FC236}">
                <a16:creationId xmlns:a16="http://schemas.microsoft.com/office/drawing/2014/main" id="{59CE0C88-9449-41F7-AB96-DFEDBD2ABD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2908" y="3215840"/>
            <a:ext cx="468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 b="1" i="1" dirty="0">
                <a:solidFill>
                  <a:srgbClr val="C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</a:p>
        </p:txBody>
      </p:sp>
      <p:sp>
        <p:nvSpPr>
          <p:cNvPr id="136" name="Line 532">
            <a:extLst>
              <a:ext uri="{FF2B5EF4-FFF2-40B4-BE49-F238E27FC236}">
                <a16:creationId xmlns:a16="http://schemas.microsoft.com/office/drawing/2014/main" id="{A3273F64-217E-4C08-B73A-031F3E56A1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6771" y="3331727"/>
            <a:ext cx="0" cy="1066800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Object 14">
                <a:extLst>
                  <a:ext uri="{FF2B5EF4-FFF2-40B4-BE49-F238E27FC236}">
                    <a16:creationId xmlns:a16="http://schemas.microsoft.com/office/drawing/2014/main" id="{A1A4867A-2F07-42B9-B7CC-27238BD3B498}"/>
                  </a:ext>
                </a:extLst>
              </p:cNvPr>
              <p:cNvSpPr txBox="1"/>
              <p:nvPr/>
            </p:nvSpPr>
            <p:spPr bwMode="auto">
              <a:xfrm>
                <a:off x="8372084" y="3382527"/>
                <a:ext cx="512763" cy="3889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37" name="Object 14">
                <a:extLst>
                  <a:ext uri="{FF2B5EF4-FFF2-40B4-BE49-F238E27FC236}">
                    <a16:creationId xmlns:a16="http://schemas.microsoft.com/office/drawing/2014/main" id="{A1A4867A-2F07-42B9-B7CC-27238BD3B4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72084" y="3382527"/>
                <a:ext cx="512763" cy="38893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Line 541">
            <a:extLst>
              <a:ext uri="{FF2B5EF4-FFF2-40B4-BE49-F238E27FC236}">
                <a16:creationId xmlns:a16="http://schemas.microsoft.com/office/drawing/2014/main" id="{BF1BEDB2-2A54-47E0-B6F1-9642B2A33A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910246" y="3523815"/>
            <a:ext cx="658813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2800"/>
          </a:p>
        </p:txBody>
      </p:sp>
      <p:sp>
        <p:nvSpPr>
          <p:cNvPr id="139" name="Line 542">
            <a:extLst>
              <a:ext uri="{FF2B5EF4-FFF2-40B4-BE49-F238E27FC236}">
                <a16:creationId xmlns:a16="http://schemas.microsoft.com/office/drawing/2014/main" id="{BFD3EF81-ED9E-426C-858E-5209BDF0BE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76771" y="3523815"/>
            <a:ext cx="658813" cy="0"/>
          </a:xfrm>
          <a:prstGeom prst="line">
            <a:avLst/>
          </a:prstGeom>
          <a:noFill/>
          <a:ln w="15875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 sz="2800"/>
          </a:p>
        </p:txBody>
      </p:sp>
      <p:grpSp>
        <p:nvGrpSpPr>
          <p:cNvPr id="140" name="Group 602">
            <a:extLst>
              <a:ext uri="{FF2B5EF4-FFF2-40B4-BE49-F238E27FC236}">
                <a16:creationId xmlns:a16="http://schemas.microsoft.com/office/drawing/2014/main" id="{25708963-842B-41F1-8FD1-69021B8AA692}"/>
              </a:ext>
            </a:extLst>
          </p:cNvPr>
          <p:cNvGrpSpPr>
            <a:grpSpLocks/>
          </p:cNvGrpSpPr>
          <p:nvPr/>
        </p:nvGrpSpPr>
        <p:grpSpPr bwMode="auto">
          <a:xfrm>
            <a:off x="7776770" y="2645928"/>
            <a:ext cx="1844675" cy="682625"/>
            <a:chOff x="2064" y="672"/>
            <a:chExt cx="1162" cy="430"/>
          </a:xfrm>
        </p:grpSpPr>
        <p:sp>
          <p:nvSpPr>
            <p:cNvPr id="141" name="Arc 527">
              <a:extLst>
                <a:ext uri="{FF2B5EF4-FFF2-40B4-BE49-F238E27FC236}">
                  <a16:creationId xmlns:a16="http://schemas.microsoft.com/office/drawing/2014/main" id="{E13CD261-55F7-4255-9B51-DC5561B15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818"/>
              <a:ext cx="68" cy="2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893" y="0"/>
                    <a:pt x="21548" y="9614"/>
                    <a:pt x="21599" y="21507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893" y="0"/>
                    <a:pt x="21548" y="9614"/>
                    <a:pt x="21599" y="2150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142" name="Group 601">
              <a:extLst>
                <a:ext uri="{FF2B5EF4-FFF2-40B4-BE49-F238E27FC236}">
                  <a16:creationId xmlns:a16="http://schemas.microsoft.com/office/drawing/2014/main" id="{2B6675DB-289D-4814-8CEA-167A0FFF8F8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672"/>
              <a:ext cx="1162" cy="426"/>
              <a:chOff x="2064" y="672"/>
              <a:chExt cx="1162" cy="426"/>
            </a:xfrm>
          </p:grpSpPr>
          <p:sp>
            <p:nvSpPr>
              <p:cNvPr id="143" name="Line 525">
                <a:extLst>
                  <a:ext uri="{FF2B5EF4-FFF2-40B4-BE49-F238E27FC236}">
                    <a16:creationId xmlns:a16="http://schemas.microsoft.com/office/drawing/2014/main" id="{AB862E41-79E8-42AE-9E77-3E4B69F3D4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672"/>
                <a:ext cx="1162" cy="426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4" name="Object 11">
                    <a:extLst>
                      <a:ext uri="{FF2B5EF4-FFF2-40B4-BE49-F238E27FC236}">
                        <a16:creationId xmlns:a16="http://schemas.microsoft.com/office/drawing/2014/main" id="{785D324A-3A21-4CBD-9CBC-3DB616DC0989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2928" y="768"/>
                    <a:ext cx="271" cy="2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144" name="Object 11">
                    <a:extLst>
                      <a:ext uri="{FF2B5EF4-FFF2-40B4-BE49-F238E27FC236}">
                        <a16:creationId xmlns:a16="http://schemas.microsoft.com/office/drawing/2014/main" id="{785D324A-3A21-4CBD-9CBC-3DB616DC098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928" y="768"/>
                    <a:ext cx="271" cy="267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8571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45" name="Group 599">
            <a:extLst>
              <a:ext uri="{FF2B5EF4-FFF2-40B4-BE49-F238E27FC236}">
                <a16:creationId xmlns:a16="http://schemas.microsoft.com/office/drawing/2014/main" id="{1CD6DE84-4FFD-4328-A9BF-400983578B2D}"/>
              </a:ext>
            </a:extLst>
          </p:cNvPr>
          <p:cNvGrpSpPr>
            <a:grpSpLocks/>
          </p:cNvGrpSpPr>
          <p:nvPr/>
        </p:nvGrpSpPr>
        <p:grpSpPr bwMode="auto">
          <a:xfrm>
            <a:off x="7765657" y="2645928"/>
            <a:ext cx="3668712" cy="727076"/>
            <a:chOff x="2057" y="672"/>
            <a:chExt cx="2311" cy="458"/>
          </a:xfrm>
        </p:grpSpPr>
        <p:sp>
          <p:nvSpPr>
            <p:cNvPr id="146" name="Line 526">
              <a:extLst>
                <a:ext uri="{FF2B5EF4-FFF2-40B4-BE49-F238E27FC236}">
                  <a16:creationId xmlns:a16="http://schemas.microsoft.com/office/drawing/2014/main" id="{6CAD9ED1-CDC9-4D57-8A21-0FE5CD4D2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672"/>
              <a:ext cx="2311" cy="42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47" name="Arc 528">
              <a:extLst>
                <a:ext uri="{FF2B5EF4-FFF2-40B4-BE49-F238E27FC236}">
                  <a16:creationId xmlns:a16="http://schemas.microsoft.com/office/drawing/2014/main" id="{F4C08E2C-0819-4223-AF5D-6B034568D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1013"/>
              <a:ext cx="50" cy="117"/>
            </a:xfrm>
            <a:custGeom>
              <a:avLst/>
              <a:gdLst>
                <a:gd name="T0" fmla="*/ 0 w 20593"/>
                <a:gd name="T1" fmla="*/ 0 h 21600"/>
                <a:gd name="T2" fmla="*/ 0 w 20593"/>
                <a:gd name="T3" fmla="*/ 0 h 21600"/>
                <a:gd name="T4" fmla="*/ 0 w 20593"/>
                <a:gd name="T5" fmla="*/ 0 h 21600"/>
                <a:gd name="T6" fmla="*/ 0 60000 65536"/>
                <a:gd name="T7" fmla="*/ 0 60000 65536"/>
                <a:gd name="T8" fmla="*/ 0 60000 65536"/>
                <a:gd name="T9" fmla="*/ 0 w 20593"/>
                <a:gd name="T10" fmla="*/ 0 h 21600"/>
                <a:gd name="T11" fmla="*/ 20593 w 2059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93" h="21600" fill="none" extrusionOk="0">
                  <a:moveTo>
                    <a:pt x="-1" y="0"/>
                  </a:moveTo>
                  <a:cubicBezTo>
                    <a:pt x="9418" y="0"/>
                    <a:pt x="17751" y="6103"/>
                    <a:pt x="20593" y="15082"/>
                  </a:cubicBezTo>
                </a:path>
                <a:path w="20593" h="21600" stroke="0" extrusionOk="0">
                  <a:moveTo>
                    <a:pt x="-1" y="0"/>
                  </a:moveTo>
                  <a:cubicBezTo>
                    <a:pt x="9418" y="0"/>
                    <a:pt x="17751" y="6103"/>
                    <a:pt x="20593" y="1508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Object 10">
                  <a:extLst>
                    <a:ext uri="{FF2B5EF4-FFF2-40B4-BE49-F238E27FC236}">
                      <a16:creationId xmlns:a16="http://schemas.microsoft.com/office/drawing/2014/main" id="{E87582F0-349C-46D0-A780-6E4A6A31C749}"/>
                    </a:ext>
                  </a:extLst>
                </p:cNvPr>
                <p:cNvSpPr txBox="1"/>
                <p:nvPr/>
              </p:nvSpPr>
              <p:spPr bwMode="auto">
                <a:xfrm>
                  <a:off x="3573" y="801"/>
                  <a:ext cx="335" cy="2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48" name="Object 10">
                  <a:extLst>
                    <a:ext uri="{FF2B5EF4-FFF2-40B4-BE49-F238E27FC236}">
                      <a16:creationId xmlns:a16="http://schemas.microsoft.com/office/drawing/2014/main" id="{E87582F0-349C-46D0-A780-6E4A6A31C7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3" y="801"/>
                  <a:ext cx="335" cy="29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9" name="Group 600">
            <a:extLst>
              <a:ext uri="{FF2B5EF4-FFF2-40B4-BE49-F238E27FC236}">
                <a16:creationId xmlns:a16="http://schemas.microsoft.com/office/drawing/2014/main" id="{0A0C44D2-004C-48A5-B38E-3F97E5542238}"/>
              </a:ext>
            </a:extLst>
          </p:cNvPr>
          <p:cNvGrpSpPr>
            <a:grpSpLocks/>
          </p:cNvGrpSpPr>
          <p:nvPr/>
        </p:nvGrpSpPr>
        <p:grpSpPr bwMode="auto">
          <a:xfrm>
            <a:off x="6709970" y="2645927"/>
            <a:ext cx="1573213" cy="681038"/>
            <a:chOff x="1392" y="672"/>
            <a:chExt cx="991" cy="429"/>
          </a:xfrm>
        </p:grpSpPr>
        <p:sp>
          <p:nvSpPr>
            <p:cNvPr id="150" name="Line 524">
              <a:extLst>
                <a:ext uri="{FF2B5EF4-FFF2-40B4-BE49-F238E27FC236}">
                  <a16:creationId xmlns:a16="http://schemas.microsoft.com/office/drawing/2014/main" id="{FF7A6392-4833-4192-83F7-3B7637D668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672"/>
              <a:ext cx="689" cy="426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151" name="Arc 529">
              <a:extLst>
                <a:ext uri="{FF2B5EF4-FFF2-40B4-BE49-F238E27FC236}">
                  <a16:creationId xmlns:a16="http://schemas.microsoft.com/office/drawing/2014/main" id="{2AB4F41A-855C-4AC0-8155-01B3E9D29E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996"/>
              <a:ext cx="457" cy="105"/>
            </a:xfrm>
            <a:custGeom>
              <a:avLst/>
              <a:gdLst>
                <a:gd name="T0" fmla="*/ 0 w 23764"/>
                <a:gd name="T1" fmla="*/ 0 h 21600"/>
                <a:gd name="T2" fmla="*/ 0 w 23764"/>
                <a:gd name="T3" fmla="*/ 0 h 21600"/>
                <a:gd name="T4" fmla="*/ 0 w 23764"/>
                <a:gd name="T5" fmla="*/ 0 h 21600"/>
                <a:gd name="T6" fmla="*/ 0 60000 65536"/>
                <a:gd name="T7" fmla="*/ 0 60000 65536"/>
                <a:gd name="T8" fmla="*/ 0 60000 65536"/>
                <a:gd name="T9" fmla="*/ 0 w 23764"/>
                <a:gd name="T10" fmla="*/ 0 h 21600"/>
                <a:gd name="T11" fmla="*/ 23764 w 237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764" h="21600" fill="none" extrusionOk="0">
                  <a:moveTo>
                    <a:pt x="-1" y="108"/>
                  </a:moveTo>
                  <a:cubicBezTo>
                    <a:pt x="719" y="36"/>
                    <a:pt x="1441" y="-1"/>
                    <a:pt x="2164" y="0"/>
                  </a:cubicBezTo>
                  <a:cubicBezTo>
                    <a:pt x="14093" y="0"/>
                    <a:pt x="23764" y="9670"/>
                    <a:pt x="23764" y="21600"/>
                  </a:cubicBezTo>
                </a:path>
                <a:path w="23764" h="21600" stroke="0" extrusionOk="0">
                  <a:moveTo>
                    <a:pt x="-1" y="108"/>
                  </a:moveTo>
                  <a:cubicBezTo>
                    <a:pt x="719" y="36"/>
                    <a:pt x="1441" y="-1"/>
                    <a:pt x="2164" y="0"/>
                  </a:cubicBezTo>
                  <a:cubicBezTo>
                    <a:pt x="14093" y="0"/>
                    <a:pt x="23764" y="9670"/>
                    <a:pt x="23764" y="21600"/>
                  </a:cubicBezTo>
                  <a:lnTo>
                    <a:pt x="2164" y="21600"/>
                  </a:lnTo>
                  <a:lnTo>
                    <a:pt x="-1" y="10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Object 9">
                  <a:extLst>
                    <a:ext uri="{FF2B5EF4-FFF2-40B4-BE49-F238E27FC236}">
                      <a16:creationId xmlns:a16="http://schemas.microsoft.com/office/drawing/2014/main" id="{C09A834A-5BF6-4F44-A354-E99EA5A7303E}"/>
                    </a:ext>
                  </a:extLst>
                </p:cNvPr>
                <p:cNvSpPr txBox="1"/>
                <p:nvPr/>
              </p:nvSpPr>
              <p:spPr bwMode="auto">
                <a:xfrm>
                  <a:off x="2033" y="712"/>
                  <a:ext cx="350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52" name="Object 9">
                  <a:extLst>
                    <a:ext uri="{FF2B5EF4-FFF2-40B4-BE49-F238E27FC236}">
                      <a16:creationId xmlns:a16="http://schemas.microsoft.com/office/drawing/2014/main" id="{C09A834A-5BF6-4F44-A354-E99EA5A7303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33" y="712"/>
                  <a:ext cx="350" cy="30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F6DB188F-BA2D-4F37-BA65-A5EA4D384F9C}"/>
                  </a:ext>
                </a:extLst>
              </p:cNvPr>
              <p:cNvSpPr/>
              <p:nvPr/>
            </p:nvSpPr>
            <p:spPr>
              <a:xfrm>
                <a:off x="6234226" y="4952157"/>
                <a:ext cx="20029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latin typeface="Cambria Math" panose="02040503050406030204" pitchFamily="18" charset="0"/>
                        </a:rPr>
                        <m:t>𝑅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153" name="矩形 152">
                <a:extLst>
                  <a:ext uri="{FF2B5EF4-FFF2-40B4-BE49-F238E27FC236}">
                    <a16:creationId xmlns:a16="http://schemas.microsoft.com/office/drawing/2014/main" id="{F6DB188F-BA2D-4F37-BA65-A5EA4D384F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4226" y="4952157"/>
                <a:ext cx="200292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30B14663-3509-44B5-891A-CEBD6DE05463}"/>
                  </a:ext>
                </a:extLst>
              </p:cNvPr>
              <p:cNvSpPr/>
              <p:nvPr/>
            </p:nvSpPr>
            <p:spPr>
              <a:xfrm>
                <a:off x="2363784" y="5802943"/>
                <a:ext cx="2987548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𝑛𝐼</m:t>
                          </m:r>
                        </m:num>
                        <m:den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4" name="矩形 153">
                <a:extLst>
                  <a:ext uri="{FF2B5EF4-FFF2-40B4-BE49-F238E27FC236}">
                    <a16:creationId xmlns:a16="http://schemas.microsoft.com/office/drawing/2014/main" id="{30B14663-3509-44B5-891A-CEBD6DE054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784" y="5802943"/>
                <a:ext cx="2987548" cy="8961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5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77" grpId="0"/>
      <p:bldP spid="298" grpId="0" animBg="1"/>
      <p:bldP spid="9" grpId="0"/>
      <p:bldP spid="10" grpId="0"/>
      <p:bldP spid="132" grpId="0"/>
      <p:bldP spid="133" grpId="0"/>
      <p:bldP spid="134" grpId="0" animBg="1"/>
      <p:bldP spid="135" grpId="0"/>
      <p:bldP spid="136" grpId="0" animBg="1"/>
      <p:bldP spid="137" grpId="0"/>
      <p:bldP spid="138" grpId="0" animBg="1"/>
      <p:bldP spid="139" grpId="0" animBg="1"/>
      <p:bldP spid="153" grpId="0"/>
      <p:bldP spid="15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roup 597">
            <a:extLst>
              <a:ext uri="{FF2B5EF4-FFF2-40B4-BE49-F238E27FC236}">
                <a16:creationId xmlns:a16="http://schemas.microsoft.com/office/drawing/2014/main" id="{0A989F17-75F0-47AD-9927-C1DA6C13CBA2}"/>
              </a:ext>
            </a:extLst>
          </p:cNvPr>
          <p:cNvGrpSpPr>
            <a:grpSpLocks/>
          </p:cNvGrpSpPr>
          <p:nvPr/>
        </p:nvGrpSpPr>
        <p:grpSpPr bwMode="auto">
          <a:xfrm>
            <a:off x="6452798" y="1156976"/>
            <a:ext cx="4960938" cy="2057400"/>
            <a:chOff x="1343" y="480"/>
            <a:chExt cx="3125" cy="1296"/>
          </a:xfrm>
        </p:grpSpPr>
        <p:sp>
          <p:nvSpPr>
            <p:cNvPr id="200" name="Text Box 520">
              <a:extLst>
                <a:ext uri="{FF2B5EF4-FFF2-40B4-BE49-F238E27FC236}">
                  <a16:creationId xmlns:a16="http://schemas.microsoft.com/office/drawing/2014/main" id="{54AC3D1D-8847-416E-86FF-8D6DEAB706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7" y="1031"/>
              <a:ext cx="295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800" b="1" i="1" dirty="0">
                  <a:solidFill>
                    <a:srgbClr val="C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P</a:t>
              </a:r>
            </a:p>
          </p:txBody>
        </p:sp>
        <p:sp>
          <p:nvSpPr>
            <p:cNvPr id="201" name="Line 530">
              <a:extLst>
                <a:ext uri="{FF2B5EF4-FFF2-40B4-BE49-F238E27FC236}">
                  <a16:creationId xmlns:a16="http://schemas.microsoft.com/office/drawing/2014/main" id="{9892981E-CD90-43AC-82EF-5EB13BBFC4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104"/>
              <a:ext cx="1" cy="6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202" name="Line 532">
              <a:extLst>
                <a:ext uri="{FF2B5EF4-FFF2-40B4-BE49-F238E27FC236}">
                  <a16:creationId xmlns:a16="http://schemas.microsoft.com/office/drawing/2014/main" id="{F70875D0-93D5-454C-B179-CC120E7100A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1104"/>
              <a:ext cx="0" cy="6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/>
            </a:p>
          </p:txBody>
        </p:sp>
        <p:grpSp>
          <p:nvGrpSpPr>
            <p:cNvPr id="203" name="Group 596">
              <a:extLst>
                <a:ext uri="{FF2B5EF4-FFF2-40B4-BE49-F238E27FC236}">
                  <a16:creationId xmlns:a16="http://schemas.microsoft.com/office/drawing/2014/main" id="{BE69D8EA-F774-4972-A6E9-23A36B0223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1136"/>
              <a:ext cx="1129" cy="245"/>
              <a:chOff x="2064" y="1136"/>
              <a:chExt cx="1129" cy="24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2" name="Object 14">
                    <a:extLst>
                      <a:ext uri="{FF2B5EF4-FFF2-40B4-BE49-F238E27FC236}">
                        <a16:creationId xmlns:a16="http://schemas.microsoft.com/office/drawing/2014/main" id="{C171C927-EF77-44CA-B175-4F91B5F5C29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2439" y="1136"/>
                    <a:ext cx="323" cy="24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282" name="Object 14">
                    <a:extLst>
                      <a:ext uri="{FF2B5EF4-FFF2-40B4-BE49-F238E27FC236}">
                        <a16:creationId xmlns:a16="http://schemas.microsoft.com/office/drawing/2014/main" id="{C171C927-EF77-44CA-B175-4F91B5F5C29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439" y="1136"/>
                    <a:ext cx="323" cy="245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587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83" name="Line 541">
                <a:extLst>
                  <a:ext uri="{FF2B5EF4-FFF2-40B4-BE49-F238E27FC236}">
                    <a16:creationId xmlns:a16="http://schemas.microsoft.com/office/drawing/2014/main" id="{4B708193-EC20-457C-90EE-84514F1FCB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78" y="1225"/>
                <a:ext cx="415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/>
              </a:p>
            </p:txBody>
          </p:sp>
          <p:sp>
            <p:nvSpPr>
              <p:cNvPr id="284" name="Line 542">
                <a:extLst>
                  <a:ext uri="{FF2B5EF4-FFF2-40B4-BE49-F238E27FC236}">
                    <a16:creationId xmlns:a16="http://schemas.microsoft.com/office/drawing/2014/main" id="{F2249457-4238-4E38-BE96-377953B126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64" y="1225"/>
                <a:ext cx="415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/>
              </a:p>
            </p:txBody>
          </p:sp>
        </p:grpSp>
        <p:grpSp>
          <p:nvGrpSpPr>
            <p:cNvPr id="204" name="Group 592">
              <a:extLst>
                <a:ext uri="{FF2B5EF4-FFF2-40B4-BE49-F238E27FC236}">
                  <a16:creationId xmlns:a16="http://schemas.microsoft.com/office/drawing/2014/main" id="{74F5BC56-CA29-4892-87CF-C264CCE10E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43" y="528"/>
              <a:ext cx="3075" cy="164"/>
              <a:chOff x="1343" y="528"/>
              <a:chExt cx="3075" cy="164"/>
            </a:xfrm>
          </p:grpSpPr>
          <p:grpSp>
            <p:nvGrpSpPr>
              <p:cNvPr id="237" name="Group 482">
                <a:extLst>
                  <a:ext uri="{FF2B5EF4-FFF2-40B4-BE49-F238E27FC236}">
                    <a16:creationId xmlns:a16="http://schemas.microsoft.com/office/drawing/2014/main" id="{FD45D601-B250-4563-98B2-52D639783DA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6" y="528"/>
                <a:ext cx="200" cy="164"/>
                <a:chOff x="1200" y="2304"/>
                <a:chExt cx="144" cy="144"/>
              </a:xfrm>
            </p:grpSpPr>
            <p:sp>
              <p:nvSpPr>
                <p:cNvPr id="280" name="Oval 483">
                  <a:extLst>
                    <a:ext uri="{FF2B5EF4-FFF2-40B4-BE49-F238E27FC236}">
                      <a16:creationId xmlns:a16="http://schemas.microsoft.com/office/drawing/2014/main" id="{850421FB-C12F-4B81-908C-B59D572A4C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81" name="Oval 484">
                  <a:extLst>
                    <a:ext uri="{FF2B5EF4-FFF2-40B4-BE49-F238E27FC236}">
                      <a16:creationId xmlns:a16="http://schemas.microsoft.com/office/drawing/2014/main" id="{46EBEFBB-78B1-4AA8-9877-CB87C75AE5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38" name="Group 485">
                <a:extLst>
                  <a:ext uri="{FF2B5EF4-FFF2-40B4-BE49-F238E27FC236}">
                    <a16:creationId xmlns:a16="http://schemas.microsoft.com/office/drawing/2014/main" id="{953C4B29-B3C2-4908-8C92-8D2C1BA86A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743" y="528"/>
                <a:ext cx="201" cy="164"/>
                <a:chOff x="1200" y="2304"/>
                <a:chExt cx="144" cy="144"/>
              </a:xfrm>
            </p:grpSpPr>
            <p:sp>
              <p:nvSpPr>
                <p:cNvPr id="278" name="Oval 486">
                  <a:extLst>
                    <a:ext uri="{FF2B5EF4-FFF2-40B4-BE49-F238E27FC236}">
                      <a16:creationId xmlns:a16="http://schemas.microsoft.com/office/drawing/2014/main" id="{73CD8338-DBEC-4ADA-BEDA-135E6E5707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9" name="Oval 487">
                  <a:extLst>
                    <a:ext uri="{FF2B5EF4-FFF2-40B4-BE49-F238E27FC236}">
                      <a16:creationId xmlns:a16="http://schemas.microsoft.com/office/drawing/2014/main" id="{A979EEF5-3B94-4295-B5AE-7DDC84C006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39" name="Group 488">
                <a:extLst>
                  <a:ext uri="{FF2B5EF4-FFF2-40B4-BE49-F238E27FC236}">
                    <a16:creationId xmlns:a16="http://schemas.microsoft.com/office/drawing/2014/main" id="{545A0856-A426-4B89-8E5F-DE66392B208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56" y="528"/>
                <a:ext cx="198" cy="164"/>
                <a:chOff x="1200" y="2304"/>
                <a:chExt cx="144" cy="144"/>
              </a:xfrm>
            </p:grpSpPr>
            <p:sp>
              <p:nvSpPr>
                <p:cNvPr id="276" name="Oval 489">
                  <a:extLst>
                    <a:ext uri="{FF2B5EF4-FFF2-40B4-BE49-F238E27FC236}">
                      <a16:creationId xmlns:a16="http://schemas.microsoft.com/office/drawing/2014/main" id="{317D35B4-5ADB-4A2C-A457-561DEA114F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7" name="Oval 490">
                  <a:extLst>
                    <a:ext uri="{FF2B5EF4-FFF2-40B4-BE49-F238E27FC236}">
                      <a16:creationId xmlns:a16="http://schemas.microsoft.com/office/drawing/2014/main" id="{C59103D1-179E-480B-91EC-79FD293D0B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0" name="Group 491">
                <a:extLst>
                  <a:ext uri="{FF2B5EF4-FFF2-40B4-BE49-F238E27FC236}">
                    <a16:creationId xmlns:a16="http://schemas.microsoft.com/office/drawing/2014/main" id="{0F0C40A4-D10F-49BB-BB6A-A75BADBE48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51" y="528"/>
                <a:ext cx="198" cy="164"/>
                <a:chOff x="1200" y="2304"/>
                <a:chExt cx="144" cy="144"/>
              </a:xfrm>
            </p:grpSpPr>
            <p:sp>
              <p:nvSpPr>
                <p:cNvPr id="274" name="Oval 492">
                  <a:extLst>
                    <a:ext uri="{FF2B5EF4-FFF2-40B4-BE49-F238E27FC236}">
                      <a16:creationId xmlns:a16="http://schemas.microsoft.com/office/drawing/2014/main" id="{6B2B99E0-2887-41BA-B55E-4F087B4099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5" name="Oval 493">
                  <a:extLst>
                    <a:ext uri="{FF2B5EF4-FFF2-40B4-BE49-F238E27FC236}">
                      <a16:creationId xmlns:a16="http://schemas.microsoft.com/office/drawing/2014/main" id="{3CB0B22F-F7EB-473A-B110-F1F0DD9D14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1" name="Group 494">
                <a:extLst>
                  <a:ext uri="{FF2B5EF4-FFF2-40B4-BE49-F238E27FC236}">
                    <a16:creationId xmlns:a16="http://schemas.microsoft.com/office/drawing/2014/main" id="{01FCC72D-4454-4205-AE91-08098C2FA9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61" y="528"/>
                <a:ext cx="201" cy="164"/>
                <a:chOff x="1200" y="2304"/>
                <a:chExt cx="144" cy="144"/>
              </a:xfrm>
            </p:grpSpPr>
            <p:sp>
              <p:nvSpPr>
                <p:cNvPr id="272" name="Oval 495">
                  <a:extLst>
                    <a:ext uri="{FF2B5EF4-FFF2-40B4-BE49-F238E27FC236}">
                      <a16:creationId xmlns:a16="http://schemas.microsoft.com/office/drawing/2014/main" id="{5C3B5F38-B123-43A1-BAD9-07D02DE65E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3" name="Oval 496">
                  <a:extLst>
                    <a:ext uri="{FF2B5EF4-FFF2-40B4-BE49-F238E27FC236}">
                      <a16:creationId xmlns:a16="http://schemas.microsoft.com/office/drawing/2014/main" id="{8F56CD0C-4EF2-4FE3-8D06-B72D41EFFB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2" name="Group 497">
                <a:extLst>
                  <a:ext uri="{FF2B5EF4-FFF2-40B4-BE49-F238E27FC236}">
                    <a16:creationId xmlns:a16="http://schemas.microsoft.com/office/drawing/2014/main" id="{98C86155-08DD-4D4D-874F-8F45154E7F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69" y="528"/>
                <a:ext cx="198" cy="164"/>
                <a:chOff x="1200" y="2304"/>
                <a:chExt cx="144" cy="144"/>
              </a:xfrm>
            </p:grpSpPr>
            <p:sp>
              <p:nvSpPr>
                <p:cNvPr id="270" name="Oval 498">
                  <a:extLst>
                    <a:ext uri="{FF2B5EF4-FFF2-40B4-BE49-F238E27FC236}">
                      <a16:creationId xmlns:a16="http://schemas.microsoft.com/office/drawing/2014/main" id="{9A02E2B6-ACE8-48AE-AB46-8A0CB4FE0F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71" name="Oval 499">
                  <a:extLst>
                    <a:ext uri="{FF2B5EF4-FFF2-40B4-BE49-F238E27FC236}">
                      <a16:creationId xmlns:a16="http://schemas.microsoft.com/office/drawing/2014/main" id="{D738069D-D8CB-4BB6-B531-CD61090E49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3" name="Group 500">
                <a:extLst>
                  <a:ext uri="{FF2B5EF4-FFF2-40B4-BE49-F238E27FC236}">
                    <a16:creationId xmlns:a16="http://schemas.microsoft.com/office/drawing/2014/main" id="{79291501-96BD-4A65-B065-4374B26D87B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74" y="528"/>
                <a:ext cx="199" cy="164"/>
                <a:chOff x="1200" y="2304"/>
                <a:chExt cx="144" cy="144"/>
              </a:xfrm>
            </p:grpSpPr>
            <p:sp>
              <p:nvSpPr>
                <p:cNvPr id="268" name="Oval 501">
                  <a:extLst>
                    <a:ext uri="{FF2B5EF4-FFF2-40B4-BE49-F238E27FC236}">
                      <a16:creationId xmlns:a16="http://schemas.microsoft.com/office/drawing/2014/main" id="{43C8D0B6-B6E7-4FEE-8634-2865F6E208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9" name="Oval 502">
                  <a:extLst>
                    <a:ext uri="{FF2B5EF4-FFF2-40B4-BE49-F238E27FC236}">
                      <a16:creationId xmlns:a16="http://schemas.microsoft.com/office/drawing/2014/main" id="{47DAA166-6DB7-4010-B9D1-FBDF066719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4" name="Group 503">
                <a:extLst>
                  <a:ext uri="{FF2B5EF4-FFF2-40B4-BE49-F238E27FC236}">
                    <a16:creationId xmlns:a16="http://schemas.microsoft.com/office/drawing/2014/main" id="{66EBCB99-08D4-4D25-92E3-CE3B25598DA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980" y="528"/>
                <a:ext cx="200" cy="164"/>
                <a:chOff x="1200" y="2304"/>
                <a:chExt cx="144" cy="144"/>
              </a:xfrm>
            </p:grpSpPr>
            <p:sp>
              <p:nvSpPr>
                <p:cNvPr id="266" name="Oval 504">
                  <a:extLst>
                    <a:ext uri="{FF2B5EF4-FFF2-40B4-BE49-F238E27FC236}">
                      <a16:creationId xmlns:a16="http://schemas.microsoft.com/office/drawing/2014/main" id="{C57FCE0D-1424-4EC3-8DD2-0F8914BA58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7" name="Oval 505">
                  <a:extLst>
                    <a:ext uri="{FF2B5EF4-FFF2-40B4-BE49-F238E27FC236}">
                      <a16:creationId xmlns:a16="http://schemas.microsoft.com/office/drawing/2014/main" id="{ECA28F7E-7410-4FAB-92DD-7E3649628AF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5" name="Group 506">
                <a:extLst>
                  <a:ext uri="{FF2B5EF4-FFF2-40B4-BE49-F238E27FC236}">
                    <a16:creationId xmlns:a16="http://schemas.microsoft.com/office/drawing/2014/main" id="{D6269B63-9F7C-4AD4-9DB6-B6A9D5754F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187" y="528"/>
                <a:ext cx="198" cy="164"/>
                <a:chOff x="1200" y="2304"/>
                <a:chExt cx="144" cy="144"/>
              </a:xfrm>
            </p:grpSpPr>
            <p:sp>
              <p:nvSpPr>
                <p:cNvPr id="264" name="Oval 507">
                  <a:extLst>
                    <a:ext uri="{FF2B5EF4-FFF2-40B4-BE49-F238E27FC236}">
                      <a16:creationId xmlns:a16="http://schemas.microsoft.com/office/drawing/2014/main" id="{09A7C654-9299-44CB-B802-32DBC7E9AF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5" name="Oval 508">
                  <a:extLst>
                    <a:ext uri="{FF2B5EF4-FFF2-40B4-BE49-F238E27FC236}">
                      <a16:creationId xmlns:a16="http://schemas.microsoft.com/office/drawing/2014/main" id="{DB019569-5115-4E72-8D72-A0BA568A05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6" name="Group 509">
                <a:extLst>
                  <a:ext uri="{FF2B5EF4-FFF2-40B4-BE49-F238E27FC236}">
                    <a16:creationId xmlns:a16="http://schemas.microsoft.com/office/drawing/2014/main" id="{38585B7B-4708-4EEE-9A6B-86363995AB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92" y="528"/>
                <a:ext cx="199" cy="164"/>
                <a:chOff x="1200" y="2304"/>
                <a:chExt cx="144" cy="144"/>
              </a:xfrm>
            </p:grpSpPr>
            <p:sp>
              <p:nvSpPr>
                <p:cNvPr id="262" name="Oval 510">
                  <a:extLst>
                    <a:ext uri="{FF2B5EF4-FFF2-40B4-BE49-F238E27FC236}">
                      <a16:creationId xmlns:a16="http://schemas.microsoft.com/office/drawing/2014/main" id="{F5D062EF-A76D-4437-B1CA-05B6C7EC25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3" name="Oval 511">
                  <a:extLst>
                    <a:ext uri="{FF2B5EF4-FFF2-40B4-BE49-F238E27FC236}">
                      <a16:creationId xmlns:a16="http://schemas.microsoft.com/office/drawing/2014/main" id="{BAF834C9-07E9-41A2-836D-49B8EFB03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7" name="Group 512">
                <a:extLst>
                  <a:ext uri="{FF2B5EF4-FFF2-40B4-BE49-F238E27FC236}">
                    <a16:creationId xmlns:a16="http://schemas.microsoft.com/office/drawing/2014/main" id="{E0A4EAA7-22AF-4869-BFC6-3599A46209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98" y="528"/>
                <a:ext cx="200" cy="164"/>
                <a:chOff x="1200" y="2304"/>
                <a:chExt cx="144" cy="144"/>
              </a:xfrm>
            </p:grpSpPr>
            <p:sp>
              <p:nvSpPr>
                <p:cNvPr id="260" name="Oval 513">
                  <a:extLst>
                    <a:ext uri="{FF2B5EF4-FFF2-40B4-BE49-F238E27FC236}">
                      <a16:creationId xmlns:a16="http://schemas.microsoft.com/office/drawing/2014/main" id="{EAC5FCBE-E0E3-4313-A023-B455497F60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61" name="Oval 514">
                  <a:extLst>
                    <a:ext uri="{FF2B5EF4-FFF2-40B4-BE49-F238E27FC236}">
                      <a16:creationId xmlns:a16="http://schemas.microsoft.com/office/drawing/2014/main" id="{9C94E5CC-D1E0-44CB-9073-F2D625829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8" name="Group 515">
                <a:extLst>
                  <a:ext uri="{FF2B5EF4-FFF2-40B4-BE49-F238E27FC236}">
                    <a16:creationId xmlns:a16="http://schemas.microsoft.com/office/drawing/2014/main" id="{320F5C23-E537-4197-AE91-D0EC3FAE94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05" y="528"/>
                <a:ext cx="199" cy="164"/>
                <a:chOff x="1200" y="2304"/>
                <a:chExt cx="144" cy="144"/>
              </a:xfrm>
            </p:grpSpPr>
            <p:sp>
              <p:nvSpPr>
                <p:cNvPr id="258" name="Oval 516">
                  <a:extLst>
                    <a:ext uri="{FF2B5EF4-FFF2-40B4-BE49-F238E27FC236}">
                      <a16:creationId xmlns:a16="http://schemas.microsoft.com/office/drawing/2014/main" id="{44401A29-4567-4815-9D5A-5F2B0C77508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9" name="Oval 517">
                  <a:extLst>
                    <a:ext uri="{FF2B5EF4-FFF2-40B4-BE49-F238E27FC236}">
                      <a16:creationId xmlns:a16="http://schemas.microsoft.com/office/drawing/2014/main" id="{4BC7FCB7-9348-4731-AC78-C21AEC402C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49" name="Group 521">
                <a:extLst>
                  <a:ext uri="{FF2B5EF4-FFF2-40B4-BE49-F238E27FC236}">
                    <a16:creationId xmlns:a16="http://schemas.microsoft.com/office/drawing/2014/main" id="{2E13B28F-B701-464C-9088-2491D843A0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43" y="528"/>
                <a:ext cx="198" cy="164"/>
                <a:chOff x="1200" y="2304"/>
                <a:chExt cx="144" cy="144"/>
              </a:xfrm>
            </p:grpSpPr>
            <p:sp>
              <p:nvSpPr>
                <p:cNvPr id="256" name="Oval 522">
                  <a:extLst>
                    <a:ext uri="{FF2B5EF4-FFF2-40B4-BE49-F238E27FC236}">
                      <a16:creationId xmlns:a16="http://schemas.microsoft.com/office/drawing/2014/main" id="{3B06026F-EF3E-4DAF-A04F-7C97861C0C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7" name="Oval 523">
                  <a:extLst>
                    <a:ext uri="{FF2B5EF4-FFF2-40B4-BE49-F238E27FC236}">
                      <a16:creationId xmlns:a16="http://schemas.microsoft.com/office/drawing/2014/main" id="{AE37B6C8-AEAE-4AD8-8F7D-DBFE96D22C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50" name="Group 571">
                <a:extLst>
                  <a:ext uri="{FF2B5EF4-FFF2-40B4-BE49-F238E27FC236}">
                    <a16:creationId xmlns:a16="http://schemas.microsoft.com/office/drawing/2014/main" id="{CB00E278-8C3D-4781-8C2D-376B097D84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017" y="528"/>
                <a:ext cx="199" cy="164"/>
                <a:chOff x="1200" y="2304"/>
                <a:chExt cx="144" cy="144"/>
              </a:xfrm>
            </p:grpSpPr>
            <p:sp>
              <p:nvSpPr>
                <p:cNvPr id="254" name="Oval 572">
                  <a:extLst>
                    <a:ext uri="{FF2B5EF4-FFF2-40B4-BE49-F238E27FC236}">
                      <a16:creationId xmlns:a16="http://schemas.microsoft.com/office/drawing/2014/main" id="{64EA59ED-E86A-4BA3-8675-7641B74F91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5" name="Oval 573">
                  <a:extLst>
                    <a:ext uri="{FF2B5EF4-FFF2-40B4-BE49-F238E27FC236}">
                      <a16:creationId xmlns:a16="http://schemas.microsoft.com/office/drawing/2014/main" id="{24352782-61E1-4071-9C12-311E292FB6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  <p:grpSp>
            <p:nvGrpSpPr>
              <p:cNvPr id="251" name="Group 578">
                <a:extLst>
                  <a:ext uri="{FF2B5EF4-FFF2-40B4-BE49-F238E27FC236}">
                    <a16:creationId xmlns:a16="http://schemas.microsoft.com/office/drawing/2014/main" id="{A3FC4C93-0E15-48BC-901B-BE632EDA6E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19" y="528"/>
                <a:ext cx="199" cy="164"/>
                <a:chOff x="1200" y="2304"/>
                <a:chExt cx="144" cy="144"/>
              </a:xfrm>
            </p:grpSpPr>
            <p:sp>
              <p:nvSpPr>
                <p:cNvPr id="252" name="Oval 579">
                  <a:extLst>
                    <a:ext uri="{FF2B5EF4-FFF2-40B4-BE49-F238E27FC236}">
                      <a16:creationId xmlns:a16="http://schemas.microsoft.com/office/drawing/2014/main" id="{B83CA9BA-77CF-4716-9F2C-44DFF5FA5F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00" y="2304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  <p:sp>
              <p:nvSpPr>
                <p:cNvPr id="253" name="Oval 580">
                  <a:extLst>
                    <a:ext uri="{FF2B5EF4-FFF2-40B4-BE49-F238E27FC236}">
                      <a16:creationId xmlns:a16="http://schemas.microsoft.com/office/drawing/2014/main" id="{B4A2A5DA-0AE9-4DF4-942E-3BC15813DF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352"/>
                  <a:ext cx="48" cy="48"/>
                </a:xfrm>
                <a:prstGeom prst="ellipse">
                  <a:avLst/>
                </a:prstGeom>
                <a:solidFill>
                  <a:srgbClr val="FF0000"/>
                </a:solidFill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ea typeface="华文楷体" panose="02010600040101010101" pitchFamily="2" charset="-122"/>
                  </a:endParaRPr>
                </a:p>
              </p:txBody>
            </p:sp>
          </p:grpSp>
        </p:grpSp>
        <p:grpSp>
          <p:nvGrpSpPr>
            <p:cNvPr id="205" name="Group 593">
              <a:extLst>
                <a:ext uri="{FF2B5EF4-FFF2-40B4-BE49-F238E27FC236}">
                  <a16:creationId xmlns:a16="http://schemas.microsoft.com/office/drawing/2014/main" id="{07DD9BDD-FB99-4C06-A31C-CBA8311F9F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73" y="1344"/>
              <a:ext cx="3095" cy="330"/>
              <a:chOff x="1373" y="1344"/>
              <a:chExt cx="3095" cy="330"/>
            </a:xfrm>
          </p:grpSpPr>
          <p:sp>
            <p:nvSpPr>
              <p:cNvPr id="207" name="Oval 543">
                <a:extLst>
                  <a:ext uri="{FF2B5EF4-FFF2-40B4-BE49-F238E27FC236}">
                    <a16:creationId xmlns:a16="http://schemas.microsoft.com/office/drawing/2014/main" id="{48EF5AD3-8C32-47A0-8256-D65EDE6C5E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396"/>
                <a:ext cx="199" cy="165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08" name="Oval 544">
                <a:extLst>
                  <a:ext uri="{FF2B5EF4-FFF2-40B4-BE49-F238E27FC236}">
                    <a16:creationId xmlns:a16="http://schemas.microsoft.com/office/drawing/2014/main" id="{632112A3-D839-4F83-AE82-ED7D9390D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09" name="Text Box 545">
                <a:extLst>
                  <a:ext uri="{FF2B5EF4-FFF2-40B4-BE49-F238E27FC236}">
                    <a16:creationId xmlns:a16="http://schemas.microsoft.com/office/drawing/2014/main" id="{A9D22460-193F-47B6-BD08-F41CD9423D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35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0" name="Oval 546">
                <a:extLst>
                  <a:ext uri="{FF2B5EF4-FFF2-40B4-BE49-F238E27FC236}">
                    <a16:creationId xmlns:a16="http://schemas.microsoft.com/office/drawing/2014/main" id="{EB80ADA5-4E08-48EE-8E30-2D3573308F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2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1" name="Text Box 547">
                <a:extLst>
                  <a:ext uri="{FF2B5EF4-FFF2-40B4-BE49-F238E27FC236}">
                    <a16:creationId xmlns:a16="http://schemas.microsoft.com/office/drawing/2014/main" id="{71CCAC22-2FB4-4734-8567-B2E8AE2990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43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2" name="Oval 548">
                <a:extLst>
                  <a:ext uri="{FF2B5EF4-FFF2-40B4-BE49-F238E27FC236}">
                    <a16:creationId xmlns:a16="http://schemas.microsoft.com/office/drawing/2014/main" id="{41C7ADD3-245E-4E05-AFC7-C8B5264D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7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3" name="Text Box 549">
                <a:extLst>
                  <a:ext uri="{FF2B5EF4-FFF2-40B4-BE49-F238E27FC236}">
                    <a16:creationId xmlns:a16="http://schemas.microsoft.com/office/drawing/2014/main" id="{4371248D-17A2-4733-A5EC-479866EC894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48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4" name="Oval 550">
                <a:extLst>
                  <a:ext uri="{FF2B5EF4-FFF2-40B4-BE49-F238E27FC236}">
                    <a16:creationId xmlns:a16="http://schemas.microsoft.com/office/drawing/2014/main" id="{401B730E-1F61-488B-8823-6E3777A7E0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05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5" name="Text Box 551">
                <a:extLst>
                  <a:ext uri="{FF2B5EF4-FFF2-40B4-BE49-F238E27FC236}">
                    <a16:creationId xmlns:a16="http://schemas.microsoft.com/office/drawing/2014/main" id="{C77B2EB0-5991-4E3F-8942-355736C7B5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67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6" name="Oval 552">
                <a:extLst>
                  <a:ext uri="{FF2B5EF4-FFF2-40B4-BE49-F238E27FC236}">
                    <a16:creationId xmlns:a16="http://schemas.microsoft.com/office/drawing/2014/main" id="{D3FBB347-B4C6-4FB2-AFEB-839226B17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00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7" name="Text Box 553">
                <a:extLst>
                  <a:ext uri="{FF2B5EF4-FFF2-40B4-BE49-F238E27FC236}">
                    <a16:creationId xmlns:a16="http://schemas.microsoft.com/office/drawing/2014/main" id="{19B4B091-803B-4465-96DF-62D210333F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361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8" name="Oval 554">
                <a:extLst>
                  <a:ext uri="{FF2B5EF4-FFF2-40B4-BE49-F238E27FC236}">
                    <a16:creationId xmlns:a16="http://schemas.microsoft.com/office/drawing/2014/main" id="{49A1021F-F7FA-4D60-9427-4627D1B1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19" name="Text Box 555">
                <a:extLst>
                  <a:ext uri="{FF2B5EF4-FFF2-40B4-BE49-F238E27FC236}">
                    <a16:creationId xmlns:a16="http://schemas.microsoft.com/office/drawing/2014/main" id="{5C738615-F98D-4F6D-864D-7DAF98F6B5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156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0" name="Oval 556">
                <a:extLst>
                  <a:ext uri="{FF2B5EF4-FFF2-40B4-BE49-F238E27FC236}">
                    <a16:creationId xmlns:a16="http://schemas.microsoft.com/office/drawing/2014/main" id="{09EDD3C6-7172-4E39-9FFF-CC2ED90FC7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13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1" name="Text Box 557">
                <a:extLst>
                  <a:ext uri="{FF2B5EF4-FFF2-40B4-BE49-F238E27FC236}">
                    <a16:creationId xmlns:a16="http://schemas.microsoft.com/office/drawing/2014/main" id="{B78FCAA7-7B0D-4177-A65A-58AA9225F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74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2" name="Oval 558">
                <a:extLst>
                  <a:ext uri="{FF2B5EF4-FFF2-40B4-BE49-F238E27FC236}">
                    <a16:creationId xmlns:a16="http://schemas.microsoft.com/office/drawing/2014/main" id="{72C8C016-7546-4989-8C14-A83A8ABE7F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8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3" name="Text Box 559">
                <a:extLst>
                  <a:ext uri="{FF2B5EF4-FFF2-40B4-BE49-F238E27FC236}">
                    <a16:creationId xmlns:a16="http://schemas.microsoft.com/office/drawing/2014/main" id="{EAF5544A-9953-49E1-9A21-9E1C954EB6B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80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4" name="Oval 560">
                <a:extLst>
                  <a:ext uri="{FF2B5EF4-FFF2-40B4-BE49-F238E27FC236}">
                    <a16:creationId xmlns:a16="http://schemas.microsoft.com/office/drawing/2014/main" id="{B50DEAB5-E6DE-4EEF-BFFD-0D707D5F7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26" y="1398"/>
                <a:ext cx="198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5" name="Text Box 561">
                <a:extLst>
                  <a:ext uri="{FF2B5EF4-FFF2-40B4-BE49-F238E27FC236}">
                    <a16:creationId xmlns:a16="http://schemas.microsoft.com/office/drawing/2014/main" id="{D2FD2CE7-42A0-4E66-910A-9F9790E0A25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87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6" name="Oval 562">
                <a:extLst>
                  <a:ext uri="{FF2B5EF4-FFF2-40B4-BE49-F238E27FC236}">
                    <a16:creationId xmlns:a16="http://schemas.microsoft.com/office/drawing/2014/main" id="{40D59EAB-CEF2-48BA-AACA-28406F58E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1" y="1398"/>
                <a:ext cx="201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7" name="Text Box 563">
                <a:extLst>
                  <a:ext uri="{FF2B5EF4-FFF2-40B4-BE49-F238E27FC236}">
                    <a16:creationId xmlns:a16="http://schemas.microsoft.com/office/drawing/2014/main" id="{954C0319-B528-4E36-A196-61482E3912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6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8" name="Oval 564">
                <a:extLst>
                  <a:ext uri="{FF2B5EF4-FFF2-40B4-BE49-F238E27FC236}">
                    <a16:creationId xmlns:a16="http://schemas.microsoft.com/office/drawing/2014/main" id="{AF53E3DE-848E-4621-9886-944DD9EBE3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7" y="1398"/>
                <a:ext cx="200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29" name="Text Box 565">
                <a:extLst>
                  <a:ext uri="{FF2B5EF4-FFF2-40B4-BE49-F238E27FC236}">
                    <a16:creationId xmlns:a16="http://schemas.microsoft.com/office/drawing/2014/main" id="{EFBF3052-8A8A-4283-A06C-FAC062121B0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98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0" name="Oval 566">
                <a:extLst>
                  <a:ext uri="{FF2B5EF4-FFF2-40B4-BE49-F238E27FC236}">
                    <a16:creationId xmlns:a16="http://schemas.microsoft.com/office/drawing/2014/main" id="{C4D54EFE-D720-4715-8295-AFA767379D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4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1" name="Text Box 567">
                <a:extLst>
                  <a:ext uri="{FF2B5EF4-FFF2-40B4-BE49-F238E27FC236}">
                    <a16:creationId xmlns:a16="http://schemas.microsoft.com/office/drawing/2014/main" id="{4BAFD729-9554-41B9-BC17-EFFFF8D027C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805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2" name="Text Box 568">
                <a:extLst>
                  <a:ext uri="{FF2B5EF4-FFF2-40B4-BE49-F238E27FC236}">
                    <a16:creationId xmlns:a16="http://schemas.microsoft.com/office/drawing/2014/main" id="{F5D044A6-ED29-476F-9466-10A5566DC9D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3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3" name="Oval 576">
                <a:extLst>
                  <a:ext uri="{FF2B5EF4-FFF2-40B4-BE49-F238E27FC236}">
                    <a16:creationId xmlns:a16="http://schemas.microsoft.com/office/drawing/2014/main" id="{7C2B2BB1-226D-40C7-9018-E906410861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56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4" name="Text Box 577">
                <a:extLst>
                  <a:ext uri="{FF2B5EF4-FFF2-40B4-BE49-F238E27FC236}">
                    <a16:creationId xmlns:a16="http://schemas.microsoft.com/office/drawing/2014/main" id="{AC29E261-73ED-43B7-B8F0-E702F5AE40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17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5" name="Oval 582">
                <a:extLst>
                  <a:ext uri="{FF2B5EF4-FFF2-40B4-BE49-F238E27FC236}">
                    <a16:creationId xmlns:a16="http://schemas.microsoft.com/office/drawing/2014/main" id="{C7ABE837-C32E-4AA8-9FB1-46E086B849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58" y="1398"/>
                <a:ext cx="199" cy="166"/>
              </a:xfrm>
              <a:prstGeom prst="ellipse">
                <a:avLst/>
              </a:prstGeom>
              <a:solidFill>
                <a:srgbClr val="FFFF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ea typeface="华文楷体" panose="02010600040101010101" pitchFamily="2" charset="-122"/>
                </a:endParaRPr>
              </a:p>
            </p:txBody>
          </p:sp>
          <p:sp>
            <p:nvSpPr>
              <p:cNvPr id="236" name="Text Box 583">
                <a:extLst>
                  <a:ext uri="{FF2B5EF4-FFF2-40B4-BE49-F238E27FC236}">
                    <a16:creationId xmlns:a16="http://schemas.microsoft.com/office/drawing/2014/main" id="{303BB2DB-B53B-4942-AF62-DEEB26C1F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19" y="1344"/>
                <a:ext cx="249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zh-CN" altLang="en-US" sz="2800" u="sng" dirty="0">
                    <a:solidFill>
                      <a:srgbClr val="FF0000"/>
                    </a:solidFill>
                    <a:ea typeface="华文楷体" panose="02010600040101010101" pitchFamily="2" charset="-122"/>
                  </a:rPr>
                  <a:t>+</a:t>
                </a:r>
                <a:endParaRPr lang="zh-CN" altLang="en-US" sz="2800" u="sng" dirty="0">
                  <a:ea typeface="华文楷体" panose="02010600040101010101" pitchFamily="2" charset="-122"/>
                </a:endParaRPr>
              </a:p>
            </p:txBody>
          </p:sp>
        </p:grpSp>
        <p:sp>
          <p:nvSpPr>
            <p:cNvPr id="206" name="Rectangle 591">
              <a:extLst>
                <a:ext uri="{FF2B5EF4-FFF2-40B4-BE49-F238E27FC236}">
                  <a16:creationId xmlns:a16="http://schemas.microsoft.com/office/drawing/2014/main" id="{4905DF63-3410-4874-B318-7C8BE045A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480"/>
              <a:ext cx="144" cy="1152"/>
            </a:xfrm>
            <a:prstGeom prst="rect">
              <a:avLst/>
            </a:prstGeom>
            <a:solidFill>
              <a:srgbClr val="66CCFF">
                <a:alpha val="50195"/>
              </a:srgbClr>
            </a:solidFill>
            <a:ln w="19050">
              <a:solidFill>
                <a:srgbClr val="0000FF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800" i="1" u="sng" dirty="0">
                <a:ea typeface="华文楷体" panose="02010600040101010101" pitchFamily="2" charset="-122"/>
              </a:endParaRPr>
            </a:p>
          </p:txBody>
        </p:sp>
      </p:grpSp>
      <p:grpSp>
        <p:nvGrpSpPr>
          <p:cNvPr id="285" name="Group 602">
            <a:extLst>
              <a:ext uri="{FF2B5EF4-FFF2-40B4-BE49-F238E27FC236}">
                <a16:creationId xmlns:a16="http://schemas.microsoft.com/office/drawing/2014/main" id="{E456C11B-6EEC-46BD-BC75-A00C0D1BD5AF}"/>
              </a:ext>
            </a:extLst>
          </p:cNvPr>
          <p:cNvGrpSpPr>
            <a:grpSpLocks/>
          </p:cNvGrpSpPr>
          <p:nvPr/>
        </p:nvGrpSpPr>
        <p:grpSpPr bwMode="auto">
          <a:xfrm>
            <a:off x="7597385" y="1461777"/>
            <a:ext cx="1844675" cy="682625"/>
            <a:chOff x="2064" y="672"/>
            <a:chExt cx="1162" cy="430"/>
          </a:xfrm>
        </p:grpSpPr>
        <p:sp>
          <p:nvSpPr>
            <p:cNvPr id="286" name="Arc 527">
              <a:extLst>
                <a:ext uri="{FF2B5EF4-FFF2-40B4-BE49-F238E27FC236}">
                  <a16:creationId xmlns:a16="http://schemas.microsoft.com/office/drawing/2014/main" id="{90D175AC-53C6-48D4-9629-B69E411D7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818"/>
              <a:ext cx="68" cy="28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893" y="0"/>
                    <a:pt x="21548" y="9614"/>
                    <a:pt x="21599" y="21507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893" y="0"/>
                    <a:pt x="21548" y="9614"/>
                    <a:pt x="21599" y="2150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CC00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p:grpSp>
          <p:nvGrpSpPr>
            <p:cNvPr id="287" name="Group 601">
              <a:extLst>
                <a:ext uri="{FF2B5EF4-FFF2-40B4-BE49-F238E27FC236}">
                  <a16:creationId xmlns:a16="http://schemas.microsoft.com/office/drawing/2014/main" id="{896B5507-34B7-49CD-9434-C9F900A228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4" y="672"/>
              <a:ext cx="1162" cy="426"/>
              <a:chOff x="2064" y="672"/>
              <a:chExt cx="1162" cy="426"/>
            </a:xfrm>
          </p:grpSpPr>
          <p:sp>
            <p:nvSpPr>
              <p:cNvPr id="288" name="Line 525">
                <a:extLst>
                  <a:ext uri="{FF2B5EF4-FFF2-40B4-BE49-F238E27FC236}">
                    <a16:creationId xmlns:a16="http://schemas.microsoft.com/office/drawing/2014/main" id="{DAE76E95-FB06-4A90-AF40-E49E75DFB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64" y="672"/>
                <a:ext cx="1162" cy="426"/>
              </a:xfrm>
              <a:prstGeom prst="line">
                <a:avLst/>
              </a:prstGeom>
              <a:noFill/>
              <a:ln w="28575">
                <a:solidFill>
                  <a:srgbClr val="6666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9" name="Object 11">
                    <a:extLst>
                      <a:ext uri="{FF2B5EF4-FFF2-40B4-BE49-F238E27FC236}">
                        <a16:creationId xmlns:a16="http://schemas.microsoft.com/office/drawing/2014/main" id="{DDC4E3FD-F8FF-424C-8B5F-FC9A1E4BCA23}"/>
                      </a:ext>
                    </a:extLst>
                  </p:cNvPr>
                  <p:cNvSpPr txBox="1"/>
                  <p:nvPr/>
                </p:nvSpPr>
                <p:spPr bwMode="auto">
                  <a:xfrm>
                    <a:off x="2928" y="768"/>
                    <a:ext cx="271" cy="267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oMath>
                      </m:oMathPara>
                    </a14:m>
                    <a:endParaRPr lang="zh-CN" altLang="en-US" sz="2800"/>
                  </a:p>
                </p:txBody>
              </p:sp>
            </mc:Choice>
            <mc:Fallback xmlns="">
              <p:sp>
                <p:nvSpPr>
                  <p:cNvPr id="289" name="Object 11">
                    <a:extLst>
                      <a:ext uri="{FF2B5EF4-FFF2-40B4-BE49-F238E27FC236}">
                        <a16:creationId xmlns:a16="http://schemas.microsoft.com/office/drawing/2014/main" id="{DDC4E3FD-F8FF-424C-8B5F-FC9A1E4BCA2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928" y="768"/>
                    <a:ext cx="271" cy="26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10145"/>
                    </a:stretch>
                  </a:blipFill>
                  <a:ln>
                    <a:noFill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90" name="Group 599">
            <a:extLst>
              <a:ext uri="{FF2B5EF4-FFF2-40B4-BE49-F238E27FC236}">
                <a16:creationId xmlns:a16="http://schemas.microsoft.com/office/drawing/2014/main" id="{562540CA-18B3-4CE2-BAF6-C0A35FFCAE43}"/>
              </a:ext>
            </a:extLst>
          </p:cNvPr>
          <p:cNvGrpSpPr>
            <a:grpSpLocks/>
          </p:cNvGrpSpPr>
          <p:nvPr/>
        </p:nvGrpSpPr>
        <p:grpSpPr bwMode="auto">
          <a:xfrm>
            <a:off x="7586272" y="1461777"/>
            <a:ext cx="3668712" cy="727076"/>
            <a:chOff x="2057" y="672"/>
            <a:chExt cx="2311" cy="458"/>
          </a:xfrm>
        </p:grpSpPr>
        <p:sp>
          <p:nvSpPr>
            <p:cNvPr id="291" name="Line 526">
              <a:extLst>
                <a:ext uri="{FF2B5EF4-FFF2-40B4-BE49-F238E27FC236}">
                  <a16:creationId xmlns:a16="http://schemas.microsoft.com/office/drawing/2014/main" id="{900A201E-5048-4EDF-ABB2-369DD841B9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057" y="672"/>
              <a:ext cx="2311" cy="426"/>
            </a:xfrm>
            <a:prstGeom prst="line">
              <a:avLst/>
            </a:prstGeom>
            <a:noFill/>
            <a:ln w="38100">
              <a:solidFill>
                <a:srgbClr val="00990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292" name="Arc 528">
              <a:extLst>
                <a:ext uri="{FF2B5EF4-FFF2-40B4-BE49-F238E27FC236}">
                  <a16:creationId xmlns:a16="http://schemas.microsoft.com/office/drawing/2014/main" id="{6C1D94A5-BD9D-4328-B127-5DAA4C072F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4" y="1013"/>
              <a:ext cx="50" cy="117"/>
            </a:xfrm>
            <a:custGeom>
              <a:avLst/>
              <a:gdLst>
                <a:gd name="T0" fmla="*/ 0 w 20593"/>
                <a:gd name="T1" fmla="*/ 0 h 21600"/>
                <a:gd name="T2" fmla="*/ 0 w 20593"/>
                <a:gd name="T3" fmla="*/ 0 h 21600"/>
                <a:gd name="T4" fmla="*/ 0 w 20593"/>
                <a:gd name="T5" fmla="*/ 0 h 21600"/>
                <a:gd name="T6" fmla="*/ 0 60000 65536"/>
                <a:gd name="T7" fmla="*/ 0 60000 65536"/>
                <a:gd name="T8" fmla="*/ 0 60000 65536"/>
                <a:gd name="T9" fmla="*/ 0 w 20593"/>
                <a:gd name="T10" fmla="*/ 0 h 21600"/>
                <a:gd name="T11" fmla="*/ 20593 w 2059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93" h="21600" fill="none" extrusionOk="0">
                  <a:moveTo>
                    <a:pt x="-1" y="0"/>
                  </a:moveTo>
                  <a:cubicBezTo>
                    <a:pt x="9418" y="0"/>
                    <a:pt x="17751" y="6103"/>
                    <a:pt x="20593" y="15082"/>
                  </a:cubicBezTo>
                </a:path>
                <a:path w="20593" h="21600" stroke="0" extrusionOk="0">
                  <a:moveTo>
                    <a:pt x="-1" y="0"/>
                  </a:moveTo>
                  <a:cubicBezTo>
                    <a:pt x="9418" y="0"/>
                    <a:pt x="17751" y="6103"/>
                    <a:pt x="20593" y="15082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3" name="Object 10">
                  <a:extLst>
                    <a:ext uri="{FF2B5EF4-FFF2-40B4-BE49-F238E27FC236}">
                      <a16:creationId xmlns:a16="http://schemas.microsoft.com/office/drawing/2014/main" id="{BB30F53B-6C3D-44D9-A70B-A4826C5AB539}"/>
                    </a:ext>
                  </a:extLst>
                </p:cNvPr>
                <p:cNvSpPr txBox="1"/>
                <p:nvPr/>
              </p:nvSpPr>
              <p:spPr bwMode="auto">
                <a:xfrm>
                  <a:off x="3573" y="801"/>
                  <a:ext cx="335" cy="29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293" name="Object 10">
                  <a:extLst>
                    <a:ext uri="{FF2B5EF4-FFF2-40B4-BE49-F238E27FC236}">
                      <a16:creationId xmlns:a16="http://schemas.microsoft.com/office/drawing/2014/main" id="{BB30F53B-6C3D-44D9-A70B-A4826C5AB53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73" y="801"/>
                  <a:ext cx="335" cy="29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94" name="Group 600">
            <a:extLst>
              <a:ext uri="{FF2B5EF4-FFF2-40B4-BE49-F238E27FC236}">
                <a16:creationId xmlns:a16="http://schemas.microsoft.com/office/drawing/2014/main" id="{9EB212FE-936E-4A4B-9280-AEFCED61B53C}"/>
              </a:ext>
            </a:extLst>
          </p:cNvPr>
          <p:cNvGrpSpPr>
            <a:grpSpLocks/>
          </p:cNvGrpSpPr>
          <p:nvPr/>
        </p:nvGrpSpPr>
        <p:grpSpPr bwMode="auto">
          <a:xfrm>
            <a:off x="6530585" y="1461776"/>
            <a:ext cx="1573213" cy="681038"/>
            <a:chOff x="1392" y="672"/>
            <a:chExt cx="991" cy="429"/>
          </a:xfrm>
        </p:grpSpPr>
        <p:sp>
          <p:nvSpPr>
            <p:cNvPr id="295" name="Line 524">
              <a:extLst>
                <a:ext uri="{FF2B5EF4-FFF2-40B4-BE49-F238E27FC236}">
                  <a16:creationId xmlns:a16="http://schemas.microsoft.com/office/drawing/2014/main" id="{2607C2E5-678F-4861-BA2F-ADD9F174BC4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92" y="672"/>
              <a:ext cx="689" cy="426"/>
            </a:xfrm>
            <a:prstGeom prst="line">
              <a:avLst/>
            </a:prstGeom>
            <a:noFill/>
            <a:ln w="38100">
              <a:solidFill>
                <a:srgbClr val="00B050"/>
              </a:solidFill>
              <a:prstDash val="dash"/>
              <a:round/>
              <a:headEnd type="non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/>
            </a:p>
          </p:txBody>
        </p:sp>
        <p:sp>
          <p:nvSpPr>
            <p:cNvPr id="296" name="Arc 529">
              <a:extLst>
                <a:ext uri="{FF2B5EF4-FFF2-40B4-BE49-F238E27FC236}">
                  <a16:creationId xmlns:a16="http://schemas.microsoft.com/office/drawing/2014/main" id="{B7DB6806-B4CF-42FC-9166-FEE7C0B40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996"/>
              <a:ext cx="457" cy="105"/>
            </a:xfrm>
            <a:custGeom>
              <a:avLst/>
              <a:gdLst>
                <a:gd name="T0" fmla="*/ 0 w 23764"/>
                <a:gd name="T1" fmla="*/ 0 h 21600"/>
                <a:gd name="T2" fmla="*/ 0 w 23764"/>
                <a:gd name="T3" fmla="*/ 0 h 21600"/>
                <a:gd name="T4" fmla="*/ 0 w 23764"/>
                <a:gd name="T5" fmla="*/ 0 h 21600"/>
                <a:gd name="T6" fmla="*/ 0 60000 65536"/>
                <a:gd name="T7" fmla="*/ 0 60000 65536"/>
                <a:gd name="T8" fmla="*/ 0 60000 65536"/>
                <a:gd name="T9" fmla="*/ 0 w 23764"/>
                <a:gd name="T10" fmla="*/ 0 h 21600"/>
                <a:gd name="T11" fmla="*/ 23764 w 23764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764" h="21600" fill="none" extrusionOk="0">
                  <a:moveTo>
                    <a:pt x="-1" y="108"/>
                  </a:moveTo>
                  <a:cubicBezTo>
                    <a:pt x="719" y="36"/>
                    <a:pt x="1441" y="-1"/>
                    <a:pt x="2164" y="0"/>
                  </a:cubicBezTo>
                  <a:cubicBezTo>
                    <a:pt x="14093" y="0"/>
                    <a:pt x="23764" y="9670"/>
                    <a:pt x="23764" y="21600"/>
                  </a:cubicBezTo>
                </a:path>
                <a:path w="23764" h="21600" stroke="0" extrusionOk="0">
                  <a:moveTo>
                    <a:pt x="-1" y="108"/>
                  </a:moveTo>
                  <a:cubicBezTo>
                    <a:pt x="719" y="36"/>
                    <a:pt x="1441" y="-1"/>
                    <a:pt x="2164" y="0"/>
                  </a:cubicBezTo>
                  <a:cubicBezTo>
                    <a:pt x="14093" y="0"/>
                    <a:pt x="23764" y="9670"/>
                    <a:pt x="23764" y="21600"/>
                  </a:cubicBezTo>
                  <a:lnTo>
                    <a:pt x="2164" y="21600"/>
                  </a:lnTo>
                  <a:lnTo>
                    <a:pt x="-1" y="108"/>
                  </a:ln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" name="Object 9">
                  <a:extLst>
                    <a:ext uri="{FF2B5EF4-FFF2-40B4-BE49-F238E27FC236}">
                      <a16:creationId xmlns:a16="http://schemas.microsoft.com/office/drawing/2014/main" id="{A04AC66E-9C87-471A-AA84-CDF126C73FF4}"/>
                    </a:ext>
                  </a:extLst>
                </p:cNvPr>
                <p:cNvSpPr txBox="1"/>
                <p:nvPr/>
              </p:nvSpPr>
              <p:spPr bwMode="auto">
                <a:xfrm>
                  <a:off x="2033" y="712"/>
                  <a:ext cx="350" cy="30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297" name="Object 9">
                  <a:extLst>
                    <a:ext uri="{FF2B5EF4-FFF2-40B4-BE49-F238E27FC236}">
                      <a16:creationId xmlns:a16="http://schemas.microsoft.com/office/drawing/2014/main" id="{A04AC66E-9C87-471A-AA84-CDF126C73F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033" y="712"/>
                  <a:ext cx="350" cy="30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8" name="Line 595">
            <a:extLst>
              <a:ext uri="{FF2B5EF4-FFF2-40B4-BE49-F238E27FC236}">
                <a16:creationId xmlns:a16="http://schemas.microsoft.com/office/drawing/2014/main" id="{2266B17D-3376-433E-9056-0EE5CC0C0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7184" y="2147576"/>
            <a:ext cx="57912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28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960" name="矩形 40959">
                <a:extLst>
                  <a:ext uri="{FF2B5EF4-FFF2-40B4-BE49-F238E27FC236}">
                    <a16:creationId xmlns:a16="http://schemas.microsoft.com/office/drawing/2014/main" id="{8555F700-C033-4C70-8EC6-410A83BE7B6D}"/>
                  </a:ext>
                </a:extLst>
              </p:cNvPr>
              <p:cNvSpPr/>
              <p:nvPr/>
            </p:nvSpPr>
            <p:spPr>
              <a:xfrm>
                <a:off x="969895" y="1224452"/>
                <a:ext cx="3540969" cy="8961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𝑑𝐵</m:t>
                      </m:r>
                      <m:r>
                        <a:rPr lang="en-US" altLang="zh-CN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𝑛𝐼</m:t>
                          </m:r>
                        </m:num>
                        <m:den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func>
                      <m:r>
                        <a:rPr lang="en-US" altLang="zh-CN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en-US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960" name="矩形 40959">
                <a:extLst>
                  <a:ext uri="{FF2B5EF4-FFF2-40B4-BE49-F238E27FC236}">
                    <a16:creationId xmlns:a16="http://schemas.microsoft.com/office/drawing/2014/main" id="{8555F700-C033-4C70-8EC6-410A83BE7B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895" y="1224452"/>
                <a:ext cx="3540969" cy="8961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61" name="矩形 40960">
                <a:extLst>
                  <a:ext uri="{FF2B5EF4-FFF2-40B4-BE49-F238E27FC236}">
                    <a16:creationId xmlns:a16="http://schemas.microsoft.com/office/drawing/2014/main" id="{6B087790-DC8E-4AE4-831C-5D9F2A196767}"/>
                  </a:ext>
                </a:extLst>
              </p:cNvPr>
              <p:cNvSpPr/>
              <p:nvPr/>
            </p:nvSpPr>
            <p:spPr>
              <a:xfrm>
                <a:off x="573205" y="1837001"/>
                <a:ext cx="5604162" cy="17876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𝑑𝐵</m:t>
                          </m:r>
                        </m:e>
                      </m:nary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𝑛𝐼</m:t>
                          </m:r>
                        </m:num>
                        <m:den>
                          <m:r>
                            <a:rPr lang="en-US" altLang="zh-CN" sz="2800" b="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(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func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altLang="zh-CN" sz="2800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func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2800" dirty="0"/>
              </a:p>
            </p:txBody>
          </p:sp>
        </mc:Choice>
        <mc:Fallback xmlns="">
          <p:sp>
            <p:nvSpPr>
              <p:cNvPr id="40961" name="矩形 40960">
                <a:extLst>
                  <a:ext uri="{FF2B5EF4-FFF2-40B4-BE49-F238E27FC236}">
                    <a16:creationId xmlns:a16="http://schemas.microsoft.com/office/drawing/2014/main" id="{6B087790-DC8E-4AE4-831C-5D9F2A1967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05" y="1837001"/>
                <a:ext cx="5604162" cy="17876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963" name="矩形 40962">
                <a:extLst>
                  <a:ext uri="{FF2B5EF4-FFF2-40B4-BE49-F238E27FC236}">
                    <a16:creationId xmlns:a16="http://schemas.microsoft.com/office/drawing/2014/main" id="{AFE34CF0-618A-4DA7-9996-0E361B9B2158}"/>
                  </a:ext>
                </a:extLst>
              </p:cNvPr>
              <p:cNvSpPr/>
              <p:nvPr/>
            </p:nvSpPr>
            <p:spPr>
              <a:xfrm>
                <a:off x="573205" y="3472469"/>
                <a:ext cx="5161402" cy="9780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</a:pP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无限长： 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}"/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80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sz="2800" b="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=</m:t>
                            </m:r>
                            <m:r>
                              <a:rPr lang="zh-CN" altLang="en-US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𝜋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zh-CN" sz="280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b="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𝛽</m:t>
                                </m:r>
                              </m:e>
                              <m:sub>
                                <m:r>
                                  <a:rPr lang="en-US" altLang="zh-CN" sz="2800" b="0" i="1">
                                    <a:latin typeface="Cambria Math" panose="02040503050406030204" pitchFamily="18" charset="0"/>
                                    <a:ea typeface="华文新魏" panose="020108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800" b="0" i="1"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</a:rPr>
                              <m:t>=0</m:t>
                            </m:r>
                          </m:den>
                        </m:f>
                      </m:e>
                    </m:d>
                    <m:r>
                      <a:rPr lang="en-US" altLang="zh-CN" sz="2800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𝐵</m:t>
                    </m:r>
                    <m:r>
                      <a:rPr lang="en-US" altLang="zh-CN" sz="2800" b="0" i="1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zh-CN" sz="2800" b="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zh-CN" sz="2800" b="0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𝑛𝐼</m:t>
                    </m:r>
                  </m:oMath>
                </a14:m>
                <a:endParaRPr lang="en-US" altLang="zh-CN" sz="2800" dirty="0">
                  <a:solidFill>
                    <a:srgbClr val="0000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0963" name="矩形 40962">
                <a:extLst>
                  <a:ext uri="{FF2B5EF4-FFF2-40B4-BE49-F238E27FC236}">
                    <a16:creationId xmlns:a16="http://schemas.microsoft.com/office/drawing/2014/main" id="{AFE34CF0-618A-4DA7-9996-0E361B9B21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05" y="3472469"/>
                <a:ext cx="5161402" cy="978025"/>
              </a:xfrm>
              <a:prstGeom prst="rect">
                <a:avLst/>
              </a:prstGeom>
              <a:blipFill>
                <a:blip r:embed="rId8"/>
                <a:stretch>
                  <a:fillRect l="-2361" b="-6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964" name="矩形 40963">
            <a:extLst>
              <a:ext uri="{FF2B5EF4-FFF2-40B4-BE49-F238E27FC236}">
                <a16:creationId xmlns:a16="http://schemas.microsoft.com/office/drawing/2014/main" id="{D80B39FF-733D-467A-A253-00C046BC17C8}"/>
              </a:ext>
            </a:extLst>
          </p:cNvPr>
          <p:cNvSpPr/>
          <p:nvPr/>
        </p:nvSpPr>
        <p:spPr>
          <a:xfrm>
            <a:off x="330220" y="4642271"/>
            <a:ext cx="708301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“无限长”螺线管内部的磁场是匀强磁场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349" name="Text Box 3">
            <a:extLst>
              <a:ext uri="{FF2B5EF4-FFF2-40B4-BE49-F238E27FC236}">
                <a16:creationId xmlns:a16="http://schemas.microsoft.com/office/drawing/2014/main" id="{5615F71A-6724-4A80-A533-94DF526F8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127" y="286527"/>
            <a:ext cx="8856663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dirty="0">
                <a:solidFill>
                  <a:srgbClr val="0066FF"/>
                </a:solidFill>
                <a:ea typeface="华文楷体" panose="02010600040101010101" pitchFamily="2" charset="-122"/>
              </a:rPr>
              <a:t>螺旋管产生磁场</a:t>
            </a:r>
            <a:endParaRPr lang="en-US" altLang="zh-CN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27A6412A-91B9-4DEC-9FC7-482E8A96FF23}"/>
              </a:ext>
            </a:extLst>
          </p:cNvPr>
          <p:cNvSpPr/>
          <p:nvPr/>
        </p:nvSpPr>
        <p:spPr>
          <a:xfrm>
            <a:off x="789764" y="5226802"/>
            <a:ext cx="3657600" cy="756617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dirty="0"/>
              <a:t>任一端口中心处：</a:t>
            </a:r>
            <a:endParaRPr lang="en-US" altLang="zh-CN" sz="3200" b="1" dirty="0"/>
          </a:p>
        </p:txBody>
      </p:sp>
      <p:pic>
        <p:nvPicPr>
          <p:cNvPr id="351" name="图片 350">
            <a:extLst>
              <a:ext uri="{FF2B5EF4-FFF2-40B4-BE49-F238E27FC236}">
                <a16:creationId xmlns:a16="http://schemas.microsoft.com/office/drawing/2014/main" id="{EC3CC83E-2459-4DE3-BF3A-5161EA79D2B8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print"/>
          <a:srcRect t="56682"/>
          <a:stretch/>
        </p:blipFill>
        <p:spPr>
          <a:xfrm>
            <a:off x="7887509" y="5396222"/>
            <a:ext cx="3716336" cy="150251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2" name="矩形 351">
                <a:extLst>
                  <a:ext uri="{FF2B5EF4-FFF2-40B4-BE49-F238E27FC236}">
                    <a16:creationId xmlns:a16="http://schemas.microsoft.com/office/drawing/2014/main" id="{B5ADCF2D-F0A2-4B83-B842-EC1C076CD025}"/>
                  </a:ext>
                </a:extLst>
              </p:cNvPr>
              <p:cNvSpPr/>
              <p:nvPr/>
            </p:nvSpPr>
            <p:spPr>
              <a:xfrm>
                <a:off x="1813236" y="6058275"/>
                <a:ext cx="2094484" cy="6638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800" dirty="0">
                    <a:solidFill>
                      <a:schemeClr val="tx1"/>
                    </a:solidFill>
                  </a:rPr>
                  <a:t>=</a:t>
                </a:r>
                <a14:m>
                  <m:oMath xmlns:m="http://schemas.openxmlformats.org/officeDocument/2006/math">
                    <m:r>
                      <a:rPr lang="en-US" altLang="zh-CN" sz="28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zh-CN" altLang="en-US" sz="28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，</m:t>
                    </m:r>
                    <m:sSub>
                      <m:sSubPr>
                        <m:ctrlP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</m:ctrlPr>
                      </m:sSubPr>
                      <m:e>
                        <m:r>
                          <a:rPr lang="zh-CN" altLang="en-US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𝛽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altLang="zh-CN" sz="2800" dirty="0">
                        <a:solidFill>
                          <a:schemeClr val="tx1"/>
                        </a:solidFill>
                      </a:rPr>
                      <m:t>=</m:t>
                    </m:r>
                    <m:f>
                      <m:f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l-GR" altLang="zh-CN" sz="28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2" name="矩形 351">
                <a:extLst>
                  <a:ext uri="{FF2B5EF4-FFF2-40B4-BE49-F238E27FC236}">
                    <a16:creationId xmlns:a16="http://schemas.microsoft.com/office/drawing/2014/main" id="{B5ADCF2D-F0A2-4B83-B842-EC1C076CD02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236" y="6058275"/>
                <a:ext cx="2094484" cy="663836"/>
              </a:xfrm>
              <a:prstGeom prst="rect">
                <a:avLst/>
              </a:prstGeom>
              <a:blipFill>
                <a:blip r:embed="rId10"/>
                <a:stretch>
                  <a:fillRect t="-2752" b="-11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833BB798-3237-4139-9DDD-77C9AA889BC5}"/>
                  </a:ext>
                </a:extLst>
              </p:cNvPr>
              <p:cNvSpPr/>
              <p:nvPr/>
            </p:nvSpPr>
            <p:spPr>
              <a:xfrm>
                <a:off x="4555053" y="5730672"/>
                <a:ext cx="1945370" cy="7105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altLang="zh-CN" sz="2800" b="1" dirty="0">
                    <a:solidFill>
                      <a:srgbClr val="0066FF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zh-CN" sz="2800" i="1">
                        <a:solidFill>
                          <a:srgbClr val="0066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𝝁</m:t>
                            </m:r>
                          </m:e>
                          <m:sub>
                            <m:r>
                              <a:rPr lang="en-US" altLang="zh-C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</a:rPr>
                              <m:t>𝟎</m:t>
                            </m:r>
                          </m:sub>
                        </m:sSub>
                        <m:r>
                          <a:rPr lang="en-US" altLang="zh-C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𝒏𝑰</m:t>
                        </m:r>
                        <m:r>
                          <m:rPr>
                            <m:nor/>
                          </m:rPr>
                          <a:rPr lang="zh-CN" altLang="en-US" sz="2800" dirty="0">
                            <a:solidFill>
                              <a:srgbClr val="0066FF"/>
                            </a:solidFill>
                          </a:rPr>
                          <m:t> </m:t>
                        </m:r>
                      </m:num>
                      <m:den>
                        <m:r>
                          <a:rPr lang="en-US" altLang="zh-CN" sz="2800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53" name="矩形 352">
                <a:extLst>
                  <a:ext uri="{FF2B5EF4-FFF2-40B4-BE49-F238E27FC236}">
                    <a16:creationId xmlns:a16="http://schemas.microsoft.com/office/drawing/2014/main" id="{833BB798-3237-4139-9DDD-77C9AA889BC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5053" y="5730672"/>
                <a:ext cx="1945370" cy="71057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578" name="Picture 2" descr="Solenoid - Javatpoint">
            <a:extLst>
              <a:ext uri="{FF2B5EF4-FFF2-40B4-BE49-F238E27FC236}">
                <a16:creationId xmlns:a16="http://schemas.microsoft.com/office/drawing/2014/main" id="{91D64222-1BE4-B1FF-25FD-401F4E1DA05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516"/>
          <a:stretch/>
        </p:blipFill>
        <p:spPr bwMode="auto">
          <a:xfrm>
            <a:off x="7750012" y="3624606"/>
            <a:ext cx="3504972" cy="1870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627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60" grpId="0"/>
      <p:bldP spid="40961" grpId="0"/>
      <p:bldP spid="40963" grpId="0"/>
      <p:bldP spid="40964" grpId="0"/>
      <p:bldP spid="350" grpId="0"/>
      <p:bldP spid="352" grpId="0"/>
      <p:bldP spid="35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内容占位符 8"/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-634"/>
          <a:stretch/>
        </p:blipFill>
        <p:spPr>
          <a:xfrm>
            <a:off x="1278603" y="1262797"/>
            <a:ext cx="1850750" cy="2669150"/>
          </a:xfr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A0F9580-9BFA-46F4-A79E-39A90B4FC3E1}"/>
              </a:ext>
            </a:extLst>
          </p:cNvPr>
          <p:cNvSpPr/>
          <p:nvPr/>
        </p:nvSpPr>
        <p:spPr>
          <a:xfrm>
            <a:off x="637519" y="501664"/>
            <a:ext cx="558275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匀速运动点电荷的磁场</a:t>
            </a:r>
            <a:r>
              <a:rPr lang="en-US" altLang="zh-CN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*</a:t>
            </a:r>
            <a:endParaRPr lang="zh-CN" altLang="en-US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1D81A2D-2723-4B44-A7FB-8B294B4613F3}"/>
                  </a:ext>
                </a:extLst>
              </p:cNvPr>
              <p:cNvSpPr/>
              <p:nvPr/>
            </p:nvSpPr>
            <p:spPr>
              <a:xfrm>
                <a:off x="5449834" y="1332883"/>
                <a:ext cx="1683410" cy="7386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US" altLang="zh-CN" sz="2800" b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𝑞𝑛𝑣𝑆</m:t>
                      </m:r>
                    </m:oMath>
                  </m:oMathPara>
                </a14:m>
                <a:endParaRPr lang="en-US" altLang="zh-CN" sz="2800" i="1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41D81A2D-2723-4B44-A7FB-8B294B4613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9834" y="1332883"/>
                <a:ext cx="1683410" cy="7386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EEB8DF5-03C3-442B-A4D0-5EF05CBB17B2}"/>
                  </a:ext>
                </a:extLst>
              </p:cNvPr>
              <p:cNvSpPr/>
              <p:nvPr/>
            </p:nvSpPr>
            <p:spPr>
              <a:xfrm>
                <a:off x="3567625" y="2317992"/>
                <a:ext cx="3419847" cy="9424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4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𝑞𝑛𝑆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𝑑𝑙</m:t>
                          </m:r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CEEB8DF5-03C3-442B-A4D0-5EF05CBB17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7625" y="2317992"/>
                <a:ext cx="3419847" cy="9424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E406F8E-2CB1-4050-9820-014D6DEE6A50}"/>
                  </a:ext>
                </a:extLst>
              </p:cNvPr>
              <p:cNvSpPr/>
              <p:nvPr/>
            </p:nvSpPr>
            <p:spPr>
              <a:xfrm>
                <a:off x="3570009" y="3721880"/>
                <a:ext cx="3558858" cy="10338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𝑑𝑁</m:t>
                          </m:r>
                        </m:den>
                      </m:f>
                      <m:r>
                        <a:rPr lang="en-US" altLang="zh-CN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4</m:t>
                          </m:r>
                          <m:r>
                            <a:rPr lang="zh-CN" alt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</m:den>
                      </m:f>
                      <m:f>
                        <m:fPr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𝑞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6E406F8E-2CB1-4050-9820-014D6DEE6A5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0009" y="3721880"/>
                <a:ext cx="3558858" cy="10338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D5F2C96-CD41-4B2C-8698-25C2B7064E67}"/>
                  </a:ext>
                </a:extLst>
              </p:cNvPr>
              <p:cNvSpPr/>
              <p:nvPr/>
            </p:nvSpPr>
            <p:spPr>
              <a:xfrm>
                <a:off x="1035487" y="5000810"/>
                <a:ext cx="272696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201168" lvl="1" indent="0">
                  <a:lnSpc>
                    <a:spcPct val="100000"/>
                  </a:lnSpc>
                  <a:buNone/>
                </a:pPr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当</a:t>
                </a:r>
                <a14:m>
                  <m:oMath xmlns:m="http://schemas.openxmlformats.org/officeDocument/2006/math"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altLang="zh-CN" sz="2800" b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altLang="zh-CN" sz="2800" b="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zh-CN" altLang="en-US" sz="28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时，有</a:t>
                </a:r>
                <a:endParaRPr lang="en-US" altLang="zh-CN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D5F2C96-CD41-4B2C-8698-25C2B7064E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5487" y="5000810"/>
                <a:ext cx="2726965" cy="523220"/>
              </a:xfrm>
              <a:prstGeom prst="rect">
                <a:avLst/>
              </a:prstGeom>
              <a:blipFill>
                <a:blip r:embed="rId6"/>
                <a:stretch>
                  <a:fillRect t="-11628" r="-3356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A43B92-5C81-491F-B00F-7F4D5C9B9501}"/>
                  </a:ext>
                </a:extLst>
              </p:cNvPr>
              <p:cNvSpPr/>
              <p:nvPr/>
            </p:nvSpPr>
            <p:spPr>
              <a:xfrm>
                <a:off x="1395119" y="5572005"/>
                <a:ext cx="2226956" cy="10154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𝑞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4</m:t>
                          </m:r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𝜋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8EA43B92-5C81-491F-B00F-7F4D5C9B95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5119" y="5572005"/>
                <a:ext cx="2226956" cy="101547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6CBDC6F-6931-405C-81C5-AFDFE685562D}"/>
                  </a:ext>
                </a:extLst>
              </p:cNvPr>
              <p:cNvSpPr/>
              <p:nvPr/>
            </p:nvSpPr>
            <p:spPr>
              <a:xfrm>
                <a:off x="4620043" y="5193800"/>
                <a:ext cx="4295920" cy="102162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  <m:r>
                            <a:rPr lang="en-US" altLang="zh-CN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 lang="en-US" altLang="zh-CN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06CBDC6F-6931-405C-81C5-AFDFE68556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043" y="5193800"/>
                <a:ext cx="4295920" cy="10216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Picture 2" descr="fig6">
            <a:extLst>
              <a:ext uri="{FF2B5EF4-FFF2-40B4-BE49-F238E27FC236}">
                <a16:creationId xmlns:a16="http://schemas.microsoft.com/office/drawing/2014/main" id="{F7C91568-EEE3-4FF1-BF16-DB781CE7E7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9192" y="954681"/>
            <a:ext cx="3829065" cy="419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0106CC96-E1EA-4CE8-8F85-C8839FA89145}"/>
                  </a:ext>
                </a:extLst>
              </p:cNvPr>
              <p:cNvSpPr txBox="1"/>
              <p:nvPr/>
            </p:nvSpPr>
            <p:spPr bwMode="auto">
              <a:xfrm>
                <a:off x="3022547" y="1491638"/>
                <a:ext cx="2427287" cy="700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𝑛𝑞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Object 45">
                <a:extLst>
                  <a:ext uri="{FF2B5EF4-FFF2-40B4-BE49-F238E27FC236}">
                    <a16:creationId xmlns:a16="http://schemas.microsoft.com/office/drawing/2014/main" id="{0106CC96-E1EA-4CE8-8F85-C8839FA89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22547" y="1491638"/>
                <a:ext cx="2427287" cy="7000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872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7" grpId="0"/>
      <p:bldP spid="16" grpId="0"/>
      <p:bldP spid="17" grpId="0"/>
      <p:bldP spid="18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9727" y="396758"/>
            <a:ext cx="7543800" cy="1144059"/>
          </a:xfrm>
        </p:spPr>
        <p:txBody>
          <a:bodyPr>
            <a:norm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两个运动电荷之间的相互作用</a:t>
            </a:r>
            <a:r>
              <a:rPr lang="en-US" altLang="zh-CN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*</a:t>
            </a:r>
            <a:endParaRPr lang="zh-CN" altLang="en-US" sz="3200" b="1" dirty="0">
              <a:solidFill>
                <a:srgbClr val="0066FF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988327" y="5788065"/>
            <a:ext cx="35958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不满足牛顿第三定律</a:t>
            </a:r>
            <a:r>
              <a: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endParaRPr lang="zh-CN" altLang="en-US" dirty="0">
              <a:ea typeface="华文楷体" panose="02010600040101010101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860" y="1451173"/>
            <a:ext cx="1983668" cy="405045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D524F3B-482F-4006-8E43-7297C185DB91}"/>
              </a:ext>
            </a:extLst>
          </p:cNvPr>
          <p:cNvSpPr/>
          <p:nvPr/>
        </p:nvSpPr>
        <p:spPr>
          <a:xfrm>
            <a:off x="7724574" y="1679401"/>
            <a:ext cx="392132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电荷与电磁场相互作用</a:t>
            </a:r>
            <a:endParaRPr lang="zh-CN" altLang="en-US" dirty="0">
              <a:solidFill>
                <a:srgbClr val="FF0000"/>
              </a:solidFill>
              <a:ea typeface="华文楷体" panose="02010600040101010101" pitchFamily="2" charset="-122"/>
            </a:endParaRPr>
          </a:p>
        </p:txBody>
      </p:sp>
      <p:pic>
        <p:nvPicPr>
          <p:cNvPr id="9" name="Picture 2" descr="fig6">
            <a:extLst>
              <a:ext uri="{FF2B5EF4-FFF2-40B4-BE49-F238E27FC236}">
                <a16:creationId xmlns:a16="http://schemas.microsoft.com/office/drawing/2014/main" id="{2FE9DCBB-CE76-456D-B86B-AE1533EEAC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034" y="1581852"/>
            <a:ext cx="3195034" cy="34991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9FD2C38-4BB7-475E-87C2-321E704228AB}"/>
              </a:ext>
            </a:extLst>
          </p:cNvPr>
          <p:cNvSpPr/>
          <p:nvPr/>
        </p:nvSpPr>
        <p:spPr>
          <a:xfrm>
            <a:off x="7147845" y="2803298"/>
            <a:ext cx="492238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sz="2800" dirty="0"/>
              <a:t>物体受的力等于它的动量的变化率</a:t>
            </a:r>
            <a:r>
              <a:rPr lang="en-US" altLang="zh-CN" sz="2800" dirty="0"/>
              <a:t>, </a:t>
            </a:r>
            <a:r>
              <a:rPr lang="zh-CN" altLang="en-US" sz="2800" dirty="0"/>
              <a:t>两个物体的作用和反作用相等表示动量在两个物体之间的传递。</a:t>
            </a:r>
            <a:endParaRPr lang="en-US" altLang="zh-CN" sz="2800" dirty="0"/>
          </a:p>
          <a:p>
            <a:pPr marL="285750" indent="-285750">
              <a:buFontTx/>
              <a:buChar char="-"/>
            </a:pPr>
            <a:endParaRPr lang="en-US" altLang="zh-CN" sz="2800" dirty="0"/>
          </a:p>
          <a:p>
            <a:pPr marL="285750" indent="-285750">
              <a:buFontTx/>
              <a:buChar char="-"/>
            </a:pPr>
            <a:r>
              <a:rPr lang="zh-CN" altLang="en-US" sz="2800" dirty="0"/>
              <a:t>电磁场也有动量</a:t>
            </a:r>
            <a:r>
              <a:rPr lang="en-US" altLang="zh-CN" sz="2800" dirty="0"/>
              <a:t>, </a:t>
            </a:r>
            <a:r>
              <a:rPr lang="zh-CN" altLang="en-US" sz="2800" dirty="0"/>
              <a:t>它同电荷交换动量。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678376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9">
            <a:extLst>
              <a:ext uri="{FF2B5EF4-FFF2-40B4-BE49-F238E27FC236}">
                <a16:creationId xmlns:a16="http://schemas.microsoft.com/office/drawing/2014/main" id="{6A765C53-2C1C-4865-B66A-78CB03397E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189" y="1319697"/>
            <a:ext cx="2968871" cy="18532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Object 23">
                <a:extLst>
                  <a:ext uri="{FF2B5EF4-FFF2-40B4-BE49-F238E27FC236}">
                    <a16:creationId xmlns:a16="http://schemas.microsoft.com/office/drawing/2014/main" id="{E97EEFD7-51CD-475F-B9AD-0E219D3F6F41}"/>
                  </a:ext>
                </a:extLst>
              </p:cNvPr>
              <p:cNvSpPr txBox="1"/>
              <p:nvPr/>
            </p:nvSpPr>
            <p:spPr bwMode="auto">
              <a:xfrm>
                <a:off x="1788590" y="2016527"/>
                <a:ext cx="1979612" cy="10429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pHide m:val="on"/>
                          <m:ctrlPr>
                            <a:rPr lang="zh-CN" alt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  <m: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  <m: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e>
                      </m:nary>
                    </m:oMath>
                  </m:oMathPara>
                </a14:m>
                <a:endParaRPr lang="zh-CN" alt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6" name="Object 23">
                <a:extLst>
                  <a:ext uri="{FF2B5EF4-FFF2-40B4-BE49-F238E27FC236}">
                    <a16:creationId xmlns:a16="http://schemas.microsoft.com/office/drawing/2014/main" id="{E97EEFD7-51CD-475F-B9AD-0E219D3F6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88590" y="2016527"/>
                <a:ext cx="1979612" cy="1042987"/>
              </a:xfrm>
              <a:prstGeom prst="rect">
                <a:avLst/>
              </a:prstGeom>
              <a:blipFill>
                <a:blip r:embed="rId3"/>
                <a:stretch>
                  <a:fillRect b="-1169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27">
            <a:extLst>
              <a:ext uri="{FF2B5EF4-FFF2-40B4-BE49-F238E27FC236}">
                <a16:creationId xmlns:a16="http://schemas.microsoft.com/office/drawing/2014/main" id="{315BFDC6-7B0F-44A8-AE4C-E535F77035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7861" y="3512754"/>
            <a:ext cx="463132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静电场： 有源场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无旋场</a:t>
            </a:r>
          </a:p>
        </p:txBody>
      </p:sp>
      <p:sp>
        <p:nvSpPr>
          <p:cNvPr id="10" name="Text Box 6">
            <a:extLst>
              <a:ext uri="{FF2B5EF4-FFF2-40B4-BE49-F238E27FC236}">
                <a16:creationId xmlns:a16="http://schemas.microsoft.com/office/drawing/2014/main" id="{1D771B92-55CF-4AD4-BE3A-9497B5192F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772" y="3310533"/>
            <a:ext cx="33845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algn="l">
              <a:spcBef>
                <a:spcPct val="50000"/>
              </a:spcBef>
              <a:buFontTx/>
              <a:buChar char="-"/>
            </a:pPr>
            <a:r>
              <a:rPr lang="zh-CN" altLang="en-US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磁场是无源场 </a:t>
            </a:r>
            <a:endParaRPr lang="en-US" altLang="zh-CN" sz="2800" dirty="0"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2298CE4F-41C9-4466-BE4C-DA9662CC9E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19772" y="3971293"/>
            <a:ext cx="518386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50000"/>
              </a:spcBef>
              <a:buFontTx/>
              <a:buChar char="-"/>
            </a:pPr>
            <a:r>
              <a:rPr lang="zh-CN" altLang="en-US" sz="2800" dirty="0">
                <a:ea typeface="华文楷体" panose="02010600040101010101" pitchFamily="2" charset="-122"/>
                <a:cs typeface="Times New Roman" panose="02020603050405020304" pitchFamily="18" charset="0"/>
              </a:rPr>
              <a:t>磁感应线是闭合曲线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Object 38">
                <a:extLst>
                  <a:ext uri="{FF2B5EF4-FFF2-40B4-BE49-F238E27FC236}">
                    <a16:creationId xmlns:a16="http://schemas.microsoft.com/office/drawing/2014/main" id="{961738D8-C132-40A9-AC66-265868B7EC7D}"/>
                  </a:ext>
                </a:extLst>
              </p:cNvPr>
              <p:cNvSpPr txBox="1"/>
              <p:nvPr/>
            </p:nvSpPr>
            <p:spPr bwMode="auto">
              <a:xfrm>
                <a:off x="8151726" y="4900174"/>
                <a:ext cx="1800225" cy="7572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b="1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𝑳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  <m:r>
                            <a:rPr 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𝒍</m:t>
                              </m:r>
                            </m:e>
                          </m:acc>
                          <m:r>
                            <a:rPr lang="en-US" sz="2800" b="1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800" b="1" i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?</m:t>
                          </m:r>
                        </m:e>
                      </m:nary>
                    </m:oMath>
                  </m:oMathPara>
                </a14:m>
                <a:endParaRPr lang="en-US" sz="2800" b="1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3" name="Object 38">
                <a:extLst>
                  <a:ext uri="{FF2B5EF4-FFF2-40B4-BE49-F238E27FC236}">
                    <a16:creationId xmlns:a16="http://schemas.microsoft.com/office/drawing/2014/main" id="{961738D8-C132-40A9-AC66-265868B7EC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51726" y="4900174"/>
                <a:ext cx="1800225" cy="757238"/>
              </a:xfrm>
              <a:prstGeom prst="rect">
                <a:avLst/>
              </a:prstGeom>
              <a:blipFill>
                <a:blip r:embed="rId4"/>
                <a:stretch>
                  <a:fillRect b="-217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34268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54" name="Picture 7" descr="FG29_07">
            <a:extLst>
              <a:ext uri="{FF2B5EF4-FFF2-40B4-BE49-F238E27FC236}">
                <a16:creationId xmlns:a16="http://schemas.microsoft.com/office/drawing/2014/main" id="{1E5D224B-8C09-4B20-AF29-819F44D94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2060" y="581411"/>
            <a:ext cx="3306967" cy="279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51241" name="Object 9">
                <a:extLst>
                  <a:ext uri="{FF2B5EF4-FFF2-40B4-BE49-F238E27FC236}">
                    <a16:creationId xmlns:a16="http://schemas.microsoft.com/office/drawing/2014/main" id="{FD178745-5B97-4C63-97EA-734C3CA6927F}"/>
                  </a:ext>
                </a:extLst>
              </p:cNvPr>
              <p:cNvSpPr txBox="1"/>
              <p:nvPr/>
            </p:nvSpPr>
            <p:spPr bwMode="auto">
              <a:xfrm>
                <a:off x="1352126" y="3365681"/>
                <a:ext cx="1160463" cy="731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41" name="Object 9">
                <a:extLst>
                  <a:ext uri="{FF2B5EF4-FFF2-40B4-BE49-F238E27FC236}">
                    <a16:creationId xmlns:a16="http://schemas.microsoft.com/office/drawing/2014/main" id="{FD178745-5B97-4C63-97EA-734C3CA692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52126" y="3365681"/>
                <a:ext cx="1160463" cy="731838"/>
              </a:xfrm>
              <a:prstGeom prst="rect">
                <a:avLst/>
              </a:prstGeom>
              <a:blipFill>
                <a:blip r:embed="rId4"/>
                <a:stretch>
                  <a:fillRect r="-9474" b="-25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640" name="Text Box 11">
            <a:hlinkClick r:id="" action="ppaction://noaction"/>
            <a:extLst>
              <a:ext uri="{FF2B5EF4-FFF2-40B4-BE49-F238E27FC236}">
                <a16:creationId xmlns:a16="http://schemas.microsoft.com/office/drawing/2014/main" id="{E69F80D4-C94F-4F7C-BF13-3528EE795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1260" name="Object 28">
                <a:extLst>
                  <a:ext uri="{FF2B5EF4-FFF2-40B4-BE49-F238E27FC236}">
                    <a16:creationId xmlns:a16="http://schemas.microsoft.com/office/drawing/2014/main" id="{C9E01B06-B957-4B06-9FD9-B69C0CC8D233}"/>
                  </a:ext>
                </a:extLst>
              </p:cNvPr>
              <p:cNvSpPr txBox="1"/>
              <p:nvPr/>
            </p:nvSpPr>
            <p:spPr bwMode="auto">
              <a:xfrm>
                <a:off x="2678391" y="3342278"/>
                <a:ext cx="1406525" cy="731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60" name="Object 28">
                <a:extLst>
                  <a:ext uri="{FF2B5EF4-FFF2-40B4-BE49-F238E27FC236}">
                    <a16:creationId xmlns:a16="http://schemas.microsoft.com/office/drawing/2014/main" id="{C9E01B06-B957-4B06-9FD9-B69C0CC8D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78391" y="3342278"/>
                <a:ext cx="1406525" cy="731837"/>
              </a:xfrm>
              <a:prstGeom prst="rect">
                <a:avLst/>
              </a:prstGeom>
              <a:blipFill>
                <a:blip r:embed="rId6"/>
                <a:stretch>
                  <a:fillRect r="-11688" b="-25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262" name="Object 30">
                <a:extLst>
                  <a:ext uri="{FF2B5EF4-FFF2-40B4-BE49-F238E27FC236}">
                    <a16:creationId xmlns:a16="http://schemas.microsoft.com/office/drawing/2014/main" id="{E22FE5E4-CAA6-4CFC-AB76-B5722238F160}"/>
                  </a:ext>
                </a:extLst>
              </p:cNvPr>
              <p:cNvSpPr txBox="1"/>
              <p:nvPr/>
            </p:nvSpPr>
            <p:spPr bwMode="auto">
              <a:xfrm>
                <a:off x="4372497" y="3350833"/>
                <a:ext cx="1222375" cy="7318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62" name="Object 30">
                <a:extLst>
                  <a:ext uri="{FF2B5EF4-FFF2-40B4-BE49-F238E27FC236}">
                    <a16:creationId xmlns:a16="http://schemas.microsoft.com/office/drawing/2014/main" id="{E22FE5E4-CAA6-4CFC-AB76-B5722238F1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497" y="3350833"/>
                <a:ext cx="1222375" cy="731837"/>
              </a:xfrm>
              <a:prstGeom prst="rect">
                <a:avLst/>
              </a:prstGeom>
              <a:blipFill>
                <a:blip r:embed="rId7"/>
                <a:stretch>
                  <a:fillRect r="-11940" b="-258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264" name="Object 32">
                <a:extLst>
                  <a:ext uri="{FF2B5EF4-FFF2-40B4-BE49-F238E27FC236}">
                    <a16:creationId xmlns:a16="http://schemas.microsoft.com/office/drawing/2014/main" id="{8D78CEAA-FB61-4AC4-A431-86DEB38E55E8}"/>
                  </a:ext>
                </a:extLst>
              </p:cNvPr>
              <p:cNvSpPr txBox="1"/>
              <p:nvPr/>
            </p:nvSpPr>
            <p:spPr bwMode="auto">
              <a:xfrm>
                <a:off x="2705622" y="4715879"/>
                <a:ext cx="1666875" cy="10064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1264" name="Object 32">
                <a:extLst>
                  <a:ext uri="{FF2B5EF4-FFF2-40B4-BE49-F238E27FC236}">
                    <a16:creationId xmlns:a16="http://schemas.microsoft.com/office/drawing/2014/main" id="{8D78CEAA-FB61-4AC4-A431-86DEB38E55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5622" y="4715879"/>
                <a:ext cx="1666875" cy="10064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1271" name="Object 39">
                <a:extLst>
                  <a:ext uri="{FF2B5EF4-FFF2-40B4-BE49-F238E27FC236}">
                    <a16:creationId xmlns:a16="http://schemas.microsoft.com/office/drawing/2014/main" id="{AE7D69F4-36C8-46E4-8823-EF24FE11B133}"/>
                  </a:ext>
                </a:extLst>
              </p:cNvPr>
              <p:cNvSpPr txBox="1"/>
              <p:nvPr/>
            </p:nvSpPr>
            <p:spPr bwMode="auto">
              <a:xfrm>
                <a:off x="6811443" y="4445419"/>
                <a:ext cx="3651215" cy="731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351271" name="Object 39">
                <a:extLst>
                  <a:ext uri="{FF2B5EF4-FFF2-40B4-BE49-F238E27FC236}">
                    <a16:creationId xmlns:a16="http://schemas.microsoft.com/office/drawing/2014/main" id="{AE7D69F4-36C8-46E4-8823-EF24FE11B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1443" y="4445419"/>
                <a:ext cx="3651215" cy="731838"/>
              </a:xfrm>
              <a:prstGeom prst="rect">
                <a:avLst/>
              </a:prstGeom>
              <a:blipFill>
                <a:blip r:embed="rId9"/>
                <a:stretch>
                  <a:fillRect b="-25833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对象 1">
                <a:extLst>
                  <a:ext uri="{FF2B5EF4-FFF2-40B4-BE49-F238E27FC236}">
                    <a16:creationId xmlns:a16="http://schemas.microsoft.com/office/drawing/2014/main" id="{FA613D8B-A287-4771-916C-5121439E85A4}"/>
                  </a:ext>
                </a:extLst>
              </p:cNvPr>
              <p:cNvSpPr txBox="1"/>
              <p:nvPr/>
            </p:nvSpPr>
            <p:spPr bwMode="auto">
              <a:xfrm>
                <a:off x="4372497" y="4894682"/>
                <a:ext cx="1008062" cy="5651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" name="对象 1">
                <a:extLst>
                  <a:ext uri="{FF2B5EF4-FFF2-40B4-BE49-F238E27FC236}">
                    <a16:creationId xmlns:a16="http://schemas.microsoft.com/office/drawing/2014/main" id="{FA613D8B-A287-4771-916C-5121439E85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72497" y="4894682"/>
                <a:ext cx="1008062" cy="56515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6">
            <a:extLst>
              <a:ext uri="{FF2B5EF4-FFF2-40B4-BE49-F238E27FC236}">
                <a16:creationId xmlns:a16="http://schemas.microsoft.com/office/drawing/2014/main" id="{9CE977F5-44D9-42FD-BEAE-6F7CE7EE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760" y="1396059"/>
            <a:ext cx="19771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无限长导线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/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 Box 6">
            <a:extLst>
              <a:ext uri="{FF2B5EF4-FFF2-40B4-BE49-F238E27FC236}">
                <a16:creationId xmlns:a16="http://schemas.microsoft.com/office/drawing/2014/main" id="{E918865F-8333-43DF-A26B-8E93F2E3F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376" y="2515277"/>
            <a:ext cx="5907684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路径</a:t>
            </a:r>
            <a:r>
              <a:rPr lang="en-US" altLang="zh-CN" b="0" dirty="0">
                <a:ea typeface="华文楷体" panose="02010600040101010101" pitchFamily="2" charset="-122"/>
              </a:rPr>
              <a:t>L</a:t>
            </a:r>
            <a:r>
              <a:rPr lang="zh-CN" altLang="en-US" b="0" dirty="0">
                <a:ea typeface="华文楷体" panose="02010600040101010101" pitchFamily="2" charset="-122"/>
              </a:rPr>
              <a:t>：距离为</a:t>
            </a:r>
            <a:r>
              <a:rPr lang="en-US" altLang="zh-CN" b="0" dirty="0">
                <a:ea typeface="华文楷体" panose="02010600040101010101" pitchFamily="2" charset="-122"/>
              </a:rPr>
              <a:t>r</a:t>
            </a:r>
            <a:r>
              <a:rPr lang="zh-CN" altLang="en-US" b="0" dirty="0">
                <a:ea typeface="华文楷体" panose="02010600040101010101" pitchFamily="2" charset="-122"/>
              </a:rPr>
              <a:t>的圆环，方向逆时针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85146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1241" grpId="0"/>
      <p:bldP spid="351260" grpId="0"/>
      <p:bldP spid="351262" grpId="0"/>
      <p:bldP spid="351264" grpId="0"/>
      <p:bldP spid="351271" grpId="0"/>
      <p:bldP spid="2" grpId="0"/>
      <p:bldP spid="24" grpId="0"/>
      <p:bldP spid="26" grpId="0"/>
      <p:bldP spid="1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40" name="Text Box 11">
            <a:hlinkClick r:id="" action="ppaction://noaction"/>
            <a:extLst>
              <a:ext uri="{FF2B5EF4-FFF2-40B4-BE49-F238E27FC236}">
                <a16:creationId xmlns:a16="http://schemas.microsoft.com/office/drawing/2014/main" id="{E69F80D4-C94F-4F7C-BF13-3528EE7957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p:pic>
        <p:nvPicPr>
          <p:cNvPr id="25" name="内容占位符 10">
            <a:extLst>
              <a:ext uri="{FF2B5EF4-FFF2-40B4-BE49-F238E27FC236}">
                <a16:creationId xmlns:a16="http://schemas.microsoft.com/office/drawing/2014/main" id="{E3D44CF7-9C80-4C76-A2C5-00B8B266A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9537" y="839749"/>
            <a:ext cx="2571915" cy="306277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CAEBB8-DE5A-4FAA-B2A6-FD45BB5E9A81}"/>
                  </a:ext>
                </a:extLst>
              </p:cNvPr>
              <p:cNvSpPr/>
              <p:nvPr/>
            </p:nvSpPr>
            <p:spPr>
              <a:xfrm>
                <a:off x="1494760" y="2441976"/>
                <a:ext cx="4439742" cy="720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𝐵𝑑𝑟</m:t>
                      </m:r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𝐵𝑟𝑑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5BCAEBB8-DE5A-4FAA-B2A6-FD45BB5E9A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60" y="2441976"/>
                <a:ext cx="4439742" cy="7204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4B3916-9076-405A-8282-C47CA624BD8F}"/>
                  </a:ext>
                </a:extLst>
              </p:cNvPr>
              <p:cNvSpPr/>
              <p:nvPr/>
            </p:nvSpPr>
            <p:spPr>
              <a:xfrm>
                <a:off x="1494760" y="3303341"/>
                <a:ext cx="3573735" cy="1401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𝐵𝑟𝑑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84B3916-9076-405A-8282-C47CA624BD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4760" y="3303341"/>
                <a:ext cx="3573735" cy="140153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5CE72BD-AE94-4DC2-A0B0-C5EF1EA820B0}"/>
                  </a:ext>
                </a:extLst>
              </p:cNvPr>
              <p:cNvSpPr/>
              <p:nvPr/>
            </p:nvSpPr>
            <p:spPr>
              <a:xfrm>
                <a:off x="5016479" y="3593031"/>
                <a:ext cx="2503058" cy="10994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𝐼</m:t>
                              </m:r>
                            </m:num>
                            <m:den>
                              <m:r>
                                <a:rPr lang="en-US" altLang="zh-CN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𝜋</m:t>
                              </m:r>
                              <m:r>
                                <a:rPr lang="en-US" altLang="zh-CN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𝑟</m:t>
                              </m:r>
                            </m:den>
                          </m:f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𝑟𝑑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e>
                      </m:nary>
                    </m:oMath>
                  </m:oMathPara>
                </a14:m>
                <a:endParaRPr lang="en-US" altLang="zh-CN" sz="2800" i="1" dirty="0">
                  <a:solidFill>
                    <a:schemeClr val="tx1"/>
                  </a:solidFill>
                  <a:latin typeface="Cambria Math" panose="02040503050406030204" pitchFamily="18" charset="0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65CE72BD-AE94-4DC2-A0B0-C5EF1EA820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479" y="3593031"/>
                <a:ext cx="2503058" cy="10994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6122217-1593-4FE4-9E64-654D8105E854}"/>
                  </a:ext>
                </a:extLst>
              </p:cNvPr>
              <p:cNvSpPr/>
              <p:nvPr/>
            </p:nvSpPr>
            <p:spPr>
              <a:xfrm>
                <a:off x="5114102" y="5123036"/>
                <a:ext cx="115390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buClr>
                    <a:srgbClr val="99CB38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𝐼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96122217-1593-4FE4-9E64-654D8105E8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4102" y="5123036"/>
                <a:ext cx="11539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6">
            <a:extLst>
              <a:ext uri="{FF2B5EF4-FFF2-40B4-BE49-F238E27FC236}">
                <a16:creationId xmlns:a16="http://schemas.microsoft.com/office/drawing/2014/main" id="{9CE977F5-44D9-42FD-BEAE-6F7CE7EE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4760" y="1396059"/>
            <a:ext cx="1977121" cy="525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0" dirty="0">
                <a:ea typeface="华文楷体" panose="02010600040101010101" pitchFamily="2" charset="-122"/>
              </a:rPr>
              <a:t>无限长导线</a:t>
            </a:r>
            <a:endParaRPr lang="en-US" altLang="zh-CN" b="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/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6" name="Object 7">
                <a:extLst>
                  <a:ext uri="{FF2B5EF4-FFF2-40B4-BE49-F238E27FC236}">
                    <a16:creationId xmlns:a16="http://schemas.microsoft.com/office/drawing/2014/main" id="{A2494731-221C-40C8-80A3-A861D53D20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77709" y="1141144"/>
                <a:ext cx="2160588" cy="10810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Object 39">
                <a:extLst>
                  <a:ext uri="{FF2B5EF4-FFF2-40B4-BE49-F238E27FC236}">
                    <a16:creationId xmlns:a16="http://schemas.microsoft.com/office/drawing/2014/main" id="{AE67A40B-C36E-44B1-A1B3-C5D1119A00B0}"/>
                  </a:ext>
                </a:extLst>
              </p:cNvPr>
              <p:cNvSpPr txBox="1"/>
              <p:nvPr/>
            </p:nvSpPr>
            <p:spPr bwMode="auto">
              <a:xfrm>
                <a:off x="7186093" y="4839119"/>
                <a:ext cx="3651215" cy="73183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sz="2800" b="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 b="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7" name="Object 39">
                <a:extLst>
                  <a:ext uri="{FF2B5EF4-FFF2-40B4-BE49-F238E27FC236}">
                    <a16:creationId xmlns:a16="http://schemas.microsoft.com/office/drawing/2014/main" id="{AE67A40B-C36E-44B1-A1B3-C5D1119A0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186093" y="4839119"/>
                <a:ext cx="3651215" cy="731838"/>
              </a:xfrm>
              <a:prstGeom prst="rect">
                <a:avLst/>
              </a:prstGeom>
              <a:blipFill>
                <a:blip r:embed="rId10"/>
                <a:stretch>
                  <a:fillRect b="-25833"/>
                </a:stretch>
              </a:blipFill>
              <a:ln>
                <a:noFill/>
              </a:ln>
              <a:effectLst/>
              <a:ex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2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 Box 5"/>
          <p:cNvSpPr txBox="1">
            <a:spLocks noChangeArrowheads="1"/>
          </p:cNvSpPr>
          <p:nvPr/>
        </p:nvSpPr>
        <p:spPr bwMode="auto">
          <a:xfrm>
            <a:off x="1313665" y="1299257"/>
            <a:ext cx="370584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电流在回路之外</a:t>
            </a:r>
            <a:r>
              <a:rPr lang="en-US" altLang="zh-CN" sz="28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</a:p>
          <a:p>
            <a:pPr lvl="0" algn="ctr">
              <a:lnSpc>
                <a:spcPct val="150000"/>
              </a:lnSpc>
              <a:defRPr/>
            </a:pPr>
            <a:endParaRPr lang="zh-CN" altLang="en-US" sz="2800" dirty="0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6420537" y="1195621"/>
            <a:ext cx="3418796" cy="3413966"/>
            <a:chOff x="5561733" y="876842"/>
            <a:chExt cx="3425826" cy="3429000"/>
          </a:xfrm>
        </p:grpSpPr>
        <p:sp>
          <p:nvSpPr>
            <p:cNvPr id="31" name="Line 34"/>
            <p:cNvSpPr>
              <a:spLocks noChangeShapeType="1"/>
            </p:cNvSpPr>
            <p:nvPr/>
          </p:nvSpPr>
          <p:spPr bwMode="auto">
            <a:xfrm flipV="1">
              <a:off x="6026340" y="2588167"/>
              <a:ext cx="1117602" cy="487366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2" name="Group 71"/>
            <p:cNvGrpSpPr>
              <a:grpSpLocks/>
            </p:cNvGrpSpPr>
            <p:nvPr/>
          </p:nvGrpSpPr>
          <p:grpSpPr bwMode="auto">
            <a:xfrm>
              <a:off x="5561733" y="2883447"/>
              <a:ext cx="577850" cy="398463"/>
              <a:chOff x="231" y="2560"/>
              <a:chExt cx="364" cy="251"/>
            </a:xfrm>
          </p:grpSpPr>
          <p:grpSp>
            <p:nvGrpSpPr>
              <p:cNvPr id="63" name="Group 29"/>
              <p:cNvGrpSpPr>
                <a:grpSpLocks/>
              </p:cNvGrpSpPr>
              <p:nvPr/>
            </p:nvGrpSpPr>
            <p:grpSpPr bwMode="auto">
              <a:xfrm>
                <a:off x="417" y="2582"/>
                <a:ext cx="178" cy="209"/>
                <a:chOff x="2448" y="3360"/>
                <a:chExt cx="144" cy="144"/>
              </a:xfrm>
            </p:grpSpPr>
            <p:sp>
              <p:nvSpPr>
                <p:cNvPr id="65" name="Oval 30"/>
                <p:cNvSpPr>
                  <a:spLocks noChangeArrowheads="1"/>
                </p:cNvSpPr>
                <p:nvPr/>
              </p:nvSpPr>
              <p:spPr bwMode="auto">
                <a:xfrm>
                  <a:off x="2448" y="3360"/>
                  <a:ext cx="144" cy="144"/>
                </a:xfrm>
                <a:prstGeom prst="ellipse">
                  <a:avLst/>
                </a:prstGeom>
                <a:solidFill>
                  <a:srgbClr val="FFFFFF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6" name="Oval 31"/>
                <p:cNvSpPr>
                  <a:spLocks noChangeArrowheads="1"/>
                </p:cNvSpPr>
                <p:nvPr/>
              </p:nvSpPr>
              <p:spPr bwMode="auto">
                <a:xfrm>
                  <a:off x="2496" y="3408"/>
                  <a:ext cx="48" cy="48"/>
                </a:xfrm>
                <a:prstGeom prst="ellipse">
                  <a:avLst/>
                </a:prstGeom>
                <a:solidFill>
                  <a:srgbClr val="FF3300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Char char="•"/>
                    <a:defRPr sz="32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spcBef>
                      <a:spcPct val="20000"/>
                    </a:spcBef>
                    <a:buChar char="–"/>
                    <a:defRPr sz="28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spcBef>
                      <a:spcPct val="20000"/>
                    </a:spcBef>
                    <a:buChar char="•"/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zh-CN" altLang="en-US" sz="2800" i="1" u="sng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4" name="Object 14"/>
                  <p:cNvSpPr txBox="1"/>
                  <p:nvPr/>
                </p:nvSpPr>
                <p:spPr bwMode="auto">
                  <a:xfrm>
                    <a:off x="231" y="2560"/>
                    <a:ext cx="196" cy="251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4" name="Object 1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31" y="2560"/>
                    <a:ext cx="196" cy="251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3" name="Group 67"/>
            <p:cNvGrpSpPr>
              <a:grpSpLocks/>
            </p:cNvGrpSpPr>
            <p:nvPr/>
          </p:nvGrpSpPr>
          <p:grpSpPr bwMode="auto">
            <a:xfrm>
              <a:off x="7131771" y="1488030"/>
              <a:ext cx="1855788" cy="2535237"/>
              <a:chOff x="1268" y="1624"/>
              <a:chExt cx="1169" cy="1597"/>
            </a:xfrm>
          </p:grpSpPr>
          <p:grpSp>
            <p:nvGrpSpPr>
              <p:cNvPr id="59" name="Group 62"/>
              <p:cNvGrpSpPr>
                <a:grpSpLocks/>
              </p:cNvGrpSpPr>
              <p:nvPr/>
            </p:nvGrpSpPr>
            <p:grpSpPr bwMode="auto">
              <a:xfrm>
                <a:off x="1268" y="1624"/>
                <a:ext cx="1033" cy="1583"/>
                <a:chOff x="1268" y="1624"/>
                <a:chExt cx="1033" cy="1583"/>
              </a:xfrm>
            </p:grpSpPr>
            <p:sp>
              <p:nvSpPr>
                <p:cNvPr id="61" name="Freeform 32"/>
                <p:cNvSpPr>
                  <a:spLocks/>
                </p:cNvSpPr>
                <p:nvPr/>
              </p:nvSpPr>
              <p:spPr bwMode="auto">
                <a:xfrm>
                  <a:off x="1268" y="1624"/>
                  <a:ext cx="1033" cy="1583"/>
                </a:xfrm>
                <a:custGeom>
                  <a:avLst/>
                  <a:gdLst>
                    <a:gd name="T0" fmla="*/ 20 w 1033"/>
                    <a:gd name="T1" fmla="*/ 224 h 1583"/>
                    <a:gd name="T2" fmla="*/ 341 w 1033"/>
                    <a:gd name="T3" fmla="*/ 0 h 1583"/>
                    <a:gd name="T4" fmla="*/ 506 w 1033"/>
                    <a:gd name="T5" fmla="*/ 16 h 1583"/>
                    <a:gd name="T6" fmla="*/ 581 w 1033"/>
                    <a:gd name="T7" fmla="*/ 48 h 1583"/>
                    <a:gd name="T8" fmla="*/ 708 w 1033"/>
                    <a:gd name="T9" fmla="*/ 178 h 1583"/>
                    <a:gd name="T10" fmla="*/ 783 w 1033"/>
                    <a:gd name="T11" fmla="*/ 226 h 1583"/>
                    <a:gd name="T12" fmla="*/ 896 w 1033"/>
                    <a:gd name="T13" fmla="*/ 437 h 1583"/>
                    <a:gd name="T14" fmla="*/ 972 w 1033"/>
                    <a:gd name="T15" fmla="*/ 631 h 1583"/>
                    <a:gd name="T16" fmla="*/ 997 w 1033"/>
                    <a:gd name="T17" fmla="*/ 729 h 1583"/>
                    <a:gd name="T18" fmla="*/ 1010 w 1033"/>
                    <a:gd name="T19" fmla="*/ 777 h 1583"/>
                    <a:gd name="T20" fmla="*/ 1004 w 1033"/>
                    <a:gd name="T21" fmla="*/ 1240 h 1583"/>
                    <a:gd name="T22" fmla="*/ 972 w 1033"/>
                    <a:gd name="T23" fmla="*/ 1320 h 1583"/>
                    <a:gd name="T24" fmla="*/ 700 w 1033"/>
                    <a:gd name="T25" fmla="*/ 1544 h 1583"/>
                    <a:gd name="T26" fmla="*/ 481 w 1033"/>
                    <a:gd name="T27" fmla="*/ 1538 h 1583"/>
                    <a:gd name="T28" fmla="*/ 417 w 1033"/>
                    <a:gd name="T29" fmla="*/ 1458 h 1583"/>
                    <a:gd name="T30" fmla="*/ 292 w 1033"/>
                    <a:gd name="T31" fmla="*/ 1392 h 1583"/>
                    <a:gd name="T32" fmla="*/ 141 w 1033"/>
                    <a:gd name="T33" fmla="*/ 1150 h 1583"/>
                    <a:gd name="T34" fmla="*/ 102 w 1033"/>
                    <a:gd name="T35" fmla="*/ 1052 h 1583"/>
                    <a:gd name="T36" fmla="*/ 52 w 1033"/>
                    <a:gd name="T37" fmla="*/ 793 h 1583"/>
                    <a:gd name="T38" fmla="*/ 14 w 1033"/>
                    <a:gd name="T39" fmla="*/ 695 h 1583"/>
                    <a:gd name="T40" fmla="*/ 27 w 1033"/>
                    <a:gd name="T41" fmla="*/ 356 h 1583"/>
                    <a:gd name="T42" fmla="*/ 20 w 1033"/>
                    <a:gd name="T43" fmla="*/ 224 h 1583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w 1033"/>
                    <a:gd name="T67" fmla="*/ 0 h 1583"/>
                    <a:gd name="T68" fmla="*/ 1033 w 1033"/>
                    <a:gd name="T69" fmla="*/ 1583 h 1583"/>
                  </a:gdLst>
                  <a:ahLst/>
                  <a:cxnLst>
                    <a:cxn ang="T44">
                      <a:pos x="T0" y="T1"/>
                    </a:cxn>
                    <a:cxn ang="T45">
                      <a:pos x="T2" y="T3"/>
                    </a:cxn>
                    <a:cxn ang="T46">
                      <a:pos x="T4" y="T5"/>
                    </a:cxn>
                    <a:cxn ang="T47">
                      <a:pos x="T6" y="T7"/>
                    </a:cxn>
                    <a:cxn ang="T48">
                      <a:pos x="T8" y="T9"/>
                    </a:cxn>
                    <a:cxn ang="T49">
                      <a:pos x="T10" y="T11"/>
                    </a:cxn>
                    <a:cxn ang="T50">
                      <a:pos x="T12" y="T13"/>
                    </a:cxn>
                    <a:cxn ang="T51">
                      <a:pos x="T14" y="T15"/>
                    </a:cxn>
                    <a:cxn ang="T52">
                      <a:pos x="T16" y="T17"/>
                    </a:cxn>
                    <a:cxn ang="T53">
                      <a:pos x="T18" y="T19"/>
                    </a:cxn>
                    <a:cxn ang="T54">
                      <a:pos x="T20" y="T21"/>
                    </a:cxn>
                    <a:cxn ang="T55">
                      <a:pos x="T22" y="T23"/>
                    </a:cxn>
                    <a:cxn ang="T56">
                      <a:pos x="T24" y="T25"/>
                    </a:cxn>
                    <a:cxn ang="T57">
                      <a:pos x="T26" y="T27"/>
                    </a:cxn>
                    <a:cxn ang="T58">
                      <a:pos x="T28" y="T29"/>
                    </a:cxn>
                    <a:cxn ang="T59">
                      <a:pos x="T30" y="T31"/>
                    </a:cxn>
                    <a:cxn ang="T60">
                      <a:pos x="T32" y="T33"/>
                    </a:cxn>
                    <a:cxn ang="T61">
                      <a:pos x="T34" y="T35"/>
                    </a:cxn>
                    <a:cxn ang="T62">
                      <a:pos x="T36" y="T37"/>
                    </a:cxn>
                    <a:cxn ang="T63">
                      <a:pos x="T38" y="T39"/>
                    </a:cxn>
                    <a:cxn ang="T64">
                      <a:pos x="T40" y="T41"/>
                    </a:cxn>
                    <a:cxn ang="T65">
                      <a:pos x="T42" y="T43"/>
                    </a:cxn>
                  </a:cxnLst>
                  <a:rect l="T66" t="T67" r="T68" b="T69"/>
                  <a:pathLst>
                    <a:path w="1033" h="1583">
                      <a:moveTo>
                        <a:pt x="20" y="224"/>
                      </a:moveTo>
                      <a:cubicBezTo>
                        <a:pt x="108" y="0"/>
                        <a:pt x="231" y="23"/>
                        <a:pt x="341" y="0"/>
                      </a:cubicBezTo>
                      <a:cubicBezTo>
                        <a:pt x="396" y="6"/>
                        <a:pt x="451" y="6"/>
                        <a:pt x="506" y="16"/>
                      </a:cubicBezTo>
                      <a:cubicBezTo>
                        <a:pt x="532" y="22"/>
                        <a:pt x="581" y="48"/>
                        <a:pt x="581" y="48"/>
                      </a:cubicBezTo>
                      <a:cubicBezTo>
                        <a:pt x="614" y="87"/>
                        <a:pt x="668" y="147"/>
                        <a:pt x="708" y="178"/>
                      </a:cubicBezTo>
                      <a:cubicBezTo>
                        <a:pt x="801" y="248"/>
                        <a:pt x="687" y="130"/>
                        <a:pt x="783" y="226"/>
                      </a:cubicBezTo>
                      <a:cubicBezTo>
                        <a:pt x="837" y="281"/>
                        <a:pt x="848" y="373"/>
                        <a:pt x="896" y="437"/>
                      </a:cubicBezTo>
                      <a:cubicBezTo>
                        <a:pt x="914" y="507"/>
                        <a:pt x="949" y="564"/>
                        <a:pt x="972" y="631"/>
                      </a:cubicBezTo>
                      <a:cubicBezTo>
                        <a:pt x="982" y="663"/>
                        <a:pt x="989" y="697"/>
                        <a:pt x="997" y="729"/>
                      </a:cubicBezTo>
                      <a:cubicBezTo>
                        <a:pt x="1002" y="745"/>
                        <a:pt x="1010" y="777"/>
                        <a:pt x="1010" y="777"/>
                      </a:cubicBezTo>
                      <a:cubicBezTo>
                        <a:pt x="1028" y="984"/>
                        <a:pt x="1033" y="982"/>
                        <a:pt x="1004" y="1240"/>
                      </a:cubicBezTo>
                      <a:cubicBezTo>
                        <a:pt x="1001" y="1262"/>
                        <a:pt x="983" y="1302"/>
                        <a:pt x="972" y="1320"/>
                      </a:cubicBezTo>
                      <a:cubicBezTo>
                        <a:pt x="853" y="1504"/>
                        <a:pt x="908" y="1480"/>
                        <a:pt x="700" y="1544"/>
                      </a:cubicBezTo>
                      <a:cubicBezTo>
                        <a:pt x="641" y="1537"/>
                        <a:pt x="529" y="1583"/>
                        <a:pt x="481" y="1538"/>
                      </a:cubicBezTo>
                      <a:cubicBezTo>
                        <a:pt x="457" y="1514"/>
                        <a:pt x="446" y="1466"/>
                        <a:pt x="417" y="1458"/>
                      </a:cubicBezTo>
                      <a:cubicBezTo>
                        <a:pt x="368" y="1442"/>
                        <a:pt x="335" y="1428"/>
                        <a:pt x="292" y="1392"/>
                      </a:cubicBezTo>
                      <a:cubicBezTo>
                        <a:pt x="247" y="1306"/>
                        <a:pt x="189" y="1233"/>
                        <a:pt x="141" y="1150"/>
                      </a:cubicBezTo>
                      <a:cubicBezTo>
                        <a:pt x="132" y="1115"/>
                        <a:pt x="111" y="1087"/>
                        <a:pt x="102" y="1052"/>
                      </a:cubicBezTo>
                      <a:cubicBezTo>
                        <a:pt x="81" y="969"/>
                        <a:pt x="83" y="873"/>
                        <a:pt x="52" y="793"/>
                      </a:cubicBezTo>
                      <a:cubicBezTo>
                        <a:pt x="0" y="659"/>
                        <a:pt x="50" y="828"/>
                        <a:pt x="14" y="695"/>
                      </a:cubicBezTo>
                      <a:cubicBezTo>
                        <a:pt x="18" y="582"/>
                        <a:pt x="20" y="469"/>
                        <a:pt x="27" y="356"/>
                      </a:cubicBezTo>
                      <a:cubicBezTo>
                        <a:pt x="29" y="321"/>
                        <a:pt x="55" y="224"/>
                        <a:pt x="20" y="224"/>
                      </a:cubicBezTo>
                      <a:close/>
                    </a:path>
                  </a:pathLst>
                </a:custGeom>
                <a:noFill/>
                <a:ln w="28575">
                  <a:solidFill>
                    <a:srgbClr val="0000FF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62" name="Line 46"/>
                <p:cNvSpPr>
                  <a:spLocks noChangeShapeType="1"/>
                </p:cNvSpPr>
                <p:nvPr/>
              </p:nvSpPr>
              <p:spPr bwMode="auto">
                <a:xfrm flipV="1">
                  <a:off x="2104" y="2989"/>
                  <a:ext cx="157" cy="14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Object 13"/>
                  <p:cNvSpPr txBox="1"/>
                  <p:nvPr/>
                </p:nvSpPr>
                <p:spPr bwMode="auto">
                  <a:xfrm>
                    <a:off x="2261" y="2922"/>
                    <a:ext cx="176" cy="29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70000" lnSpcReduction="2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60" name="Object 1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261" y="2922"/>
                    <a:ext cx="176" cy="2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4348" t="-15385" r="-19565"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54"/>
            <p:cNvGrpSpPr>
              <a:grpSpLocks/>
            </p:cNvGrpSpPr>
            <p:nvPr/>
          </p:nvGrpSpPr>
          <p:grpSpPr bwMode="auto">
            <a:xfrm>
              <a:off x="5780808" y="2019842"/>
              <a:ext cx="633413" cy="533400"/>
              <a:chOff x="417" y="1968"/>
              <a:chExt cx="399" cy="336"/>
            </a:xfrm>
          </p:grpSpPr>
          <p:sp>
            <p:nvSpPr>
              <p:cNvPr id="57" name="AutoShape 53"/>
              <p:cNvSpPr>
                <a:spLocks noChangeArrowheads="1"/>
              </p:cNvSpPr>
              <p:nvPr/>
            </p:nvSpPr>
            <p:spPr bwMode="auto">
              <a:xfrm>
                <a:off x="432" y="1968"/>
                <a:ext cx="384" cy="336"/>
              </a:xfrm>
              <a:prstGeom prst="wedgeRectCallout">
                <a:avLst>
                  <a:gd name="adj1" fmla="val 110940"/>
                  <a:gd name="adj2" fmla="val 114583"/>
                </a:avLst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solidFill>
                  <a:srgbClr val="990099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zh-CN" sz="2800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Object 12"/>
                  <p:cNvSpPr txBox="1"/>
                  <p:nvPr/>
                </p:nvSpPr>
                <p:spPr bwMode="auto">
                  <a:xfrm>
                    <a:off x="417" y="1975"/>
                    <a:ext cx="357" cy="31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𝜑</m:t>
                          </m:r>
                        </m:oMath>
                      </m:oMathPara>
                    </a14:m>
                    <a:endParaRPr lang="en-US" sz="28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8" name="Object 1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17" y="1975"/>
                    <a:ext cx="357" cy="314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5" name="Group 60"/>
            <p:cNvGrpSpPr>
              <a:grpSpLocks/>
            </p:cNvGrpSpPr>
            <p:nvPr/>
          </p:nvGrpSpPr>
          <p:grpSpPr bwMode="auto">
            <a:xfrm>
              <a:off x="7150821" y="2294509"/>
              <a:ext cx="595313" cy="639768"/>
              <a:chOff x="1280" y="2141"/>
              <a:chExt cx="375" cy="40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Object 11"/>
                  <p:cNvSpPr txBox="1"/>
                  <p:nvPr/>
                </p:nvSpPr>
                <p:spPr bwMode="auto">
                  <a:xfrm>
                    <a:off x="1379" y="2141"/>
                    <a:ext cx="276" cy="30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4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5" name="Object 1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379" y="2141"/>
                    <a:ext cx="276" cy="30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r="-6944"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6" name="Line 36"/>
              <p:cNvSpPr>
                <a:spLocks noChangeShapeType="1"/>
              </p:cNvSpPr>
              <p:nvPr/>
            </p:nvSpPr>
            <p:spPr bwMode="auto">
              <a:xfrm>
                <a:off x="1280" y="2326"/>
                <a:ext cx="71" cy="218"/>
              </a:xfrm>
              <a:prstGeom prst="line">
                <a:avLst/>
              </a:prstGeom>
              <a:noFill/>
              <a:ln w="38100">
                <a:solidFill>
                  <a:srgbClr val="CC00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6" name="Freeform 41"/>
            <p:cNvSpPr>
              <a:spLocks/>
            </p:cNvSpPr>
            <p:nvPr/>
          </p:nvSpPr>
          <p:spPr bwMode="auto">
            <a:xfrm>
              <a:off x="6023695" y="2940592"/>
              <a:ext cx="1214438" cy="161925"/>
            </a:xfrm>
            <a:custGeom>
              <a:avLst/>
              <a:gdLst>
                <a:gd name="T0" fmla="*/ 0 w 768"/>
                <a:gd name="T1" fmla="*/ 82 h 82"/>
                <a:gd name="T2" fmla="*/ 768 w 768"/>
                <a:gd name="T3" fmla="*/ 0 h 82"/>
                <a:gd name="T4" fmla="*/ 0 60000 65536"/>
                <a:gd name="T5" fmla="*/ 0 60000 65536"/>
                <a:gd name="T6" fmla="*/ 0 w 768"/>
                <a:gd name="T7" fmla="*/ 0 h 82"/>
                <a:gd name="T8" fmla="*/ 768 w 768"/>
                <a:gd name="T9" fmla="*/ 82 h 8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68" h="82">
                  <a:moveTo>
                    <a:pt x="0" y="82"/>
                  </a:moveTo>
                  <a:lnTo>
                    <a:pt x="768" y="0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prstDash val="dash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7" name="Group 66"/>
            <p:cNvGrpSpPr>
              <a:grpSpLocks/>
            </p:cNvGrpSpPr>
            <p:nvPr/>
          </p:nvGrpSpPr>
          <p:grpSpPr bwMode="auto">
            <a:xfrm>
              <a:off x="6007820" y="1972316"/>
              <a:ext cx="2740026" cy="1477963"/>
              <a:chOff x="560" y="1944"/>
              <a:chExt cx="1726" cy="931"/>
            </a:xfrm>
          </p:grpSpPr>
          <p:sp>
            <p:nvSpPr>
              <p:cNvPr id="51" name="Line 33"/>
              <p:cNvSpPr>
                <a:spLocks noChangeShapeType="1"/>
              </p:cNvSpPr>
              <p:nvPr/>
            </p:nvSpPr>
            <p:spPr bwMode="auto">
              <a:xfrm flipV="1">
                <a:off x="560" y="1944"/>
                <a:ext cx="1579" cy="699"/>
              </a:xfrm>
              <a:prstGeom prst="line">
                <a:avLst/>
              </a:prstGeom>
              <a:noFill/>
              <a:ln w="28575">
                <a:solidFill>
                  <a:srgbClr val="008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52" name="Group 64"/>
              <p:cNvGrpSpPr>
                <a:grpSpLocks/>
              </p:cNvGrpSpPr>
              <p:nvPr/>
            </p:nvGrpSpPr>
            <p:grpSpPr bwMode="auto">
              <a:xfrm>
                <a:off x="560" y="2421"/>
                <a:ext cx="1726" cy="454"/>
                <a:chOff x="560" y="2421"/>
                <a:chExt cx="1726" cy="454"/>
              </a:xfrm>
            </p:grpSpPr>
            <p:sp>
              <p:nvSpPr>
                <p:cNvPr id="53" name="Line 34"/>
                <p:cNvSpPr>
                  <a:spLocks noChangeShapeType="1"/>
                </p:cNvSpPr>
                <p:nvPr/>
              </p:nvSpPr>
              <p:spPr bwMode="auto">
                <a:xfrm flipV="1">
                  <a:off x="560" y="2421"/>
                  <a:ext cx="1726" cy="233"/>
                </a:xfrm>
                <a:prstGeom prst="line">
                  <a:avLst/>
                </a:prstGeom>
                <a:noFill/>
                <a:ln w="28575">
                  <a:solidFill>
                    <a:srgbClr val="008000"/>
                  </a:solidFill>
                  <a:round/>
                  <a:headEnd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Object 9"/>
                    <p:cNvSpPr txBox="1"/>
                    <p:nvPr/>
                  </p:nvSpPr>
                  <p:spPr bwMode="auto">
                    <a:xfrm>
                      <a:off x="1747" y="2470"/>
                      <a:ext cx="303" cy="4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</p:spPr>
                  <p:txBody>
                    <a:bodyPr>
                      <a:norm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US" sz="280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sz="28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800" b="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800" b="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US" sz="2800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 xmlns="">
                <p:sp>
                  <p:nvSpPr>
                    <p:cNvPr id="54" name="Object 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747" y="2470"/>
                      <a:ext cx="303" cy="405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/>
                      </a:stretch>
                    </a:blipFill>
                    <a:ln>
                      <a:noFill/>
                    </a:ln>
                    <a:effectLst/>
                    <a:ex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38" name="Group 73"/>
            <p:cNvGrpSpPr>
              <a:grpSpLocks/>
            </p:cNvGrpSpPr>
            <p:nvPr/>
          </p:nvGrpSpPr>
          <p:grpSpPr bwMode="auto">
            <a:xfrm>
              <a:off x="8017810" y="1972803"/>
              <a:ext cx="730255" cy="762000"/>
              <a:chOff x="1790" y="2022"/>
              <a:chExt cx="460" cy="480"/>
            </a:xfrm>
          </p:grpSpPr>
          <p:sp>
            <p:nvSpPr>
              <p:cNvPr id="49" name="Freeform 35"/>
              <p:cNvSpPr>
                <a:spLocks/>
              </p:cNvSpPr>
              <p:nvPr/>
            </p:nvSpPr>
            <p:spPr bwMode="auto">
              <a:xfrm>
                <a:off x="2094" y="2022"/>
                <a:ext cx="156" cy="480"/>
              </a:xfrm>
              <a:custGeom>
                <a:avLst/>
                <a:gdLst>
                  <a:gd name="T0" fmla="*/ 156 w 156"/>
                  <a:gd name="T1" fmla="*/ 480 h 480"/>
                  <a:gd name="T2" fmla="*/ 0 w 156"/>
                  <a:gd name="T3" fmla="*/ 0 h 480"/>
                  <a:gd name="T4" fmla="*/ 0 60000 65536"/>
                  <a:gd name="T5" fmla="*/ 0 60000 65536"/>
                  <a:gd name="T6" fmla="*/ 0 w 156"/>
                  <a:gd name="T7" fmla="*/ 0 h 480"/>
                  <a:gd name="T8" fmla="*/ 156 w 156"/>
                  <a:gd name="T9" fmla="*/ 480 h 4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6" h="480">
                    <a:moveTo>
                      <a:pt x="156" y="480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CC00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Object 8"/>
                  <p:cNvSpPr txBox="1"/>
                  <p:nvPr/>
                </p:nvSpPr>
                <p:spPr bwMode="auto">
                  <a:xfrm>
                    <a:off x="1790" y="2109"/>
                    <a:ext cx="326" cy="35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4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4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50" name="Object 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790" y="2109"/>
                    <a:ext cx="326" cy="358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9" name="Group 58"/>
            <p:cNvGrpSpPr>
              <a:grpSpLocks/>
            </p:cNvGrpSpPr>
            <p:nvPr/>
          </p:nvGrpSpPr>
          <p:grpSpPr bwMode="auto">
            <a:xfrm>
              <a:off x="6509695" y="1387872"/>
              <a:ext cx="650649" cy="1216169"/>
              <a:chOff x="918" y="1541"/>
              <a:chExt cx="368" cy="795"/>
            </a:xfrm>
          </p:grpSpPr>
          <p:sp>
            <p:nvSpPr>
              <p:cNvPr id="47" name="Line 38"/>
              <p:cNvSpPr>
                <a:spLocks noChangeShapeType="1"/>
              </p:cNvSpPr>
              <p:nvPr/>
            </p:nvSpPr>
            <p:spPr bwMode="auto">
              <a:xfrm flipH="1" flipV="1">
                <a:off x="1152" y="1728"/>
                <a:ext cx="134" cy="608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bject 7"/>
                  <p:cNvSpPr txBox="1"/>
                  <p:nvPr/>
                </p:nvSpPr>
                <p:spPr bwMode="auto">
                  <a:xfrm>
                    <a:off x="918" y="1541"/>
                    <a:ext cx="294" cy="37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8" name="Object 7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918" y="1541"/>
                    <a:ext cx="294" cy="37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0" name="Group 75"/>
            <p:cNvGrpSpPr>
              <a:grpSpLocks/>
            </p:cNvGrpSpPr>
            <p:nvPr/>
          </p:nvGrpSpPr>
          <p:grpSpPr bwMode="auto">
            <a:xfrm>
              <a:off x="8428954" y="1237793"/>
              <a:ext cx="447675" cy="1500188"/>
              <a:chOff x="2049" y="1559"/>
              <a:chExt cx="282" cy="945"/>
            </a:xfrm>
          </p:grpSpPr>
          <p:sp>
            <p:nvSpPr>
              <p:cNvPr id="45" name="Freeform 37"/>
              <p:cNvSpPr>
                <a:spLocks/>
              </p:cNvSpPr>
              <p:nvPr/>
            </p:nvSpPr>
            <p:spPr bwMode="auto">
              <a:xfrm>
                <a:off x="2248" y="1860"/>
                <a:ext cx="2" cy="644"/>
              </a:xfrm>
              <a:custGeom>
                <a:avLst/>
                <a:gdLst>
                  <a:gd name="T0" fmla="*/ 0 w 2"/>
                  <a:gd name="T1" fmla="*/ 644 h 644"/>
                  <a:gd name="T2" fmla="*/ 2 w 2"/>
                  <a:gd name="T3" fmla="*/ 0 h 644"/>
                  <a:gd name="T4" fmla="*/ 0 60000 65536"/>
                  <a:gd name="T5" fmla="*/ 0 60000 65536"/>
                  <a:gd name="T6" fmla="*/ 0 w 2"/>
                  <a:gd name="T7" fmla="*/ 0 h 644"/>
                  <a:gd name="T8" fmla="*/ 2 w 2"/>
                  <a:gd name="T9" fmla="*/ 644 h 64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644">
                    <a:moveTo>
                      <a:pt x="0" y="644"/>
                    </a:moveTo>
                    <a:lnTo>
                      <a:pt x="2" y="0"/>
                    </a:lnTo>
                  </a:path>
                </a:pathLst>
              </a:custGeom>
              <a:noFill/>
              <a:ln w="28575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Object 6"/>
                  <p:cNvSpPr txBox="1"/>
                  <p:nvPr/>
                </p:nvSpPr>
                <p:spPr bwMode="auto">
                  <a:xfrm>
                    <a:off x="2049" y="1559"/>
                    <a:ext cx="282" cy="33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>
                    <a:normAutofit fontScale="85000" lnSpcReduction="100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6" name="Object 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2049" y="1559"/>
                    <a:ext cx="282" cy="338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>
                    <a:noFill/>
                  </a:ln>
                  <a:effectLst/>
                  <a:ex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1" name="Group 65"/>
            <p:cNvGrpSpPr>
              <a:grpSpLocks/>
            </p:cNvGrpSpPr>
            <p:nvPr/>
          </p:nvGrpSpPr>
          <p:grpSpPr bwMode="auto">
            <a:xfrm>
              <a:off x="5957020" y="876842"/>
              <a:ext cx="2819400" cy="3429000"/>
              <a:chOff x="528" y="1248"/>
              <a:chExt cx="1776" cy="2160"/>
            </a:xfrm>
          </p:grpSpPr>
          <p:sp>
            <p:nvSpPr>
              <p:cNvPr id="43" name="Line 47"/>
              <p:cNvSpPr>
                <a:spLocks noChangeShapeType="1"/>
              </p:cNvSpPr>
              <p:nvPr/>
            </p:nvSpPr>
            <p:spPr bwMode="auto">
              <a:xfrm flipV="1">
                <a:off x="576" y="1248"/>
                <a:ext cx="1200" cy="1344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44" name="Line 48"/>
              <p:cNvSpPr>
                <a:spLocks noChangeShapeType="1"/>
              </p:cNvSpPr>
              <p:nvPr/>
            </p:nvSpPr>
            <p:spPr bwMode="auto">
              <a:xfrm>
                <a:off x="528" y="2640"/>
                <a:ext cx="1776" cy="768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prstDash val="dash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Object 10"/>
                <p:cNvSpPr txBox="1"/>
                <p:nvPr/>
              </p:nvSpPr>
              <p:spPr bwMode="auto">
                <a:xfrm>
                  <a:off x="6648377" y="2008931"/>
                  <a:ext cx="444500" cy="73977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42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48377" y="2008931"/>
                  <a:ext cx="444500" cy="739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>
                  <a:noFill/>
                </a:ln>
                <a:effectLst/>
                <a:ex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8" name="Text Box 11">
            <a:hlinkClick r:id="" action="ppaction://noaction"/>
            <a:extLst>
              <a:ext uri="{FF2B5EF4-FFF2-40B4-BE49-F238E27FC236}">
                <a16:creationId xmlns:a16="http://schemas.microsoft.com/office/drawing/2014/main" id="{89442C38-0C66-4363-A24E-EFDF55668A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Object 13">
                <a:extLst>
                  <a:ext uri="{FF2B5EF4-FFF2-40B4-BE49-F238E27FC236}">
                    <a16:creationId xmlns:a16="http://schemas.microsoft.com/office/drawing/2014/main" id="{BE3F7692-DBCF-4732-BF7B-204477898C35}"/>
                  </a:ext>
                </a:extLst>
              </p:cNvPr>
              <p:cNvSpPr txBox="1"/>
              <p:nvPr/>
            </p:nvSpPr>
            <p:spPr>
              <a:xfrm>
                <a:off x="622112" y="4815365"/>
                <a:ext cx="6927853" cy="11461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3" name="Object 13">
                <a:extLst>
                  <a:ext uri="{FF2B5EF4-FFF2-40B4-BE49-F238E27FC236}">
                    <a16:creationId xmlns:a16="http://schemas.microsoft.com/office/drawing/2014/main" id="{BE3F7692-DBCF-4732-BF7B-204477898C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112" y="4815365"/>
                <a:ext cx="6927853" cy="11461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Object 14">
                <a:extLst>
                  <a:ext uri="{FF2B5EF4-FFF2-40B4-BE49-F238E27FC236}">
                    <a16:creationId xmlns:a16="http://schemas.microsoft.com/office/drawing/2014/main" id="{A01A8EB4-78B4-41F7-87D6-E66F81DD2A45}"/>
                  </a:ext>
                </a:extLst>
              </p:cNvPr>
              <p:cNvSpPr txBox="1"/>
              <p:nvPr/>
            </p:nvSpPr>
            <p:spPr>
              <a:xfrm>
                <a:off x="1595776" y="5970725"/>
                <a:ext cx="5028280" cy="6223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4" name="Object 14">
                <a:extLst>
                  <a:ext uri="{FF2B5EF4-FFF2-40B4-BE49-F238E27FC236}">
                    <a16:creationId xmlns:a16="http://schemas.microsoft.com/office/drawing/2014/main" id="{A01A8EB4-78B4-41F7-87D6-E66F81DD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776" y="5970725"/>
                <a:ext cx="5028280" cy="62230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Object 15">
                <a:extLst>
                  <a:ext uri="{FF2B5EF4-FFF2-40B4-BE49-F238E27FC236}">
                    <a16:creationId xmlns:a16="http://schemas.microsoft.com/office/drawing/2014/main" id="{642AB8F6-3AC8-4D90-8518-B67567F8CAD6}"/>
                  </a:ext>
                </a:extLst>
              </p:cNvPr>
              <p:cNvSpPr txBox="1"/>
              <p:nvPr/>
            </p:nvSpPr>
            <p:spPr>
              <a:xfrm>
                <a:off x="7451790" y="5302130"/>
                <a:ext cx="3016968" cy="865188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105" name="Object 15">
                <a:extLst>
                  <a:ext uri="{FF2B5EF4-FFF2-40B4-BE49-F238E27FC236}">
                    <a16:creationId xmlns:a16="http://schemas.microsoft.com/office/drawing/2014/main" id="{642AB8F6-3AC8-4D90-8518-B67567F8CA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1790" y="5302130"/>
                <a:ext cx="3016968" cy="865188"/>
              </a:xfrm>
              <a:prstGeom prst="rect">
                <a:avLst/>
              </a:prstGeom>
              <a:blipFill>
                <a:blip r:embed="rId15"/>
                <a:stretch>
                  <a:fillRect b="-6338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Object 17">
                <a:extLst>
                  <a:ext uri="{FF2B5EF4-FFF2-40B4-BE49-F238E27FC236}">
                    <a16:creationId xmlns:a16="http://schemas.microsoft.com/office/drawing/2014/main" id="{24699EB2-4003-4800-AD1C-1251CA955CA1}"/>
                  </a:ext>
                </a:extLst>
              </p:cNvPr>
              <p:cNvSpPr txBox="1"/>
              <p:nvPr/>
            </p:nvSpPr>
            <p:spPr>
              <a:xfrm>
                <a:off x="447485" y="2355910"/>
                <a:ext cx="5922197" cy="12684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mr>
                      </m:m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6" name="Object 17">
                <a:extLst>
                  <a:ext uri="{FF2B5EF4-FFF2-40B4-BE49-F238E27FC236}">
                    <a16:creationId xmlns:a16="http://schemas.microsoft.com/office/drawing/2014/main" id="{24699EB2-4003-4800-AD1C-1251CA955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85" y="2355910"/>
                <a:ext cx="5922197" cy="1268413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1C135546-9721-4932-AA05-A47082100B29}"/>
                  </a:ext>
                </a:extLst>
              </p:cNvPr>
              <p:cNvSpPr/>
              <p:nvPr/>
            </p:nvSpPr>
            <p:spPr>
              <a:xfrm>
                <a:off x="1595776" y="3842854"/>
                <a:ext cx="4439742" cy="7204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ac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𝐵𝑑𝑟</m:t>
                      </m:r>
                      <m:func>
                        <m:funcPr>
                          <m:ctrlP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sz="2800" b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𝐵𝑟𝑑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𝜑</m:t>
                      </m:r>
                    </m:oMath>
                  </m:oMathPara>
                </a14:m>
                <a:endParaRPr lang="en-US" altLang="zh-CN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07" name="矩形 106">
                <a:extLst>
                  <a:ext uri="{FF2B5EF4-FFF2-40B4-BE49-F238E27FC236}">
                    <a16:creationId xmlns:a16="http://schemas.microsoft.com/office/drawing/2014/main" id="{1C135546-9721-4932-AA05-A47082100B2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5776" y="3842854"/>
                <a:ext cx="4439742" cy="72045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724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03" grpId="0"/>
      <p:bldP spid="104" grpId="0"/>
      <p:bldP spid="105" grpId="0"/>
      <p:bldP spid="106" grpId="0"/>
      <p:bldP spid="10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1">
            <a:hlinkClick r:id="" action="ppaction://noaction"/>
            <a:extLst>
              <a:ext uri="{FF2B5EF4-FFF2-40B4-BE49-F238E27FC236}">
                <a16:creationId xmlns:a16="http://schemas.microsoft.com/office/drawing/2014/main" id="{1885BA61-AE6D-44A3-971D-A67010A67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p:grpSp>
        <p:nvGrpSpPr>
          <p:cNvPr id="10" name="Group 78">
            <a:extLst>
              <a:ext uri="{FF2B5EF4-FFF2-40B4-BE49-F238E27FC236}">
                <a16:creationId xmlns:a16="http://schemas.microsoft.com/office/drawing/2014/main" id="{3FFA85DB-78D9-42CD-A704-86E1DE537E4A}"/>
              </a:ext>
            </a:extLst>
          </p:cNvPr>
          <p:cNvGrpSpPr>
            <a:grpSpLocks/>
          </p:cNvGrpSpPr>
          <p:nvPr/>
        </p:nvGrpSpPr>
        <p:grpSpPr bwMode="auto">
          <a:xfrm>
            <a:off x="1828151" y="1099786"/>
            <a:ext cx="2424034" cy="2468914"/>
            <a:chOff x="323" y="1362"/>
            <a:chExt cx="1896" cy="18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ED0A549-4F9A-4C84-B182-5015D278D1D1}"/>
                    </a:ext>
                  </a:extLst>
                </p:cNvPr>
                <p:cNvSpPr txBox="1"/>
                <p:nvPr/>
              </p:nvSpPr>
              <p:spPr bwMode="auto">
                <a:xfrm>
                  <a:off x="323" y="1806"/>
                  <a:ext cx="258" cy="379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Object 5">
                  <a:extLst>
                    <a:ext uri="{FF2B5EF4-FFF2-40B4-BE49-F238E27FC236}">
                      <a16:creationId xmlns:a16="http://schemas.microsoft.com/office/drawing/2014/main" id="{1ED0A549-4F9A-4C84-B182-5015D278D1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23" y="1806"/>
                  <a:ext cx="258" cy="379"/>
                </a:xfrm>
                <a:prstGeom prst="rect">
                  <a:avLst/>
                </a:prstGeom>
                <a:blipFill>
                  <a:blip r:embed="rId3"/>
                  <a:stretch>
                    <a:fillRect l="-5556" r="-16667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" name="Line 13">
              <a:extLst>
                <a:ext uri="{FF2B5EF4-FFF2-40B4-BE49-F238E27FC236}">
                  <a16:creationId xmlns:a16="http://schemas.microsoft.com/office/drawing/2014/main" id="{3501BC2A-00C0-420E-8C28-A3EA7E50A93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8" y="1589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53">
              <a:extLst>
                <a:ext uri="{FF2B5EF4-FFF2-40B4-BE49-F238E27FC236}">
                  <a16:creationId xmlns:a16="http://schemas.microsoft.com/office/drawing/2014/main" id="{07B6F362-7A98-4705-A4E2-4C607CB7FC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51" y="1475"/>
              <a:ext cx="52" cy="1706"/>
              <a:chOff x="672" y="1056"/>
              <a:chExt cx="49" cy="1440"/>
            </a:xfrm>
          </p:grpSpPr>
          <p:sp>
            <p:nvSpPr>
              <p:cNvPr id="33" name="AutoShape 9">
                <a:extLst>
                  <a:ext uri="{FF2B5EF4-FFF2-40B4-BE49-F238E27FC236}">
                    <a16:creationId xmlns:a16="http://schemas.microsoft.com/office/drawing/2014/main" id="{6AF06CFB-1297-4055-A613-C7854F1104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5" y="1200"/>
                <a:ext cx="46" cy="1108"/>
              </a:xfrm>
              <a:prstGeom prst="can">
                <a:avLst>
                  <a:gd name="adj" fmla="val 120435"/>
                </a:avLst>
              </a:prstGeom>
              <a:gradFill rotWithShape="0">
                <a:gsLst>
                  <a:gs pos="0">
                    <a:srgbClr val="6B6A6A"/>
                  </a:gs>
                  <a:gs pos="50000">
                    <a:srgbClr val="E8E6E4"/>
                  </a:gs>
                  <a:gs pos="100000">
                    <a:srgbClr val="6B6A6A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4" name="Line 42">
                <a:extLst>
                  <a:ext uri="{FF2B5EF4-FFF2-40B4-BE49-F238E27FC236}">
                    <a16:creationId xmlns:a16="http://schemas.microsoft.com/office/drawing/2014/main" id="{9F5470D9-1356-4E86-BB94-AF25C7EA0F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22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Line 44">
                <a:extLst>
                  <a:ext uri="{FF2B5EF4-FFF2-40B4-BE49-F238E27FC236}">
                    <a16:creationId xmlns:a16="http://schemas.microsoft.com/office/drawing/2014/main" id="{1F326868-E69E-44D7-BFEC-AE374E27CC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22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Line 45">
                <a:extLst>
                  <a:ext uri="{FF2B5EF4-FFF2-40B4-BE49-F238E27FC236}">
                    <a16:creationId xmlns:a16="http://schemas.microsoft.com/office/drawing/2014/main" id="{2D9A298B-B19C-4E65-92E0-C5E5E81F2A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0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7" name="Line 46">
                <a:extLst>
                  <a:ext uri="{FF2B5EF4-FFF2-40B4-BE49-F238E27FC236}">
                    <a16:creationId xmlns:a16="http://schemas.microsoft.com/office/drawing/2014/main" id="{D941D328-5CF7-4BD5-85A4-ECDE708C62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0" y="1056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14" name="AutoShape 59">
              <a:extLst>
                <a:ext uri="{FF2B5EF4-FFF2-40B4-BE49-F238E27FC236}">
                  <a16:creationId xmlns:a16="http://schemas.microsoft.com/office/drawing/2014/main" id="{86C33268-E208-4A97-AC6C-2EF6892247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2481"/>
              <a:ext cx="49" cy="472"/>
            </a:xfrm>
            <a:prstGeom prst="can">
              <a:avLst>
                <a:gd name="adj" fmla="val 85757"/>
              </a:avLst>
            </a:pr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5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Line 60">
              <a:extLst>
                <a:ext uri="{FF2B5EF4-FFF2-40B4-BE49-F238E27FC236}">
                  <a16:creationId xmlns:a16="http://schemas.microsoft.com/office/drawing/2014/main" id="{BA8A0082-30EB-46A9-8E6B-4795D70DCC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6" name="Line 61">
              <a:extLst>
                <a:ext uri="{FF2B5EF4-FFF2-40B4-BE49-F238E27FC236}">
                  <a16:creationId xmlns:a16="http://schemas.microsoft.com/office/drawing/2014/main" id="{AA51CE87-C995-495C-9E97-D28249753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Object 6">
                  <a:extLst>
                    <a:ext uri="{FF2B5EF4-FFF2-40B4-BE49-F238E27FC236}">
                      <a16:creationId xmlns:a16="http://schemas.microsoft.com/office/drawing/2014/main" id="{8A19362E-85AD-4BD0-9610-EDBDB34624F6}"/>
                    </a:ext>
                  </a:extLst>
                </p:cNvPr>
                <p:cNvSpPr txBox="1"/>
                <p:nvPr/>
              </p:nvSpPr>
              <p:spPr bwMode="auto">
                <a:xfrm>
                  <a:off x="1062" y="1636"/>
                  <a:ext cx="254" cy="37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Object 6">
                  <a:extLst>
                    <a:ext uri="{FF2B5EF4-FFF2-40B4-BE49-F238E27FC236}">
                      <a16:creationId xmlns:a16="http://schemas.microsoft.com/office/drawing/2014/main" id="{8A19362E-85AD-4BD0-9610-EDBDB34624F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2" y="1636"/>
                  <a:ext cx="254" cy="377"/>
                </a:xfrm>
                <a:prstGeom prst="rect">
                  <a:avLst/>
                </a:prstGeom>
                <a:blipFill>
                  <a:blip r:embed="rId4"/>
                  <a:stretch>
                    <a:fillRect l="-5660" r="-207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Line 40">
              <a:extLst>
                <a:ext uri="{FF2B5EF4-FFF2-40B4-BE49-F238E27FC236}">
                  <a16:creationId xmlns:a16="http://schemas.microsoft.com/office/drawing/2014/main" id="{E5C12603-206D-470A-91FE-DF61AFBC6EF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18" y="1532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" name="Line 57">
              <a:extLst>
                <a:ext uri="{FF2B5EF4-FFF2-40B4-BE49-F238E27FC236}">
                  <a16:creationId xmlns:a16="http://schemas.microsoft.com/office/drawing/2014/main" id="{6B26F36C-8CCF-415A-BD1A-D3858356CA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21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Line 58">
              <a:extLst>
                <a:ext uri="{FF2B5EF4-FFF2-40B4-BE49-F238E27FC236}">
                  <a16:creationId xmlns:a16="http://schemas.microsoft.com/office/drawing/2014/main" id="{918995D2-F4BC-4F92-995F-0228651D5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2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AutoShape 5">
              <a:extLst>
                <a:ext uri="{FF2B5EF4-FFF2-40B4-BE49-F238E27FC236}">
                  <a16:creationId xmlns:a16="http://schemas.microsoft.com/office/drawing/2014/main" id="{937F226A-9D9D-4E70-8C2E-A32DF78231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9" y="2499"/>
              <a:ext cx="51" cy="454"/>
            </a:xfrm>
            <a:prstGeom prst="can">
              <a:avLst>
                <a:gd name="adj" fmla="val 79252"/>
              </a:avLst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2" name="Line 49">
              <a:extLst>
                <a:ext uri="{FF2B5EF4-FFF2-40B4-BE49-F238E27FC236}">
                  <a16:creationId xmlns:a16="http://schemas.microsoft.com/office/drawing/2014/main" id="{7E564CD0-857E-4811-B105-BF7055A029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9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Line 50">
              <a:extLst>
                <a:ext uri="{FF2B5EF4-FFF2-40B4-BE49-F238E27FC236}">
                  <a16:creationId xmlns:a16="http://schemas.microsoft.com/office/drawing/2014/main" id="{78BEB3A8-568F-4E17-AF8E-82E8F5E16D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2896"/>
              <a:ext cx="0" cy="28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Line 51">
              <a:extLst>
                <a:ext uri="{FF2B5EF4-FFF2-40B4-BE49-F238E27FC236}">
                  <a16:creationId xmlns:a16="http://schemas.microsoft.com/office/drawing/2014/main" id="{9CA4902B-8837-4737-9CCF-5429EB5428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9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Line 52">
              <a:extLst>
                <a:ext uri="{FF2B5EF4-FFF2-40B4-BE49-F238E27FC236}">
                  <a16:creationId xmlns:a16="http://schemas.microsoft.com/office/drawing/2014/main" id="{CAA99886-4485-4195-9765-84FBA1CD6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0" y="1362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bject 7">
                  <a:extLst>
                    <a:ext uri="{FF2B5EF4-FFF2-40B4-BE49-F238E27FC236}">
                      <a16:creationId xmlns:a16="http://schemas.microsoft.com/office/drawing/2014/main" id="{7FB3DC70-4176-48A1-9930-CA28B26A5498}"/>
                    </a:ext>
                  </a:extLst>
                </p:cNvPr>
                <p:cNvSpPr txBox="1"/>
                <p:nvPr/>
              </p:nvSpPr>
              <p:spPr bwMode="auto">
                <a:xfrm>
                  <a:off x="1925" y="1589"/>
                  <a:ext cx="255" cy="383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Object 7">
                  <a:extLst>
                    <a:ext uri="{FF2B5EF4-FFF2-40B4-BE49-F238E27FC236}">
                      <a16:creationId xmlns:a16="http://schemas.microsoft.com/office/drawing/2014/main" id="{7FB3DC70-4176-48A1-9930-CA28B26A54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5" y="1589"/>
                  <a:ext cx="255" cy="383"/>
                </a:xfrm>
                <a:prstGeom prst="rect">
                  <a:avLst/>
                </a:prstGeom>
                <a:blipFill>
                  <a:blip r:embed="rId5"/>
                  <a:stretch>
                    <a:fillRect l="-5660" r="-20755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Line 41">
              <a:extLst>
                <a:ext uri="{FF2B5EF4-FFF2-40B4-BE49-F238E27FC236}">
                  <a16:creationId xmlns:a16="http://schemas.microsoft.com/office/drawing/2014/main" id="{E950D4D7-9E75-43B4-8F90-FEFD35D843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3" y="1589"/>
              <a:ext cx="0" cy="398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8" name="Group 63">
              <a:extLst>
                <a:ext uri="{FF2B5EF4-FFF2-40B4-BE49-F238E27FC236}">
                  <a16:creationId xmlns:a16="http://schemas.microsoft.com/office/drawing/2014/main" id="{068E0A60-B97A-4D7F-8D36-0ED494F119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50" y="2016"/>
              <a:ext cx="1369" cy="525"/>
              <a:chOff x="858" y="1695"/>
              <a:chExt cx="1280" cy="443"/>
            </a:xfrm>
          </p:grpSpPr>
          <p:sp>
            <p:nvSpPr>
              <p:cNvPr id="31" name="Oval 6">
                <a:extLst>
                  <a:ext uri="{FF2B5EF4-FFF2-40B4-BE49-F238E27FC236}">
                    <a16:creationId xmlns:a16="http://schemas.microsoft.com/office/drawing/2014/main" id="{80991C5F-AE5A-456E-ADF1-41A6F11A92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8" y="1695"/>
                <a:ext cx="1280" cy="443"/>
              </a:xfrm>
              <a:prstGeom prst="ellipse">
                <a:avLst/>
              </a:prstGeom>
              <a:solidFill>
                <a:schemeClr val="accent2"/>
              </a:solidFill>
              <a:ln w="38100">
                <a:solidFill>
                  <a:srgbClr val="6600CC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har char="•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zh-CN" altLang="en-US" sz="2800" i="1" u="sng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Line 16">
                <a:extLst>
                  <a:ext uri="{FF2B5EF4-FFF2-40B4-BE49-F238E27FC236}">
                    <a16:creationId xmlns:a16="http://schemas.microsoft.com/office/drawing/2014/main" id="{CFF0CFAF-E945-4994-860D-C49EA75D68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134"/>
                <a:ext cx="91" cy="0"/>
              </a:xfrm>
              <a:prstGeom prst="line">
                <a:avLst/>
              </a:prstGeom>
              <a:noFill/>
              <a:ln w="38100">
                <a:solidFill>
                  <a:srgbClr val="FF33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9" name="AutoShape 8">
              <a:extLst>
                <a:ext uri="{FF2B5EF4-FFF2-40B4-BE49-F238E27FC236}">
                  <a16:creationId xmlns:a16="http://schemas.microsoft.com/office/drawing/2014/main" id="{0EB0B046-0341-44FC-ACF5-D4B3F5215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0" y="1589"/>
              <a:ext cx="49" cy="734"/>
            </a:xfrm>
            <a:prstGeom prst="can">
              <a:avLst>
                <a:gd name="adj" fmla="val 133360"/>
              </a:avLst>
            </a:prstGeom>
            <a:gradFill rotWithShape="0">
              <a:gsLst>
                <a:gs pos="0">
                  <a:schemeClr val="folHlink">
                    <a:gamma/>
                    <a:shade val="46275"/>
                    <a:invGamma/>
                  </a:schemeClr>
                </a:gs>
                <a:gs pos="50000">
                  <a:schemeClr val="folHlink"/>
                </a:gs>
                <a:gs pos="100000">
                  <a:schemeClr val="fol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AutoShape 54">
              <a:extLst>
                <a:ext uri="{FF2B5EF4-FFF2-40B4-BE49-F238E27FC236}">
                  <a16:creationId xmlns:a16="http://schemas.microsoft.com/office/drawing/2014/main" id="{DAE5B105-3626-471C-9D74-650E360229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22" y="1589"/>
              <a:ext cx="49" cy="734"/>
            </a:xfrm>
            <a:prstGeom prst="can">
              <a:avLst>
                <a:gd name="adj" fmla="val 133360"/>
              </a:avLst>
            </a:prstGeom>
            <a:gradFill rotWithShape="0">
              <a:gsLst>
                <a:gs pos="0">
                  <a:schemeClr val="bg2">
                    <a:gamma/>
                    <a:shade val="56078"/>
                    <a:invGamma/>
                  </a:schemeClr>
                </a:gs>
                <a:gs pos="50000">
                  <a:schemeClr val="bg2"/>
                </a:gs>
                <a:gs pos="100000">
                  <a:schemeClr val="bg2">
                    <a:gamma/>
                    <a:shade val="56078"/>
                    <a:invGamma/>
                  </a:schemeClr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>
              <a:lvl1pPr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 i="1" u="sng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endParaRPr lang="zh-CN" altLang="en-US" sz="2800" b="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 Box 2">
                <a:extLst>
                  <a:ext uri="{FF2B5EF4-FFF2-40B4-BE49-F238E27FC236}">
                    <a16:creationId xmlns:a16="http://schemas.microsoft.com/office/drawing/2014/main" id="{60164DBD-092C-4163-8C74-6CF2073601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52185" y="710228"/>
                <a:ext cx="5917355" cy="258878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>
                <a:spAutoFit/>
              </a:bodyPr>
              <a:lstStyle>
                <a:lvl1pPr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b="1" i="1" u="sng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lnSpc>
                    <a:spcPct val="130000"/>
                  </a:lnSpc>
                  <a:defRPr/>
                </a:pPr>
                <a:r>
                  <a:rPr lang="en-US" altLang="zh-CN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</a:t>
                </a:r>
                <a:r>
                  <a:rPr lang="zh-CN" altLang="en-US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多电流情况</a:t>
                </a:r>
                <a:r>
                  <a:rPr lang="en-US" altLang="zh-CN" sz="2800" b="0" i="0" u="none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</a:t>
                </a:r>
              </a:p>
              <a:p>
                <a:pPr eaLnBrk="1" hangingPunct="1">
                  <a:lnSpc>
                    <a:spcPct val="13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accPr>
                        <m:e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</m:acc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sz="2800" b="0" i="0" u="none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lvl="0" eaLnBrk="1" hangingPunct="1">
                  <a:lnSpc>
                    <a:spcPct val="130000"/>
                  </a:lnSpc>
                  <a:spcBef>
                    <a:spcPct val="0"/>
                  </a:spcBef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→</m:t>
                      </m:r>
                      <m:nary>
                        <m:naryPr>
                          <m:chr m:val="∮"/>
                          <m:ctrlP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𝐵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zh-CN" altLang="en-US" sz="2800" b="0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∙</m:t>
                          </m:r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u="none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  <a:cs typeface="Times New Roman" panose="020206030504050203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u="none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u="none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0" i="0" u="none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Text Box 2">
                <a:extLst>
                  <a:ext uri="{FF2B5EF4-FFF2-40B4-BE49-F238E27FC236}">
                    <a16:creationId xmlns:a16="http://schemas.microsoft.com/office/drawing/2014/main" id="{60164DBD-092C-4163-8C74-6CF2073601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2185" y="710228"/>
                <a:ext cx="5917355" cy="25887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AE6925F9-D92C-42FF-83B2-05ADECB0EE28}"/>
              </a:ext>
            </a:extLst>
          </p:cNvPr>
          <p:cNvSpPr/>
          <p:nvPr/>
        </p:nvSpPr>
        <p:spPr>
          <a:xfrm>
            <a:off x="1016228" y="3912684"/>
            <a:ext cx="12835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以上结果对</a:t>
            </a:r>
            <a:r>
              <a:rPr lang="zh-CN" altLang="en-US" sz="2800" dirty="0">
                <a:solidFill>
                  <a:srgbClr val="0066FF"/>
                </a:solidFill>
                <a:latin typeface="Times New Roman" panose="02020603050405020304" pitchFamily="18" charset="0"/>
              </a:rPr>
              <a:t>任意</a:t>
            </a:r>
            <a:r>
              <a:rPr lang="zh-CN" altLang="en-US" sz="2800" dirty="0">
                <a:latin typeface="Times New Roman" panose="02020603050405020304" pitchFamily="18" charset="0"/>
              </a:rPr>
              <a:t>形状的闭合电流（或伸向无限远的电流）均成立</a:t>
            </a:r>
            <a:endParaRPr lang="en-US" sz="2800" dirty="0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6BB414E-EEDA-4A72-8C96-EF11E075997E}"/>
              </a:ext>
            </a:extLst>
          </p:cNvPr>
          <p:cNvSpPr/>
          <p:nvPr/>
        </p:nvSpPr>
        <p:spPr>
          <a:xfrm>
            <a:off x="4545868" y="3297377"/>
            <a:ext cx="604859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i="1" dirty="0"/>
              <a:t>I</a:t>
            </a:r>
            <a:r>
              <a:rPr lang="zh-CN" altLang="en-US" sz="2800" i="1" dirty="0"/>
              <a:t> </a:t>
            </a:r>
            <a:r>
              <a:rPr lang="zh-CN" altLang="en-US" sz="2800" dirty="0"/>
              <a:t>与</a:t>
            </a:r>
            <a:r>
              <a:rPr lang="en-US" altLang="zh-CN" sz="2800" i="1" dirty="0"/>
              <a:t>L</a:t>
            </a:r>
            <a:r>
              <a:rPr lang="zh-CN" altLang="en-US" sz="2800" dirty="0"/>
              <a:t>成</a:t>
            </a:r>
            <a:r>
              <a:rPr lang="zh-CN" altLang="en-US" sz="2800" dirty="0">
                <a:solidFill>
                  <a:srgbClr val="CC0000"/>
                </a:solidFill>
              </a:rPr>
              <a:t>右</a:t>
            </a:r>
            <a:r>
              <a:rPr lang="zh-CN" altLang="en-US" sz="2800" dirty="0"/>
              <a:t>螺旋时，</a:t>
            </a:r>
            <a:r>
              <a:rPr lang="en-US" altLang="zh-CN" sz="2800" i="1" dirty="0"/>
              <a:t>I</a:t>
            </a:r>
            <a:r>
              <a:rPr lang="zh-CN" altLang="en-US" sz="2800" dirty="0"/>
              <a:t>为</a:t>
            </a:r>
            <a:r>
              <a:rPr lang="zh-CN" altLang="en-US" sz="2800" dirty="0">
                <a:solidFill>
                  <a:srgbClr val="CC0000"/>
                </a:solidFill>
              </a:rPr>
              <a:t>正</a:t>
            </a:r>
            <a:r>
              <a:rPr lang="zh-CN" altLang="en-US" sz="2800" dirty="0"/>
              <a:t>；</a:t>
            </a:r>
            <a:r>
              <a:rPr lang="zh-CN" altLang="en-US" sz="2800" dirty="0">
                <a:solidFill>
                  <a:srgbClr val="CC0000"/>
                </a:solidFill>
              </a:rPr>
              <a:t>反</a:t>
            </a:r>
            <a:r>
              <a:rPr lang="zh-CN" altLang="en-US" sz="2800" dirty="0"/>
              <a:t>之为</a:t>
            </a:r>
            <a:r>
              <a:rPr lang="zh-CN" altLang="en-US" sz="2800" dirty="0">
                <a:solidFill>
                  <a:srgbClr val="0066FF"/>
                </a:solidFill>
              </a:rPr>
              <a:t>负</a:t>
            </a:r>
            <a:r>
              <a:rPr lang="zh-CN" altLang="en-US" sz="2800" dirty="0">
                <a:solidFill>
                  <a:srgbClr val="0000FF"/>
                </a:solidFill>
              </a:rPr>
              <a:t>。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内容占位符 3">
                <a:extLst>
                  <a:ext uri="{FF2B5EF4-FFF2-40B4-BE49-F238E27FC236}">
                    <a16:creationId xmlns:a16="http://schemas.microsoft.com/office/drawing/2014/main" id="{693A9F0A-B2DF-BE5F-6EED-0D4B762D12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15081" y="4466888"/>
                <a:ext cx="8733606" cy="2618381"/>
              </a:xfrm>
            </p:spPr>
            <p:txBody>
              <a:bodyPr>
                <a:noAutofit/>
              </a:bodyPr>
              <a:lstStyle/>
              <a:p>
                <a:pPr marL="0" lv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:r>
                  <a:rPr kumimoji="1"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在恒定电流的磁场中，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kumimoji="1"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zh-CN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</a:rPr>
                  <a:t>的环流等于</a:t>
                </a:r>
                <a14:m>
                  <m:oMath xmlns:m="http://schemas.openxmlformats.org/officeDocument/2006/math">
                    <m:r>
                      <a:rPr kumimoji="1" lang="zh-CN" altLang="en-US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</m:t>
                    </m:r>
                    <m:r>
                      <a:rPr kumimoji="1" lang="en-US" altLang="zh-CN" baseline="-2500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𝟎</m:t>
                    </m:r>
                  </m:oMath>
                </a14:m>
                <a:r>
                  <a:rPr kumimoji="1" lang="zh-CN" altLang="en-US" dirty="0">
                    <a:solidFill>
                      <a:srgbClr val="000000"/>
                    </a:solidFill>
                    <a:latin typeface="华文楷体" panose="02010600040101010101" pitchFamily="2" charset="-122"/>
                    <a:sym typeface="Symbol" panose="05050102010706020507" pitchFamily="18" charset="2"/>
                  </a:rPr>
                  <a:t>乘以闭合回路所包围的电流强度的代数和</a:t>
                </a:r>
                <a:endParaRPr kumimoji="1" lang="en-US" altLang="zh-CN" i="1" dirty="0">
                  <a:solidFill>
                    <a:srgbClr val="0066FF"/>
                  </a:solidFill>
                  <a:latin typeface="Cambria Math" panose="02040503050406030204" pitchFamily="18" charset="0"/>
                </a:endParaRPr>
              </a:p>
              <a:p>
                <a:pPr marL="0" lv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" name="内容占位符 3">
                <a:extLst>
                  <a:ext uri="{FF2B5EF4-FFF2-40B4-BE49-F238E27FC236}">
                    <a16:creationId xmlns:a16="http://schemas.microsoft.com/office/drawing/2014/main" id="{693A9F0A-B2DF-BE5F-6EED-0D4B762D12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15081" y="4466888"/>
                <a:ext cx="8733606" cy="2618381"/>
              </a:xfrm>
              <a:blipFill>
                <a:blip r:embed="rId7"/>
                <a:stretch>
                  <a:fillRect l="-1465" r="-139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503970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  <p:bldP spid="3" grpId="0"/>
      <p:bldP spid="47" grpId="0"/>
      <p:bldP spid="2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idx="1"/>
              </p:nvPr>
            </p:nvSpPr>
            <p:spPr>
              <a:xfrm>
                <a:off x="1255547" y="1071176"/>
                <a:ext cx="8834240" cy="2618381"/>
              </a:xfrm>
            </p:spPr>
            <p:txBody>
              <a:bodyPr>
                <a:noAutofit/>
              </a:bodyPr>
              <a:lstStyle/>
              <a:p>
                <a:pPr marL="0" indent="0" algn="just">
                  <a:lnSpc>
                    <a:spcPct val="110000"/>
                  </a:lnSpc>
                  <a:spcBef>
                    <a:spcPct val="500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kumimoji="1" lang="zh-CN" altLang="en-US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𝒍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zh-CN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𝑩</m:t>
                              </m:r>
                            </m:e>
                          </m:acc>
                        </m:e>
                      </m:nary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zh-CN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</m:t>
                          </m:r>
                        </m:e>
                      </m:acc>
                      <m:r>
                        <a:rPr kumimoji="1" lang="en-US" altLang="zh-CN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nary>
                        <m:naryPr>
                          <m:chr m:val="∑"/>
                          <m:ctrlP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55547" y="1071176"/>
                <a:ext cx="8834240" cy="2618381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11">
            <a:hlinkClick r:id="" action="ppaction://noaction"/>
            <a:extLst>
              <a:ext uri="{FF2B5EF4-FFF2-40B4-BE49-F238E27FC236}">
                <a16:creationId xmlns:a16="http://schemas.microsoft.com/office/drawing/2014/main" id="{1885BA61-AE6D-44A3-971D-A67010A67A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4" y="484219"/>
            <a:ext cx="3816350" cy="5869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EFEF0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 eaLnBrk="1" hangingPunct="1">
              <a:buFont typeface="Wingdings" panose="05000000000000000000" pitchFamily="2" charset="2"/>
              <a:buChar char="q"/>
            </a:pPr>
            <a:r>
              <a:rPr lang="zh-CN" altLang="en-US" sz="3200" dirty="0">
                <a:solidFill>
                  <a:srgbClr val="0066FF"/>
                </a:solidFill>
                <a:ea typeface="华文楷体" panose="02010600040101010101" pitchFamily="2" charset="-122"/>
              </a:rPr>
              <a:t>安培环路定理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6CB2B370-B8FE-4F07-95F2-842E5877C4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02"/>
          <a:stretch/>
        </p:blipFill>
        <p:spPr>
          <a:xfrm rot="10800000">
            <a:off x="809626" y="4276514"/>
            <a:ext cx="6172681" cy="2153667"/>
          </a:xfrm>
          <a:prstGeom prst="rect">
            <a:avLst/>
          </a:prstGeom>
        </p:spPr>
      </p:pic>
      <p:sp>
        <p:nvSpPr>
          <p:cNvPr id="2" name="Text Box 29">
            <a:extLst>
              <a:ext uri="{FF2B5EF4-FFF2-40B4-BE49-F238E27FC236}">
                <a16:creationId xmlns:a16="http://schemas.microsoft.com/office/drawing/2014/main" id="{7A879641-3162-19A9-F91D-9FCEBC07816F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809626" y="2775584"/>
            <a:ext cx="5025117" cy="1093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hangingPunct="0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800" dirty="0">
                <a:latin typeface="+mn-lt"/>
                <a:ea typeface="+mn-ea"/>
              </a:rPr>
              <a:t>- </a:t>
            </a:r>
            <a:r>
              <a:rPr kumimoji="1" lang="zh-CN" altLang="en-US" sz="2800" dirty="0">
                <a:latin typeface="+mn-lt"/>
                <a:ea typeface="+mn-ea"/>
              </a:rPr>
              <a:t>该定理仅适用于闭合恒定电流的磁场</a:t>
            </a:r>
            <a:r>
              <a:rPr kumimoji="1" lang="en-US" altLang="zh-CN" sz="2800" dirty="0">
                <a:latin typeface="+mn-lt"/>
                <a:ea typeface="+mn-ea"/>
              </a:rPr>
              <a:t>,</a:t>
            </a:r>
            <a:r>
              <a:rPr kumimoji="1" lang="zh-CN" altLang="en-US" sz="2800" dirty="0">
                <a:latin typeface="+mn-lt"/>
                <a:ea typeface="+mn-ea"/>
              </a:rPr>
              <a:t>电流回路与环路铰链 </a:t>
            </a:r>
            <a:endParaRPr kumimoji="1" lang="en-US" altLang="zh-CN" sz="2800" dirty="0">
              <a:latin typeface="+mn-lt"/>
              <a:ea typeface="+mn-ea"/>
            </a:endParaRP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0A16BD84-F1FE-A72A-391C-242D76D94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6927" y="2737881"/>
            <a:ext cx="4060788" cy="1169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marL="3429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30000"/>
              </a:lnSpc>
            </a:pPr>
            <a:r>
              <a:rPr kumimoji="1" lang="en-US" altLang="zh-CN" sz="2800" dirty="0">
                <a:latin typeface="+mn-lt"/>
                <a:ea typeface="+mn-ea"/>
              </a:rPr>
              <a:t>- </a:t>
            </a:r>
            <a:r>
              <a:rPr kumimoji="1" lang="zh-CN" altLang="en-US" sz="2800" dirty="0">
                <a:latin typeface="+mn-lt"/>
                <a:ea typeface="+mn-ea"/>
              </a:rPr>
              <a:t>环路上各点的磁场为所有电流的贡献</a:t>
            </a:r>
            <a:endParaRPr kumimoji="1" lang="en-US" altLang="zh-CN" sz="2800" dirty="0">
              <a:latin typeface="+mn-lt"/>
              <a:ea typeface="+mn-ea"/>
            </a:endParaRPr>
          </a:p>
        </p:txBody>
      </p:sp>
      <p:sp>
        <p:nvSpPr>
          <p:cNvPr id="5" name="Text Box 53">
            <a:extLst>
              <a:ext uri="{FF2B5EF4-FFF2-40B4-BE49-F238E27FC236}">
                <a16:creationId xmlns:a16="http://schemas.microsoft.com/office/drawing/2014/main" id="{770E6193-2DD9-E2DC-761A-D874C1E80445}"/>
              </a:ext>
            </a:extLst>
          </p:cNvPr>
          <p:cNvSpPr txBox="1">
            <a:spLocks noChangeArrowheads="1"/>
          </p:cNvSpPr>
          <p:nvPr/>
        </p:nvSpPr>
        <p:spPr bwMode="black">
          <a:xfrm>
            <a:off x="7724811" y="4660789"/>
            <a:ext cx="642778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algn="l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spcBef>
                <a:spcPct val="50000"/>
              </a:spcBef>
            </a:pPr>
            <a:r>
              <a:rPr kumimoji="1" lang="en-US" altLang="zh-CN" sz="2800" dirty="0">
                <a:latin typeface="+mn-lt"/>
                <a:ea typeface="+mn-ea"/>
              </a:rPr>
              <a:t>- </a:t>
            </a:r>
            <a:r>
              <a:rPr kumimoji="1" lang="zh-CN" altLang="en-US" sz="2800" dirty="0">
                <a:latin typeface="+mn-lt"/>
                <a:ea typeface="+mn-ea"/>
              </a:rPr>
              <a:t>磁场是非保守场</a:t>
            </a:r>
            <a:r>
              <a:rPr kumimoji="1" lang="en-US" altLang="zh-CN" sz="2800" dirty="0">
                <a:latin typeface="+mn-lt"/>
                <a:ea typeface="+mn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44921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utoUpdateAnimBg="0" advAuto="0"/>
      <p:bldP spid="2" grpId="1"/>
      <p:bldP spid="3" grpId="0"/>
      <p:bldP spid="5" grpId="0" build="p" autoUpdateAnimBg="0"/>
      <p:bldP spid="5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12792</TotalTime>
  <Words>1501</Words>
  <Application>Microsoft Office PowerPoint</Application>
  <PresentationFormat>宽屏</PresentationFormat>
  <Paragraphs>375</Paragraphs>
  <Slides>29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8" baseType="lpstr">
      <vt:lpstr>华文楷体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两个运动电荷之间的相互作用*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li</cp:lastModifiedBy>
  <cp:revision>197</cp:revision>
  <dcterms:created xsi:type="dcterms:W3CDTF">2021-10-10T03:42:04Z</dcterms:created>
  <dcterms:modified xsi:type="dcterms:W3CDTF">2024-04-30T04:41:24Z</dcterms:modified>
</cp:coreProperties>
</file>