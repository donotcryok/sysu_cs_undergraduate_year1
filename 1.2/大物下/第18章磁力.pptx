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67" r:id="rId2"/>
    <p:sldId id="977" r:id="rId3"/>
    <p:sldId id="976" r:id="rId4"/>
    <p:sldId id="897" r:id="rId5"/>
    <p:sldId id="899" r:id="rId6"/>
    <p:sldId id="1281" r:id="rId7"/>
    <p:sldId id="368" r:id="rId8"/>
    <p:sldId id="906" r:id="rId9"/>
    <p:sldId id="376" r:id="rId10"/>
    <p:sldId id="379" r:id="rId11"/>
    <p:sldId id="908" r:id="rId12"/>
    <p:sldId id="257" r:id="rId13"/>
    <p:sldId id="258" r:id="rId14"/>
    <p:sldId id="904" r:id="rId15"/>
    <p:sldId id="972" r:id="rId16"/>
    <p:sldId id="328" r:id="rId17"/>
    <p:sldId id="978" r:id="rId18"/>
    <p:sldId id="973" r:id="rId19"/>
    <p:sldId id="1276" r:id="rId20"/>
    <p:sldId id="909" r:id="rId21"/>
    <p:sldId id="974" r:id="rId22"/>
    <p:sldId id="912" r:id="rId23"/>
    <p:sldId id="302" r:id="rId24"/>
    <p:sldId id="441" r:id="rId25"/>
    <p:sldId id="420" r:id="rId26"/>
    <p:sldId id="1278" r:id="rId27"/>
    <p:sldId id="1279" r:id="rId28"/>
    <p:sldId id="980" r:id="rId29"/>
    <p:sldId id="981" r:id="rId30"/>
    <p:sldId id="982" r:id="rId31"/>
    <p:sldId id="43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8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2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4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9DC8F-7E6E-4C86-AFD2-2FE7F1BB79E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F1264-27F5-4021-A6C2-F2408707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7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7938"/>
            <a:ext cx="6134100" cy="3451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25AF01-ADFD-4D57-B1D1-108C2920877E}" type="slidenum">
              <a:rPr lang="en-US" altLang="zh-CN" smtClean="0">
                <a:ea typeface="华文楷体" panose="02010600040101010101" pitchFamily="2" charset="-122"/>
              </a:rPr>
              <a:pPr>
                <a:defRPr/>
              </a:pPr>
              <a:t>11</a:t>
            </a:fld>
            <a:endParaRPr lang="en-US" altLang="zh-CN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93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4BCFBF27-DCB4-4AA7-BFBC-CC7FD6DFC9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4E07186-318F-4F8F-BAEC-936D615F5211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24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D131E142-C674-4C0A-9A50-03849E83BF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93D8697D-F0DA-441A-AFFA-A1F1060C1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0250F347-53D0-4389-AAC0-9CD043EF2C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0C0A1AF-2A49-44F0-9AB4-277CE20EA386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27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6833B729-A586-40AD-B964-BF3876A798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E9A43A75-7D98-4673-82A7-6B1CD0CF3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94389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F9372-3186-49D2-BE14-0F2C2664D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DD0190-32C5-4A23-A679-9158527C4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720DE7-EC50-4261-83A2-7A1C5643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1791F-D5D8-4441-A509-22FD7FBD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3E3BF8-181F-4F11-9F53-FD1AC33C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7ACBE-5096-4CBF-9597-4518D8F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F6E69-C5FD-4D8F-BBE9-A30A1DED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CD208-620C-4935-A3F2-1512713A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FEA9E-3B66-46FC-AFD7-598CDB31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0EC5F-9549-4C7C-8972-6DD06461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0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608F6-A982-4F8A-B888-47419D36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42824-92E4-4518-92F2-A9EC9A35C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972EB-3B2D-419F-AE65-D86FB344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91898-82F3-4255-A8F3-088DEBAA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2DA89-36C9-4F20-A733-EF67D9E8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3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1E200-362B-4BA1-AEC5-8C055D16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7B3EF-2134-4727-88A1-171F20F2F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90DCB7-B15E-4A5F-979F-F80D90613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BC6BE-7250-48F0-8445-719E8732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FF620-0C79-4A21-99AB-766A1435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78A5E-55AB-4860-A4C0-D4801E85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3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6E9C8-5B53-4B2F-AB78-78B0ED46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79C18E-6370-4EE3-B5D3-766B963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2C69E3-AA9E-460C-A6FE-ACA904BF3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8C27AE-A656-4AE3-BE93-17FB1D3A7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E8AF52-2F56-48B7-BAA5-22982EB2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C1B7CD-C77D-41F3-B061-E8925EB3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0A0C25-B5E3-457D-86A8-FB234BAF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1558B5-C5B9-468B-91D0-6C07F944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559C4-2E06-4F50-8397-82E23170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DE4228-F2DF-44BD-91E7-288F0A35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7DA846-1818-46CA-8059-A5D81EA6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92C00-581C-4997-BA62-335933DC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5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174687-FA5B-4962-A8D1-8162F98F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0FD31E-63D3-42BC-90FA-90F525ED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AE7DC-2839-4F53-821A-FAD567E0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5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A577C-00A9-4C2C-84D9-027A0DFE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7CA0-10D3-4D6E-B58E-1A074CC3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C778BC-2386-42FA-8349-C4378EA0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346933-85D0-4632-8624-D593E16D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85808-B7CF-4F23-BA45-A498E38C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F7176D-FF1A-4A99-9D1F-14FBCA8D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3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3ACCA-02D7-4C51-B0CE-3624A873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5821B6-FFD4-4FAA-95CC-E99188962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2421ED-DDE6-4F65-A769-07FBA8315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AF6AAF-8665-4C6A-B97E-4ACE74AD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EDC923-6B04-4840-B38D-21C572C8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15CF2A-C5FA-4FAE-B3DE-752AC8A1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5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8D44E-4CED-4B30-8881-96B2BB6C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75B3E-7FA6-493D-B22F-E3CADE4EC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E4E1F-0E74-4D98-9188-1D6A34D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1A9BB7-15F6-4768-AAFC-3DC6B7FB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937BF-79AA-4183-843E-0BA1E199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4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6E7BDF-9716-40BF-9281-B043DC609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C84A71-1A7D-4474-8164-92B5DC233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2BC74E-AEE3-449C-9B3B-643608ED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BB5688-D438-42DC-A276-C8215FF1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682BB-5C1A-43BD-95BE-587CCC0B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E2BFC8-DCA8-4B51-86E2-14A569BF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48A60C-B56D-4E5B-B99B-E5CA33CD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25342-48A6-46C9-9307-FB2D8290B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01B266-A39D-49B8-830D-9DA9F416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E6119-DBB6-48BC-86F1-2FE709E5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4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10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1" Type="http://schemas.openxmlformats.org/officeDocument/2006/relationships/tags" Target="../tags/tag5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5.tmp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35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6.xml"/><Relationship Id="rId10" Type="http://schemas.openxmlformats.org/officeDocument/2006/relationships/tags" Target="../tags/tag10.xml"/><Relationship Id="rId19" Type="http://schemas.openxmlformats.org/officeDocument/2006/relationships/tags" Target="../tags/tag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1.png"/><Relationship Id="rId7" Type="http://schemas.openxmlformats.org/officeDocument/2006/relationships/image" Target="../media/image442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2.png"/><Relationship Id="rId5" Type="http://schemas.openxmlformats.org/officeDocument/2006/relationships/image" Target="../media/image42.png"/><Relationship Id="rId4" Type="http://schemas.openxmlformats.org/officeDocument/2006/relationships/image" Target="../media/image41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6.bin"/><Relationship Id="rId3" Type="http://schemas.openxmlformats.org/officeDocument/2006/relationships/image" Target="../media/image67.png"/><Relationship Id="rId21" Type="http://schemas.openxmlformats.org/officeDocument/2006/relationships/image" Target="../media/image55.wmf"/><Relationship Id="rId7" Type="http://schemas.openxmlformats.org/officeDocument/2006/relationships/image" Target="../media/image59.png"/><Relationship Id="rId12" Type="http://schemas.openxmlformats.org/officeDocument/2006/relationships/oleObject" Target="../embeddings/oleObject3.bin"/><Relationship Id="rId17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.bin"/><Relationship Id="rId20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70.png"/><Relationship Id="rId11" Type="http://schemas.openxmlformats.org/officeDocument/2006/relationships/image" Target="../media/image50.wmf"/><Relationship Id="rId5" Type="http://schemas.openxmlformats.org/officeDocument/2006/relationships/image" Target="../media/image69.png"/><Relationship Id="rId15" Type="http://schemas.openxmlformats.org/officeDocument/2006/relationships/image" Target="../media/image52.wmf"/><Relationship Id="rId23" Type="http://schemas.openxmlformats.org/officeDocument/2006/relationships/image" Target="../media/image56.wmf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54.wmf"/><Relationship Id="rId4" Type="http://schemas.openxmlformats.org/officeDocument/2006/relationships/image" Target="../media/image68.png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4.bin"/><Relationship Id="rId22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60.wmf"/><Relationship Id="rId3" Type="http://schemas.openxmlformats.org/officeDocument/2006/relationships/image" Target="../media/image80.png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59.wmf"/><Relationship Id="rId5" Type="http://schemas.openxmlformats.org/officeDocument/2006/relationships/image" Target="../media/image52.wmf"/><Relationship Id="rId15" Type="http://schemas.openxmlformats.org/officeDocument/2006/relationships/oleObject" Target="../embeddings/oleObject15.bin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14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65.w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" Type="http://schemas.openxmlformats.org/officeDocument/2006/relationships/image" Target="../media/image86.png"/><Relationship Id="rId21" Type="http://schemas.openxmlformats.org/officeDocument/2006/relationships/image" Target="../media/image69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67.wmf"/><Relationship Id="rId25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29" Type="http://schemas.openxmlformats.org/officeDocument/2006/relationships/image" Target="../media/image73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64.wmf"/><Relationship Id="rId24" Type="http://schemas.openxmlformats.org/officeDocument/2006/relationships/oleObject" Target="../embeddings/oleObject26.bin"/><Relationship Id="rId5" Type="http://schemas.openxmlformats.org/officeDocument/2006/relationships/image" Target="../media/image88.png"/><Relationship Id="rId15" Type="http://schemas.openxmlformats.org/officeDocument/2006/relationships/image" Target="../media/image66.wmf"/><Relationship Id="rId23" Type="http://schemas.openxmlformats.org/officeDocument/2006/relationships/image" Target="../media/image70.wmf"/><Relationship Id="rId28" Type="http://schemas.openxmlformats.org/officeDocument/2006/relationships/oleObject" Target="../embeddings/oleObject28.bin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68.wmf"/><Relationship Id="rId31" Type="http://schemas.openxmlformats.org/officeDocument/2006/relationships/image" Target="../media/image74.wmf"/><Relationship Id="rId4" Type="http://schemas.openxmlformats.org/officeDocument/2006/relationships/image" Target="../media/image87.png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72.wmf"/><Relationship Id="rId30" Type="http://schemas.openxmlformats.org/officeDocument/2006/relationships/oleObject" Target="../embeddings/oleObject2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90.png"/><Relationship Id="rId18" Type="http://schemas.openxmlformats.org/officeDocument/2006/relationships/image" Target="../media/image75.jpeg"/><Relationship Id="rId3" Type="http://schemas.openxmlformats.org/officeDocument/2006/relationships/image" Target="../media/image90.png"/><Relationship Id="rId12" Type="http://schemas.openxmlformats.org/officeDocument/2006/relationships/image" Target="../media/image124.png"/><Relationship Id="rId17" Type="http://schemas.openxmlformats.org/officeDocument/2006/relationships/image" Target="../media/image29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3.png"/><Relationship Id="rId5" Type="http://schemas.openxmlformats.org/officeDocument/2006/relationships/image" Target="../media/image185.png"/><Relationship Id="rId15" Type="http://schemas.openxmlformats.org/officeDocument/2006/relationships/image" Target="../media/image230.png"/><Relationship Id="rId10" Type="http://schemas.openxmlformats.org/officeDocument/2006/relationships/image" Target="../media/image122.png"/><Relationship Id="rId4" Type="http://schemas.openxmlformats.org/officeDocument/2006/relationships/image" Target="../media/image170.png"/><Relationship Id="rId9" Type="http://schemas.openxmlformats.org/officeDocument/2006/relationships/image" Target="../media/image121.png"/><Relationship Id="rId14" Type="http://schemas.openxmlformats.org/officeDocument/2006/relationships/image" Target="../media/image20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107.png"/><Relationship Id="rId18" Type="http://schemas.openxmlformats.org/officeDocument/2006/relationships/image" Target="../media/image113.png"/><Relationship Id="rId3" Type="http://schemas.openxmlformats.org/officeDocument/2006/relationships/image" Target="../media/image93.png"/><Relationship Id="rId21" Type="http://schemas.openxmlformats.org/officeDocument/2006/relationships/image" Target="../media/image133.png"/><Relationship Id="rId7" Type="http://schemas.openxmlformats.org/officeDocument/2006/relationships/image" Target="../media/image98.png"/><Relationship Id="rId12" Type="http://schemas.openxmlformats.org/officeDocument/2006/relationships/image" Target="../media/image106.png"/><Relationship Id="rId17" Type="http://schemas.openxmlformats.org/officeDocument/2006/relationships/image" Target="../media/image1210.png"/><Relationship Id="rId2" Type="http://schemas.openxmlformats.org/officeDocument/2006/relationships/image" Target="../media/image92.png"/><Relationship Id="rId16" Type="http://schemas.openxmlformats.org/officeDocument/2006/relationships/image" Target="../media/image111.png"/><Relationship Id="rId20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5.png"/><Relationship Id="rId5" Type="http://schemas.openxmlformats.org/officeDocument/2006/relationships/image" Target="../media/image95.png"/><Relationship Id="rId15" Type="http://schemas.openxmlformats.org/officeDocument/2006/relationships/image" Target="../media/image109.png"/><Relationship Id="rId10" Type="http://schemas.openxmlformats.org/officeDocument/2006/relationships/image" Target="../media/image330.png"/><Relationship Id="rId19" Type="http://schemas.openxmlformats.org/officeDocument/2006/relationships/image" Target="../media/image1510.png"/><Relationship Id="rId4" Type="http://schemas.openxmlformats.org/officeDocument/2006/relationships/image" Target="../media/image94.png"/><Relationship Id="rId9" Type="http://schemas.openxmlformats.org/officeDocument/2006/relationships/image" Target="../media/image321.png"/><Relationship Id="rId14" Type="http://schemas.openxmlformats.org/officeDocument/2006/relationships/image" Target="../media/image108.png"/><Relationship Id="rId22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7.png"/><Relationship Id="rId18" Type="http://schemas.openxmlformats.org/officeDocument/2006/relationships/image" Target="../media/image113.png"/><Relationship Id="rId26" Type="http://schemas.openxmlformats.org/officeDocument/2006/relationships/image" Target="../media/image104.png"/><Relationship Id="rId3" Type="http://schemas.openxmlformats.org/officeDocument/2006/relationships/image" Target="../media/image93.png"/><Relationship Id="rId21" Type="http://schemas.openxmlformats.org/officeDocument/2006/relationships/image" Target="../media/image133.png"/><Relationship Id="rId7" Type="http://schemas.openxmlformats.org/officeDocument/2006/relationships/image" Target="../media/image98.png"/><Relationship Id="rId12" Type="http://schemas.openxmlformats.org/officeDocument/2006/relationships/image" Target="../media/image106.png"/><Relationship Id="rId17" Type="http://schemas.openxmlformats.org/officeDocument/2006/relationships/image" Target="../media/image1210.png"/><Relationship Id="rId25" Type="http://schemas.openxmlformats.org/officeDocument/2006/relationships/image" Target="../media/image103.png"/><Relationship Id="rId2" Type="http://schemas.openxmlformats.org/officeDocument/2006/relationships/image" Target="../media/image92.png"/><Relationship Id="rId16" Type="http://schemas.openxmlformats.org/officeDocument/2006/relationships/image" Target="../media/image111.png"/><Relationship Id="rId20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5.png"/><Relationship Id="rId24" Type="http://schemas.openxmlformats.org/officeDocument/2006/relationships/image" Target="../media/image102.png"/><Relationship Id="rId5" Type="http://schemas.openxmlformats.org/officeDocument/2006/relationships/image" Target="../media/image95.png"/><Relationship Id="rId15" Type="http://schemas.openxmlformats.org/officeDocument/2006/relationships/image" Target="../media/image109.png"/><Relationship Id="rId23" Type="http://schemas.openxmlformats.org/officeDocument/2006/relationships/image" Target="../media/image101.png"/><Relationship Id="rId19" Type="http://schemas.openxmlformats.org/officeDocument/2006/relationships/image" Target="../media/image1510.png"/><Relationship Id="rId4" Type="http://schemas.openxmlformats.org/officeDocument/2006/relationships/image" Target="../media/image94.png"/><Relationship Id="rId14" Type="http://schemas.openxmlformats.org/officeDocument/2006/relationships/image" Target="../media/image108.png"/><Relationship Id="rId22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12.png"/><Relationship Id="rId18" Type="http://schemas.openxmlformats.org/officeDocument/2006/relationships/image" Target="../media/image116.png"/><Relationship Id="rId21" Type="http://schemas.openxmlformats.org/officeDocument/2006/relationships/image" Target="../media/image83.png"/><Relationship Id="rId7" Type="http://schemas.openxmlformats.org/officeDocument/2006/relationships/image" Target="../media/image159.png"/><Relationship Id="rId12" Type="http://schemas.openxmlformats.org/officeDocument/2006/relationships/image" Target="../media/image110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4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11" Type="http://schemas.openxmlformats.org/officeDocument/2006/relationships/image" Target="../media/image164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19" Type="http://schemas.openxmlformats.org/officeDocument/2006/relationships/image" Target="../media/image81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990.png"/><Relationship Id="rId7" Type="http://schemas.openxmlformats.org/officeDocument/2006/relationships/image" Target="../media/image280.png"/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1010.png"/><Relationship Id="rId10" Type="http://schemas.openxmlformats.org/officeDocument/2006/relationships/image" Target="../media/image310.png"/><Relationship Id="rId4" Type="http://schemas.openxmlformats.org/officeDocument/2006/relationships/image" Target="../media/image1000.png"/><Relationship Id="rId9" Type="http://schemas.openxmlformats.org/officeDocument/2006/relationships/image" Target="../media/image300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26" Type="http://schemas.openxmlformats.org/officeDocument/2006/relationships/image" Target="../media/image139.png"/><Relationship Id="rId3" Type="http://schemas.openxmlformats.org/officeDocument/2006/relationships/image" Target="../media/image180.png"/><Relationship Id="rId21" Type="http://schemas.openxmlformats.org/officeDocument/2006/relationships/image" Target="../media/image134.png"/><Relationship Id="rId12" Type="http://schemas.openxmlformats.org/officeDocument/2006/relationships/image" Target="../media/image351.png"/><Relationship Id="rId17" Type="http://schemas.openxmlformats.org/officeDocument/2006/relationships/image" Target="../media/image129.png"/><Relationship Id="rId25" Type="http://schemas.openxmlformats.org/officeDocument/2006/relationships/image" Target="../media/image138.png"/><Relationship Id="rId2" Type="http://schemas.openxmlformats.org/officeDocument/2006/relationships/image" Target="../media/image320.png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340.png"/><Relationship Id="rId24" Type="http://schemas.openxmlformats.org/officeDocument/2006/relationships/image" Target="../media/image137.png"/><Relationship Id="rId5" Type="http://schemas.openxmlformats.org/officeDocument/2006/relationships/image" Target="../media/image118.png"/><Relationship Id="rId15" Type="http://schemas.openxmlformats.org/officeDocument/2006/relationships/image" Target="../media/image127.png"/><Relationship Id="rId23" Type="http://schemas.openxmlformats.org/officeDocument/2006/relationships/image" Target="../media/image136.png"/><Relationship Id="rId10" Type="http://schemas.openxmlformats.org/officeDocument/2006/relationships/image" Target="../media/image184.png"/><Relationship Id="rId19" Type="http://schemas.openxmlformats.org/officeDocument/2006/relationships/image" Target="../media/image131.png"/><Relationship Id="rId4" Type="http://schemas.openxmlformats.org/officeDocument/2006/relationships/image" Target="../media/image117.png"/><Relationship Id="rId14" Type="http://schemas.openxmlformats.org/officeDocument/2006/relationships/image" Target="../media/image126.png"/><Relationship Id="rId22" Type="http://schemas.openxmlformats.org/officeDocument/2006/relationships/image" Target="../media/image13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png"/><Relationship Id="rId13" Type="http://schemas.openxmlformats.org/officeDocument/2006/relationships/image" Target="../media/image490.png"/><Relationship Id="rId3" Type="http://schemas.openxmlformats.org/officeDocument/2006/relationships/image" Target="../media/image390.png"/><Relationship Id="rId7" Type="http://schemas.openxmlformats.org/officeDocument/2006/relationships/image" Target="../media/image431.png"/><Relationship Id="rId12" Type="http://schemas.openxmlformats.org/officeDocument/2006/relationships/image" Target="../media/image48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0.png"/><Relationship Id="rId11" Type="http://schemas.openxmlformats.org/officeDocument/2006/relationships/image" Target="../media/image470.png"/><Relationship Id="rId5" Type="http://schemas.openxmlformats.org/officeDocument/2006/relationships/image" Target="../media/image410.png"/><Relationship Id="rId10" Type="http://schemas.openxmlformats.org/officeDocument/2006/relationships/image" Target="../media/image460.png"/><Relationship Id="rId4" Type="http://schemas.openxmlformats.org/officeDocument/2006/relationships/image" Target="../media/image400.png"/><Relationship Id="rId9" Type="http://schemas.openxmlformats.org/officeDocument/2006/relationships/image" Target="../media/image450.png"/><Relationship Id="rId14" Type="http://schemas.openxmlformats.org/officeDocument/2006/relationships/image" Target="../media/image5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Magnetic Field Lines | Brilliant Math &amp;amp; Science Wiki">
            <a:extLst>
              <a:ext uri="{FF2B5EF4-FFF2-40B4-BE49-F238E27FC236}">
                <a16:creationId xmlns:a16="http://schemas.microsoft.com/office/drawing/2014/main" id="{FA1B5009-1726-4390-A966-4E1477041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161" y="691833"/>
            <a:ext cx="3423920" cy="249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e207">
            <a:extLst>
              <a:ext uri="{FF2B5EF4-FFF2-40B4-BE49-F238E27FC236}">
                <a16:creationId xmlns:a16="http://schemas.microsoft.com/office/drawing/2014/main" id="{F95416F3-2C28-46BC-80EF-E1F6D47FF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379" y="849095"/>
            <a:ext cx="2452922" cy="201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8606316-1BCA-484F-8C79-DBAEF49202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751"/>
          <a:stretch/>
        </p:blipFill>
        <p:spPr>
          <a:xfrm>
            <a:off x="600208" y="1047189"/>
            <a:ext cx="3146118" cy="162141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77791EB-BBEE-22C6-6E13-C81638D7C754}"/>
              </a:ext>
            </a:extLst>
          </p:cNvPr>
          <p:cNvSpPr/>
          <p:nvPr/>
        </p:nvSpPr>
        <p:spPr>
          <a:xfrm>
            <a:off x="4908535" y="3659682"/>
            <a:ext cx="724905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电流（运动电荷）与磁感应强度 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17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磁场对运动电荷、载流导体等的作用力</a:t>
            </a:r>
            <a:b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18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C70E07-6657-F953-D1F5-D8053FD05A9C}"/>
              </a:ext>
            </a:extLst>
          </p:cNvPr>
          <p:cNvSpPr/>
          <p:nvPr/>
        </p:nvSpPr>
        <p:spPr>
          <a:xfrm>
            <a:off x="990141" y="3567840"/>
            <a:ext cx="12637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磁体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E218D6-029D-57D9-7A10-EF1BD185C816}"/>
              </a:ext>
            </a:extLst>
          </p:cNvPr>
          <p:cNvSpPr/>
          <p:nvPr/>
        </p:nvSpPr>
        <p:spPr>
          <a:xfrm>
            <a:off x="3797150" y="3532921"/>
            <a:ext cx="12637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磁体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241620-7B11-ACD7-8322-1D5D1D8AA5AB}"/>
              </a:ext>
            </a:extLst>
          </p:cNvPr>
          <p:cNvSpPr/>
          <p:nvPr/>
        </p:nvSpPr>
        <p:spPr>
          <a:xfrm>
            <a:off x="973243" y="4692903"/>
            <a:ext cx="9915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1AB743-2425-6490-004A-7F460BB54A35}"/>
              </a:ext>
            </a:extLst>
          </p:cNvPr>
          <p:cNvSpPr/>
          <p:nvPr/>
        </p:nvSpPr>
        <p:spPr>
          <a:xfrm>
            <a:off x="3833523" y="4698842"/>
            <a:ext cx="9915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</a:t>
            </a:r>
            <a:endParaRPr lang="en-US" sz="2800" dirty="0">
              <a:solidFill>
                <a:srgbClr val="0066FF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8145B9E-CEF9-F325-90BF-2121B71F355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964826" y="3789451"/>
            <a:ext cx="1832324" cy="508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6DFAE30-0EF6-47A9-BE3E-847E9B86BDAB}"/>
              </a:ext>
            </a:extLst>
          </p:cNvPr>
          <p:cNvCxnSpPr>
            <a:cxnSpLocks/>
          </p:cNvCxnSpPr>
          <p:nvPr/>
        </p:nvCxnSpPr>
        <p:spPr>
          <a:xfrm>
            <a:off x="1445334" y="4109187"/>
            <a:ext cx="0" cy="518997"/>
          </a:xfrm>
          <a:prstGeom prst="straightConnector1">
            <a:avLst/>
          </a:prstGeom>
          <a:ln w="571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67A0C84-7DAF-B5D0-F17B-A0FF17F246BA}"/>
              </a:ext>
            </a:extLst>
          </p:cNvPr>
          <p:cNvCxnSpPr>
            <a:cxnSpLocks/>
          </p:cNvCxnSpPr>
          <p:nvPr/>
        </p:nvCxnSpPr>
        <p:spPr>
          <a:xfrm>
            <a:off x="4260266" y="4173906"/>
            <a:ext cx="0" cy="518997"/>
          </a:xfrm>
          <a:prstGeom prst="straightConnector1">
            <a:avLst/>
          </a:prstGeom>
          <a:ln w="571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9276605-3E7D-CF37-7A05-75F943ABDAC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009565" y="4954514"/>
            <a:ext cx="1823958" cy="5938"/>
          </a:xfrm>
          <a:prstGeom prst="straightConnector1">
            <a:avLst/>
          </a:prstGeom>
          <a:ln w="571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2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841" y="211325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18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磁力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700" y="1857518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带电粒子在磁场中的运动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6701" y="3152918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载流导线在磁场中受的磁力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700" y="3802204"/>
            <a:ext cx="59747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载流线圈在磁场中受的磁力矩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702" y="2505218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霍尔效应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00" y="4466008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平行载流导线间的相互作用力</a:t>
            </a:r>
          </a:p>
        </p:txBody>
      </p:sp>
      <p:pic>
        <p:nvPicPr>
          <p:cNvPr id="3" name="Picture 2" descr="https://pic2.zhimg.com/80/v2-5b58c3c1c6ee7a806bebc4cc51895a01_1440w.jpg">
            <a:extLst>
              <a:ext uri="{FF2B5EF4-FFF2-40B4-BE49-F238E27FC236}">
                <a16:creationId xmlns:a16="http://schemas.microsoft.com/office/drawing/2014/main" id="{78915DB0-1C38-53D0-7A0D-5ACDFFB9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28" y="1748115"/>
            <a:ext cx="4958833" cy="330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3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CD61AAAF-2F45-4537-B024-17BBAB9E6A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64146" y="2135636"/>
                <a:ext cx="2026078" cy="53114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𝒒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𝒗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CD61AAAF-2F45-4537-B024-17BBAB9E6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46" y="2135636"/>
                <a:ext cx="2026078" cy="531142"/>
              </a:xfrm>
              <a:prstGeom prst="rect">
                <a:avLst/>
              </a:prstGeom>
              <a:blipFill>
                <a:blip r:embed="rId2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0740A65A-19C1-4343-B41D-E3B7E6437F53}"/>
              </a:ext>
            </a:extLst>
          </p:cNvPr>
          <p:cNvSpPr/>
          <p:nvPr/>
        </p:nvSpPr>
        <p:spPr>
          <a:xfrm>
            <a:off x="585305" y="664449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洛伦兹力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DD18D0-BF3C-4811-A3E6-000FE07B7320}"/>
              </a:ext>
            </a:extLst>
          </p:cNvPr>
          <p:cNvSpPr/>
          <p:nvPr/>
        </p:nvSpPr>
        <p:spPr>
          <a:xfrm>
            <a:off x="1281754" y="1358038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</a:rPr>
              <a:t>磁场对运动电荷作用力</a:t>
            </a:r>
            <a:endParaRPr lang="en-US" sz="2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093D20-8EE0-48B6-A7D4-F079543F27C2}"/>
              </a:ext>
            </a:extLst>
          </p:cNvPr>
          <p:cNvSpPr/>
          <p:nvPr/>
        </p:nvSpPr>
        <p:spPr>
          <a:xfrm>
            <a:off x="986909" y="4471262"/>
            <a:ext cx="93634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华文楷体" panose="02010600040101010101" pitchFamily="2" charset="-122"/>
              </a:rPr>
              <a:t>- </a:t>
            </a:r>
            <a:r>
              <a:rPr kumimoji="1" lang="zh-CN" altLang="en-US" sz="2800" dirty="0">
                <a:latin typeface="华文楷体" panose="02010600040101010101" pitchFamily="2" charset="-122"/>
              </a:rPr>
              <a:t>洛伦兹力只改变带电粒子运动方向，</a:t>
            </a:r>
            <a:r>
              <a:rPr lang="zh-CN" altLang="en-US" sz="2800" dirty="0">
                <a:latin typeface="Times New Roman" panose="02020603050405020304" pitchFamily="18" charset="0"/>
              </a:rPr>
              <a:t>不会改变速度的大小</a:t>
            </a:r>
            <a:endParaRPr 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C91CE0-5934-4599-910D-AD8D787D727D}"/>
              </a:ext>
            </a:extLst>
          </p:cNvPr>
          <p:cNvSpPr/>
          <p:nvPr/>
        </p:nvSpPr>
        <p:spPr>
          <a:xfrm>
            <a:off x="986909" y="5147112"/>
            <a:ext cx="29001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华文楷体" panose="02010600040101010101" pitchFamily="2" charset="-122"/>
              </a:rPr>
              <a:t>- </a:t>
            </a:r>
            <a:r>
              <a:rPr kumimoji="1" lang="zh-CN" altLang="en-US" sz="2800" dirty="0">
                <a:latin typeface="华文楷体" panose="02010600040101010101" pitchFamily="2" charset="-122"/>
              </a:rPr>
              <a:t>洛伦兹力不做功</a:t>
            </a:r>
            <a:endParaRPr lang="en-US" sz="2800" dirty="0"/>
          </a:p>
        </p:txBody>
      </p:sp>
      <p:grpSp>
        <p:nvGrpSpPr>
          <p:cNvPr id="117" name="Group 4">
            <a:extLst>
              <a:ext uri="{FF2B5EF4-FFF2-40B4-BE49-F238E27FC236}">
                <a16:creationId xmlns:a16="http://schemas.microsoft.com/office/drawing/2014/main" id="{AEA247CD-FF94-4A2A-9687-ACB6A91771DD}"/>
              </a:ext>
            </a:extLst>
          </p:cNvPr>
          <p:cNvGrpSpPr/>
          <p:nvPr/>
        </p:nvGrpSpPr>
        <p:grpSpPr>
          <a:xfrm>
            <a:off x="6138801" y="1126332"/>
            <a:ext cx="3143250" cy="2057400"/>
            <a:chOff x="3120" y="1104"/>
            <a:chExt cx="1980" cy="1296"/>
          </a:xfrm>
        </p:grpSpPr>
        <p:sp>
          <p:nvSpPr>
            <p:cNvPr id="118" name="Line 5">
              <a:extLst>
                <a:ext uri="{FF2B5EF4-FFF2-40B4-BE49-F238E27FC236}">
                  <a16:creationId xmlns:a16="http://schemas.microsoft.com/office/drawing/2014/main" id="{8F5A2AFE-3008-4B23-A84E-36AD1D5AFBEE}"/>
                </a:ext>
              </a:extLst>
            </p:cNvPr>
            <p:cNvSpPr/>
            <p:nvPr/>
          </p:nvSpPr>
          <p:spPr>
            <a:xfrm>
              <a:off x="3744" y="200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1" name="Line 6">
              <a:extLst>
                <a:ext uri="{FF2B5EF4-FFF2-40B4-BE49-F238E27FC236}">
                  <a16:creationId xmlns:a16="http://schemas.microsoft.com/office/drawing/2014/main" id="{4D305B14-75FB-470E-A2F9-ABF120AF49C2}"/>
                </a:ext>
              </a:extLst>
            </p:cNvPr>
            <p:cNvSpPr/>
            <p:nvPr/>
          </p:nvSpPr>
          <p:spPr>
            <a:xfrm flipV="1">
              <a:off x="3744" y="1152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2" name="Line 7">
              <a:extLst>
                <a:ext uri="{FF2B5EF4-FFF2-40B4-BE49-F238E27FC236}">
                  <a16:creationId xmlns:a16="http://schemas.microsoft.com/office/drawing/2014/main" id="{C2FA450A-273F-4828-8EFB-939031AEAF85}"/>
                </a:ext>
              </a:extLst>
            </p:cNvPr>
            <p:cNvSpPr/>
            <p:nvPr/>
          </p:nvSpPr>
          <p:spPr>
            <a:xfrm flipH="1">
              <a:off x="3264" y="1992"/>
              <a:ext cx="48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pSp>
          <p:nvGrpSpPr>
            <p:cNvPr id="123" name="Group 8">
              <a:extLst>
                <a:ext uri="{FF2B5EF4-FFF2-40B4-BE49-F238E27FC236}">
                  <a16:creationId xmlns:a16="http://schemas.microsoft.com/office/drawing/2014/main" id="{2EE5E5E2-8CAD-40C9-B063-28F61114DAFF}"/>
                </a:ext>
              </a:extLst>
            </p:cNvPr>
            <p:cNvGrpSpPr/>
            <p:nvPr/>
          </p:nvGrpSpPr>
          <p:grpSpPr>
            <a:xfrm>
              <a:off x="3312" y="1344"/>
              <a:ext cx="1728" cy="1056"/>
              <a:chOff x="2880" y="2352"/>
              <a:chExt cx="2064" cy="1082"/>
            </a:xfrm>
          </p:grpSpPr>
          <p:sp>
            <p:nvSpPr>
              <p:cNvPr id="128" name="Line 9">
                <a:extLst>
                  <a:ext uri="{FF2B5EF4-FFF2-40B4-BE49-F238E27FC236}">
                    <a16:creationId xmlns:a16="http://schemas.microsoft.com/office/drawing/2014/main" id="{022505F8-D4E5-4474-98DF-1AB0B18FA35D}"/>
                  </a:ext>
                </a:extLst>
              </p:cNvPr>
              <p:cNvSpPr/>
              <p:nvPr/>
            </p:nvSpPr>
            <p:spPr>
              <a:xfrm>
                <a:off x="2880" y="2352"/>
                <a:ext cx="1835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29" name="Line 10">
                <a:extLst>
                  <a:ext uri="{FF2B5EF4-FFF2-40B4-BE49-F238E27FC236}">
                    <a16:creationId xmlns:a16="http://schemas.microsoft.com/office/drawing/2014/main" id="{6EEC6AAB-5FBF-4A76-A7BD-CB17E42CCBC7}"/>
                  </a:ext>
                </a:extLst>
              </p:cNvPr>
              <p:cNvSpPr/>
              <p:nvPr/>
            </p:nvSpPr>
            <p:spPr>
              <a:xfrm>
                <a:off x="2995" y="2487"/>
                <a:ext cx="1834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30" name="Line 11">
                <a:extLst>
                  <a:ext uri="{FF2B5EF4-FFF2-40B4-BE49-F238E27FC236}">
                    <a16:creationId xmlns:a16="http://schemas.microsoft.com/office/drawing/2014/main" id="{87EF0ED2-5EE4-4C10-98CC-843E1876DD99}"/>
                  </a:ext>
                </a:extLst>
              </p:cNvPr>
              <p:cNvSpPr/>
              <p:nvPr/>
            </p:nvSpPr>
            <p:spPr>
              <a:xfrm>
                <a:off x="3109" y="2623"/>
                <a:ext cx="1835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31" name="Line 12">
                <a:extLst>
                  <a:ext uri="{FF2B5EF4-FFF2-40B4-BE49-F238E27FC236}">
                    <a16:creationId xmlns:a16="http://schemas.microsoft.com/office/drawing/2014/main" id="{B1FDF422-48A9-42B2-8DC8-F965E41484BE}"/>
                  </a:ext>
                </a:extLst>
              </p:cNvPr>
              <p:cNvSpPr/>
              <p:nvPr/>
            </p:nvSpPr>
            <p:spPr>
              <a:xfrm>
                <a:off x="2880" y="2758"/>
                <a:ext cx="1835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32" name="Line 13">
                <a:extLst>
                  <a:ext uri="{FF2B5EF4-FFF2-40B4-BE49-F238E27FC236}">
                    <a16:creationId xmlns:a16="http://schemas.microsoft.com/office/drawing/2014/main" id="{753B356A-BCE6-4579-8DED-FA6FF35B7C5C}"/>
                  </a:ext>
                </a:extLst>
              </p:cNvPr>
              <p:cNvSpPr/>
              <p:nvPr/>
            </p:nvSpPr>
            <p:spPr>
              <a:xfrm>
                <a:off x="2995" y="2893"/>
                <a:ext cx="1834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33" name="Line 14">
                <a:extLst>
                  <a:ext uri="{FF2B5EF4-FFF2-40B4-BE49-F238E27FC236}">
                    <a16:creationId xmlns:a16="http://schemas.microsoft.com/office/drawing/2014/main" id="{66BD8A98-85C1-4834-87CE-C71931725761}"/>
                  </a:ext>
                </a:extLst>
              </p:cNvPr>
              <p:cNvSpPr/>
              <p:nvPr/>
            </p:nvSpPr>
            <p:spPr>
              <a:xfrm>
                <a:off x="3109" y="3028"/>
                <a:ext cx="1835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34" name="Line 15">
                <a:extLst>
                  <a:ext uri="{FF2B5EF4-FFF2-40B4-BE49-F238E27FC236}">
                    <a16:creationId xmlns:a16="http://schemas.microsoft.com/office/drawing/2014/main" id="{7DDCBE6A-E8ED-4E40-BE0A-619A07A8F330}"/>
                  </a:ext>
                </a:extLst>
              </p:cNvPr>
              <p:cNvSpPr/>
              <p:nvPr/>
            </p:nvSpPr>
            <p:spPr>
              <a:xfrm>
                <a:off x="2880" y="3164"/>
                <a:ext cx="1835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35" name="Line 16">
                <a:extLst>
                  <a:ext uri="{FF2B5EF4-FFF2-40B4-BE49-F238E27FC236}">
                    <a16:creationId xmlns:a16="http://schemas.microsoft.com/office/drawing/2014/main" id="{B74F057B-EDF9-4ACB-9D67-09080B8F33B9}"/>
                  </a:ext>
                </a:extLst>
              </p:cNvPr>
              <p:cNvSpPr/>
              <p:nvPr/>
            </p:nvSpPr>
            <p:spPr>
              <a:xfrm>
                <a:off x="2995" y="3299"/>
                <a:ext cx="1834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36" name="Line 17">
                <a:extLst>
                  <a:ext uri="{FF2B5EF4-FFF2-40B4-BE49-F238E27FC236}">
                    <a16:creationId xmlns:a16="http://schemas.microsoft.com/office/drawing/2014/main" id="{7331D8EC-8E9A-4216-9834-3838ACBDED7F}"/>
                  </a:ext>
                </a:extLst>
              </p:cNvPr>
              <p:cNvSpPr/>
              <p:nvPr/>
            </p:nvSpPr>
            <p:spPr>
              <a:xfrm>
                <a:off x="3109" y="3434"/>
                <a:ext cx="1835" cy="0"/>
              </a:xfrm>
              <a:prstGeom prst="line">
                <a:avLst/>
              </a:prstGeom>
              <a:ln w="12700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bject 18">
                  <a:extLst>
                    <a:ext uri="{FF2B5EF4-FFF2-40B4-BE49-F238E27FC236}">
                      <a16:creationId xmlns:a16="http://schemas.microsoft.com/office/drawing/2014/main" id="{6D3CA82B-1689-4EB5-87C9-8DBF607AD12A}"/>
                    </a:ext>
                  </a:extLst>
                </p:cNvPr>
                <p:cNvSpPr txBox="1"/>
                <p:nvPr/>
              </p:nvSpPr>
              <p:spPr>
                <a:xfrm>
                  <a:off x="3120" y="2160"/>
                  <a:ext cx="190" cy="20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4" name="Object 18">
                  <a:extLst>
                    <a:ext uri="{FF2B5EF4-FFF2-40B4-BE49-F238E27FC236}">
                      <a16:creationId xmlns:a16="http://schemas.microsoft.com/office/drawing/2014/main" id="{6D3CA82B-1689-4EB5-87C9-8DBF607AD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0" y="2160"/>
                  <a:ext cx="190" cy="2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Object 19">
                  <a:extLst>
                    <a:ext uri="{FF2B5EF4-FFF2-40B4-BE49-F238E27FC236}">
                      <a16:creationId xmlns:a16="http://schemas.microsoft.com/office/drawing/2014/main" id="{79FF3F89-4226-4BE5-BD2C-6629490108DF}"/>
                    </a:ext>
                  </a:extLst>
                </p:cNvPr>
                <p:cNvSpPr txBox="1"/>
                <p:nvPr/>
              </p:nvSpPr>
              <p:spPr>
                <a:xfrm>
                  <a:off x="4896" y="2016"/>
                  <a:ext cx="204" cy="25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5" name="Object 19">
                  <a:extLst>
                    <a:ext uri="{FF2B5EF4-FFF2-40B4-BE49-F238E27FC236}">
                      <a16:creationId xmlns:a16="http://schemas.microsoft.com/office/drawing/2014/main" id="{79FF3F89-4226-4BE5-BD2C-662949010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6" y="2016"/>
                  <a:ext cx="204" cy="2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Object 20">
                  <a:extLst>
                    <a:ext uri="{FF2B5EF4-FFF2-40B4-BE49-F238E27FC236}">
                      <a16:creationId xmlns:a16="http://schemas.microsoft.com/office/drawing/2014/main" id="{D200F599-528C-4BD9-BCC4-B018F14B8DEF}"/>
                    </a:ext>
                  </a:extLst>
                </p:cNvPr>
                <p:cNvSpPr txBox="1"/>
                <p:nvPr/>
              </p:nvSpPr>
              <p:spPr>
                <a:xfrm>
                  <a:off x="3552" y="1104"/>
                  <a:ext cx="177" cy="17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6" name="Object 20">
                  <a:extLst>
                    <a:ext uri="{FF2B5EF4-FFF2-40B4-BE49-F238E27FC236}">
                      <a16:creationId xmlns:a16="http://schemas.microsoft.com/office/drawing/2014/main" id="{D200F599-528C-4BD9-BCC4-B018F14B8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2" y="1104"/>
                  <a:ext cx="177" cy="1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Object 21">
                  <a:extLst>
                    <a:ext uri="{FF2B5EF4-FFF2-40B4-BE49-F238E27FC236}">
                      <a16:creationId xmlns:a16="http://schemas.microsoft.com/office/drawing/2014/main" id="{DBA7AE8A-119D-40D6-9453-FFB04275390F}"/>
                    </a:ext>
                  </a:extLst>
                </p:cNvPr>
                <p:cNvSpPr txBox="1"/>
                <p:nvPr/>
              </p:nvSpPr>
              <p:spPr>
                <a:xfrm>
                  <a:off x="3552" y="1872"/>
                  <a:ext cx="177" cy="20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7" name="Object 21">
                  <a:extLst>
                    <a:ext uri="{FF2B5EF4-FFF2-40B4-BE49-F238E27FC236}">
                      <a16:creationId xmlns:a16="http://schemas.microsoft.com/office/drawing/2014/main" id="{DBA7AE8A-119D-40D6-9453-FFB042753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2" y="1872"/>
                  <a:ext cx="177" cy="20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Group 22">
            <a:extLst>
              <a:ext uri="{FF2B5EF4-FFF2-40B4-BE49-F238E27FC236}">
                <a16:creationId xmlns:a16="http://schemas.microsoft.com/office/drawing/2014/main" id="{C4B5279D-50EA-4D77-9891-45272019EE73}"/>
              </a:ext>
            </a:extLst>
          </p:cNvPr>
          <p:cNvGrpSpPr/>
          <p:nvPr/>
        </p:nvGrpSpPr>
        <p:grpSpPr>
          <a:xfrm>
            <a:off x="7797739" y="2707482"/>
            <a:ext cx="511175" cy="457200"/>
            <a:chOff x="4251" y="1872"/>
            <a:chExt cx="322" cy="2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Object 23">
                  <a:extLst>
                    <a:ext uri="{FF2B5EF4-FFF2-40B4-BE49-F238E27FC236}">
                      <a16:creationId xmlns:a16="http://schemas.microsoft.com/office/drawing/2014/main" id="{4264C1B2-792A-40BA-8D93-6EF7F15969A2}"/>
                    </a:ext>
                  </a:extLst>
                </p:cNvPr>
                <p:cNvSpPr txBox="1"/>
                <p:nvPr/>
              </p:nvSpPr>
              <p:spPr>
                <a:xfrm>
                  <a:off x="4368" y="1872"/>
                  <a:ext cx="205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38" name="Object 23">
                  <a:extLst>
                    <a:ext uri="{FF2B5EF4-FFF2-40B4-BE49-F238E27FC236}">
                      <a16:creationId xmlns:a16="http://schemas.microsoft.com/office/drawing/2014/main" id="{4264C1B2-792A-40BA-8D93-6EF7F15969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" y="1872"/>
                  <a:ext cx="205" cy="28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Freeform 24">
              <a:extLst>
                <a:ext uri="{FF2B5EF4-FFF2-40B4-BE49-F238E27FC236}">
                  <a16:creationId xmlns:a16="http://schemas.microsoft.com/office/drawing/2014/main" id="{4A76D8E3-715E-4EC5-9BE6-88660E837671}"/>
                </a:ext>
              </a:extLst>
            </p:cNvPr>
            <p:cNvSpPr/>
            <p:nvPr/>
          </p:nvSpPr>
          <p:spPr>
            <a:xfrm>
              <a:off x="4251" y="1872"/>
              <a:ext cx="129" cy="231"/>
            </a:xfrm>
            <a:custGeom>
              <a:avLst/>
              <a:gdLst>
                <a:gd name="txL" fmla="*/ 0 w 129"/>
                <a:gd name="txT" fmla="*/ 0 h 231"/>
                <a:gd name="txR" fmla="*/ 129 w 129"/>
                <a:gd name="txB" fmla="*/ 231 h 231"/>
              </a:gdLst>
              <a:ahLst/>
              <a:cxnLst>
                <a:cxn ang="0">
                  <a:pos x="117" y="0"/>
                </a:cxn>
                <a:cxn ang="0">
                  <a:pos x="110" y="149"/>
                </a:cxn>
                <a:cxn ang="0">
                  <a:pos x="0" y="231"/>
                </a:cxn>
              </a:cxnLst>
              <a:rect l="txL" t="txT" r="txR" b="txB"/>
              <a:pathLst>
                <a:path w="129" h="231">
                  <a:moveTo>
                    <a:pt x="117" y="0"/>
                  </a:moveTo>
                  <a:cubicBezTo>
                    <a:pt x="116" y="25"/>
                    <a:pt x="129" y="111"/>
                    <a:pt x="110" y="149"/>
                  </a:cubicBezTo>
                  <a:cubicBezTo>
                    <a:pt x="91" y="187"/>
                    <a:pt x="23" y="214"/>
                    <a:pt x="0" y="231"/>
                  </a:cubicBezTo>
                </a:path>
              </a:pathLst>
            </a:custGeom>
            <a:noFill/>
            <a:ln w="349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0" name="Group 31">
            <a:extLst>
              <a:ext uri="{FF2B5EF4-FFF2-40B4-BE49-F238E27FC236}">
                <a16:creationId xmlns:a16="http://schemas.microsoft.com/office/drawing/2014/main" id="{D173F862-F5B5-4C76-8F52-B6E68A06D529}"/>
              </a:ext>
            </a:extLst>
          </p:cNvPr>
          <p:cNvGrpSpPr/>
          <p:nvPr/>
        </p:nvGrpSpPr>
        <p:grpSpPr>
          <a:xfrm>
            <a:off x="7204014" y="2497932"/>
            <a:ext cx="1296987" cy="1176338"/>
            <a:chOff x="3744" y="1968"/>
            <a:chExt cx="817" cy="741"/>
          </a:xfrm>
        </p:grpSpPr>
        <p:grpSp>
          <p:nvGrpSpPr>
            <p:cNvPr id="141" name="Group 32">
              <a:extLst>
                <a:ext uri="{FF2B5EF4-FFF2-40B4-BE49-F238E27FC236}">
                  <a16:creationId xmlns:a16="http://schemas.microsoft.com/office/drawing/2014/main" id="{90536C70-CE2C-4DC2-9CB6-7EC08E4EA06D}"/>
                </a:ext>
              </a:extLst>
            </p:cNvPr>
            <p:cNvGrpSpPr/>
            <p:nvPr/>
          </p:nvGrpSpPr>
          <p:grpSpPr>
            <a:xfrm>
              <a:off x="3744" y="1968"/>
              <a:ext cx="398" cy="342"/>
              <a:chOff x="3744" y="1968"/>
              <a:chExt cx="398" cy="342"/>
            </a:xfrm>
          </p:grpSpPr>
          <p:sp>
            <p:nvSpPr>
              <p:cNvPr id="145" name="Oval 33">
                <a:extLst>
                  <a:ext uri="{FF2B5EF4-FFF2-40B4-BE49-F238E27FC236}">
                    <a16:creationId xmlns:a16="http://schemas.microsoft.com/office/drawing/2014/main" id="{0C4B24CE-778C-469B-8908-612B224BAB74}"/>
                  </a:ext>
                </a:extLst>
              </p:cNvPr>
              <p:cNvSpPr/>
              <p:nvPr/>
            </p:nvSpPr>
            <p:spPr>
              <a:xfrm>
                <a:off x="3950" y="2076"/>
                <a:ext cx="154" cy="161"/>
              </a:xfrm>
              <a:prstGeom prst="ellipse">
                <a:avLst/>
              </a:prstGeom>
              <a:solidFill>
                <a:srgbClr val="FCEAF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6" name="Text Box 34">
                <a:extLst>
                  <a:ext uri="{FF2B5EF4-FFF2-40B4-BE49-F238E27FC236}">
                    <a16:creationId xmlns:a16="http://schemas.microsoft.com/office/drawing/2014/main" id="{864DC5AE-6C2A-4F1C-A7D5-0A3135DDE426}"/>
                  </a:ext>
                </a:extLst>
              </p:cNvPr>
              <p:cNvSpPr txBox="1"/>
              <p:nvPr/>
            </p:nvSpPr>
            <p:spPr>
              <a:xfrm>
                <a:off x="3898" y="1968"/>
                <a:ext cx="2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Object 35">
                    <a:extLst>
                      <a:ext uri="{FF2B5EF4-FFF2-40B4-BE49-F238E27FC236}">
                        <a16:creationId xmlns:a16="http://schemas.microsoft.com/office/drawing/2014/main" id="{CAC63BC0-AFD5-4142-80B5-A7CAF46397DE}"/>
                      </a:ext>
                    </a:extLst>
                  </p:cNvPr>
                  <p:cNvSpPr txBox="1"/>
                  <p:nvPr/>
                </p:nvSpPr>
                <p:spPr>
                  <a:xfrm>
                    <a:off x="3744" y="2016"/>
                    <a:ext cx="336" cy="29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47" name="Object 35">
                    <a:extLst>
                      <a:ext uri="{FF2B5EF4-FFF2-40B4-BE49-F238E27FC236}">
                        <a16:creationId xmlns:a16="http://schemas.microsoft.com/office/drawing/2014/main" id="{CAC63BC0-AFD5-4142-80B5-A7CAF46397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4" y="2016"/>
                    <a:ext cx="336" cy="29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2" name="Group 36">
              <a:extLst>
                <a:ext uri="{FF2B5EF4-FFF2-40B4-BE49-F238E27FC236}">
                  <a16:creationId xmlns:a16="http://schemas.microsoft.com/office/drawing/2014/main" id="{E4E56E69-633F-44E8-AE4D-32809C736907}"/>
                </a:ext>
              </a:extLst>
            </p:cNvPr>
            <p:cNvGrpSpPr/>
            <p:nvPr/>
          </p:nvGrpSpPr>
          <p:grpSpPr>
            <a:xfrm>
              <a:off x="4053" y="2217"/>
              <a:ext cx="508" cy="492"/>
              <a:chOff x="4053" y="2217"/>
              <a:chExt cx="508" cy="492"/>
            </a:xfrm>
          </p:grpSpPr>
          <p:sp>
            <p:nvSpPr>
              <p:cNvPr id="143" name="Line 37">
                <a:extLst>
                  <a:ext uri="{FF2B5EF4-FFF2-40B4-BE49-F238E27FC236}">
                    <a16:creationId xmlns:a16="http://schemas.microsoft.com/office/drawing/2014/main" id="{892E87D7-B2F7-4617-AB41-6F0027DE5E20}"/>
                  </a:ext>
                </a:extLst>
              </p:cNvPr>
              <p:cNvSpPr/>
              <p:nvPr/>
            </p:nvSpPr>
            <p:spPr>
              <a:xfrm>
                <a:off x="4053" y="2217"/>
                <a:ext cx="309" cy="431"/>
              </a:xfrm>
              <a:prstGeom prst="line">
                <a:avLst/>
              </a:prstGeom>
              <a:ln w="38100" cap="flat" cmpd="sng">
                <a:solidFill>
                  <a:srgbClr val="D60093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Object 38">
                    <a:extLst>
                      <a:ext uri="{FF2B5EF4-FFF2-40B4-BE49-F238E27FC236}">
                        <a16:creationId xmlns:a16="http://schemas.microsoft.com/office/drawing/2014/main" id="{A8B8A659-2D95-4503-85C5-789DA371A65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" y="2352"/>
                    <a:ext cx="241" cy="357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44" name="Object 38">
                    <a:extLst>
                      <a:ext uri="{FF2B5EF4-FFF2-40B4-BE49-F238E27FC236}">
                        <a16:creationId xmlns:a16="http://schemas.microsoft.com/office/drawing/2014/main" id="{A8B8A659-2D95-4503-85C5-789DA371A6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0" y="2352"/>
                    <a:ext cx="241" cy="35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8" name="Group 39">
            <a:extLst>
              <a:ext uri="{FF2B5EF4-FFF2-40B4-BE49-F238E27FC236}">
                <a16:creationId xmlns:a16="http://schemas.microsoft.com/office/drawing/2014/main" id="{B2A50D69-3986-453D-B45E-1336AA439077}"/>
              </a:ext>
            </a:extLst>
          </p:cNvPr>
          <p:cNvGrpSpPr/>
          <p:nvPr/>
        </p:nvGrpSpPr>
        <p:grpSpPr>
          <a:xfrm>
            <a:off x="7734239" y="2193132"/>
            <a:ext cx="881062" cy="533400"/>
            <a:chOff x="4139" y="1656"/>
            <a:chExt cx="572" cy="312"/>
          </a:xfrm>
        </p:grpSpPr>
        <p:sp>
          <p:nvSpPr>
            <p:cNvPr id="149" name="Line 40">
              <a:extLst>
                <a:ext uri="{FF2B5EF4-FFF2-40B4-BE49-F238E27FC236}">
                  <a16:creationId xmlns:a16="http://schemas.microsoft.com/office/drawing/2014/main" id="{890CF66D-6560-4245-BAA3-E910FAE26113}"/>
                </a:ext>
              </a:extLst>
            </p:cNvPr>
            <p:cNvSpPr/>
            <p:nvPr/>
          </p:nvSpPr>
          <p:spPr>
            <a:xfrm>
              <a:off x="4139" y="1949"/>
              <a:ext cx="52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Object 41">
                  <a:extLst>
                    <a:ext uri="{FF2B5EF4-FFF2-40B4-BE49-F238E27FC236}">
                      <a16:creationId xmlns:a16="http://schemas.microsoft.com/office/drawing/2014/main" id="{C48B5E48-8E45-4489-A24C-2B914FA9D9F3}"/>
                    </a:ext>
                  </a:extLst>
                </p:cNvPr>
                <p:cNvSpPr txBox="1"/>
                <p:nvPr/>
              </p:nvSpPr>
              <p:spPr>
                <a:xfrm>
                  <a:off x="4464" y="1656"/>
                  <a:ext cx="247" cy="31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50" name="Object 41">
                  <a:extLst>
                    <a:ext uri="{FF2B5EF4-FFF2-40B4-BE49-F238E27FC236}">
                      <a16:creationId xmlns:a16="http://schemas.microsoft.com/office/drawing/2014/main" id="{C48B5E48-8E45-4489-A24C-2B914FA9D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" y="1656"/>
                  <a:ext cx="247" cy="31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1" name="Group 42">
            <a:extLst>
              <a:ext uri="{FF2B5EF4-FFF2-40B4-BE49-F238E27FC236}">
                <a16:creationId xmlns:a16="http://schemas.microsoft.com/office/drawing/2014/main" id="{C94C8879-ADC4-47FA-BF37-A46A5DC09753}"/>
              </a:ext>
            </a:extLst>
          </p:cNvPr>
          <p:cNvGrpSpPr/>
          <p:nvPr/>
        </p:nvGrpSpPr>
        <p:grpSpPr>
          <a:xfrm>
            <a:off x="7662801" y="1507332"/>
            <a:ext cx="404813" cy="1179513"/>
            <a:chOff x="4080" y="1296"/>
            <a:chExt cx="255" cy="743"/>
          </a:xfrm>
        </p:grpSpPr>
        <p:sp>
          <p:nvSpPr>
            <p:cNvPr id="152" name="Line 43">
              <a:extLst>
                <a:ext uri="{FF2B5EF4-FFF2-40B4-BE49-F238E27FC236}">
                  <a16:creationId xmlns:a16="http://schemas.microsoft.com/office/drawing/2014/main" id="{79C4427C-BD99-418A-9D4E-E59CFC65A4F3}"/>
                </a:ext>
              </a:extLst>
            </p:cNvPr>
            <p:cNvSpPr/>
            <p:nvPr/>
          </p:nvSpPr>
          <p:spPr>
            <a:xfrm flipV="1">
              <a:off x="4080" y="1435"/>
              <a:ext cx="0" cy="60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Object 44">
                  <a:extLst>
                    <a:ext uri="{FF2B5EF4-FFF2-40B4-BE49-F238E27FC236}">
                      <a16:creationId xmlns:a16="http://schemas.microsoft.com/office/drawing/2014/main" id="{97C22E7B-1DF2-4EFF-B4A0-41F4AC01DF26}"/>
                    </a:ext>
                  </a:extLst>
                </p:cNvPr>
                <p:cNvSpPr txBox="1"/>
                <p:nvPr/>
              </p:nvSpPr>
              <p:spPr>
                <a:xfrm>
                  <a:off x="4195" y="1296"/>
                  <a:ext cx="140" cy="19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53" name="Object 44">
                  <a:extLst>
                    <a:ext uri="{FF2B5EF4-FFF2-40B4-BE49-F238E27FC236}">
                      <a16:creationId xmlns:a16="http://schemas.microsoft.com/office/drawing/2014/main" id="{97C22E7B-1DF2-4EFF-B4A0-41F4AC01D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5" y="1296"/>
                  <a:ext cx="140" cy="192"/>
                </a:xfrm>
                <a:prstGeom prst="rect">
                  <a:avLst/>
                </a:prstGeom>
                <a:blipFill>
                  <a:blip r:embed="rId11"/>
                  <a:stretch>
                    <a:fillRect r="-277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5619276-03B2-4EFC-B54B-160EB6DF2AAF}"/>
                  </a:ext>
                </a:extLst>
              </p:cNvPr>
              <p:cNvSpPr/>
              <p:nvPr/>
            </p:nvSpPr>
            <p:spPr>
              <a:xfrm>
                <a:off x="2662188" y="3072572"/>
                <a:ext cx="20496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l-G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5619276-03B2-4EFC-B54B-160EB6DF2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188" y="3072572"/>
                <a:ext cx="204966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33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7">
            <a:extLst>
              <a:ext uri="{FF2B5EF4-FFF2-40B4-BE49-F238E27FC236}">
                <a16:creationId xmlns:a16="http://schemas.microsoft.com/office/drawing/2014/main" id="{1BFCF262-A8E0-4A32-8198-88DCF685F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0653" y="521861"/>
            <a:ext cx="5334396" cy="849571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kumimoji="1"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粒子在均匀磁场中的运动</a:t>
            </a:r>
            <a:endParaRPr lang="en-US" altLang="zh-CN" sz="3200" b="1" dirty="0">
              <a:solidFill>
                <a:srgbClr val="0066FF"/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zh-CN" altLang="en-US" sz="3200" b="1" dirty="0">
              <a:solidFill>
                <a:srgbClr val="0066FF"/>
              </a:solidFill>
            </a:endParaRPr>
          </a:p>
        </p:txBody>
      </p:sp>
      <p:grpSp>
        <p:nvGrpSpPr>
          <p:cNvPr id="17" name="Group 48">
            <a:extLst>
              <a:ext uri="{FF2B5EF4-FFF2-40B4-BE49-F238E27FC236}">
                <a16:creationId xmlns:a16="http://schemas.microsoft.com/office/drawing/2014/main" id="{59008F08-A7FB-474D-BBEC-831A2EA2EF4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269627" y="3068638"/>
            <a:ext cx="360363" cy="360362"/>
            <a:chOff x="4286" y="1979"/>
            <a:chExt cx="227" cy="227"/>
          </a:xfrm>
        </p:grpSpPr>
        <p:sp>
          <p:nvSpPr>
            <p:cNvPr id="18" name="Oval 49">
              <a:extLst>
                <a:ext uri="{FF2B5EF4-FFF2-40B4-BE49-F238E27FC236}">
                  <a16:creationId xmlns:a16="http://schemas.microsoft.com/office/drawing/2014/main" id="{1EA7C340-E25F-405C-9274-66F366CE1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979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25400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grpSp>
          <p:nvGrpSpPr>
            <p:cNvPr id="19" name="Group 50">
              <a:extLst>
                <a:ext uri="{FF2B5EF4-FFF2-40B4-BE49-F238E27FC236}">
                  <a16:creationId xmlns:a16="http://schemas.microsoft.com/office/drawing/2014/main" id="{9C206FF5-29B1-4332-BC62-6BC7EC82A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2024"/>
              <a:ext cx="136" cy="136"/>
              <a:chOff x="3243" y="3022"/>
              <a:chExt cx="408" cy="453"/>
            </a:xfrm>
          </p:grpSpPr>
          <p:sp>
            <p:nvSpPr>
              <p:cNvPr id="20" name="Line 51">
                <a:extLst>
                  <a:ext uri="{FF2B5EF4-FFF2-40B4-BE49-F238E27FC236}">
                    <a16:creationId xmlns:a16="http://schemas.microsoft.com/office/drawing/2014/main" id="{2282C768-4425-459F-89B5-2C6EB3660C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3249"/>
                <a:ext cx="408" cy="0"/>
              </a:xfrm>
              <a:prstGeom prst="line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Line 52">
                <a:extLst>
                  <a:ext uri="{FF2B5EF4-FFF2-40B4-BE49-F238E27FC236}">
                    <a16:creationId xmlns:a16="http://schemas.microsoft.com/office/drawing/2014/main" id="{AA059761-80E0-4B10-B483-F15359839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" y="3022"/>
                <a:ext cx="0" cy="453"/>
              </a:xfrm>
              <a:prstGeom prst="line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2" name="Line 53">
            <a:extLst>
              <a:ext uri="{FF2B5EF4-FFF2-40B4-BE49-F238E27FC236}">
                <a16:creationId xmlns:a16="http://schemas.microsoft.com/office/drawing/2014/main" id="{C0D562B6-F0ED-4BC5-B719-CA0796B7FE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5527" y="2492375"/>
            <a:ext cx="0" cy="792163"/>
          </a:xfrm>
          <a:prstGeom prst="line">
            <a:avLst/>
          </a:prstGeom>
          <a:noFill/>
          <a:ln w="31750">
            <a:solidFill>
              <a:srgbClr val="FF00FF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23" name="Oval 54">
            <a:extLst>
              <a:ext uri="{FF2B5EF4-FFF2-40B4-BE49-F238E27FC236}">
                <a16:creationId xmlns:a16="http://schemas.microsoft.com/office/drawing/2014/main" id="{70180AC6-3345-4906-98C2-3520214F3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805" y="2405506"/>
            <a:ext cx="1657350" cy="1584325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24" name="Group 57">
            <a:extLst>
              <a:ext uri="{FF2B5EF4-FFF2-40B4-BE49-F238E27FC236}">
                <a16:creationId xmlns:a16="http://schemas.microsoft.com/office/drawing/2014/main" id="{365980EB-B2E9-4190-A7EE-BD4FDDCE8277}"/>
              </a:ext>
            </a:extLst>
          </p:cNvPr>
          <p:cNvGrpSpPr>
            <a:grpSpLocks/>
          </p:cNvGrpSpPr>
          <p:nvPr/>
        </p:nvGrpSpPr>
        <p:grpSpPr bwMode="auto">
          <a:xfrm>
            <a:off x="8314412" y="3124643"/>
            <a:ext cx="561975" cy="649288"/>
            <a:chOff x="4422" y="1570"/>
            <a:chExt cx="354" cy="409"/>
          </a:xfrm>
        </p:grpSpPr>
        <p:sp>
          <p:nvSpPr>
            <p:cNvPr id="25" name="Line 55">
              <a:extLst>
                <a:ext uri="{FF2B5EF4-FFF2-40B4-BE49-F238E27FC236}">
                  <a16:creationId xmlns:a16="http://schemas.microsoft.com/office/drawing/2014/main" id="{1AE6DB63-D1E9-434B-98FE-D1DF0AEB6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1570"/>
              <a:ext cx="318" cy="4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6">
                  <a:extLst>
                    <a:ext uri="{FF2B5EF4-FFF2-40B4-BE49-F238E27FC236}">
                      <a16:creationId xmlns:a16="http://schemas.microsoft.com/office/drawing/2014/main" id="{C1F75424-3C07-4570-B114-83BF731A748F}"/>
                    </a:ext>
                  </a:extLst>
                </p:cNvPr>
                <p:cNvSpPr txBox="1"/>
                <p:nvPr/>
              </p:nvSpPr>
              <p:spPr bwMode="auto">
                <a:xfrm>
                  <a:off x="4561" y="1612"/>
                  <a:ext cx="215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bject 6">
                  <a:extLst>
                    <a:ext uri="{FF2B5EF4-FFF2-40B4-BE49-F238E27FC236}">
                      <a16:creationId xmlns:a16="http://schemas.microsoft.com/office/drawing/2014/main" id="{C1F75424-3C07-4570-B114-83BF731A7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1" y="1612"/>
                  <a:ext cx="215" cy="23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141">
            <a:extLst>
              <a:ext uri="{FF2B5EF4-FFF2-40B4-BE49-F238E27FC236}">
                <a16:creationId xmlns:a16="http://schemas.microsoft.com/office/drawing/2014/main" id="{BA9A8295-657E-4B22-9F2F-DB3EC8570723}"/>
              </a:ext>
            </a:extLst>
          </p:cNvPr>
          <p:cNvGrpSpPr>
            <a:grpSpLocks/>
          </p:cNvGrpSpPr>
          <p:nvPr/>
        </p:nvGrpSpPr>
        <p:grpSpPr bwMode="auto">
          <a:xfrm>
            <a:off x="7084091" y="1900681"/>
            <a:ext cx="2381250" cy="2449512"/>
            <a:chOff x="3647" y="799"/>
            <a:chExt cx="1500" cy="1543"/>
          </a:xfrm>
        </p:grpSpPr>
        <p:grpSp>
          <p:nvGrpSpPr>
            <p:cNvPr id="28" name="Group 76">
              <a:extLst>
                <a:ext uri="{FF2B5EF4-FFF2-40B4-BE49-F238E27FC236}">
                  <a16:creationId xmlns:a16="http://schemas.microsoft.com/office/drawing/2014/main" id="{47E325ED-9A56-4139-A526-744D2B56CC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799"/>
              <a:ext cx="1496" cy="182"/>
              <a:chOff x="3651" y="709"/>
              <a:chExt cx="1496" cy="182"/>
            </a:xfrm>
          </p:grpSpPr>
          <p:grpSp>
            <p:nvGrpSpPr>
              <p:cNvPr id="93" name="Group 60">
                <a:extLst>
                  <a:ext uri="{FF2B5EF4-FFF2-40B4-BE49-F238E27FC236}">
                    <a16:creationId xmlns:a16="http://schemas.microsoft.com/office/drawing/2014/main" id="{B528FCE2-BD16-4236-8291-9DF8177E11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106" name="Oval 58">
                  <a:extLst>
                    <a:ext uri="{FF2B5EF4-FFF2-40B4-BE49-F238E27FC236}">
                      <a16:creationId xmlns:a16="http://schemas.microsoft.com/office/drawing/2014/main" id="{CB65580D-154B-4316-8298-25FFC9CD70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7" name="Oval 59">
                  <a:extLst>
                    <a:ext uri="{FF2B5EF4-FFF2-40B4-BE49-F238E27FC236}">
                      <a16:creationId xmlns:a16="http://schemas.microsoft.com/office/drawing/2014/main" id="{51B84ACA-BFBD-4D3B-9753-81DB9C683E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4" name="Group 61">
                <a:extLst>
                  <a:ext uri="{FF2B5EF4-FFF2-40B4-BE49-F238E27FC236}">
                    <a16:creationId xmlns:a16="http://schemas.microsoft.com/office/drawing/2014/main" id="{BAC79617-D015-49B5-B2F0-BC94BA8329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104" name="Oval 62">
                  <a:extLst>
                    <a:ext uri="{FF2B5EF4-FFF2-40B4-BE49-F238E27FC236}">
                      <a16:creationId xmlns:a16="http://schemas.microsoft.com/office/drawing/2014/main" id="{48F2C01F-B23B-4C13-AB8E-8D006ACF2E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5" name="Oval 63">
                  <a:extLst>
                    <a:ext uri="{FF2B5EF4-FFF2-40B4-BE49-F238E27FC236}">
                      <a16:creationId xmlns:a16="http://schemas.microsoft.com/office/drawing/2014/main" id="{0A48C368-4BF7-4346-A931-1FAC9536A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5" name="Group 64">
                <a:extLst>
                  <a:ext uri="{FF2B5EF4-FFF2-40B4-BE49-F238E27FC236}">
                    <a16:creationId xmlns:a16="http://schemas.microsoft.com/office/drawing/2014/main" id="{B7719E30-19A5-49EF-9968-0CE5C6A354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102" name="Oval 65">
                  <a:extLst>
                    <a:ext uri="{FF2B5EF4-FFF2-40B4-BE49-F238E27FC236}">
                      <a16:creationId xmlns:a16="http://schemas.microsoft.com/office/drawing/2014/main" id="{D1EDD96D-8131-4710-9EC9-830A696F4A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3" name="Oval 66">
                  <a:extLst>
                    <a:ext uri="{FF2B5EF4-FFF2-40B4-BE49-F238E27FC236}">
                      <a16:creationId xmlns:a16="http://schemas.microsoft.com/office/drawing/2014/main" id="{05518C50-38D0-4FFB-A9BE-473B0B4A7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6" name="Group 67">
                <a:extLst>
                  <a:ext uri="{FF2B5EF4-FFF2-40B4-BE49-F238E27FC236}">
                    <a16:creationId xmlns:a16="http://schemas.microsoft.com/office/drawing/2014/main" id="{F7D03700-504E-419C-9465-A2B6CAD521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100" name="Oval 68">
                  <a:extLst>
                    <a:ext uri="{FF2B5EF4-FFF2-40B4-BE49-F238E27FC236}">
                      <a16:creationId xmlns:a16="http://schemas.microsoft.com/office/drawing/2014/main" id="{BA84B6A9-F6FA-41F9-9A1C-1A0F6E06A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1" name="Oval 69">
                  <a:extLst>
                    <a:ext uri="{FF2B5EF4-FFF2-40B4-BE49-F238E27FC236}">
                      <a16:creationId xmlns:a16="http://schemas.microsoft.com/office/drawing/2014/main" id="{A81BD52F-88B8-407F-9212-17A7B4EB8C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97" name="Group 70">
                <a:extLst>
                  <a:ext uri="{FF2B5EF4-FFF2-40B4-BE49-F238E27FC236}">
                    <a16:creationId xmlns:a16="http://schemas.microsoft.com/office/drawing/2014/main" id="{06579295-79F8-44A2-9047-42584A8F4D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98" name="Oval 71">
                  <a:extLst>
                    <a:ext uri="{FF2B5EF4-FFF2-40B4-BE49-F238E27FC236}">
                      <a16:creationId xmlns:a16="http://schemas.microsoft.com/office/drawing/2014/main" id="{0DE9929B-6502-4E27-9D00-DF6E89C616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9" name="Oval 72">
                  <a:extLst>
                    <a:ext uri="{FF2B5EF4-FFF2-40B4-BE49-F238E27FC236}">
                      <a16:creationId xmlns:a16="http://schemas.microsoft.com/office/drawing/2014/main" id="{A81DCAF1-4896-4B96-B3C5-25B29E651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9" name="Group 77">
              <a:extLst>
                <a:ext uri="{FF2B5EF4-FFF2-40B4-BE49-F238E27FC236}">
                  <a16:creationId xmlns:a16="http://schemas.microsoft.com/office/drawing/2014/main" id="{CD4DC908-F14C-49D6-A3D5-52F351B50F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7" y="1162"/>
              <a:ext cx="1494" cy="182"/>
              <a:chOff x="3692" y="709"/>
              <a:chExt cx="1494" cy="182"/>
            </a:xfrm>
          </p:grpSpPr>
          <p:grpSp>
            <p:nvGrpSpPr>
              <p:cNvPr id="78" name="Group 78">
                <a:extLst>
                  <a:ext uri="{FF2B5EF4-FFF2-40B4-BE49-F238E27FC236}">
                    <a16:creationId xmlns:a16="http://schemas.microsoft.com/office/drawing/2014/main" id="{9249C130-8C83-4B95-B530-B9C90A1830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2" y="709"/>
                <a:ext cx="180" cy="182"/>
                <a:chOff x="3149" y="1978"/>
                <a:chExt cx="180" cy="182"/>
              </a:xfrm>
            </p:grpSpPr>
            <p:sp>
              <p:nvSpPr>
                <p:cNvPr id="91" name="Oval 79">
                  <a:extLst>
                    <a:ext uri="{FF2B5EF4-FFF2-40B4-BE49-F238E27FC236}">
                      <a16:creationId xmlns:a16="http://schemas.microsoft.com/office/drawing/2014/main" id="{051838D8-3FBC-45C2-B60E-ABA3EBB9B1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9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2" name="Oval 80">
                  <a:extLst>
                    <a:ext uri="{FF2B5EF4-FFF2-40B4-BE49-F238E27FC236}">
                      <a16:creationId xmlns:a16="http://schemas.microsoft.com/office/drawing/2014/main" id="{8C87EC34-CE21-45AF-A068-11D583FC6D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8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9" name="Group 81">
                <a:extLst>
                  <a:ext uri="{FF2B5EF4-FFF2-40B4-BE49-F238E27FC236}">
                    <a16:creationId xmlns:a16="http://schemas.microsoft.com/office/drawing/2014/main" id="{EFDFB5E6-4CEE-4641-AADA-89EFFF38CB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4" y="709"/>
                <a:ext cx="180" cy="182"/>
                <a:chOff x="3149" y="1978"/>
                <a:chExt cx="180" cy="182"/>
              </a:xfrm>
            </p:grpSpPr>
            <p:sp>
              <p:nvSpPr>
                <p:cNvPr id="89" name="Oval 82">
                  <a:extLst>
                    <a:ext uri="{FF2B5EF4-FFF2-40B4-BE49-F238E27FC236}">
                      <a16:creationId xmlns:a16="http://schemas.microsoft.com/office/drawing/2014/main" id="{5FC0F82B-111C-4CF3-B5C8-88CF2A3FF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9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0" name="Oval 83">
                  <a:extLst>
                    <a:ext uri="{FF2B5EF4-FFF2-40B4-BE49-F238E27FC236}">
                      <a16:creationId xmlns:a16="http://schemas.microsoft.com/office/drawing/2014/main" id="{BB0B599B-9FD0-4480-A4E9-563F209CD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8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0" name="Group 84">
                <a:extLst>
                  <a:ext uri="{FF2B5EF4-FFF2-40B4-BE49-F238E27FC236}">
                    <a16:creationId xmlns:a16="http://schemas.microsoft.com/office/drawing/2014/main" id="{946AA791-12E7-4083-9141-2C531A7E8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4" y="709"/>
                <a:ext cx="180" cy="182"/>
                <a:chOff x="3144" y="1978"/>
                <a:chExt cx="180" cy="182"/>
              </a:xfrm>
            </p:grpSpPr>
            <p:sp>
              <p:nvSpPr>
                <p:cNvPr id="87" name="Oval 85">
                  <a:extLst>
                    <a:ext uri="{FF2B5EF4-FFF2-40B4-BE49-F238E27FC236}">
                      <a16:creationId xmlns:a16="http://schemas.microsoft.com/office/drawing/2014/main" id="{394CDFFC-8B6F-4DC4-96B9-3264A637B8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8" name="Oval 86">
                  <a:extLst>
                    <a:ext uri="{FF2B5EF4-FFF2-40B4-BE49-F238E27FC236}">
                      <a16:creationId xmlns:a16="http://schemas.microsoft.com/office/drawing/2014/main" id="{815269B9-2726-49C1-B82E-687BA93DBA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3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1" name="Group 87">
                <a:extLst>
                  <a:ext uri="{FF2B5EF4-FFF2-40B4-BE49-F238E27FC236}">
                    <a16:creationId xmlns:a16="http://schemas.microsoft.com/office/drawing/2014/main" id="{E13DC565-0610-4832-BF52-FDC51D23D3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4" y="709"/>
                <a:ext cx="180" cy="182"/>
                <a:chOff x="3143" y="1978"/>
                <a:chExt cx="180" cy="182"/>
              </a:xfrm>
            </p:grpSpPr>
            <p:sp>
              <p:nvSpPr>
                <p:cNvPr id="85" name="Oval 88">
                  <a:extLst>
                    <a:ext uri="{FF2B5EF4-FFF2-40B4-BE49-F238E27FC236}">
                      <a16:creationId xmlns:a16="http://schemas.microsoft.com/office/drawing/2014/main" id="{1D38B192-D84D-4BC3-9E0D-EF39F62A3C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3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6" name="Oval 89">
                  <a:extLst>
                    <a:ext uri="{FF2B5EF4-FFF2-40B4-BE49-F238E27FC236}">
                      <a16:creationId xmlns:a16="http://schemas.microsoft.com/office/drawing/2014/main" id="{0A77B388-1D12-4EEA-886E-A53ADDAA6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2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2" name="Group 90">
                <a:extLst>
                  <a:ext uri="{FF2B5EF4-FFF2-40B4-BE49-F238E27FC236}">
                    <a16:creationId xmlns:a16="http://schemas.microsoft.com/office/drawing/2014/main" id="{DA42DDC4-4128-45FA-B545-569242B8D7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06" y="709"/>
                <a:ext cx="180" cy="182"/>
                <a:chOff x="3147" y="1978"/>
                <a:chExt cx="180" cy="182"/>
              </a:xfrm>
            </p:grpSpPr>
            <p:sp>
              <p:nvSpPr>
                <p:cNvPr id="83" name="Oval 91">
                  <a:extLst>
                    <a:ext uri="{FF2B5EF4-FFF2-40B4-BE49-F238E27FC236}">
                      <a16:creationId xmlns:a16="http://schemas.microsoft.com/office/drawing/2014/main" id="{13E8436F-9AF9-4B27-A00A-45AB18FAC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7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4" name="Oval 92">
                  <a:extLst>
                    <a:ext uri="{FF2B5EF4-FFF2-40B4-BE49-F238E27FC236}">
                      <a16:creationId xmlns:a16="http://schemas.microsoft.com/office/drawing/2014/main" id="{75A4CF24-85E6-4091-B688-2E7A794028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30" name="Group 93">
              <a:extLst>
                <a:ext uri="{FF2B5EF4-FFF2-40B4-BE49-F238E27FC236}">
                  <a16:creationId xmlns:a16="http://schemas.microsoft.com/office/drawing/2014/main" id="{D99A2B5E-6FED-475A-A580-EBA200ECB4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480"/>
              <a:ext cx="1496" cy="182"/>
              <a:chOff x="3651" y="709"/>
              <a:chExt cx="1496" cy="182"/>
            </a:xfrm>
          </p:grpSpPr>
          <p:grpSp>
            <p:nvGrpSpPr>
              <p:cNvPr id="63" name="Group 94">
                <a:extLst>
                  <a:ext uri="{FF2B5EF4-FFF2-40B4-BE49-F238E27FC236}">
                    <a16:creationId xmlns:a16="http://schemas.microsoft.com/office/drawing/2014/main" id="{3998720C-8EA1-4056-BB20-8719B279B4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76" name="Oval 95">
                  <a:extLst>
                    <a:ext uri="{FF2B5EF4-FFF2-40B4-BE49-F238E27FC236}">
                      <a16:creationId xmlns:a16="http://schemas.microsoft.com/office/drawing/2014/main" id="{6D5E7E90-FB8B-4E26-9BF2-69AADA8FC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7" name="Oval 96">
                  <a:extLst>
                    <a:ext uri="{FF2B5EF4-FFF2-40B4-BE49-F238E27FC236}">
                      <a16:creationId xmlns:a16="http://schemas.microsoft.com/office/drawing/2014/main" id="{FDC0469B-750B-4B4E-89C4-2A7314BAF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4" name="Group 97">
                <a:extLst>
                  <a:ext uri="{FF2B5EF4-FFF2-40B4-BE49-F238E27FC236}">
                    <a16:creationId xmlns:a16="http://schemas.microsoft.com/office/drawing/2014/main" id="{84FD0028-5F83-4779-9248-16198DC320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74" name="Oval 98">
                  <a:extLst>
                    <a:ext uri="{FF2B5EF4-FFF2-40B4-BE49-F238E27FC236}">
                      <a16:creationId xmlns:a16="http://schemas.microsoft.com/office/drawing/2014/main" id="{08011D77-3998-4AE6-AAB3-F376D7E26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5" name="Oval 99">
                  <a:extLst>
                    <a:ext uri="{FF2B5EF4-FFF2-40B4-BE49-F238E27FC236}">
                      <a16:creationId xmlns:a16="http://schemas.microsoft.com/office/drawing/2014/main" id="{D9B8133E-4ADF-4CBF-9070-A19D401100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5" name="Group 100">
                <a:extLst>
                  <a:ext uri="{FF2B5EF4-FFF2-40B4-BE49-F238E27FC236}">
                    <a16:creationId xmlns:a16="http://schemas.microsoft.com/office/drawing/2014/main" id="{5F8DC273-D317-43A0-B0D9-AA76D8235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72" name="Oval 101">
                  <a:extLst>
                    <a:ext uri="{FF2B5EF4-FFF2-40B4-BE49-F238E27FC236}">
                      <a16:creationId xmlns:a16="http://schemas.microsoft.com/office/drawing/2014/main" id="{56B26C55-40E9-42F5-AAC5-3A53C0530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3" name="Oval 102">
                  <a:extLst>
                    <a:ext uri="{FF2B5EF4-FFF2-40B4-BE49-F238E27FC236}">
                      <a16:creationId xmlns:a16="http://schemas.microsoft.com/office/drawing/2014/main" id="{367816DE-30CC-4056-9434-BDA719C47C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6" name="Group 103">
                <a:extLst>
                  <a:ext uri="{FF2B5EF4-FFF2-40B4-BE49-F238E27FC236}">
                    <a16:creationId xmlns:a16="http://schemas.microsoft.com/office/drawing/2014/main" id="{08EA484F-FE3D-4BE4-975D-FDA4D50751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70" name="Oval 104">
                  <a:extLst>
                    <a:ext uri="{FF2B5EF4-FFF2-40B4-BE49-F238E27FC236}">
                      <a16:creationId xmlns:a16="http://schemas.microsoft.com/office/drawing/2014/main" id="{0F0F0400-6039-47A9-9930-73D26D8D2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1" name="Oval 105">
                  <a:extLst>
                    <a:ext uri="{FF2B5EF4-FFF2-40B4-BE49-F238E27FC236}">
                      <a16:creationId xmlns:a16="http://schemas.microsoft.com/office/drawing/2014/main" id="{42364976-DBA7-4F01-8221-7B69A73F51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67" name="Group 106">
                <a:extLst>
                  <a:ext uri="{FF2B5EF4-FFF2-40B4-BE49-F238E27FC236}">
                    <a16:creationId xmlns:a16="http://schemas.microsoft.com/office/drawing/2014/main" id="{75F7AB13-33B6-4E65-93F7-B346899FA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68" name="Oval 107">
                  <a:extLst>
                    <a:ext uri="{FF2B5EF4-FFF2-40B4-BE49-F238E27FC236}">
                      <a16:creationId xmlns:a16="http://schemas.microsoft.com/office/drawing/2014/main" id="{9D8ECE02-C843-44D7-AB71-5669162201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9" name="Oval 108">
                  <a:extLst>
                    <a:ext uri="{FF2B5EF4-FFF2-40B4-BE49-F238E27FC236}">
                      <a16:creationId xmlns:a16="http://schemas.microsoft.com/office/drawing/2014/main" id="{3CE47399-472C-4C50-B526-2670EDCEDE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31" name="Group 109">
              <a:extLst>
                <a:ext uri="{FF2B5EF4-FFF2-40B4-BE49-F238E27FC236}">
                  <a16:creationId xmlns:a16="http://schemas.microsoft.com/office/drawing/2014/main" id="{FE713071-A3B2-4A8B-B058-2027AE40B1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842"/>
              <a:ext cx="1496" cy="182"/>
              <a:chOff x="3651" y="709"/>
              <a:chExt cx="1496" cy="182"/>
            </a:xfrm>
          </p:grpSpPr>
          <p:grpSp>
            <p:nvGrpSpPr>
              <p:cNvPr id="48" name="Group 110">
                <a:extLst>
                  <a:ext uri="{FF2B5EF4-FFF2-40B4-BE49-F238E27FC236}">
                    <a16:creationId xmlns:a16="http://schemas.microsoft.com/office/drawing/2014/main" id="{2B2C9238-F31A-47BC-B765-02B0B3A498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61" name="Oval 111">
                  <a:extLst>
                    <a:ext uri="{FF2B5EF4-FFF2-40B4-BE49-F238E27FC236}">
                      <a16:creationId xmlns:a16="http://schemas.microsoft.com/office/drawing/2014/main" id="{7CA2B118-B338-4ECA-928B-E8CC16454B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2" name="Oval 112">
                  <a:extLst>
                    <a:ext uri="{FF2B5EF4-FFF2-40B4-BE49-F238E27FC236}">
                      <a16:creationId xmlns:a16="http://schemas.microsoft.com/office/drawing/2014/main" id="{1746DBF7-B337-42C6-8841-A329B14BF3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9" name="Group 113">
                <a:extLst>
                  <a:ext uri="{FF2B5EF4-FFF2-40B4-BE49-F238E27FC236}">
                    <a16:creationId xmlns:a16="http://schemas.microsoft.com/office/drawing/2014/main" id="{04175BDF-FAB1-4353-AEAB-B1065E32B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59" name="Oval 114">
                  <a:extLst>
                    <a:ext uri="{FF2B5EF4-FFF2-40B4-BE49-F238E27FC236}">
                      <a16:creationId xmlns:a16="http://schemas.microsoft.com/office/drawing/2014/main" id="{38B8D972-8A55-4AF1-8473-4F50A92740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0" name="Oval 115">
                  <a:extLst>
                    <a:ext uri="{FF2B5EF4-FFF2-40B4-BE49-F238E27FC236}">
                      <a16:creationId xmlns:a16="http://schemas.microsoft.com/office/drawing/2014/main" id="{D12D69EA-5AC0-4CBB-9BE3-EDE8B5C75A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0" name="Group 116">
                <a:extLst>
                  <a:ext uri="{FF2B5EF4-FFF2-40B4-BE49-F238E27FC236}">
                    <a16:creationId xmlns:a16="http://schemas.microsoft.com/office/drawing/2014/main" id="{13C5204C-956B-4D07-BEBE-688EC0B9C1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57" name="Oval 117">
                  <a:extLst>
                    <a:ext uri="{FF2B5EF4-FFF2-40B4-BE49-F238E27FC236}">
                      <a16:creationId xmlns:a16="http://schemas.microsoft.com/office/drawing/2014/main" id="{44EDA58A-8DED-4EDF-8D6A-BF705AA1D4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8" name="Oval 118">
                  <a:extLst>
                    <a:ext uri="{FF2B5EF4-FFF2-40B4-BE49-F238E27FC236}">
                      <a16:creationId xmlns:a16="http://schemas.microsoft.com/office/drawing/2014/main" id="{5D9C59C8-3074-4931-A769-82BF96E85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1" name="Group 119">
                <a:extLst>
                  <a:ext uri="{FF2B5EF4-FFF2-40B4-BE49-F238E27FC236}">
                    <a16:creationId xmlns:a16="http://schemas.microsoft.com/office/drawing/2014/main" id="{0D5B12FC-CB16-4479-B910-E9025FC01F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55" name="Oval 120">
                  <a:extLst>
                    <a:ext uri="{FF2B5EF4-FFF2-40B4-BE49-F238E27FC236}">
                      <a16:creationId xmlns:a16="http://schemas.microsoft.com/office/drawing/2014/main" id="{DF1951D7-2444-4D47-81A4-CD111C1C27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6" name="Oval 121">
                  <a:extLst>
                    <a:ext uri="{FF2B5EF4-FFF2-40B4-BE49-F238E27FC236}">
                      <a16:creationId xmlns:a16="http://schemas.microsoft.com/office/drawing/2014/main" id="{C183F43A-7B2B-4604-86BD-1F273D2647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2" name="Group 122">
                <a:extLst>
                  <a:ext uri="{FF2B5EF4-FFF2-40B4-BE49-F238E27FC236}">
                    <a16:creationId xmlns:a16="http://schemas.microsoft.com/office/drawing/2014/main" id="{C5C032CD-36A0-4707-9686-FDFEB5ED2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53" name="Oval 123">
                  <a:extLst>
                    <a:ext uri="{FF2B5EF4-FFF2-40B4-BE49-F238E27FC236}">
                      <a16:creationId xmlns:a16="http://schemas.microsoft.com/office/drawing/2014/main" id="{40CA4213-92D5-426C-933D-5133CEEE3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4" name="Oval 124">
                  <a:extLst>
                    <a:ext uri="{FF2B5EF4-FFF2-40B4-BE49-F238E27FC236}">
                      <a16:creationId xmlns:a16="http://schemas.microsoft.com/office/drawing/2014/main" id="{0C1ECBEA-B08F-4A31-A310-12D5E48E3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32" name="Group 125">
              <a:extLst>
                <a:ext uri="{FF2B5EF4-FFF2-40B4-BE49-F238E27FC236}">
                  <a16:creationId xmlns:a16="http://schemas.microsoft.com/office/drawing/2014/main" id="{68753F5A-9A04-4648-B2F7-D2E985205C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2160"/>
              <a:ext cx="1496" cy="182"/>
              <a:chOff x="3651" y="709"/>
              <a:chExt cx="1496" cy="182"/>
            </a:xfrm>
          </p:grpSpPr>
          <p:grpSp>
            <p:nvGrpSpPr>
              <p:cNvPr id="33" name="Group 126">
                <a:extLst>
                  <a:ext uri="{FF2B5EF4-FFF2-40B4-BE49-F238E27FC236}">
                    <a16:creationId xmlns:a16="http://schemas.microsoft.com/office/drawing/2014/main" id="{17C1B666-9CE5-4019-840B-FD4E806E8F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46" name="Oval 127">
                  <a:extLst>
                    <a:ext uri="{FF2B5EF4-FFF2-40B4-BE49-F238E27FC236}">
                      <a16:creationId xmlns:a16="http://schemas.microsoft.com/office/drawing/2014/main" id="{04098514-C85A-4F23-AAE1-11DBDB08E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" name="Oval 128">
                  <a:extLst>
                    <a:ext uri="{FF2B5EF4-FFF2-40B4-BE49-F238E27FC236}">
                      <a16:creationId xmlns:a16="http://schemas.microsoft.com/office/drawing/2014/main" id="{7E6316BC-8DE7-49B1-8289-17BE875EE0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4" name="Group 129">
                <a:extLst>
                  <a:ext uri="{FF2B5EF4-FFF2-40B4-BE49-F238E27FC236}">
                    <a16:creationId xmlns:a16="http://schemas.microsoft.com/office/drawing/2014/main" id="{E25FCCD4-A8CF-40D0-B62B-CFCF2021B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44" name="Oval 130">
                  <a:extLst>
                    <a:ext uri="{FF2B5EF4-FFF2-40B4-BE49-F238E27FC236}">
                      <a16:creationId xmlns:a16="http://schemas.microsoft.com/office/drawing/2014/main" id="{D3AE474D-067B-4EB2-BF83-1AA425F334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" name="Oval 131">
                  <a:extLst>
                    <a:ext uri="{FF2B5EF4-FFF2-40B4-BE49-F238E27FC236}">
                      <a16:creationId xmlns:a16="http://schemas.microsoft.com/office/drawing/2014/main" id="{116F0327-5BCE-4EE7-AB2B-A45D4A188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5" name="Group 132">
                <a:extLst>
                  <a:ext uri="{FF2B5EF4-FFF2-40B4-BE49-F238E27FC236}">
                    <a16:creationId xmlns:a16="http://schemas.microsoft.com/office/drawing/2014/main" id="{6A643101-6A2B-44B9-A6A3-CFE415B925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42" name="Oval 133">
                  <a:extLst>
                    <a:ext uri="{FF2B5EF4-FFF2-40B4-BE49-F238E27FC236}">
                      <a16:creationId xmlns:a16="http://schemas.microsoft.com/office/drawing/2014/main" id="{6724601B-DEBE-4942-A958-6090E410D5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3" name="Oval 134">
                  <a:extLst>
                    <a:ext uri="{FF2B5EF4-FFF2-40B4-BE49-F238E27FC236}">
                      <a16:creationId xmlns:a16="http://schemas.microsoft.com/office/drawing/2014/main" id="{3455E0B4-AA8B-4C67-BB54-18D8575D9C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6" name="Group 135">
                <a:extLst>
                  <a:ext uri="{FF2B5EF4-FFF2-40B4-BE49-F238E27FC236}">
                    <a16:creationId xmlns:a16="http://schemas.microsoft.com/office/drawing/2014/main" id="{63547761-1692-4E3E-AEBA-0CADF220D8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40" name="Oval 136">
                  <a:extLst>
                    <a:ext uri="{FF2B5EF4-FFF2-40B4-BE49-F238E27FC236}">
                      <a16:creationId xmlns:a16="http://schemas.microsoft.com/office/drawing/2014/main" id="{F0A9EAD0-3B32-4FFF-825E-C18966756B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1" name="Oval 137">
                  <a:extLst>
                    <a:ext uri="{FF2B5EF4-FFF2-40B4-BE49-F238E27FC236}">
                      <a16:creationId xmlns:a16="http://schemas.microsoft.com/office/drawing/2014/main" id="{4019756B-7DD6-4B11-A0A7-F32C128BA1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37" name="Group 138">
                <a:extLst>
                  <a:ext uri="{FF2B5EF4-FFF2-40B4-BE49-F238E27FC236}">
                    <a16:creationId xmlns:a16="http://schemas.microsoft.com/office/drawing/2014/main" id="{0A4BC31A-79AD-4B9C-8C52-FC8E254B43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38" name="Oval 139">
                  <a:extLst>
                    <a:ext uri="{FF2B5EF4-FFF2-40B4-BE49-F238E27FC236}">
                      <a16:creationId xmlns:a16="http://schemas.microsoft.com/office/drawing/2014/main" id="{FA0FF368-D940-4527-9E49-2C4C30B094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9" name="Oval 140">
                  <a:extLst>
                    <a:ext uri="{FF2B5EF4-FFF2-40B4-BE49-F238E27FC236}">
                      <a16:creationId xmlns:a16="http://schemas.microsoft.com/office/drawing/2014/main" id="{D6CEB9F7-A8BD-4629-B953-49A4E59742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344" name="矩形 57343">
                <a:extLst>
                  <a:ext uri="{FF2B5EF4-FFF2-40B4-BE49-F238E27FC236}">
                    <a16:creationId xmlns:a16="http://schemas.microsoft.com/office/drawing/2014/main" id="{ED064455-1507-42AA-8157-5D35CF462FE4}"/>
                  </a:ext>
                </a:extLst>
              </p:cNvPr>
              <p:cNvSpPr/>
              <p:nvPr/>
            </p:nvSpPr>
            <p:spPr>
              <a:xfrm>
                <a:off x="1908887" y="2595063"/>
                <a:ext cx="3081036" cy="9773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𝐹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344" name="矩形 57343">
                <a:extLst>
                  <a:ext uri="{FF2B5EF4-FFF2-40B4-BE49-F238E27FC236}">
                    <a16:creationId xmlns:a16="http://schemas.microsoft.com/office/drawing/2014/main" id="{ED064455-1507-42AA-8157-5D35CF462F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887" y="2595063"/>
                <a:ext cx="3081036" cy="977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45" name="矩形 57344">
                <a:extLst>
                  <a:ext uri="{FF2B5EF4-FFF2-40B4-BE49-F238E27FC236}">
                    <a16:creationId xmlns:a16="http://schemas.microsoft.com/office/drawing/2014/main" id="{C210AE90-1E4A-488F-B049-3B259BF7BCDA}"/>
                  </a:ext>
                </a:extLst>
              </p:cNvPr>
              <p:cNvSpPr/>
              <p:nvPr/>
            </p:nvSpPr>
            <p:spPr>
              <a:xfrm>
                <a:off x="2009896" y="3977404"/>
                <a:ext cx="2497030" cy="7161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latin typeface="华文楷体" panose="02010600040101010101" pitchFamily="2" charset="-122"/>
                  </a:rPr>
                  <a:t>半径：</a:t>
                </a:r>
                <a14:m>
                  <m:oMath xmlns:m="http://schemas.openxmlformats.org/officeDocument/2006/math">
                    <m:r>
                      <a:rPr lang="zh-CN" alt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𝑞𝐵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345" name="矩形 57344">
                <a:extLst>
                  <a:ext uri="{FF2B5EF4-FFF2-40B4-BE49-F238E27FC236}">
                    <a16:creationId xmlns:a16="http://schemas.microsoft.com/office/drawing/2014/main" id="{C210AE90-1E4A-488F-B049-3B259BF7B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896" y="3977404"/>
                <a:ext cx="2497030" cy="716158"/>
              </a:xfrm>
              <a:prstGeom prst="rect">
                <a:avLst/>
              </a:prstGeom>
              <a:blipFill>
                <a:blip r:embed="rId4"/>
                <a:stretch>
                  <a:fillRect l="-5134" b="-4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47" name="矩形 57346">
                <a:extLst>
                  <a:ext uri="{FF2B5EF4-FFF2-40B4-BE49-F238E27FC236}">
                    <a16:creationId xmlns:a16="http://schemas.microsoft.com/office/drawing/2014/main" id="{84B756B7-5A66-4598-9690-04C09CBC23E6}"/>
                  </a:ext>
                </a:extLst>
              </p:cNvPr>
              <p:cNvSpPr/>
              <p:nvPr/>
            </p:nvSpPr>
            <p:spPr>
              <a:xfrm>
                <a:off x="1525166" y="5098520"/>
                <a:ext cx="3497496" cy="9573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zh-CN" altLang="en-US" sz="2800" b="0" dirty="0">
                    <a:solidFill>
                      <a:schemeClr val="tx1"/>
                    </a:solidFill>
                  </a:rPr>
                  <a:t>周期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zh-CN" alt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𝑞𝐵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347" name="矩形 57346">
                <a:extLst>
                  <a:ext uri="{FF2B5EF4-FFF2-40B4-BE49-F238E27FC236}">
                    <a16:creationId xmlns:a16="http://schemas.microsoft.com/office/drawing/2014/main" id="{84B756B7-5A66-4598-9690-04C09CBC2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166" y="5098520"/>
                <a:ext cx="3497496" cy="957313"/>
              </a:xfrm>
              <a:prstGeom prst="rect">
                <a:avLst/>
              </a:prstGeom>
              <a:blipFill>
                <a:blip r:embed="rId5"/>
                <a:stretch>
                  <a:fillRect l="-3484" b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48" name="矩形 57347">
                <a:extLst>
                  <a:ext uri="{FF2B5EF4-FFF2-40B4-BE49-F238E27FC236}">
                    <a16:creationId xmlns:a16="http://schemas.microsoft.com/office/drawing/2014/main" id="{4C5B0352-13CE-4C59-BD23-A52C1D12F993}"/>
                  </a:ext>
                </a:extLst>
              </p:cNvPr>
              <p:cNvSpPr/>
              <p:nvPr/>
            </p:nvSpPr>
            <p:spPr>
              <a:xfrm>
                <a:off x="1162292" y="1555570"/>
                <a:ext cx="3344634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运动</a:t>
                </a:r>
                <a14:m>
                  <m:oMath xmlns:m="http://schemas.openxmlformats.org/officeDocument/2006/math">
                    <m:r>
                      <a:rPr kumimoji="1" lang="zh-CN" altLang="en-US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速度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垂直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348" name="矩形 57347">
                <a:extLst>
                  <a:ext uri="{FF2B5EF4-FFF2-40B4-BE49-F238E27FC236}">
                    <a16:creationId xmlns:a16="http://schemas.microsoft.com/office/drawing/2014/main" id="{4C5B0352-13CE-4C59-BD23-A52C1D12F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292" y="1555570"/>
                <a:ext cx="3344634" cy="575479"/>
              </a:xfrm>
              <a:prstGeom prst="rect">
                <a:avLst/>
              </a:prstGeom>
              <a:blipFill>
                <a:blip r:embed="rId6"/>
                <a:stretch>
                  <a:fillRect l="-3832" t="-1053" r="-1277" b="-2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Line 53">
            <a:extLst>
              <a:ext uri="{FF2B5EF4-FFF2-40B4-BE49-F238E27FC236}">
                <a16:creationId xmlns:a16="http://schemas.microsoft.com/office/drawing/2014/main" id="{1FB37F71-545B-4640-B0D2-90DDDC9AA1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6629" y="3268868"/>
            <a:ext cx="638701" cy="236"/>
          </a:xfrm>
          <a:prstGeom prst="line">
            <a:avLst/>
          </a:prstGeom>
          <a:noFill/>
          <a:ln w="31750">
            <a:solidFill>
              <a:srgbClr val="FF0000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51" name="矩形 57350">
                <a:extLst>
                  <a:ext uri="{FF2B5EF4-FFF2-40B4-BE49-F238E27FC236}">
                    <a16:creationId xmlns:a16="http://schemas.microsoft.com/office/drawing/2014/main" id="{CF72BC0F-1239-4B77-AC55-D1C377F8D556}"/>
                  </a:ext>
                </a:extLst>
              </p:cNvPr>
              <p:cNvSpPr/>
              <p:nvPr/>
            </p:nvSpPr>
            <p:spPr>
              <a:xfrm>
                <a:off x="7336977" y="2153484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351" name="矩形 57350">
                <a:extLst>
                  <a:ext uri="{FF2B5EF4-FFF2-40B4-BE49-F238E27FC236}">
                    <a16:creationId xmlns:a16="http://schemas.microsoft.com/office/drawing/2014/main" id="{CF72BC0F-1239-4B77-AC55-D1C377F8D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977" y="2153484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352" name="矩形 57351">
                <a:extLst>
                  <a:ext uri="{FF2B5EF4-FFF2-40B4-BE49-F238E27FC236}">
                    <a16:creationId xmlns:a16="http://schemas.microsoft.com/office/drawing/2014/main" id="{4C8985BD-AB35-4945-8DDA-92CE39D67204}"/>
                  </a:ext>
                </a:extLst>
              </p:cNvPr>
              <p:cNvSpPr/>
              <p:nvPr/>
            </p:nvSpPr>
            <p:spPr>
              <a:xfrm>
                <a:off x="7876670" y="3263050"/>
                <a:ext cx="389850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352" name="矩形 57351">
                <a:extLst>
                  <a:ext uri="{FF2B5EF4-FFF2-40B4-BE49-F238E27FC236}">
                    <a16:creationId xmlns:a16="http://schemas.microsoft.com/office/drawing/2014/main" id="{4C8985BD-AB35-4945-8DDA-92CE39D672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670" y="3263050"/>
                <a:ext cx="389850" cy="4029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B75EEA-075D-A0E4-6531-0BEFB75E2B1E}"/>
                  </a:ext>
                </a:extLst>
              </p:cNvPr>
              <p:cNvSpPr txBox="1"/>
              <p:nvPr/>
            </p:nvSpPr>
            <p:spPr>
              <a:xfrm>
                <a:off x="5734716" y="5182498"/>
                <a:ext cx="3225800" cy="704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</a:rPr>
                  <a:t>频率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𝑞𝐵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B75EEA-075D-A0E4-6531-0BEFB75E2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716" y="5182498"/>
                <a:ext cx="3225800" cy="704167"/>
              </a:xfrm>
              <a:prstGeom prst="rect">
                <a:avLst/>
              </a:prstGeom>
              <a:blipFill>
                <a:blip r:embed="rId9"/>
                <a:stretch>
                  <a:fillRect l="-3970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80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57344" grpId="0"/>
      <p:bldP spid="57345" grpId="0"/>
      <p:bldP spid="57347" grpId="0"/>
      <p:bldP spid="57348" grpId="0"/>
      <p:bldP spid="115" grpId="0" animBg="1"/>
      <p:bldP spid="57351" grpId="0"/>
      <p:bldP spid="5735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B83217C-D64A-4C68-A1FC-720B7D21E0DE}"/>
                  </a:ext>
                </a:extLst>
              </p:cNvPr>
              <p:cNvSpPr/>
              <p:nvPr/>
            </p:nvSpPr>
            <p:spPr>
              <a:xfrm>
                <a:off x="903410" y="1684659"/>
                <a:ext cx="4250331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运动</a:t>
                </a:r>
                <a14:m>
                  <m:oMath xmlns:m="http://schemas.openxmlformats.org/officeDocument/2006/math">
                    <m:r>
                      <a:rPr kumimoji="1" lang="zh-CN" altLang="en-US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速度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斜交成</a:t>
                </a:r>
                <a14:m>
                  <m:oMath xmlns:m="http://schemas.openxmlformats.org/officeDocument/2006/math">
                    <m:r>
                      <a:rPr kumimoji="1" lang="zh-CN" altLang="en-US" sz="28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sym typeface="Symbol" panose="05050102010706020507" pitchFamily="18" charset="2"/>
                  </a:rPr>
                  <a:t>角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B83217C-D64A-4C68-A1FC-720B7D21E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10" y="1684659"/>
                <a:ext cx="4250331" cy="575479"/>
              </a:xfrm>
              <a:prstGeom prst="rect">
                <a:avLst/>
              </a:prstGeom>
              <a:blipFill>
                <a:blip r:embed="rId2"/>
                <a:stretch>
                  <a:fillRect l="-2869" t="-1053" r="-717" b="-2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0" name="Group 53">
            <a:extLst>
              <a:ext uri="{FF2B5EF4-FFF2-40B4-BE49-F238E27FC236}">
                <a16:creationId xmlns:a16="http://schemas.microsoft.com/office/drawing/2014/main" id="{100B8CE5-A04E-4C5D-9FF1-65B44894ABA2}"/>
              </a:ext>
            </a:extLst>
          </p:cNvPr>
          <p:cNvGrpSpPr>
            <a:grpSpLocks/>
          </p:cNvGrpSpPr>
          <p:nvPr/>
        </p:nvGrpSpPr>
        <p:grpSpPr bwMode="auto">
          <a:xfrm>
            <a:off x="6216408" y="2760566"/>
            <a:ext cx="360362" cy="360363"/>
            <a:chOff x="4286" y="1979"/>
            <a:chExt cx="227" cy="227"/>
          </a:xfrm>
        </p:grpSpPr>
        <p:sp>
          <p:nvSpPr>
            <p:cNvPr id="161" name="Oval 54">
              <a:extLst>
                <a:ext uri="{FF2B5EF4-FFF2-40B4-BE49-F238E27FC236}">
                  <a16:creationId xmlns:a16="http://schemas.microsoft.com/office/drawing/2014/main" id="{00C82E79-1B0F-4DE3-9019-F6DCCBAE8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979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gamma/>
                    <a:tint val="0"/>
                    <a:invGamma/>
                  </a:srgbClr>
                </a:gs>
                <a:gs pos="100000">
                  <a:srgbClr val="4F81BD"/>
                </a:gs>
              </a:gsLst>
              <a:path path="shape">
                <a:fillToRect l="50000" t="50000" r="50000" b="50000"/>
              </a:path>
            </a:gradFill>
            <a:ln w="254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grpSp>
          <p:nvGrpSpPr>
            <p:cNvPr id="162" name="Group 55">
              <a:extLst>
                <a:ext uri="{FF2B5EF4-FFF2-40B4-BE49-F238E27FC236}">
                  <a16:creationId xmlns:a16="http://schemas.microsoft.com/office/drawing/2014/main" id="{5164BF53-AF97-4345-8179-13EA9AE9AD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2024"/>
              <a:ext cx="136" cy="136"/>
              <a:chOff x="3243" y="3022"/>
              <a:chExt cx="408" cy="453"/>
            </a:xfrm>
          </p:grpSpPr>
          <p:sp>
            <p:nvSpPr>
              <p:cNvPr id="163" name="Line 56">
                <a:extLst>
                  <a:ext uri="{FF2B5EF4-FFF2-40B4-BE49-F238E27FC236}">
                    <a16:creationId xmlns:a16="http://schemas.microsoft.com/office/drawing/2014/main" id="{E091AAE0-23FF-4833-A141-59B6C97B9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3249"/>
                <a:ext cx="40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4" name="Line 57">
                <a:extLst>
                  <a:ext uri="{FF2B5EF4-FFF2-40B4-BE49-F238E27FC236}">
                    <a16:creationId xmlns:a16="http://schemas.microsoft.com/office/drawing/2014/main" id="{FFA88C35-F49D-453C-B930-4A7F6FB75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" y="3022"/>
                <a:ext cx="0" cy="453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65" name="Group 66">
            <a:extLst>
              <a:ext uri="{FF2B5EF4-FFF2-40B4-BE49-F238E27FC236}">
                <a16:creationId xmlns:a16="http://schemas.microsoft.com/office/drawing/2014/main" id="{3717BA8F-6AF9-4062-8715-44B5C2786A40}"/>
              </a:ext>
            </a:extLst>
          </p:cNvPr>
          <p:cNvGrpSpPr>
            <a:grpSpLocks/>
          </p:cNvGrpSpPr>
          <p:nvPr/>
        </p:nvGrpSpPr>
        <p:grpSpPr bwMode="auto">
          <a:xfrm>
            <a:off x="6575183" y="1896967"/>
            <a:ext cx="3957637" cy="2522538"/>
            <a:chOff x="2653" y="390"/>
            <a:chExt cx="2493" cy="1589"/>
          </a:xfrm>
        </p:grpSpPr>
        <p:sp>
          <p:nvSpPr>
            <p:cNvPr id="166" name="Line 67">
              <a:extLst>
                <a:ext uri="{FF2B5EF4-FFF2-40B4-BE49-F238E27FC236}">
                  <a16:creationId xmlns:a16="http://schemas.microsoft.com/office/drawing/2014/main" id="{038098AE-C370-4579-B1C3-F78B85D2C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52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167" name="Line 68">
              <a:extLst>
                <a:ext uri="{FF2B5EF4-FFF2-40B4-BE49-F238E27FC236}">
                  <a16:creationId xmlns:a16="http://schemas.microsoft.com/office/drawing/2014/main" id="{E684321A-FFCF-4232-9F3C-1BC3F7CE8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52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168" name="Line 69">
              <a:extLst>
                <a:ext uri="{FF2B5EF4-FFF2-40B4-BE49-F238E27FC236}">
                  <a16:creationId xmlns:a16="http://schemas.microsoft.com/office/drawing/2014/main" id="{5A58335A-B81C-4A8D-90F8-B28DA05BE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661"/>
              <a:ext cx="31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Object 70">
                  <a:extLst>
                    <a:ext uri="{FF2B5EF4-FFF2-40B4-BE49-F238E27FC236}">
                      <a16:creationId xmlns:a16="http://schemas.microsoft.com/office/drawing/2014/main" id="{F462E234-CB79-4D8B-8C4B-C977AF87A64B}"/>
                    </a:ext>
                  </a:extLst>
                </p:cNvPr>
                <p:cNvSpPr txBox="1"/>
                <p:nvPr/>
              </p:nvSpPr>
              <p:spPr bwMode="auto">
                <a:xfrm>
                  <a:off x="3878" y="1752"/>
                  <a:ext cx="162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9" name="Object 70">
                  <a:extLst>
                    <a:ext uri="{FF2B5EF4-FFF2-40B4-BE49-F238E27FC236}">
                      <a16:creationId xmlns:a16="http://schemas.microsoft.com/office/drawing/2014/main" id="{F462E234-CB79-4D8B-8C4B-C977AF87A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78" y="1752"/>
                  <a:ext cx="162" cy="227"/>
                </a:xfrm>
                <a:prstGeom prst="rect">
                  <a:avLst/>
                </a:prstGeom>
                <a:blipFill>
                  <a:blip r:embed="rId3"/>
                  <a:stretch>
                    <a:fillRect l="-7143" r="-45238" b="-237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71">
              <a:extLst>
                <a:ext uri="{FF2B5EF4-FFF2-40B4-BE49-F238E27FC236}">
                  <a16:creationId xmlns:a16="http://schemas.microsoft.com/office/drawing/2014/main" id="{58A9210F-234A-409F-AB13-AD04B7B348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390"/>
              <a:ext cx="2493" cy="1207"/>
              <a:chOff x="2653" y="390"/>
              <a:chExt cx="2493" cy="1207"/>
            </a:xfrm>
          </p:grpSpPr>
          <p:grpSp>
            <p:nvGrpSpPr>
              <p:cNvPr id="171" name="Group 72">
                <a:extLst>
                  <a:ext uri="{FF2B5EF4-FFF2-40B4-BE49-F238E27FC236}">
                    <a16:creationId xmlns:a16="http://schemas.microsoft.com/office/drawing/2014/main" id="{BA1E42CC-44D3-4611-AB18-8634B9BFC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3" y="390"/>
                <a:ext cx="2334" cy="1207"/>
                <a:chOff x="2654" y="390"/>
                <a:chExt cx="2334" cy="1207"/>
              </a:xfrm>
            </p:grpSpPr>
            <p:sp>
              <p:nvSpPr>
                <p:cNvPr id="174" name="Arc 73">
                  <a:extLst>
                    <a:ext uri="{FF2B5EF4-FFF2-40B4-BE49-F238E27FC236}">
                      <a16:creationId xmlns:a16="http://schemas.microsoft.com/office/drawing/2014/main" id="{6523ED1B-1FFC-4E1A-89BF-0E933BFBBA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9849712" flipH="1">
                  <a:off x="3597" y="545"/>
                  <a:ext cx="227" cy="1019"/>
                </a:xfrm>
                <a:custGeom>
                  <a:avLst/>
                  <a:gdLst>
                    <a:gd name="T0" fmla="*/ 0 w 21600"/>
                    <a:gd name="T1" fmla="*/ 0 h 36841"/>
                    <a:gd name="T2" fmla="*/ 0 w 21600"/>
                    <a:gd name="T3" fmla="*/ 0 h 36841"/>
                    <a:gd name="T4" fmla="*/ 0 w 21600"/>
                    <a:gd name="T5" fmla="*/ 0 h 3684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36841"/>
                    <a:gd name="T11" fmla="*/ 21600 w 21600"/>
                    <a:gd name="T12" fmla="*/ 36841 h 3684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36841" fill="none" extrusionOk="0">
                      <a:moveTo>
                        <a:pt x="13619" y="0"/>
                      </a:moveTo>
                      <a:cubicBezTo>
                        <a:pt x="18668" y="4101"/>
                        <a:pt x="21600" y="10260"/>
                        <a:pt x="21600" y="16765"/>
                      </a:cubicBezTo>
                      <a:cubicBezTo>
                        <a:pt x="21600" y="25618"/>
                        <a:pt x="16197" y="33574"/>
                        <a:pt x="7969" y="36841"/>
                      </a:cubicBezTo>
                    </a:path>
                    <a:path w="21600" h="36841" stroke="0" extrusionOk="0">
                      <a:moveTo>
                        <a:pt x="13619" y="0"/>
                      </a:moveTo>
                      <a:cubicBezTo>
                        <a:pt x="18668" y="4101"/>
                        <a:pt x="21600" y="10260"/>
                        <a:pt x="21600" y="16765"/>
                      </a:cubicBezTo>
                      <a:cubicBezTo>
                        <a:pt x="21600" y="25618"/>
                        <a:pt x="16197" y="33574"/>
                        <a:pt x="7969" y="36841"/>
                      </a:cubicBezTo>
                      <a:lnTo>
                        <a:pt x="0" y="16765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CCFF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75" name="Group 74">
                  <a:extLst>
                    <a:ext uri="{FF2B5EF4-FFF2-40B4-BE49-F238E27FC236}">
                      <a16:creationId xmlns:a16="http://schemas.microsoft.com/office/drawing/2014/main" id="{93066D9B-DD55-45AB-BB61-AD8E3BA41B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4" y="390"/>
                  <a:ext cx="2334" cy="1207"/>
                  <a:chOff x="2654" y="390"/>
                  <a:chExt cx="2334" cy="1207"/>
                </a:xfrm>
              </p:grpSpPr>
              <p:grpSp>
                <p:nvGrpSpPr>
                  <p:cNvPr id="176" name="Group 75">
                    <a:extLst>
                      <a:ext uri="{FF2B5EF4-FFF2-40B4-BE49-F238E27FC236}">
                        <a16:creationId xmlns:a16="http://schemas.microsoft.com/office/drawing/2014/main" id="{3A0E9817-CDB8-4320-8250-2055A91D67B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54" y="444"/>
                    <a:ext cx="875" cy="1153"/>
                    <a:chOff x="2654" y="444"/>
                    <a:chExt cx="875" cy="1153"/>
                  </a:xfrm>
                </p:grpSpPr>
                <p:grpSp>
                  <p:nvGrpSpPr>
                    <p:cNvPr id="187" name="Group 76">
                      <a:extLst>
                        <a:ext uri="{FF2B5EF4-FFF2-40B4-BE49-F238E27FC236}">
                          <a16:creationId xmlns:a16="http://schemas.microsoft.com/office/drawing/2014/main" id="{00768B79-8F56-4A5D-AE92-CD31624DFA5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 rot="10039617" flipH="1">
                      <a:off x="2883" y="444"/>
                      <a:ext cx="244" cy="1153"/>
                      <a:chOff x="1384" y="1009"/>
                      <a:chExt cx="315" cy="1153"/>
                    </a:xfrm>
                  </p:grpSpPr>
                  <p:sp>
                    <p:nvSpPr>
                      <p:cNvPr id="191" name="Arc 77">
                        <a:extLst>
                          <a:ext uri="{FF2B5EF4-FFF2-40B4-BE49-F238E27FC236}">
                            <a16:creationId xmlns:a16="http://schemas.microsoft.com/office/drawing/2014/main" id="{63EA074B-853D-4F72-8D94-CA4A09C72FB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706296">
                        <a:off x="1384" y="1009"/>
                        <a:ext cx="201" cy="1153"/>
                      </a:xfrm>
                      <a:custGeom>
                        <a:avLst/>
                        <a:gdLst>
                          <a:gd name="T0" fmla="*/ 0 w 21600"/>
                          <a:gd name="T1" fmla="*/ 0 h 41676"/>
                          <a:gd name="T2" fmla="*/ 0 w 21600"/>
                          <a:gd name="T3" fmla="*/ 0 h 41676"/>
                          <a:gd name="T4" fmla="*/ 0 w 21600"/>
                          <a:gd name="T5" fmla="*/ 0 h 41676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41676"/>
                          <a:gd name="T11" fmla="*/ 21600 w 21600"/>
                          <a:gd name="T12" fmla="*/ 41676 h 4167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41676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</a:path>
                          <a:path w="21600" h="41676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2" name="Arc 78">
                        <a:extLst>
                          <a:ext uri="{FF2B5EF4-FFF2-40B4-BE49-F238E27FC236}">
                            <a16:creationId xmlns:a16="http://schemas.microsoft.com/office/drawing/2014/main" id="{734B8816-53AF-407A-BC5B-EB7D75AD6B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20886301" flipH="1">
                        <a:off x="1491" y="1009"/>
                        <a:ext cx="208" cy="1025"/>
                      </a:xfrm>
                      <a:custGeom>
                        <a:avLst/>
                        <a:gdLst>
                          <a:gd name="T0" fmla="*/ 0 w 29086"/>
                          <a:gd name="T1" fmla="*/ 0 h 43200"/>
                          <a:gd name="T2" fmla="*/ 0 w 29086"/>
                          <a:gd name="T3" fmla="*/ 0 h 43200"/>
                          <a:gd name="T4" fmla="*/ 0 w 29086"/>
                          <a:gd name="T5" fmla="*/ 0 h 43200"/>
                          <a:gd name="T6" fmla="*/ 0 60000 65536"/>
                          <a:gd name="T7" fmla="*/ 0 60000 65536"/>
                          <a:gd name="T8" fmla="*/ 0 60000 65536"/>
                          <a:gd name="T9" fmla="*/ 0 w 29086"/>
                          <a:gd name="T10" fmla="*/ 0 h 43200"/>
                          <a:gd name="T11" fmla="*/ 29086 w 29086"/>
                          <a:gd name="T12" fmla="*/ 43200 h 432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9086" h="43200" fill="none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</a:path>
                          <a:path w="29086" h="43200" stroke="0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  <a:lnTo>
                              <a:pt x="7486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round/>
                        <a:headEnd/>
                        <a:tailEnd type="none" w="sm" len="lg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88" name="Arc 79">
                      <a:extLst>
                        <a:ext uri="{FF2B5EF4-FFF2-40B4-BE49-F238E27FC236}">
                          <a16:creationId xmlns:a16="http://schemas.microsoft.com/office/drawing/2014/main" id="{001CA7BF-C485-4F22-BDCF-6DDCF557DF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9626271" flipH="1">
                      <a:off x="3192" y="527"/>
                      <a:ext cx="227" cy="1019"/>
                    </a:xfrm>
                    <a:custGeom>
                      <a:avLst/>
                      <a:gdLst>
                        <a:gd name="T0" fmla="*/ 0 w 21600"/>
                        <a:gd name="T1" fmla="*/ 0 h 36841"/>
                        <a:gd name="T2" fmla="*/ 0 w 21600"/>
                        <a:gd name="T3" fmla="*/ 0 h 36841"/>
                        <a:gd name="T4" fmla="*/ 0 w 21600"/>
                        <a:gd name="T5" fmla="*/ 0 h 36841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36841"/>
                        <a:gd name="T11" fmla="*/ 21600 w 21600"/>
                        <a:gd name="T12" fmla="*/ 36841 h 3684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36841" fill="none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</a:path>
                        <a:path w="21600" h="36841" stroke="0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  <a:lnTo>
                            <a:pt x="0" y="16765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89" name="Arc 80">
                      <a:extLst>
                        <a:ext uri="{FF2B5EF4-FFF2-40B4-BE49-F238E27FC236}">
                          <a16:creationId xmlns:a16="http://schemas.microsoft.com/office/drawing/2014/main" id="{7C355789-4633-422B-AF58-D71B307D47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964552">
                      <a:off x="3369" y="558"/>
                      <a:ext cx="160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90" name="Arc 81">
                      <a:extLst>
                        <a:ext uri="{FF2B5EF4-FFF2-40B4-BE49-F238E27FC236}">
                          <a16:creationId xmlns:a16="http://schemas.microsoft.com/office/drawing/2014/main" id="{89FD6439-A17B-4ED2-A7D1-5FBF0912A1C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753316">
                      <a:off x="2654" y="567"/>
                      <a:ext cx="161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77" name="Group 82">
                    <a:extLst>
                      <a:ext uri="{FF2B5EF4-FFF2-40B4-BE49-F238E27FC236}">
                        <a16:creationId xmlns:a16="http://schemas.microsoft.com/office/drawing/2014/main" id="{714D47A2-3636-4CDD-A99C-45D11209ECB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6" y="390"/>
                    <a:ext cx="875" cy="1153"/>
                    <a:chOff x="2654" y="444"/>
                    <a:chExt cx="875" cy="1153"/>
                  </a:xfrm>
                </p:grpSpPr>
                <p:grpSp>
                  <p:nvGrpSpPr>
                    <p:cNvPr id="181" name="Group 83">
                      <a:extLst>
                        <a:ext uri="{FF2B5EF4-FFF2-40B4-BE49-F238E27FC236}">
                          <a16:creationId xmlns:a16="http://schemas.microsoft.com/office/drawing/2014/main" id="{C3A8DEE6-92D9-48F6-9712-76F0A2A9D1D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 rot="10039617" flipH="1">
                      <a:off x="2883" y="444"/>
                      <a:ext cx="244" cy="1153"/>
                      <a:chOff x="1384" y="1009"/>
                      <a:chExt cx="315" cy="1153"/>
                    </a:xfrm>
                  </p:grpSpPr>
                  <p:sp>
                    <p:nvSpPr>
                      <p:cNvPr id="185" name="Arc 84">
                        <a:extLst>
                          <a:ext uri="{FF2B5EF4-FFF2-40B4-BE49-F238E27FC236}">
                            <a16:creationId xmlns:a16="http://schemas.microsoft.com/office/drawing/2014/main" id="{58DB818D-D14E-4B96-B3EF-EF12E7D3DA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706296">
                        <a:off x="1384" y="1009"/>
                        <a:ext cx="201" cy="1153"/>
                      </a:xfrm>
                      <a:custGeom>
                        <a:avLst/>
                        <a:gdLst>
                          <a:gd name="T0" fmla="*/ 0 w 21600"/>
                          <a:gd name="T1" fmla="*/ 0 h 41676"/>
                          <a:gd name="T2" fmla="*/ 0 w 21600"/>
                          <a:gd name="T3" fmla="*/ 0 h 41676"/>
                          <a:gd name="T4" fmla="*/ 0 w 21600"/>
                          <a:gd name="T5" fmla="*/ 0 h 41676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41676"/>
                          <a:gd name="T11" fmla="*/ 21600 w 21600"/>
                          <a:gd name="T12" fmla="*/ 41676 h 4167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41676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</a:path>
                          <a:path w="21600" h="41676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86" name="Arc 85">
                        <a:extLst>
                          <a:ext uri="{FF2B5EF4-FFF2-40B4-BE49-F238E27FC236}">
                            <a16:creationId xmlns:a16="http://schemas.microsoft.com/office/drawing/2014/main" id="{6C279875-0A9E-424D-9588-84EA721EAB9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20886301" flipH="1">
                        <a:off x="1491" y="1009"/>
                        <a:ext cx="208" cy="1025"/>
                      </a:xfrm>
                      <a:custGeom>
                        <a:avLst/>
                        <a:gdLst>
                          <a:gd name="T0" fmla="*/ 0 w 29086"/>
                          <a:gd name="T1" fmla="*/ 0 h 43200"/>
                          <a:gd name="T2" fmla="*/ 0 w 29086"/>
                          <a:gd name="T3" fmla="*/ 0 h 43200"/>
                          <a:gd name="T4" fmla="*/ 0 w 29086"/>
                          <a:gd name="T5" fmla="*/ 0 h 43200"/>
                          <a:gd name="T6" fmla="*/ 0 60000 65536"/>
                          <a:gd name="T7" fmla="*/ 0 60000 65536"/>
                          <a:gd name="T8" fmla="*/ 0 60000 65536"/>
                          <a:gd name="T9" fmla="*/ 0 w 29086"/>
                          <a:gd name="T10" fmla="*/ 0 h 43200"/>
                          <a:gd name="T11" fmla="*/ 29086 w 29086"/>
                          <a:gd name="T12" fmla="*/ 43200 h 432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9086" h="43200" fill="none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</a:path>
                          <a:path w="29086" h="43200" stroke="0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  <a:lnTo>
                              <a:pt x="7486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round/>
                        <a:headEnd/>
                        <a:tailEnd type="none" w="sm" len="lg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82" name="Arc 86">
                      <a:extLst>
                        <a:ext uri="{FF2B5EF4-FFF2-40B4-BE49-F238E27FC236}">
                          <a16:creationId xmlns:a16="http://schemas.microsoft.com/office/drawing/2014/main" id="{F4F56678-A394-49CC-AF1B-34C568F4F2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9626271" flipH="1">
                      <a:off x="3192" y="527"/>
                      <a:ext cx="227" cy="1019"/>
                    </a:xfrm>
                    <a:custGeom>
                      <a:avLst/>
                      <a:gdLst>
                        <a:gd name="T0" fmla="*/ 0 w 21600"/>
                        <a:gd name="T1" fmla="*/ 0 h 36841"/>
                        <a:gd name="T2" fmla="*/ 0 w 21600"/>
                        <a:gd name="T3" fmla="*/ 0 h 36841"/>
                        <a:gd name="T4" fmla="*/ 0 w 21600"/>
                        <a:gd name="T5" fmla="*/ 0 h 36841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36841"/>
                        <a:gd name="T11" fmla="*/ 21600 w 21600"/>
                        <a:gd name="T12" fmla="*/ 36841 h 3684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36841" fill="none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</a:path>
                        <a:path w="21600" h="36841" stroke="0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  <a:lnTo>
                            <a:pt x="0" y="16765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83" name="Arc 87">
                      <a:extLst>
                        <a:ext uri="{FF2B5EF4-FFF2-40B4-BE49-F238E27FC236}">
                          <a16:creationId xmlns:a16="http://schemas.microsoft.com/office/drawing/2014/main" id="{08D99435-E392-4094-91AC-7FEAA8E47C3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964552">
                      <a:off x="3369" y="558"/>
                      <a:ext cx="160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84" name="Arc 88">
                      <a:extLst>
                        <a:ext uri="{FF2B5EF4-FFF2-40B4-BE49-F238E27FC236}">
                          <a16:creationId xmlns:a16="http://schemas.microsoft.com/office/drawing/2014/main" id="{F77551FB-33D4-441A-BACE-56F7BEB6D9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753316">
                      <a:off x="2654" y="567"/>
                      <a:ext cx="161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78" name="Group 89">
                    <a:extLst>
                      <a:ext uri="{FF2B5EF4-FFF2-40B4-BE49-F238E27FC236}">
                        <a16:creationId xmlns:a16="http://schemas.microsoft.com/office/drawing/2014/main" id="{89995D5F-6143-4ADB-801D-A678DDCD450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10039617" flipH="1">
                    <a:off x="4744" y="435"/>
                    <a:ext cx="244" cy="1153"/>
                    <a:chOff x="1384" y="1009"/>
                    <a:chExt cx="315" cy="1153"/>
                  </a:xfrm>
                </p:grpSpPr>
                <p:sp>
                  <p:nvSpPr>
                    <p:cNvPr id="179" name="Arc 90">
                      <a:extLst>
                        <a:ext uri="{FF2B5EF4-FFF2-40B4-BE49-F238E27FC236}">
                          <a16:creationId xmlns:a16="http://schemas.microsoft.com/office/drawing/2014/main" id="{6A42AB3D-49E8-4A46-8622-60E4A81736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706296">
                      <a:off x="1384" y="1009"/>
                      <a:ext cx="201" cy="1153"/>
                    </a:xfrm>
                    <a:custGeom>
                      <a:avLst/>
                      <a:gdLst>
                        <a:gd name="T0" fmla="*/ 0 w 21600"/>
                        <a:gd name="T1" fmla="*/ 0 h 41676"/>
                        <a:gd name="T2" fmla="*/ 0 w 21600"/>
                        <a:gd name="T3" fmla="*/ 0 h 41676"/>
                        <a:gd name="T4" fmla="*/ 0 w 21600"/>
                        <a:gd name="T5" fmla="*/ 0 h 41676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1676"/>
                        <a:gd name="T11" fmla="*/ 21600 w 21600"/>
                        <a:gd name="T12" fmla="*/ 41676 h 4167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1676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0453"/>
                            <a:pt x="16197" y="38409"/>
                            <a:pt x="7969" y="41676"/>
                          </a:cubicBezTo>
                        </a:path>
                        <a:path w="21600" h="41676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0453"/>
                            <a:pt x="16197" y="38409"/>
                            <a:pt x="7969" y="41676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80" name="Arc 91">
                      <a:extLst>
                        <a:ext uri="{FF2B5EF4-FFF2-40B4-BE49-F238E27FC236}">
                          <a16:creationId xmlns:a16="http://schemas.microsoft.com/office/drawing/2014/main" id="{8516E23D-3F9D-4F4E-9280-B39602B7D9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20886301" flipH="1">
                      <a:off x="1491" y="1009"/>
                      <a:ext cx="208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72" name="Line 92">
                <a:extLst>
                  <a:ext uri="{FF2B5EF4-FFF2-40B4-BE49-F238E27FC236}">
                    <a16:creationId xmlns:a16="http://schemas.microsoft.com/office/drawing/2014/main" id="{B2F9D705-AFE0-45DB-8649-858D7286F7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9" y="527"/>
                <a:ext cx="0" cy="54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prstDash val="dash"/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Object 93">
                    <a:extLst>
                      <a:ext uri="{FF2B5EF4-FFF2-40B4-BE49-F238E27FC236}">
                        <a16:creationId xmlns:a16="http://schemas.microsoft.com/office/drawing/2014/main" id="{540E0307-E26A-4A71-96FF-FC05E1EB8B2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951" y="717"/>
                    <a:ext cx="195" cy="21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173" name="Object 93">
                    <a:extLst>
                      <a:ext uri="{FF2B5EF4-FFF2-40B4-BE49-F238E27FC236}">
                        <a16:creationId xmlns:a16="http://schemas.microsoft.com/office/drawing/2014/main" id="{540E0307-E26A-4A71-96FF-FC05E1EB8B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51" y="717"/>
                    <a:ext cx="195" cy="21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922" r="-27451" b="-3272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93" name="Group 96">
            <a:extLst>
              <a:ext uri="{FF2B5EF4-FFF2-40B4-BE49-F238E27FC236}">
                <a16:creationId xmlns:a16="http://schemas.microsoft.com/office/drawing/2014/main" id="{FD6A45A8-EFF1-4E78-B226-7A2FFAB33122}"/>
              </a:ext>
            </a:extLst>
          </p:cNvPr>
          <p:cNvGrpSpPr>
            <a:grpSpLocks/>
          </p:cNvGrpSpPr>
          <p:nvPr/>
        </p:nvGrpSpPr>
        <p:grpSpPr bwMode="auto">
          <a:xfrm>
            <a:off x="6214820" y="1466754"/>
            <a:ext cx="4970463" cy="2806700"/>
            <a:chOff x="2290" y="981"/>
            <a:chExt cx="3131" cy="1768"/>
          </a:xfrm>
        </p:grpSpPr>
        <p:grpSp>
          <p:nvGrpSpPr>
            <p:cNvPr id="194" name="Group 47">
              <a:extLst>
                <a:ext uri="{FF2B5EF4-FFF2-40B4-BE49-F238E27FC236}">
                  <a16:creationId xmlns:a16="http://schemas.microsoft.com/office/drawing/2014/main" id="{78AA3953-8A75-4990-8D9E-44B59049D7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1207"/>
              <a:ext cx="3131" cy="1542"/>
              <a:chOff x="2199" y="346"/>
              <a:chExt cx="3131" cy="1542"/>
            </a:xfrm>
          </p:grpSpPr>
          <p:sp>
            <p:nvSpPr>
              <p:cNvPr id="196" name="Line 48">
                <a:extLst>
                  <a:ext uri="{FF2B5EF4-FFF2-40B4-BE49-F238E27FC236}">
                    <a16:creationId xmlns:a16="http://schemas.microsoft.com/office/drawing/2014/main" id="{BF15ED38-8C65-4623-9714-87D22D967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5" y="346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7" name="Line 49">
                <a:extLst>
                  <a:ext uri="{FF2B5EF4-FFF2-40B4-BE49-F238E27FC236}">
                    <a16:creationId xmlns:a16="http://schemas.microsoft.com/office/drawing/2014/main" id="{BDF95FDE-10D4-4BD0-8DEB-072673540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" y="1480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8" name="Line 50">
                <a:extLst>
                  <a:ext uri="{FF2B5EF4-FFF2-40B4-BE49-F238E27FC236}">
                    <a16:creationId xmlns:a16="http://schemas.microsoft.com/office/drawing/2014/main" id="{300BA207-38CF-4CA5-B25F-D6FBBE2896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709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9" name="Line 51">
                <a:extLst>
                  <a:ext uri="{FF2B5EF4-FFF2-40B4-BE49-F238E27FC236}">
                    <a16:creationId xmlns:a16="http://schemas.microsoft.com/office/drawing/2014/main" id="{A838FCBC-ADAC-4496-A6A5-F7AC2956B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7" y="1071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0" name="Line 52">
                <a:extLst>
                  <a:ext uri="{FF2B5EF4-FFF2-40B4-BE49-F238E27FC236}">
                    <a16:creationId xmlns:a16="http://schemas.microsoft.com/office/drawing/2014/main" id="{2E1484ED-881C-49CF-AFF0-6AC961E2F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9" y="1888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Object 95">
                  <a:extLst>
                    <a:ext uri="{FF2B5EF4-FFF2-40B4-BE49-F238E27FC236}">
                      <a16:creationId xmlns:a16="http://schemas.microsoft.com/office/drawing/2014/main" id="{0EE1C9B9-1E2C-4A82-968B-FC2458B6B732}"/>
                    </a:ext>
                  </a:extLst>
                </p:cNvPr>
                <p:cNvSpPr txBox="1"/>
                <p:nvPr/>
              </p:nvSpPr>
              <p:spPr bwMode="auto">
                <a:xfrm>
                  <a:off x="4785" y="981"/>
                  <a:ext cx="184" cy="2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5" name="Object 95">
                  <a:extLst>
                    <a:ext uri="{FF2B5EF4-FFF2-40B4-BE49-F238E27FC236}">
                      <a16:creationId xmlns:a16="http://schemas.microsoft.com/office/drawing/2014/main" id="{0EE1C9B9-1E2C-4A82-968B-FC2458B6B7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85" y="981"/>
                  <a:ext cx="184" cy="245"/>
                </a:xfrm>
                <a:prstGeom prst="rect">
                  <a:avLst/>
                </a:prstGeom>
                <a:blipFill>
                  <a:blip r:embed="rId5"/>
                  <a:stretch>
                    <a:fillRect r="-625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1" name="Group 58">
            <a:extLst>
              <a:ext uri="{FF2B5EF4-FFF2-40B4-BE49-F238E27FC236}">
                <a16:creationId xmlns:a16="http://schemas.microsoft.com/office/drawing/2014/main" id="{98490AE6-7F13-4F57-8FA4-3F7CE66178C5}"/>
              </a:ext>
            </a:extLst>
          </p:cNvPr>
          <p:cNvGrpSpPr>
            <a:grpSpLocks/>
          </p:cNvGrpSpPr>
          <p:nvPr/>
        </p:nvGrpSpPr>
        <p:grpSpPr bwMode="auto">
          <a:xfrm>
            <a:off x="6013209" y="1771554"/>
            <a:ext cx="1371601" cy="1257300"/>
            <a:chOff x="2072" y="312"/>
            <a:chExt cx="864" cy="792"/>
          </a:xfrm>
        </p:grpSpPr>
        <p:sp>
          <p:nvSpPr>
            <p:cNvPr id="202" name="Line 59">
              <a:extLst>
                <a:ext uri="{FF2B5EF4-FFF2-40B4-BE49-F238E27FC236}">
                  <a16:creationId xmlns:a16="http://schemas.microsoft.com/office/drawing/2014/main" id="{735A9D5B-7661-47FE-B5A7-1DE62529EF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" y="572"/>
              <a:ext cx="317" cy="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203" name="Line 60">
              <a:extLst>
                <a:ext uri="{FF2B5EF4-FFF2-40B4-BE49-F238E27FC236}">
                  <a16:creationId xmlns:a16="http://schemas.microsoft.com/office/drawing/2014/main" id="{FED4E739-D714-410B-8B5D-64369D9E4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935"/>
              <a:ext cx="3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204" name="Line 61">
              <a:extLst>
                <a:ext uri="{FF2B5EF4-FFF2-40B4-BE49-F238E27FC236}">
                  <a16:creationId xmlns:a16="http://schemas.microsoft.com/office/drawing/2014/main" id="{39CC88A7-3854-4DF6-A7E2-C2B278588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" y="527"/>
              <a:ext cx="0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Object 62">
                  <a:extLst>
                    <a:ext uri="{FF2B5EF4-FFF2-40B4-BE49-F238E27FC236}">
                      <a16:creationId xmlns:a16="http://schemas.microsoft.com/office/drawing/2014/main" id="{49DE0188-47AE-4846-91A5-3A7F879D129D}"/>
                    </a:ext>
                  </a:extLst>
                </p:cNvPr>
                <p:cNvSpPr txBox="1"/>
                <p:nvPr/>
              </p:nvSpPr>
              <p:spPr bwMode="auto">
                <a:xfrm>
                  <a:off x="2400" y="727"/>
                  <a:ext cx="169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5" name="Object 62">
                  <a:extLst>
                    <a:ext uri="{FF2B5EF4-FFF2-40B4-BE49-F238E27FC236}">
                      <a16:creationId xmlns:a16="http://schemas.microsoft.com/office/drawing/2014/main" id="{49DE0188-47AE-4846-91A5-3A7F879D1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00" y="727"/>
                  <a:ext cx="169" cy="237"/>
                </a:xfrm>
                <a:prstGeom prst="rect">
                  <a:avLst/>
                </a:prstGeom>
                <a:blipFill>
                  <a:blip r:embed="rId6"/>
                  <a:stretch>
                    <a:fillRect r="-1136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Object 63">
                  <a:extLst>
                    <a:ext uri="{FF2B5EF4-FFF2-40B4-BE49-F238E27FC236}">
                      <a16:creationId xmlns:a16="http://schemas.microsoft.com/office/drawing/2014/main" id="{41509552-49A0-4C17-9A46-BBEF66839D5A}"/>
                    </a:ext>
                  </a:extLst>
                </p:cNvPr>
                <p:cNvSpPr txBox="1"/>
                <p:nvPr/>
              </p:nvSpPr>
              <p:spPr bwMode="auto">
                <a:xfrm>
                  <a:off x="2699" y="799"/>
                  <a:ext cx="23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//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6" name="Object 63">
                  <a:extLst>
                    <a:ext uri="{FF2B5EF4-FFF2-40B4-BE49-F238E27FC236}">
                      <a16:creationId xmlns:a16="http://schemas.microsoft.com/office/drawing/2014/main" id="{41509552-49A0-4C17-9A46-BBEF66839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99" y="799"/>
                  <a:ext cx="237" cy="305"/>
                </a:xfrm>
                <a:prstGeom prst="rect">
                  <a:avLst/>
                </a:prstGeom>
                <a:blipFill>
                  <a:blip r:embed="rId7"/>
                  <a:stretch>
                    <a:fillRect r="-55738" b="-1375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Object 64">
                  <a:extLst>
                    <a:ext uri="{FF2B5EF4-FFF2-40B4-BE49-F238E27FC236}">
                      <a16:creationId xmlns:a16="http://schemas.microsoft.com/office/drawing/2014/main" id="{E2B460C1-17C2-4F77-942B-C43DAEF8C4E6}"/>
                    </a:ext>
                  </a:extLst>
                </p:cNvPr>
                <p:cNvSpPr txBox="1"/>
                <p:nvPr/>
              </p:nvSpPr>
              <p:spPr bwMode="auto">
                <a:xfrm>
                  <a:off x="2072" y="338"/>
                  <a:ext cx="2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7" name="Object 64">
                  <a:extLst>
                    <a:ext uri="{FF2B5EF4-FFF2-40B4-BE49-F238E27FC236}">
                      <a16:creationId xmlns:a16="http://schemas.microsoft.com/office/drawing/2014/main" id="{E2B460C1-17C2-4F77-942B-C43DAEF8C4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2" y="338"/>
                  <a:ext cx="236" cy="288"/>
                </a:xfrm>
                <a:prstGeom prst="rect">
                  <a:avLst/>
                </a:prstGeom>
                <a:blipFill>
                  <a:blip r:embed="rId8"/>
                  <a:stretch>
                    <a:fillRect r="-30645" b="-4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Object 65">
                  <a:extLst>
                    <a:ext uri="{FF2B5EF4-FFF2-40B4-BE49-F238E27FC236}">
                      <a16:creationId xmlns:a16="http://schemas.microsoft.com/office/drawing/2014/main" id="{9D069380-FBB8-4785-9980-575EECD9C5EF}"/>
                    </a:ext>
                  </a:extLst>
                </p:cNvPr>
                <p:cNvSpPr txBox="1"/>
                <p:nvPr/>
              </p:nvSpPr>
              <p:spPr bwMode="auto">
                <a:xfrm>
                  <a:off x="2583" y="312"/>
                  <a:ext cx="220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08" name="Object 65">
                  <a:extLst>
                    <a:ext uri="{FF2B5EF4-FFF2-40B4-BE49-F238E27FC236}">
                      <a16:creationId xmlns:a16="http://schemas.microsoft.com/office/drawing/2014/main" id="{9D069380-FBB8-4785-9980-575EECD9C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83" y="312"/>
                  <a:ext cx="220" cy="305"/>
                </a:xfrm>
                <a:prstGeom prst="rect">
                  <a:avLst/>
                </a:prstGeom>
                <a:blipFill>
                  <a:blip r:embed="rId9"/>
                  <a:stretch>
                    <a:fillRect r="-293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D1B34BF-7C39-46D4-94E4-40A3D0075EB8}"/>
                  </a:ext>
                </a:extLst>
              </p:cNvPr>
              <p:cNvSpPr/>
              <p:nvPr/>
            </p:nvSpPr>
            <p:spPr>
              <a:xfrm>
                <a:off x="867717" y="2528860"/>
                <a:ext cx="35076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- </a:t>
                </a:r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半径：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𝑅</m:t>
                    </m:r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𝑚</m:t>
                        </m:r>
                        <m:sSub>
                          <m:sSubPr>
                            <m:ctrlP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⊥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𝑞</m:t>
                        </m:r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𝐵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D1B34BF-7C39-46D4-94E4-40A3D0075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17" y="2528860"/>
                <a:ext cx="3507692" cy="523220"/>
              </a:xfrm>
              <a:prstGeom prst="rect">
                <a:avLst/>
              </a:prstGeom>
              <a:blipFill>
                <a:blip r:embed="rId10"/>
                <a:stretch>
                  <a:fillRect l="-347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E86E334-31CD-47A4-BBDB-2EFCD7C763E3}"/>
                  </a:ext>
                </a:extLst>
              </p:cNvPr>
              <p:cNvSpPr/>
              <p:nvPr/>
            </p:nvSpPr>
            <p:spPr>
              <a:xfrm>
                <a:off x="2332484" y="3124783"/>
                <a:ext cx="27706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𝑚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uncPr>
                            <m:fNam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𝑠𝑖𝑛</m:t>
                              </m:r>
                            </m:fName>
                            <m:e>
                              <m:r>
                                <a:rPr kumimoji="1"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𝑞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E86E334-31CD-47A4-BBDB-2EFCD7C76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484" y="3124783"/>
                <a:ext cx="277069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1972240-063C-435C-BF20-8C61317F340D}"/>
                  </a:ext>
                </a:extLst>
              </p:cNvPr>
              <p:cNvSpPr/>
              <p:nvPr/>
            </p:nvSpPr>
            <p:spPr>
              <a:xfrm>
                <a:off x="924581" y="3862961"/>
                <a:ext cx="35097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- </a:t>
                </a:r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周期：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𝑇</m:t>
                    </m:r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  <m:r>
                          <a:rPr kumimoji="1"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𝜋</m:t>
                        </m:r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𝑚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𝑞</m:t>
                        </m:r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𝐵</m:t>
                        </m:r>
                      </m:den>
                    </m:f>
                  </m:oMath>
                </a14:m>
                <a:endParaRPr lang="en-US" altLang="zh-CN" sz="2800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1972240-063C-435C-BF20-8C61317F34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81" y="3862961"/>
                <a:ext cx="3509743" cy="523220"/>
              </a:xfrm>
              <a:prstGeom prst="rect">
                <a:avLst/>
              </a:prstGeom>
              <a:blipFill>
                <a:blip r:embed="rId12"/>
                <a:stretch>
                  <a:fillRect l="-365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D4A3354-C39D-4A55-A52D-F3C1FB5E5D21}"/>
                  </a:ext>
                </a:extLst>
              </p:cNvPr>
              <p:cNvSpPr/>
              <p:nvPr/>
            </p:nvSpPr>
            <p:spPr>
              <a:xfrm>
                <a:off x="929146" y="4644037"/>
                <a:ext cx="2744277" cy="53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- </a:t>
                </a:r>
                <a:r>
                  <a:rPr kumimoji="1"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螺距：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h</m:t>
                    </m:r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𝑣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sub>
                    </m:sSub>
                    <m:r>
                      <m:rPr>
                        <m:sty m:val="p"/>
                      </m:rP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T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D4A3354-C39D-4A55-A52D-F3C1FB5E5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146" y="4644037"/>
                <a:ext cx="2744277" cy="532390"/>
              </a:xfrm>
              <a:prstGeom prst="rect">
                <a:avLst/>
              </a:prstGeom>
              <a:blipFill>
                <a:blip r:embed="rId13"/>
                <a:stretch>
                  <a:fillRect l="-4435" t="-11494" b="-31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8525FB-C0E3-4634-8A53-D63CFB233ACF}"/>
                  </a:ext>
                </a:extLst>
              </p:cNvPr>
              <p:cNvSpPr/>
              <p:nvPr/>
            </p:nvSpPr>
            <p:spPr>
              <a:xfrm>
                <a:off x="2468130" y="5262631"/>
                <a:ext cx="32191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𝑚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uncPr>
                            <m:fNam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kumimoji="1"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𝑞</m:t>
                          </m:r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58525FB-C0E3-4634-8A53-D63CFB233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130" y="5262631"/>
                <a:ext cx="321915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内容占位符 7">
            <a:extLst>
              <a:ext uri="{FF2B5EF4-FFF2-40B4-BE49-F238E27FC236}">
                <a16:creationId xmlns:a16="http://schemas.microsoft.com/office/drawing/2014/main" id="{33EEB3F3-8420-A70F-78C7-244CE2304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0653" y="521861"/>
            <a:ext cx="5334396" cy="849571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kumimoji="1"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粒子在均匀磁场中的运动</a:t>
            </a:r>
            <a:endParaRPr lang="en-US" altLang="zh-CN" sz="3200" b="1" dirty="0">
              <a:solidFill>
                <a:srgbClr val="0066FF"/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zh-CN" alt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64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" grpId="0"/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25581F2-96D8-40DC-9D97-43CD963B857E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质量为</a:t>
                </a:r>
                <a:r>
                  <a:rPr lang="en-US" altLang="zh-CN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m</a:t>
                </a:r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:r>
                  <a:rPr lang="en-US" altLang="zh-CN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2m</a:t>
                </a:r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的两个带电粒子（电量均为</a:t>
                </a:r>
                <a:r>
                  <a:rPr lang="en-US" altLang="zh-CN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q</a:t>
                </a:r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），分别以速度</a:t>
                </a:r>
                <a14:m>
                  <m:oMath xmlns:m="http://schemas.openxmlformats.org/officeDocument/2006/math">
                    <m:r>
                      <a:rPr lang="zh-CN" alt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 </a:t>
                </a:r>
                <a:r>
                  <a:rPr lang="en-US" altLang="zh-CN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2</a:t>
                </a:r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同时入射一均匀磁场，速度方向与磁场垂直，经磁场偏转后回到原点，则下列说法正确的是：</a:t>
                </a:r>
                <a:endParaRPr lang="en-US" sz="2600" dirty="0">
                  <a:solidFill>
                    <a:srgbClr val="00000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25581F2-96D8-40DC-9D97-43CD963B8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>
                <a:blip r:embed="rId20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2ED26360-917A-4EBF-98A8-661ADF0D8E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两个粒子运动距离相同</a:t>
            </a:r>
            <a:endParaRPr 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9803E9-8E04-402A-BA0E-AA48FCB6CE6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ea typeface="Microsoft Yahei" panose="020B0503020204020204" pitchFamily="34" charset="-122"/>
                <a:sym typeface="Microsoft Yahei" panose="020B0503020204020204" pitchFamily="34" charset="-122"/>
              </a:rPr>
              <a:t>两个粒子同时回到原点</a:t>
            </a:r>
            <a:endParaRPr lang="en-US" sz="2600" dirty="0">
              <a:solidFill>
                <a:srgbClr val="000000"/>
              </a:solidFill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70504A0-9C13-435F-A190-D45A357D29A2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速度为</a:t>
                </a:r>
                <a:r>
                  <a:rPr lang="en-US" altLang="zh-CN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2</a:t>
                </a:r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的粒子先回到原点</a:t>
                </a:r>
                <a:endParaRPr lang="en-US" sz="2600" dirty="0">
                  <a:solidFill>
                    <a:srgbClr val="00000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70504A0-9C13-435F-A190-D45A357D2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blipFill>
                <a:blip r:embed="rId22"/>
                <a:stretch>
                  <a:fillRect l="-1286" b="-1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018CB9-ED6C-411E-8014-719CA2A4C20A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速度为</a:t>
                </a:r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的粒子先回到原点</a:t>
                </a:r>
                <a:endParaRPr lang="en-US" sz="2600" dirty="0">
                  <a:solidFill>
                    <a:srgbClr val="000000"/>
                  </a:solidFill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018CB9-ED6C-411E-8014-719CA2A4C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blipFill>
                <a:blip r:embed="rId24"/>
                <a:stretch>
                  <a:fillRect l="-1286" b="-1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>
            <a:extLst>
              <a:ext uri="{FF2B5EF4-FFF2-40B4-BE49-F238E27FC236}">
                <a16:creationId xmlns:a16="http://schemas.microsoft.com/office/drawing/2014/main" id="{947990D9-DF7B-4121-9F32-2B4A148753C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788697E-4405-4405-B8F3-2AF4B9DFCF9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13B0172-D669-4910-9F49-CA1453955FB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31F1075-B1A0-452D-8B3C-32B5DAD4BF9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47AFE28-6CC5-4B2B-9020-7FBA177DD5D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2622739-72F5-4962-9063-479078A7C5A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4A5B18BB-2F6E-4E6B-80B8-B4886315150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F62C656-ED32-4F31-B13C-11E971571F4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5548F89-319B-40F9-84F8-24A279FFB05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E326D9BE-68B9-45E6-9859-E8F4ABEF9B0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103E9BD-1ACE-4F3D-AD71-FB7197CECF1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741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C27E3941-55BD-44AF-B258-16A95A2FAAC4}"/>
              </a:ext>
            </a:extLst>
          </p:cNvPr>
          <p:cNvSpPr txBox="1"/>
          <p:nvPr/>
        </p:nvSpPr>
        <p:spPr>
          <a:xfrm>
            <a:off x="520653" y="1371432"/>
            <a:ext cx="775339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/>
              <a:t>1930</a:t>
            </a:r>
            <a:r>
              <a:rPr lang="zh-CN" altLang="en-US" sz="2600" dirty="0"/>
              <a:t>年：英国物理学家保罗</a:t>
            </a:r>
            <a:r>
              <a:rPr lang="en-US" altLang="zh-CN" sz="2600" dirty="0"/>
              <a:t>·</a:t>
            </a:r>
            <a:r>
              <a:rPr lang="zh-CN" altLang="en-US" sz="2600" dirty="0"/>
              <a:t>狄拉克理论预言正电子</a:t>
            </a:r>
            <a:endParaRPr lang="en-US" altLang="zh-CN" sz="2600" dirty="0"/>
          </a:p>
          <a:p>
            <a:r>
              <a:rPr lang="en-US" altLang="zh-CN" sz="2600" dirty="0"/>
              <a:t>1932</a:t>
            </a:r>
            <a:r>
              <a:rPr lang="zh-CN" altLang="en-US" sz="2600" dirty="0"/>
              <a:t>年美国物理学家卡尔</a:t>
            </a:r>
            <a:r>
              <a:rPr lang="en-US" altLang="zh-CN" sz="2600" dirty="0"/>
              <a:t>·</a:t>
            </a:r>
            <a:r>
              <a:rPr lang="zh-CN" altLang="en-US" sz="2600" dirty="0"/>
              <a:t>戴维</a:t>
            </a:r>
            <a:r>
              <a:rPr lang="en-US" altLang="zh-CN" sz="2600" dirty="0"/>
              <a:t>·</a:t>
            </a:r>
            <a:r>
              <a:rPr lang="zh-CN" altLang="en-US" sz="2600" dirty="0"/>
              <a:t>安德森在宇宙射线中发现了正电子。</a:t>
            </a:r>
            <a:endParaRPr lang="en-US" sz="26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961D9C1-030B-4C7C-B015-EE3594CB1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213" y="799085"/>
            <a:ext cx="2894623" cy="285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7D9A445-906C-427E-9DBC-BC51C57F4208}"/>
              </a:ext>
            </a:extLst>
          </p:cNvPr>
          <p:cNvSpPr txBox="1"/>
          <p:nvPr/>
        </p:nvSpPr>
        <p:spPr>
          <a:xfrm>
            <a:off x="466923" y="3078813"/>
            <a:ext cx="752670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/>
              <a:t>- </a:t>
            </a:r>
            <a:r>
              <a:rPr lang="zh-CN" altLang="en-US" sz="2600" dirty="0"/>
              <a:t>德米特里</a:t>
            </a:r>
            <a:r>
              <a:rPr lang="en-US" altLang="zh-CN" sz="2600" dirty="0"/>
              <a:t>·</a:t>
            </a:r>
            <a:r>
              <a:rPr lang="zh-CN" altLang="en-US" sz="2600" dirty="0"/>
              <a:t>斯科别利岑（</a:t>
            </a:r>
            <a:r>
              <a:rPr lang="en-US" altLang="zh-CN" sz="2600" dirty="0"/>
              <a:t>Dmitri </a:t>
            </a:r>
            <a:r>
              <a:rPr lang="en-US" altLang="zh-CN" sz="2600" dirty="0" err="1"/>
              <a:t>Skobeltsyn</a:t>
            </a:r>
            <a:r>
              <a:rPr lang="zh-CN" altLang="en-US" sz="2600" dirty="0"/>
              <a:t>）最早于</a:t>
            </a:r>
            <a:r>
              <a:rPr lang="en-US" altLang="zh-CN" sz="2600" dirty="0"/>
              <a:t>1929</a:t>
            </a:r>
            <a:r>
              <a:rPr lang="zh-CN" altLang="en-US" sz="2600" dirty="0"/>
              <a:t>年观测到正电子，</a:t>
            </a:r>
            <a:endParaRPr lang="en-US" altLang="zh-CN" sz="2600" dirty="0"/>
          </a:p>
          <a:p>
            <a:r>
              <a:rPr lang="en-US" altLang="zh-CN" sz="2600" dirty="0"/>
              <a:t>- </a:t>
            </a:r>
            <a:r>
              <a:rPr lang="zh-CN" altLang="en-US" sz="2600" dirty="0"/>
              <a:t>赵忠尧在</a:t>
            </a:r>
            <a:r>
              <a:rPr lang="en-US" altLang="zh-CN" sz="2600" dirty="0"/>
              <a:t>1929</a:t>
            </a:r>
            <a:r>
              <a:rPr lang="zh-CN" altLang="en-US" sz="2600" dirty="0"/>
              <a:t>年（加州理工学院的研究生）也注意到类似的实验结果，</a:t>
            </a:r>
            <a:endParaRPr lang="en-US" altLang="zh-CN" sz="2600" dirty="0"/>
          </a:p>
          <a:p>
            <a:r>
              <a:rPr lang="en-US" altLang="zh-CN" sz="2600" dirty="0"/>
              <a:t>- </a:t>
            </a:r>
            <a:r>
              <a:rPr lang="zh-CN" altLang="en-US" sz="2600" dirty="0"/>
              <a:t>在安德森公布发现正电子的时候，居里夫妇已经持有有正电子轨迹的老照片，不过他们当时认为那轨是属于质子的</a:t>
            </a:r>
            <a:endParaRPr lang="en-US" sz="2600" dirty="0"/>
          </a:p>
        </p:txBody>
      </p:sp>
      <p:sp>
        <p:nvSpPr>
          <p:cNvPr id="32" name="内容占位符 7">
            <a:extLst>
              <a:ext uri="{FF2B5EF4-FFF2-40B4-BE49-F238E27FC236}">
                <a16:creationId xmlns:a16="http://schemas.microsoft.com/office/drawing/2014/main" id="{B334E097-8538-4261-9D96-C03428EBDCC1}"/>
              </a:ext>
            </a:extLst>
          </p:cNvPr>
          <p:cNvSpPr txBox="1">
            <a:spLocks/>
          </p:cNvSpPr>
          <p:nvPr/>
        </p:nvSpPr>
        <p:spPr>
          <a:xfrm>
            <a:off x="520653" y="521861"/>
            <a:ext cx="5334396" cy="8495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kumimoji="1"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 正电子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7D08894-0E13-404E-9301-4B075C46E353}"/>
              </a:ext>
            </a:extLst>
          </p:cNvPr>
          <p:cNvSpPr txBox="1"/>
          <p:nvPr/>
        </p:nvSpPr>
        <p:spPr>
          <a:xfrm>
            <a:off x="8337550" y="4169763"/>
            <a:ext cx="36639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云室：充满过饱和水蒸气或酒精的密封容器。</a:t>
            </a:r>
            <a:br>
              <a:rPr lang="en-US" altLang="zh-CN" sz="2400" dirty="0"/>
            </a:br>
            <a:r>
              <a:rPr lang="en-US" altLang="zh-CN" sz="2400" dirty="0"/>
              <a:t>  </a:t>
            </a:r>
            <a:r>
              <a:rPr lang="zh-CN" altLang="en-US" sz="2400" dirty="0"/>
              <a:t>带电粒子会将混合物离子化，使离子的周围产生雾气（离子类似云凝结核），留下走过的轨迹。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754729" y="311330"/>
            <a:ext cx="26981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+mj-lt"/>
                <a:ea typeface="+mj-ea"/>
              </a:rPr>
              <a:t>回旋加速器</a:t>
            </a:r>
          </a:p>
        </p:txBody>
      </p:sp>
      <p:sp>
        <p:nvSpPr>
          <p:cNvPr id="72797" name="Rectangle 93"/>
          <p:cNvSpPr>
            <a:spLocks noChangeArrowheads="1"/>
          </p:cNvSpPr>
          <p:nvPr/>
        </p:nvSpPr>
        <p:spPr bwMode="auto">
          <a:xfrm>
            <a:off x="6389553" y="1833583"/>
            <a:ext cx="485529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 dirty="0">
                <a:ea typeface="华文楷体" panose="02010600040101010101" pitchFamily="2" charset="-122"/>
              </a:rPr>
              <a:t>施加与电子回旋频率一致的交变电压以加速带电粒子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59A79E93-8E66-4007-B4D1-338D140D1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55" y="942258"/>
            <a:ext cx="5213663" cy="54114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1BB20DD-F151-494D-B2CB-842644DA1AC7}"/>
                  </a:ext>
                </a:extLst>
              </p:cNvPr>
              <p:cNvSpPr/>
              <p:nvPr/>
            </p:nvSpPr>
            <p:spPr>
              <a:xfrm>
                <a:off x="6389553" y="1051340"/>
                <a:ext cx="330776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latin typeface="华文楷体" panose="02010600040101010101" pitchFamily="2" charset="-122"/>
                  </a:rPr>
                  <a:t>周期：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𝑇</m:t>
                    </m:r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  <m:r>
                          <a:rPr kumimoji="1" lang="zh-CN" altLang="en-US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𝜋</m:t>
                        </m:r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𝑚</m:t>
                        </m:r>
                      </m:num>
                      <m:den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𝑞</m:t>
                        </m:r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𝐵</m:t>
                        </m:r>
                      </m:den>
                    </m:f>
                  </m:oMath>
                </a14:m>
                <a:endParaRPr lang="en-US" altLang="zh-CN" sz="28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91BB20DD-F151-494D-B2CB-842644DA1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553" y="1051340"/>
                <a:ext cx="3307765" cy="523220"/>
              </a:xfrm>
              <a:prstGeom prst="rect">
                <a:avLst/>
              </a:prstGeom>
              <a:blipFill>
                <a:blip r:embed="rId3"/>
                <a:stretch>
                  <a:fillRect l="-368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D1892D4C-3046-4CF5-90D0-CF4B47A4F08D}"/>
              </a:ext>
            </a:extLst>
          </p:cNvPr>
          <p:cNvSpPr txBox="1"/>
          <p:nvPr/>
        </p:nvSpPr>
        <p:spPr>
          <a:xfrm>
            <a:off x="9689731" y="1067681"/>
            <a:ext cx="2113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华文楷体" panose="02010600040101010101" pitchFamily="2" charset="-122"/>
              </a:rPr>
              <a:t>与速度无关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290E5C0C-81F1-7F11-9D7F-40B3B927F3AE}"/>
                  </a:ext>
                </a:extLst>
              </p:cNvPr>
              <p:cNvSpPr txBox="1"/>
              <p:nvPr/>
            </p:nvSpPr>
            <p:spPr>
              <a:xfrm>
                <a:off x="6962160" y="3838319"/>
                <a:ext cx="1781175" cy="11318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𝑞𝐵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290E5C0C-81F1-7F11-9D7F-40B3B927F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160" y="3838319"/>
                <a:ext cx="1781175" cy="1131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93586AF7-DD04-0EAE-29C0-AC6CC0CE4661}"/>
                  </a:ext>
                </a:extLst>
              </p:cNvPr>
              <p:cNvSpPr txBox="1"/>
              <p:nvPr/>
            </p:nvSpPr>
            <p:spPr>
              <a:xfrm>
                <a:off x="6920373" y="4866163"/>
                <a:ext cx="2071688" cy="11318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93586AF7-DD04-0EAE-29C0-AC6CC0CE4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73" y="4866163"/>
                <a:ext cx="2071688" cy="1131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>
            <a:extLst>
              <a:ext uri="{FF2B5EF4-FFF2-40B4-BE49-F238E27FC236}">
                <a16:creationId xmlns:a16="http://schemas.microsoft.com/office/drawing/2014/main" id="{293FAEE4-9BAF-C48D-C408-5229B08123AF}"/>
              </a:ext>
            </a:extLst>
          </p:cNvPr>
          <p:cNvSpPr txBox="1"/>
          <p:nvPr/>
        </p:nvSpPr>
        <p:spPr>
          <a:xfrm>
            <a:off x="6990735" y="2909888"/>
            <a:ext cx="3505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到半圆盒边缘时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F669DAB4-9A5F-EE35-FE4E-74845DCCF13C}"/>
                  </a:ext>
                </a:extLst>
              </p:cNvPr>
              <p:cNvSpPr txBox="1"/>
              <p:nvPr/>
            </p:nvSpPr>
            <p:spPr>
              <a:xfrm>
                <a:off x="8743335" y="4829651"/>
                <a:ext cx="2471738" cy="12049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F669DAB4-9A5F-EE35-FE4E-74845DCCF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335" y="4829651"/>
                <a:ext cx="2471738" cy="12049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16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97" grpId="0" autoUpdateAnimBg="0"/>
      <p:bldP spid="25" grpId="0"/>
      <p:bldP spid="29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29" y="1295400"/>
            <a:ext cx="7772400" cy="3238500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3491" name="Text Box 4"/>
          <p:cNvSpPr txBox="1"/>
          <p:nvPr/>
        </p:nvSpPr>
        <p:spPr>
          <a:xfrm>
            <a:off x="414183" y="4640363"/>
            <a:ext cx="922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        1932</a:t>
            </a:r>
            <a:r>
              <a:rPr lang="zh-CN" altLang="en-US" sz="2800" dirty="0">
                <a:latin typeface="Times New Roman" panose="02020603050405020304" pitchFamily="18" charset="0"/>
              </a:rPr>
              <a:t>年劳伦斯研制的第一台回旋加速器。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27333" name="Text Box 5"/>
          <p:cNvSpPr txBox="1"/>
          <p:nvPr/>
        </p:nvSpPr>
        <p:spPr>
          <a:xfrm>
            <a:off x="1799303" y="5501149"/>
            <a:ext cx="8153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此加速器可将质子和氘核加速到</a:t>
            </a:r>
            <a:r>
              <a:rPr lang="en-US" altLang="zh-CN" sz="2800" dirty="0">
                <a:latin typeface="Times New Roman" panose="02020603050405020304" pitchFamily="18" charset="0"/>
              </a:rPr>
              <a:t>1MeV</a:t>
            </a:r>
            <a:r>
              <a:rPr lang="zh-CN" altLang="en-US" sz="2800" dirty="0">
                <a:latin typeface="Times New Roman" panose="02020603050405020304" pitchFamily="18" charset="0"/>
              </a:rPr>
              <a:t>的能量，为此</a:t>
            </a:r>
            <a:r>
              <a:rPr lang="en-US" altLang="zh-CN" sz="2800" dirty="0">
                <a:latin typeface="Times New Roman" panose="02020603050405020304" pitchFamily="18" charset="0"/>
              </a:rPr>
              <a:t>1939</a:t>
            </a:r>
            <a:r>
              <a:rPr lang="zh-CN" altLang="en-US" sz="2800" dirty="0">
                <a:latin typeface="Times New Roman" panose="02020603050405020304" pitchFamily="18" charset="0"/>
              </a:rPr>
              <a:t>年劳伦斯获得诺贝尔物理学奖。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415D586-1FAE-95A7-4B57-821C73BF1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29" y="311330"/>
            <a:ext cx="26981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+mj-lt"/>
                <a:ea typeface="+mj-ea"/>
              </a:rPr>
              <a:t>回旋加速器</a:t>
            </a:r>
          </a:p>
        </p:txBody>
      </p:sp>
      <p:pic>
        <p:nvPicPr>
          <p:cNvPr id="4098" name="Picture 2" descr="劳伦斯和回旋加速器(下)">
            <a:extLst>
              <a:ext uri="{FF2B5EF4-FFF2-40B4-BE49-F238E27FC236}">
                <a16:creationId xmlns:a16="http://schemas.microsoft.com/office/drawing/2014/main" id="{56BD72A1-6C14-50C2-C4EF-24F728C4E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549" y="975852"/>
            <a:ext cx="2916640" cy="379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Group 2"/>
          <p:cNvGrpSpPr/>
          <p:nvPr/>
        </p:nvGrpSpPr>
        <p:grpSpPr>
          <a:xfrm>
            <a:off x="541337" y="393702"/>
            <a:ext cx="10423525" cy="1836738"/>
            <a:chOff x="-547" y="412"/>
            <a:chExt cx="6566" cy="1157"/>
          </a:xfrm>
        </p:grpSpPr>
        <p:sp>
          <p:nvSpPr>
            <p:cNvPr id="62471" name="Text Box 3"/>
            <p:cNvSpPr txBox="1"/>
            <p:nvPr/>
          </p:nvSpPr>
          <p:spPr>
            <a:xfrm>
              <a:off x="-547" y="412"/>
              <a:ext cx="6566" cy="1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latin typeface="Times New Roman" panose="02020603050405020304" pitchFamily="18" charset="0"/>
                </a:rPr>
                <a:t>例 有一回旋加 速器，他 的交变 电压的 频率为                    ，半圆形电极的半径为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0.532m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。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问 加速氘核所需的磁感应强度为多大？氘核所能达到的最大动能为多大？其最大速率有多大？（已知氘核的质量为                        ，电荷为                         ）。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72" name="Object 4"/>
                <p:cNvSpPr txBox="1"/>
                <p:nvPr/>
              </p:nvSpPr>
              <p:spPr>
                <a:xfrm>
                  <a:off x="3976" y="412"/>
                  <a:ext cx="1343" cy="33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12×1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Hz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472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" y="412"/>
                  <a:ext cx="1343" cy="3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73" name="Object 5"/>
                <p:cNvSpPr txBox="1"/>
                <p:nvPr/>
              </p:nvSpPr>
              <p:spPr>
                <a:xfrm>
                  <a:off x="622" y="1225"/>
                  <a:ext cx="1448" cy="34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3.3×1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−27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kg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473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" y="1225"/>
                  <a:ext cx="1448" cy="34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74" name="Object 6"/>
                <p:cNvSpPr txBox="1"/>
                <p:nvPr/>
              </p:nvSpPr>
              <p:spPr>
                <a:xfrm>
                  <a:off x="2882" y="1223"/>
                  <a:ext cx="1390" cy="31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1.6×1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474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" y="1223"/>
                  <a:ext cx="1390" cy="3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0408" name="Object 8"/>
              <p:cNvSpPr txBox="1"/>
              <p:nvPr/>
            </p:nvSpPr>
            <p:spPr>
              <a:xfrm>
                <a:off x="1828800" y="3201989"/>
                <a:ext cx="7696200" cy="11239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𝑚𝑓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×3.3×1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−27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×12×1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1.6×1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−19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=1.56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040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201989"/>
                <a:ext cx="7696200" cy="1123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409" name="Object 9"/>
              <p:cNvSpPr txBox="1"/>
              <p:nvPr/>
            </p:nvSpPr>
            <p:spPr>
              <a:xfrm>
                <a:off x="3333750" y="4275702"/>
                <a:ext cx="4191000" cy="10715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=16.7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MeV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040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4275702"/>
                <a:ext cx="4191000" cy="10715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410" name="Object 10"/>
              <p:cNvSpPr txBox="1"/>
              <p:nvPr/>
            </p:nvSpPr>
            <p:spPr>
              <a:xfrm>
                <a:off x="3333750" y="5515539"/>
                <a:ext cx="4916488" cy="11604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𝑞𝐵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=4.02×1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04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5515539"/>
                <a:ext cx="4916488" cy="11604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B413A5B-4D0B-5903-A930-409DE7F56E7E}"/>
                  </a:ext>
                </a:extLst>
              </p:cNvPr>
              <p:cNvSpPr/>
              <p:nvPr/>
            </p:nvSpPr>
            <p:spPr>
              <a:xfrm>
                <a:off x="1512753" y="2483458"/>
                <a:ext cx="34235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latin typeface="华文楷体" panose="02010600040101010101" pitchFamily="2" charset="-122"/>
                  </a:rPr>
                  <a:t>周期：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𝑇</m:t>
                    </m:r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  <m:r>
                          <a:rPr kumimoji="1" lang="zh-CN" altLang="en-US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𝜋</m:t>
                        </m:r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𝑚</m:t>
                        </m:r>
                      </m:num>
                      <m:den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𝐵𝑞</m:t>
                        </m:r>
                      </m:den>
                    </m:f>
                  </m:oMath>
                </a14:m>
                <a:endParaRPr lang="en-US" altLang="zh-CN" sz="28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B413A5B-4D0B-5903-A930-409DE7F56E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753" y="2483458"/>
                <a:ext cx="3423566" cy="523220"/>
              </a:xfrm>
              <a:prstGeom prst="rect">
                <a:avLst/>
              </a:prstGeom>
              <a:blipFill>
                <a:blip r:embed="rId8"/>
                <a:stretch>
                  <a:fillRect l="-3559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895ECCB5-2262-809D-8B26-23EF8EB76E96}"/>
                  </a:ext>
                </a:extLst>
              </p:cNvPr>
              <p:cNvSpPr txBox="1"/>
              <p:nvPr/>
            </p:nvSpPr>
            <p:spPr>
              <a:xfrm>
                <a:off x="5429250" y="2206628"/>
                <a:ext cx="2860060" cy="11334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𝑞𝐵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Object 2">
                <a:extLst>
                  <a:ext uri="{FF2B5EF4-FFF2-40B4-BE49-F238E27FC236}">
                    <a16:creationId xmlns:a16="http://schemas.microsoft.com/office/drawing/2014/main" id="{895ECCB5-2262-809D-8B26-23EF8EB76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2206628"/>
                <a:ext cx="2860060" cy="11334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8" grpId="0"/>
      <p:bldP spid="230409" grpId="0"/>
      <p:bldP spid="230410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457" name="Group 193"/>
          <p:cNvGrpSpPr>
            <a:grpSpLocks/>
          </p:cNvGrpSpPr>
          <p:nvPr/>
        </p:nvGrpSpPr>
        <p:grpSpPr bwMode="auto">
          <a:xfrm>
            <a:off x="4750616" y="3958014"/>
            <a:ext cx="3429000" cy="2281238"/>
            <a:chOff x="3360" y="2448"/>
            <a:chExt cx="2160" cy="1437"/>
          </a:xfrm>
        </p:grpSpPr>
        <p:sp>
          <p:nvSpPr>
            <p:cNvPr id="139422" name="Line 158"/>
            <p:cNvSpPr>
              <a:spLocks noChangeShapeType="1"/>
            </p:cNvSpPr>
            <p:nvPr/>
          </p:nvSpPr>
          <p:spPr bwMode="auto">
            <a:xfrm>
              <a:off x="3552" y="3183"/>
              <a:ext cx="19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23" name="Line 159"/>
            <p:cNvSpPr>
              <a:spLocks noChangeShapeType="1"/>
            </p:cNvSpPr>
            <p:nvPr/>
          </p:nvSpPr>
          <p:spPr bwMode="auto">
            <a:xfrm>
              <a:off x="3552" y="3399"/>
              <a:ext cx="19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27" name="Rectangle 163"/>
            <p:cNvSpPr>
              <a:spLocks noChangeArrowheads="1"/>
            </p:cNvSpPr>
            <p:nvPr/>
          </p:nvSpPr>
          <p:spPr bwMode="auto">
            <a:xfrm>
              <a:off x="4057" y="3183"/>
              <a:ext cx="51" cy="216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/>
            </a:p>
          </p:txBody>
        </p:sp>
        <p:sp>
          <p:nvSpPr>
            <p:cNvPr id="139431" name="Line 167"/>
            <p:cNvSpPr>
              <a:spLocks noChangeShapeType="1"/>
            </p:cNvSpPr>
            <p:nvPr/>
          </p:nvSpPr>
          <p:spPr bwMode="auto">
            <a:xfrm>
              <a:off x="4461" y="3183"/>
              <a:ext cx="0" cy="216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33" name="Line 169"/>
            <p:cNvSpPr>
              <a:spLocks noChangeShapeType="1"/>
            </p:cNvSpPr>
            <p:nvPr/>
          </p:nvSpPr>
          <p:spPr bwMode="auto">
            <a:xfrm>
              <a:off x="5068" y="3183"/>
              <a:ext cx="0" cy="2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34" name="Line 170"/>
            <p:cNvSpPr>
              <a:spLocks noChangeShapeType="1"/>
            </p:cNvSpPr>
            <p:nvPr/>
          </p:nvSpPr>
          <p:spPr bwMode="auto">
            <a:xfrm>
              <a:off x="4765" y="3183"/>
              <a:ext cx="0" cy="216"/>
            </a:xfrm>
            <a:prstGeom prst="line">
              <a:avLst/>
            </a:prstGeom>
            <a:noFill/>
            <a:ln w="76200">
              <a:solidFill>
                <a:srgbClr val="99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36" name="Line 172"/>
            <p:cNvSpPr>
              <a:spLocks noChangeShapeType="1"/>
            </p:cNvSpPr>
            <p:nvPr/>
          </p:nvSpPr>
          <p:spPr bwMode="auto">
            <a:xfrm flipH="1" flipV="1">
              <a:off x="4320" y="2727"/>
              <a:ext cx="141" cy="45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37" name="Line 173"/>
            <p:cNvSpPr>
              <a:spLocks noChangeShapeType="1"/>
            </p:cNvSpPr>
            <p:nvPr/>
          </p:nvSpPr>
          <p:spPr bwMode="auto">
            <a:xfrm flipH="1" flipV="1">
              <a:off x="4608" y="2727"/>
              <a:ext cx="0" cy="48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38" name="Line 174"/>
            <p:cNvSpPr>
              <a:spLocks noChangeShapeType="1"/>
            </p:cNvSpPr>
            <p:nvPr/>
          </p:nvSpPr>
          <p:spPr bwMode="auto">
            <a:xfrm flipV="1">
              <a:off x="4765" y="2727"/>
              <a:ext cx="83" cy="45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39" name="Line 175"/>
            <p:cNvSpPr>
              <a:spLocks noChangeShapeType="1"/>
            </p:cNvSpPr>
            <p:nvPr/>
          </p:nvSpPr>
          <p:spPr bwMode="auto">
            <a:xfrm flipV="1">
              <a:off x="5068" y="2727"/>
              <a:ext cx="164" cy="45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42" name="Line 178"/>
            <p:cNvSpPr>
              <a:spLocks noChangeShapeType="1"/>
            </p:cNvSpPr>
            <p:nvPr/>
          </p:nvSpPr>
          <p:spPr bwMode="auto">
            <a:xfrm flipH="1" flipV="1">
              <a:off x="3888" y="2775"/>
              <a:ext cx="169" cy="40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43" name="Text Box 179"/>
            <p:cNvSpPr txBox="1">
              <a:spLocks noChangeArrowheads="1"/>
            </p:cNvSpPr>
            <p:nvPr/>
          </p:nvSpPr>
          <p:spPr bwMode="auto">
            <a:xfrm>
              <a:off x="3692" y="2487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70</a:t>
              </a:r>
            </a:p>
          </p:txBody>
        </p:sp>
        <p:sp>
          <p:nvSpPr>
            <p:cNvPr id="139445" name="Text Box 181"/>
            <p:cNvSpPr txBox="1">
              <a:spLocks noChangeArrowheads="1"/>
            </p:cNvSpPr>
            <p:nvPr/>
          </p:nvSpPr>
          <p:spPr bwMode="auto">
            <a:xfrm>
              <a:off x="4076" y="2448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72</a:t>
              </a:r>
            </a:p>
          </p:txBody>
        </p:sp>
        <p:sp>
          <p:nvSpPr>
            <p:cNvPr id="139446" name="Text Box 182"/>
            <p:cNvSpPr txBox="1">
              <a:spLocks noChangeArrowheads="1"/>
            </p:cNvSpPr>
            <p:nvPr/>
          </p:nvSpPr>
          <p:spPr bwMode="auto">
            <a:xfrm>
              <a:off x="4416" y="2448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73</a:t>
              </a:r>
            </a:p>
          </p:txBody>
        </p:sp>
        <p:sp>
          <p:nvSpPr>
            <p:cNvPr id="139447" name="Text Box 183"/>
            <p:cNvSpPr txBox="1">
              <a:spLocks noChangeArrowheads="1"/>
            </p:cNvSpPr>
            <p:nvPr/>
          </p:nvSpPr>
          <p:spPr bwMode="auto">
            <a:xfrm>
              <a:off x="4752" y="2448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/>
                <a:t>74</a:t>
              </a:r>
            </a:p>
          </p:txBody>
        </p:sp>
        <p:sp>
          <p:nvSpPr>
            <p:cNvPr id="139448" name="Text Box 184"/>
            <p:cNvSpPr txBox="1">
              <a:spLocks noChangeArrowheads="1"/>
            </p:cNvSpPr>
            <p:nvPr/>
          </p:nvSpPr>
          <p:spPr bwMode="auto">
            <a:xfrm>
              <a:off x="5132" y="2448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76</a:t>
              </a:r>
            </a:p>
          </p:txBody>
        </p:sp>
        <p:sp>
          <p:nvSpPr>
            <p:cNvPr id="139432" name="Line 168"/>
            <p:cNvSpPr>
              <a:spLocks noChangeShapeType="1"/>
            </p:cNvSpPr>
            <p:nvPr/>
          </p:nvSpPr>
          <p:spPr bwMode="auto">
            <a:xfrm>
              <a:off x="4613" y="3183"/>
              <a:ext cx="0" cy="216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/>
            </a:p>
          </p:txBody>
        </p:sp>
        <p:sp>
          <p:nvSpPr>
            <p:cNvPr id="139449" name="Text Box 185"/>
            <p:cNvSpPr txBox="1">
              <a:spLocks noChangeArrowheads="1"/>
            </p:cNvSpPr>
            <p:nvPr/>
          </p:nvSpPr>
          <p:spPr bwMode="auto">
            <a:xfrm>
              <a:off x="3360" y="3552"/>
              <a:ext cx="2160" cy="33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rgbClr val="99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锗的质谱</a:t>
              </a:r>
            </a:p>
          </p:txBody>
        </p:sp>
      </p:grpSp>
      <p:grpSp>
        <p:nvGrpSpPr>
          <p:cNvPr id="139456" name="Group 192"/>
          <p:cNvGrpSpPr>
            <a:grpSpLocks/>
          </p:cNvGrpSpPr>
          <p:nvPr/>
        </p:nvGrpSpPr>
        <p:grpSpPr bwMode="auto">
          <a:xfrm>
            <a:off x="1090201" y="1064835"/>
            <a:ext cx="3960813" cy="3535366"/>
            <a:chOff x="762000" y="1020"/>
            <a:chExt cx="3960813" cy="2227"/>
          </a:xfrm>
        </p:grpSpPr>
        <p:sp>
          <p:nvSpPr>
            <p:cNvPr id="139268" name="Oval 4"/>
            <p:cNvSpPr>
              <a:spLocks noChangeArrowheads="1"/>
            </p:cNvSpPr>
            <p:nvPr/>
          </p:nvSpPr>
          <p:spPr bwMode="auto">
            <a:xfrm>
              <a:off x="1020763" y="1483"/>
              <a:ext cx="3103563" cy="1764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270" name="Oval 6"/>
            <p:cNvSpPr>
              <a:spLocks noChangeArrowheads="1"/>
            </p:cNvSpPr>
            <p:nvPr/>
          </p:nvSpPr>
          <p:spPr bwMode="auto">
            <a:xfrm>
              <a:off x="1797050" y="1794"/>
              <a:ext cx="1982788" cy="114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271" name="Rectangle 7"/>
            <p:cNvSpPr>
              <a:spLocks noChangeArrowheads="1"/>
            </p:cNvSpPr>
            <p:nvPr/>
          </p:nvSpPr>
          <p:spPr bwMode="auto">
            <a:xfrm>
              <a:off x="762000" y="1431"/>
              <a:ext cx="3708400" cy="9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139389" name="Group 125"/>
            <p:cNvGrpSpPr>
              <a:grpSpLocks/>
            </p:cNvGrpSpPr>
            <p:nvPr/>
          </p:nvGrpSpPr>
          <p:grpSpPr bwMode="auto">
            <a:xfrm>
              <a:off x="1020763" y="2132"/>
              <a:ext cx="3028950" cy="1006"/>
              <a:chOff x="1248" y="2570"/>
              <a:chExt cx="1687" cy="931"/>
            </a:xfrm>
          </p:grpSpPr>
          <p:sp>
            <p:nvSpPr>
              <p:cNvPr id="139272" name="Line 8"/>
              <p:cNvSpPr>
                <a:spLocks noChangeShapeType="1"/>
              </p:cNvSpPr>
              <p:nvPr/>
            </p:nvSpPr>
            <p:spPr bwMode="auto">
              <a:xfrm>
                <a:off x="1248" y="273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139281" name="Group 17"/>
              <p:cNvGrpSpPr>
                <a:grpSpLocks/>
              </p:cNvGrpSpPr>
              <p:nvPr/>
            </p:nvGrpSpPr>
            <p:grpSpPr bwMode="auto">
              <a:xfrm>
                <a:off x="1248" y="2592"/>
                <a:ext cx="339" cy="307"/>
                <a:chOff x="806" y="2236"/>
                <a:chExt cx="339" cy="307"/>
              </a:xfrm>
            </p:grpSpPr>
            <p:sp>
              <p:nvSpPr>
                <p:cNvPr id="13927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806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7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902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8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998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282" name="Group 18"/>
              <p:cNvGrpSpPr>
                <a:grpSpLocks/>
              </p:cNvGrpSpPr>
              <p:nvPr/>
            </p:nvGrpSpPr>
            <p:grpSpPr bwMode="auto">
              <a:xfrm>
                <a:off x="1538" y="2570"/>
                <a:ext cx="338" cy="306"/>
                <a:chOff x="808" y="2236"/>
                <a:chExt cx="338" cy="306"/>
              </a:xfrm>
            </p:grpSpPr>
            <p:sp>
              <p:nvSpPr>
                <p:cNvPr id="13928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808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84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904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8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999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sp>
            <p:nvSpPr>
              <p:cNvPr id="139287" name="Text Box 23"/>
              <p:cNvSpPr txBox="1">
                <a:spLocks noChangeArrowheads="1"/>
              </p:cNvSpPr>
              <p:nvPr/>
            </p:nvSpPr>
            <p:spPr bwMode="auto">
              <a:xfrm>
                <a:off x="2691" y="2570"/>
                <a:ext cx="147" cy="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  <p:sp>
            <p:nvSpPr>
              <p:cNvPr id="139288" name="Text Box 24"/>
              <p:cNvSpPr txBox="1">
                <a:spLocks noChangeArrowheads="1"/>
              </p:cNvSpPr>
              <p:nvPr/>
            </p:nvSpPr>
            <p:spPr bwMode="auto">
              <a:xfrm>
                <a:off x="2788" y="2571"/>
                <a:ext cx="147" cy="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  <p:grpSp>
            <p:nvGrpSpPr>
              <p:cNvPr id="139290" name="Group 26"/>
              <p:cNvGrpSpPr>
                <a:grpSpLocks/>
              </p:cNvGrpSpPr>
              <p:nvPr/>
            </p:nvGrpSpPr>
            <p:grpSpPr bwMode="auto">
              <a:xfrm>
                <a:off x="2402" y="2570"/>
                <a:ext cx="343" cy="306"/>
                <a:chOff x="804" y="2236"/>
                <a:chExt cx="343" cy="306"/>
              </a:xfrm>
            </p:grpSpPr>
            <p:sp>
              <p:nvSpPr>
                <p:cNvPr id="13929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804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9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902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93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000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294" name="Group 30"/>
              <p:cNvGrpSpPr>
                <a:grpSpLocks/>
              </p:cNvGrpSpPr>
              <p:nvPr/>
            </p:nvGrpSpPr>
            <p:grpSpPr bwMode="auto">
              <a:xfrm>
                <a:off x="2112" y="2570"/>
                <a:ext cx="339" cy="306"/>
                <a:chOff x="806" y="2236"/>
                <a:chExt cx="339" cy="306"/>
              </a:xfrm>
            </p:grpSpPr>
            <p:sp>
              <p:nvSpPr>
                <p:cNvPr id="13929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806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9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902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29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998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298" name="Group 34"/>
              <p:cNvGrpSpPr>
                <a:grpSpLocks/>
              </p:cNvGrpSpPr>
              <p:nvPr/>
            </p:nvGrpSpPr>
            <p:grpSpPr bwMode="auto">
              <a:xfrm>
                <a:off x="1821" y="2570"/>
                <a:ext cx="344" cy="306"/>
                <a:chOff x="803" y="2236"/>
                <a:chExt cx="344" cy="306"/>
              </a:xfrm>
            </p:grpSpPr>
            <p:sp>
              <p:nvSpPr>
                <p:cNvPr id="13929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803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0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901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0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000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04" name="Group 40"/>
              <p:cNvGrpSpPr>
                <a:grpSpLocks/>
              </p:cNvGrpSpPr>
              <p:nvPr/>
            </p:nvGrpSpPr>
            <p:grpSpPr bwMode="auto">
              <a:xfrm>
                <a:off x="1347" y="2809"/>
                <a:ext cx="338" cy="307"/>
                <a:chOff x="805" y="2235"/>
                <a:chExt cx="338" cy="307"/>
              </a:xfrm>
            </p:grpSpPr>
            <p:sp>
              <p:nvSpPr>
                <p:cNvPr id="139305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05" y="2235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06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898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0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996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08" name="Group 44"/>
              <p:cNvGrpSpPr>
                <a:grpSpLocks/>
              </p:cNvGrpSpPr>
              <p:nvPr/>
            </p:nvGrpSpPr>
            <p:grpSpPr bwMode="auto">
              <a:xfrm>
                <a:off x="1632" y="2809"/>
                <a:ext cx="340" cy="307"/>
                <a:chOff x="806" y="2235"/>
                <a:chExt cx="340" cy="307"/>
              </a:xfrm>
            </p:grpSpPr>
            <p:sp>
              <p:nvSpPr>
                <p:cNvPr id="139309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806" y="2235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10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902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11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999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sp>
            <p:nvSpPr>
              <p:cNvPr id="139312" name="Text Box 48"/>
              <p:cNvSpPr txBox="1">
                <a:spLocks noChangeArrowheads="1"/>
              </p:cNvSpPr>
              <p:nvPr/>
            </p:nvSpPr>
            <p:spPr bwMode="auto">
              <a:xfrm>
                <a:off x="2783" y="2812"/>
                <a:ext cx="147" cy="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  <p:grpSp>
            <p:nvGrpSpPr>
              <p:cNvPr id="139314" name="Group 50"/>
              <p:cNvGrpSpPr>
                <a:grpSpLocks/>
              </p:cNvGrpSpPr>
              <p:nvPr/>
            </p:nvGrpSpPr>
            <p:grpSpPr bwMode="auto">
              <a:xfrm>
                <a:off x="2498" y="2831"/>
                <a:ext cx="338" cy="307"/>
                <a:chOff x="808" y="2235"/>
                <a:chExt cx="338" cy="307"/>
              </a:xfrm>
            </p:grpSpPr>
            <p:sp>
              <p:nvSpPr>
                <p:cNvPr id="13931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808" y="2235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1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904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17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999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18" name="Group 54"/>
              <p:cNvGrpSpPr>
                <a:grpSpLocks/>
              </p:cNvGrpSpPr>
              <p:nvPr/>
            </p:nvGrpSpPr>
            <p:grpSpPr bwMode="auto">
              <a:xfrm>
                <a:off x="2208" y="2809"/>
                <a:ext cx="340" cy="307"/>
                <a:chOff x="806" y="2235"/>
                <a:chExt cx="340" cy="307"/>
              </a:xfrm>
            </p:grpSpPr>
            <p:sp>
              <p:nvSpPr>
                <p:cNvPr id="139319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806" y="2235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20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902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21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999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22" name="Group 58"/>
              <p:cNvGrpSpPr>
                <a:grpSpLocks/>
              </p:cNvGrpSpPr>
              <p:nvPr/>
            </p:nvGrpSpPr>
            <p:grpSpPr bwMode="auto">
              <a:xfrm>
                <a:off x="1920" y="2809"/>
                <a:ext cx="339" cy="307"/>
                <a:chOff x="806" y="2235"/>
                <a:chExt cx="339" cy="307"/>
              </a:xfrm>
            </p:grpSpPr>
            <p:sp>
              <p:nvSpPr>
                <p:cNvPr id="13932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806" y="2235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24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904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2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998" y="2237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sp>
            <p:nvSpPr>
              <p:cNvPr id="139329" name="Text Box 65"/>
              <p:cNvSpPr txBox="1">
                <a:spLocks noChangeArrowheads="1"/>
              </p:cNvSpPr>
              <p:nvPr/>
            </p:nvSpPr>
            <p:spPr bwMode="auto">
              <a:xfrm>
                <a:off x="1443" y="3002"/>
                <a:ext cx="147" cy="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  <p:sp>
            <p:nvSpPr>
              <p:cNvPr id="139331" name="Text Box 67"/>
              <p:cNvSpPr txBox="1">
                <a:spLocks noChangeArrowheads="1"/>
              </p:cNvSpPr>
              <p:nvPr/>
            </p:nvSpPr>
            <p:spPr bwMode="auto">
              <a:xfrm>
                <a:off x="1538" y="3004"/>
                <a:ext cx="147" cy="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  <p:grpSp>
            <p:nvGrpSpPr>
              <p:cNvPr id="139332" name="Group 68"/>
              <p:cNvGrpSpPr>
                <a:grpSpLocks/>
              </p:cNvGrpSpPr>
              <p:nvPr/>
            </p:nvGrpSpPr>
            <p:grpSpPr bwMode="auto">
              <a:xfrm>
                <a:off x="1632" y="3002"/>
                <a:ext cx="340" cy="307"/>
                <a:chOff x="806" y="2236"/>
                <a:chExt cx="340" cy="307"/>
              </a:xfrm>
            </p:grpSpPr>
            <p:sp>
              <p:nvSpPr>
                <p:cNvPr id="13933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806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34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902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35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999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sp>
            <p:nvSpPr>
              <p:cNvPr id="139339" name="Text Box 75"/>
              <p:cNvSpPr txBox="1">
                <a:spLocks noChangeArrowheads="1"/>
              </p:cNvSpPr>
              <p:nvPr/>
            </p:nvSpPr>
            <p:spPr bwMode="auto">
              <a:xfrm>
                <a:off x="2500" y="3002"/>
                <a:ext cx="147" cy="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  <p:sp>
            <p:nvSpPr>
              <p:cNvPr id="139340" name="Text Box 76"/>
              <p:cNvSpPr txBox="1">
                <a:spLocks noChangeArrowheads="1"/>
              </p:cNvSpPr>
              <p:nvPr/>
            </p:nvSpPr>
            <p:spPr bwMode="auto">
              <a:xfrm>
                <a:off x="2597" y="3004"/>
                <a:ext cx="147" cy="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  <p:grpSp>
            <p:nvGrpSpPr>
              <p:cNvPr id="139342" name="Group 78"/>
              <p:cNvGrpSpPr>
                <a:grpSpLocks/>
              </p:cNvGrpSpPr>
              <p:nvPr/>
            </p:nvGrpSpPr>
            <p:grpSpPr bwMode="auto">
              <a:xfrm>
                <a:off x="2208" y="3002"/>
                <a:ext cx="340" cy="307"/>
                <a:chOff x="806" y="2236"/>
                <a:chExt cx="340" cy="307"/>
              </a:xfrm>
            </p:grpSpPr>
            <p:sp>
              <p:nvSpPr>
                <p:cNvPr id="139343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806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44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902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45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999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46" name="Group 82"/>
              <p:cNvGrpSpPr>
                <a:grpSpLocks/>
              </p:cNvGrpSpPr>
              <p:nvPr/>
            </p:nvGrpSpPr>
            <p:grpSpPr bwMode="auto">
              <a:xfrm>
                <a:off x="1920" y="3002"/>
                <a:ext cx="339" cy="307"/>
                <a:chOff x="806" y="2236"/>
                <a:chExt cx="339" cy="307"/>
              </a:xfrm>
            </p:grpSpPr>
            <p:sp>
              <p:nvSpPr>
                <p:cNvPr id="139347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806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48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904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4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998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56" name="Group 92"/>
              <p:cNvGrpSpPr>
                <a:grpSpLocks/>
              </p:cNvGrpSpPr>
              <p:nvPr/>
            </p:nvGrpSpPr>
            <p:grpSpPr bwMode="auto">
              <a:xfrm>
                <a:off x="1637" y="3194"/>
                <a:ext cx="338" cy="307"/>
                <a:chOff x="807" y="2236"/>
                <a:chExt cx="338" cy="307"/>
              </a:xfrm>
            </p:grpSpPr>
            <p:sp>
              <p:nvSpPr>
                <p:cNvPr id="139357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807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58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904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59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998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66" name="Group 102"/>
              <p:cNvGrpSpPr>
                <a:grpSpLocks/>
              </p:cNvGrpSpPr>
              <p:nvPr/>
            </p:nvGrpSpPr>
            <p:grpSpPr bwMode="auto">
              <a:xfrm>
                <a:off x="2208" y="3194"/>
                <a:ext cx="340" cy="307"/>
                <a:chOff x="806" y="2236"/>
                <a:chExt cx="340" cy="307"/>
              </a:xfrm>
            </p:grpSpPr>
            <p:sp>
              <p:nvSpPr>
                <p:cNvPr id="139367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806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68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902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69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999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  <p:grpSp>
            <p:nvGrpSpPr>
              <p:cNvPr id="139370" name="Group 106"/>
              <p:cNvGrpSpPr>
                <a:grpSpLocks/>
              </p:cNvGrpSpPr>
              <p:nvPr/>
            </p:nvGrpSpPr>
            <p:grpSpPr bwMode="auto">
              <a:xfrm>
                <a:off x="1920" y="3194"/>
                <a:ext cx="339" cy="307"/>
                <a:chOff x="806" y="2236"/>
                <a:chExt cx="339" cy="307"/>
              </a:xfrm>
            </p:grpSpPr>
            <p:sp>
              <p:nvSpPr>
                <p:cNvPr id="139371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806" y="2236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72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904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  <p:sp>
              <p:nvSpPr>
                <p:cNvPr id="13937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998" y="2238"/>
                  <a:ext cx="147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rgbClr val="CC0000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.</a:t>
                  </a:r>
                </a:p>
              </p:txBody>
            </p:sp>
          </p:grpSp>
        </p:grpSp>
        <p:sp>
          <p:nvSpPr>
            <p:cNvPr id="139276" name="Line 12"/>
            <p:cNvSpPr>
              <a:spLocks noChangeShapeType="1"/>
            </p:cNvSpPr>
            <p:nvPr/>
          </p:nvSpPr>
          <p:spPr bwMode="auto">
            <a:xfrm>
              <a:off x="4038600" y="1950"/>
              <a:ext cx="51752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277" name="Line 13"/>
            <p:cNvSpPr>
              <a:spLocks noChangeShapeType="1"/>
            </p:cNvSpPr>
            <p:nvPr/>
          </p:nvSpPr>
          <p:spPr bwMode="auto">
            <a:xfrm>
              <a:off x="3003550" y="1950"/>
              <a:ext cx="51752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374" name="Text Box 110"/>
            <p:cNvSpPr txBox="1">
              <a:spLocks noChangeArrowheads="1"/>
            </p:cNvSpPr>
            <p:nvPr/>
          </p:nvSpPr>
          <p:spPr bwMode="auto">
            <a:xfrm>
              <a:off x="3455988" y="1431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75" name="Text Box 111"/>
            <p:cNvSpPr txBox="1">
              <a:spLocks noChangeArrowheads="1"/>
            </p:cNvSpPr>
            <p:nvPr/>
          </p:nvSpPr>
          <p:spPr bwMode="auto">
            <a:xfrm>
              <a:off x="3629025" y="1431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76" name="Text Box 112"/>
            <p:cNvSpPr txBox="1">
              <a:spLocks noChangeArrowheads="1"/>
            </p:cNvSpPr>
            <p:nvPr/>
          </p:nvSpPr>
          <p:spPr bwMode="auto">
            <a:xfrm>
              <a:off x="3800475" y="1431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78" name="Text Box 114"/>
            <p:cNvSpPr txBox="1">
              <a:spLocks noChangeArrowheads="1"/>
            </p:cNvSpPr>
            <p:nvPr/>
          </p:nvSpPr>
          <p:spPr bwMode="auto">
            <a:xfrm>
              <a:off x="3435350" y="1607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79" name="Text Box 115"/>
            <p:cNvSpPr txBox="1">
              <a:spLocks noChangeArrowheads="1"/>
            </p:cNvSpPr>
            <p:nvPr/>
          </p:nvSpPr>
          <p:spPr bwMode="auto">
            <a:xfrm>
              <a:off x="3608388" y="1607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80" name="Text Box 116"/>
            <p:cNvSpPr txBox="1">
              <a:spLocks noChangeArrowheads="1"/>
            </p:cNvSpPr>
            <p:nvPr/>
          </p:nvSpPr>
          <p:spPr bwMode="auto">
            <a:xfrm>
              <a:off x="3779838" y="1607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81" name="Text Box 117"/>
            <p:cNvSpPr txBox="1">
              <a:spLocks noChangeArrowheads="1"/>
            </p:cNvSpPr>
            <p:nvPr/>
          </p:nvSpPr>
          <p:spPr bwMode="auto">
            <a:xfrm>
              <a:off x="3435350" y="1794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82" name="Text Box 118"/>
            <p:cNvSpPr txBox="1">
              <a:spLocks noChangeArrowheads="1"/>
            </p:cNvSpPr>
            <p:nvPr/>
          </p:nvSpPr>
          <p:spPr bwMode="auto">
            <a:xfrm>
              <a:off x="3608388" y="1794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83" name="Text Box 119"/>
            <p:cNvSpPr txBox="1">
              <a:spLocks noChangeArrowheads="1"/>
            </p:cNvSpPr>
            <p:nvPr/>
          </p:nvSpPr>
          <p:spPr bwMode="auto">
            <a:xfrm>
              <a:off x="3779838" y="1794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84" name="Text Box 120"/>
            <p:cNvSpPr txBox="1">
              <a:spLocks noChangeArrowheads="1"/>
            </p:cNvSpPr>
            <p:nvPr/>
          </p:nvSpPr>
          <p:spPr bwMode="auto">
            <a:xfrm>
              <a:off x="3435350" y="1970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85" name="Text Box 121"/>
            <p:cNvSpPr txBox="1">
              <a:spLocks noChangeArrowheads="1"/>
            </p:cNvSpPr>
            <p:nvPr/>
          </p:nvSpPr>
          <p:spPr bwMode="auto">
            <a:xfrm>
              <a:off x="3608388" y="1970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86" name="Text Box 122"/>
            <p:cNvSpPr txBox="1">
              <a:spLocks noChangeArrowheads="1"/>
            </p:cNvSpPr>
            <p:nvPr/>
          </p:nvSpPr>
          <p:spPr bwMode="auto">
            <a:xfrm>
              <a:off x="3779838" y="1970"/>
              <a:ext cx="2635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99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139390" name="Line 126"/>
            <p:cNvSpPr>
              <a:spLocks noChangeShapeType="1"/>
            </p:cNvSpPr>
            <p:nvPr/>
          </p:nvSpPr>
          <p:spPr bwMode="auto">
            <a:xfrm>
              <a:off x="1020763" y="2365"/>
              <a:ext cx="2671763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391" name="Line 127"/>
            <p:cNvSpPr>
              <a:spLocks noChangeShapeType="1"/>
            </p:cNvSpPr>
            <p:nvPr/>
          </p:nvSpPr>
          <p:spPr bwMode="auto">
            <a:xfrm flipH="1">
              <a:off x="3865563" y="2365"/>
              <a:ext cx="258763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392" name="Object 128"/>
                <p:cNvSpPr txBox="1"/>
                <p:nvPr/>
              </p:nvSpPr>
              <p:spPr bwMode="auto">
                <a:xfrm>
                  <a:off x="3025775" y="1617"/>
                  <a:ext cx="422275" cy="3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39392" name="Object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25775" y="1617"/>
                  <a:ext cx="422275" cy="32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393" name="Object 129"/>
                <p:cNvSpPr txBox="1"/>
                <p:nvPr/>
              </p:nvSpPr>
              <p:spPr bwMode="auto">
                <a:xfrm>
                  <a:off x="4160838" y="1601"/>
                  <a:ext cx="352425" cy="3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zh-CN" alt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600" dirty="0"/>
                </a:p>
              </p:txBody>
            </p:sp>
          </mc:Choice>
          <mc:Fallback xmlns="">
            <p:sp>
              <p:nvSpPr>
                <p:cNvPr id="139393" name="Object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60838" y="1601"/>
                  <a:ext cx="352425" cy="307"/>
                </a:xfrm>
                <a:prstGeom prst="rect">
                  <a:avLst/>
                </a:prstGeom>
                <a:blipFill>
                  <a:blip r:embed="rId4"/>
                  <a:stretch>
                    <a:fillRect r="-1206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394" name="Text Box 130"/>
            <p:cNvSpPr txBox="1">
              <a:spLocks noChangeArrowheads="1"/>
            </p:cNvSpPr>
            <p:nvPr/>
          </p:nvSpPr>
          <p:spPr bwMode="auto">
            <a:xfrm>
              <a:off x="4297363" y="1846"/>
              <a:ext cx="42545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CC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+</a:t>
              </a:r>
            </a:p>
          </p:txBody>
        </p:sp>
        <p:sp>
          <p:nvSpPr>
            <p:cNvPr id="139395" name="Text Box 131"/>
            <p:cNvSpPr txBox="1">
              <a:spLocks noChangeArrowheads="1"/>
            </p:cNvSpPr>
            <p:nvPr/>
          </p:nvSpPr>
          <p:spPr bwMode="auto">
            <a:xfrm>
              <a:off x="3030538" y="1832"/>
              <a:ext cx="29686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rgbClr val="CC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-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396" name="Object 132"/>
                <p:cNvSpPr txBox="1"/>
                <p:nvPr/>
              </p:nvSpPr>
              <p:spPr bwMode="auto">
                <a:xfrm>
                  <a:off x="4089400" y="1368"/>
                  <a:ext cx="431800" cy="3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39396" name="Object 1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9400" y="1368"/>
                  <a:ext cx="431800" cy="3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397" name="Object 133"/>
                <p:cNvSpPr txBox="1"/>
                <p:nvPr/>
              </p:nvSpPr>
              <p:spPr bwMode="auto">
                <a:xfrm>
                  <a:off x="4098925" y="2021"/>
                  <a:ext cx="431800" cy="4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39397" name="Object 1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98925" y="2021"/>
                  <a:ext cx="431800" cy="40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398" name="Object 134"/>
                <p:cNvSpPr txBox="1"/>
                <p:nvPr/>
              </p:nvSpPr>
              <p:spPr bwMode="auto">
                <a:xfrm>
                  <a:off x="4056063" y="1020"/>
                  <a:ext cx="414338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9398" name="Object 1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56063" y="1020"/>
                  <a:ext cx="414338" cy="3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399" name="Line 135"/>
            <p:cNvSpPr>
              <a:spLocks noChangeShapeType="1"/>
            </p:cNvSpPr>
            <p:nvPr/>
          </p:nvSpPr>
          <p:spPr bwMode="auto">
            <a:xfrm flipV="1">
              <a:off x="3779838" y="1275"/>
              <a:ext cx="0" cy="109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400" name="Line 136"/>
            <p:cNvSpPr>
              <a:spLocks noChangeShapeType="1"/>
            </p:cNvSpPr>
            <p:nvPr/>
          </p:nvSpPr>
          <p:spPr bwMode="auto">
            <a:xfrm>
              <a:off x="3521075" y="1587"/>
              <a:ext cx="171450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401" name="Line 137"/>
            <p:cNvSpPr>
              <a:spLocks noChangeShapeType="1"/>
            </p:cNvSpPr>
            <p:nvPr/>
          </p:nvSpPr>
          <p:spPr bwMode="auto">
            <a:xfrm>
              <a:off x="3865563" y="1587"/>
              <a:ext cx="17303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402" name="Line 138"/>
            <p:cNvSpPr>
              <a:spLocks noChangeShapeType="1"/>
            </p:cNvSpPr>
            <p:nvPr/>
          </p:nvSpPr>
          <p:spPr bwMode="auto">
            <a:xfrm>
              <a:off x="3521075" y="1379"/>
              <a:ext cx="171450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403" name="Line 139"/>
            <p:cNvSpPr>
              <a:spLocks noChangeShapeType="1"/>
            </p:cNvSpPr>
            <p:nvPr/>
          </p:nvSpPr>
          <p:spPr bwMode="auto">
            <a:xfrm>
              <a:off x="3865563" y="1379"/>
              <a:ext cx="173038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413" name="Rectangle 149"/>
            <p:cNvSpPr>
              <a:spLocks noChangeArrowheads="1"/>
            </p:cNvSpPr>
            <p:nvPr/>
          </p:nvSpPr>
          <p:spPr bwMode="auto">
            <a:xfrm>
              <a:off x="3435350" y="1613"/>
              <a:ext cx="688975" cy="7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411" name="Text Box 147"/>
            <p:cNvSpPr txBox="1">
              <a:spLocks noChangeArrowheads="1"/>
            </p:cNvSpPr>
            <p:nvPr/>
          </p:nvSpPr>
          <p:spPr bwMode="auto">
            <a:xfrm>
              <a:off x="919163" y="1209"/>
              <a:ext cx="25860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速度选择器</a:t>
              </a:r>
            </a:p>
          </p:txBody>
        </p:sp>
        <p:sp>
          <p:nvSpPr>
            <p:cNvPr id="139412" name="AutoShape 148"/>
            <p:cNvSpPr>
              <a:spLocks noChangeArrowheads="1"/>
            </p:cNvSpPr>
            <p:nvPr/>
          </p:nvSpPr>
          <p:spPr bwMode="auto">
            <a:xfrm>
              <a:off x="923925" y="1224"/>
              <a:ext cx="1951038" cy="311"/>
            </a:xfrm>
            <a:prstGeom prst="wedgeRectCallout">
              <a:avLst>
                <a:gd name="adj1" fmla="val 77583"/>
                <a:gd name="adj2" fmla="val 101125"/>
              </a:avLst>
            </a:prstGeom>
            <a:noFill/>
            <a:ln w="19050">
              <a:solidFill>
                <a:srgbClr val="9900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zh-CN" sz="2800" b="1" dirty="0">
                <a:solidFill>
                  <a:srgbClr val="9900CC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416" name="Text Box 152"/>
            <p:cNvSpPr txBox="1">
              <a:spLocks noChangeArrowheads="1"/>
            </p:cNvSpPr>
            <p:nvPr/>
          </p:nvSpPr>
          <p:spPr bwMode="auto">
            <a:xfrm>
              <a:off x="1065213" y="1876"/>
              <a:ext cx="24399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照相底片</a:t>
              </a:r>
            </a:p>
          </p:txBody>
        </p:sp>
        <p:sp>
          <p:nvSpPr>
            <p:cNvPr id="139417" name="AutoShape 153"/>
            <p:cNvSpPr>
              <a:spLocks noChangeArrowheads="1"/>
            </p:cNvSpPr>
            <p:nvPr/>
          </p:nvSpPr>
          <p:spPr bwMode="auto">
            <a:xfrm>
              <a:off x="1004888" y="1898"/>
              <a:ext cx="1708150" cy="311"/>
            </a:xfrm>
            <a:prstGeom prst="wedgeRectCallout">
              <a:avLst>
                <a:gd name="adj1" fmla="val 40611"/>
                <a:gd name="adj2" fmla="val 78940"/>
              </a:avLst>
            </a:prstGeom>
            <a:noFill/>
            <a:ln w="19050">
              <a:solidFill>
                <a:srgbClr val="9900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zh-CN" sz="2800" b="1" dirty="0">
                <a:solidFill>
                  <a:srgbClr val="9900CC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273" name="Line 9"/>
            <p:cNvSpPr>
              <a:spLocks noChangeShapeType="1"/>
            </p:cNvSpPr>
            <p:nvPr/>
          </p:nvSpPr>
          <p:spPr bwMode="auto">
            <a:xfrm flipV="1">
              <a:off x="3521075" y="1639"/>
              <a:ext cx="0" cy="674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9275" name="Line 11"/>
            <p:cNvSpPr>
              <a:spLocks noChangeShapeType="1"/>
            </p:cNvSpPr>
            <p:nvPr/>
          </p:nvSpPr>
          <p:spPr bwMode="auto">
            <a:xfrm flipV="1">
              <a:off x="4064000" y="1633"/>
              <a:ext cx="0" cy="674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39" name="Rectangle 7"/>
          <p:cNvSpPr>
            <a:spLocks noChangeArrowheads="1"/>
          </p:cNvSpPr>
          <p:nvPr/>
        </p:nvSpPr>
        <p:spPr bwMode="auto">
          <a:xfrm>
            <a:off x="683954" y="212941"/>
            <a:ext cx="86734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质谱仪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685316" y="2501585"/>
                <a:ext cx="2775211" cy="898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𝑟𝐵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316" y="2501585"/>
                <a:ext cx="2775211" cy="898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52B87B4-FC3D-041D-8763-6947D06380FF}"/>
                  </a:ext>
                </a:extLst>
              </p:cNvPr>
              <p:cNvSpPr txBox="1"/>
              <p:nvPr/>
            </p:nvSpPr>
            <p:spPr>
              <a:xfrm>
                <a:off x="5620770" y="857575"/>
                <a:ext cx="32626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𝑞𝐸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𝑞𝑣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52B87B4-FC3D-041D-8763-6947D0638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770" y="857575"/>
                <a:ext cx="326267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AAA4F20-4070-8DDD-EF1A-8BBFF7B91A80}"/>
                  </a:ext>
                </a:extLst>
              </p:cNvPr>
              <p:cNvSpPr txBox="1"/>
              <p:nvPr/>
            </p:nvSpPr>
            <p:spPr>
              <a:xfrm>
                <a:off x="7813826" y="865465"/>
                <a:ext cx="37835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AAA4F20-4070-8DDD-EF1A-8BBFF7B91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826" y="865465"/>
                <a:ext cx="378357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2BF7542-45E6-21F9-F67B-A3A0F629E8FB}"/>
                  </a:ext>
                </a:extLst>
              </p:cNvPr>
              <p:cNvSpPr txBox="1"/>
              <p:nvPr/>
            </p:nvSpPr>
            <p:spPr>
              <a:xfrm>
                <a:off x="5428635" y="1762123"/>
                <a:ext cx="40545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𝑞𝑣𝐵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2BF7542-45E6-21F9-F67B-A3A0F629E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635" y="1762123"/>
                <a:ext cx="405457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9C426A0-DD1C-24C3-EA53-31E9EA87CF52}"/>
                  </a:ext>
                </a:extLst>
              </p:cNvPr>
              <p:cNvSpPr txBox="1"/>
              <p:nvPr/>
            </p:nvSpPr>
            <p:spPr>
              <a:xfrm>
                <a:off x="8587808" y="1545881"/>
                <a:ext cx="2547466" cy="971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𝑚𝐸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𝑞𝐵</m:t>
                          </m:r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9C426A0-DD1C-24C3-EA53-31E9EA87C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808" y="1545881"/>
                <a:ext cx="2547466" cy="9714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3AE2F13-18A9-4E46-93E2-F7C982C2B287}"/>
                  </a:ext>
                </a:extLst>
              </p:cNvPr>
              <p:cNvSpPr txBox="1"/>
              <p:nvPr/>
            </p:nvSpPr>
            <p:spPr>
              <a:xfrm>
                <a:off x="3986999" y="1956079"/>
                <a:ext cx="5531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33AE2F13-18A9-4E46-93E2-F7C982C2B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999" y="1956079"/>
                <a:ext cx="55316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E59A511D-352D-4901-9754-C7393FE6040D}"/>
                  </a:ext>
                </a:extLst>
              </p:cNvPr>
              <p:cNvSpPr txBox="1"/>
              <p:nvPr/>
            </p:nvSpPr>
            <p:spPr>
              <a:xfrm>
                <a:off x="2751703" y="3129459"/>
                <a:ext cx="5531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E59A511D-352D-4901-9754-C7393FE60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03" y="3129459"/>
                <a:ext cx="55316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69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8" grpId="0"/>
      <p:bldP spid="20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069B44B-8A6C-5BCE-B359-1AA6DA531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028" t="10654"/>
          <a:stretch/>
        </p:blipFill>
        <p:spPr>
          <a:xfrm>
            <a:off x="1396180" y="1101841"/>
            <a:ext cx="4041059" cy="3753656"/>
          </a:xfrm>
          <a:prstGeom prst="rect">
            <a:avLst/>
          </a:prstGeom>
        </p:spPr>
      </p:pic>
      <p:sp>
        <p:nvSpPr>
          <p:cNvPr id="116" name="Rectangle 28">
            <a:extLst>
              <a:ext uri="{FF2B5EF4-FFF2-40B4-BE49-F238E27FC236}">
                <a16:creationId xmlns:a16="http://schemas.microsoft.com/office/drawing/2014/main" id="{9A102598-93F9-4E39-A10F-58E0747A2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7473" y="5407792"/>
            <a:ext cx="48526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066FF"/>
                </a:solidFill>
                <a:ea typeface="华文楷体" panose="02010600040101010101" pitchFamily="2" charset="-122"/>
              </a:rPr>
              <a:t>磁场由弱到强的配置称为磁镜</a:t>
            </a:r>
          </a:p>
        </p:txBody>
      </p:sp>
      <p:sp>
        <p:nvSpPr>
          <p:cNvPr id="2" name="内容占位符 7">
            <a:extLst>
              <a:ext uri="{FF2B5EF4-FFF2-40B4-BE49-F238E27FC236}">
                <a16:creationId xmlns:a16="http://schemas.microsoft.com/office/drawing/2014/main" id="{55E5DD08-8FEB-8BA8-428F-4BA5B23F66E7}"/>
              </a:ext>
            </a:extLst>
          </p:cNvPr>
          <p:cNvSpPr txBox="1">
            <a:spLocks/>
          </p:cNvSpPr>
          <p:nvPr/>
        </p:nvSpPr>
        <p:spPr>
          <a:xfrm>
            <a:off x="520653" y="521861"/>
            <a:ext cx="6283270" cy="8495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kumimoji="1"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粒子在非均匀磁场中的运动</a:t>
            </a:r>
            <a:endParaRPr lang="en-US" altLang="zh-CN" sz="3200" b="1" dirty="0">
              <a:solidFill>
                <a:srgbClr val="0066FF"/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8143105F-F482-E45D-BF6E-120FFE5A5712}"/>
                  </a:ext>
                </a:extLst>
              </p:cNvPr>
              <p:cNvSpPr txBox="1"/>
              <p:nvPr/>
            </p:nvSpPr>
            <p:spPr>
              <a:xfrm>
                <a:off x="6397080" y="1676431"/>
                <a:ext cx="1916608" cy="124757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𝑞𝐵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8143105F-F482-E45D-BF6E-120FFE5A5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080" y="1676431"/>
                <a:ext cx="1916608" cy="1247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3A9EC85-F6B4-81AF-7764-8B8BB9E8288C}"/>
              </a:ext>
            </a:extLst>
          </p:cNvPr>
          <p:cNvSpPr txBox="1"/>
          <p:nvPr/>
        </p:nvSpPr>
        <p:spPr>
          <a:xfrm>
            <a:off x="5177322" y="2819079"/>
            <a:ext cx="50433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2800" dirty="0"/>
              <a:t>- </a:t>
            </a:r>
            <a:r>
              <a:rPr lang="zh-CN" altLang="en-US" sz="2800" dirty="0"/>
              <a:t>随着磁感应强度</a:t>
            </a:r>
            <a:r>
              <a:rPr lang="en-US" altLang="zh-CN" sz="2800" dirty="0"/>
              <a:t>B</a:t>
            </a:r>
            <a:r>
              <a:rPr lang="zh-CN" altLang="en-US" sz="2800" dirty="0"/>
              <a:t>的增大，其半径不断减小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4725BB-4BFE-69FC-835C-84AAF1C426C3}"/>
              </a:ext>
            </a:extLst>
          </p:cNvPr>
          <p:cNvSpPr txBox="1"/>
          <p:nvPr/>
        </p:nvSpPr>
        <p:spPr>
          <a:xfrm>
            <a:off x="1630149" y="4438780"/>
            <a:ext cx="95338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2800" dirty="0"/>
              <a:t>- </a:t>
            </a:r>
            <a:r>
              <a:rPr lang="zh-CN" altLang="en-US" sz="2800" dirty="0"/>
              <a:t>磁场力可能使粒子前进方向的速度分量降为零，并继而沿反方向运行</a:t>
            </a:r>
          </a:p>
        </p:txBody>
      </p:sp>
    </p:spTree>
    <p:extLst>
      <p:ext uri="{BB962C8B-B14F-4D97-AF65-F5344CB8AC3E}">
        <p14:creationId xmlns:p14="http://schemas.microsoft.com/office/powerpoint/2010/main" val="408726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3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15AC52-811E-4301-ABFB-88C1C85D9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587" y="1009276"/>
            <a:ext cx="7609204" cy="33994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EEC6B14-BA38-4660-AA98-F4E7FEF8A12D}"/>
              </a:ext>
            </a:extLst>
          </p:cNvPr>
          <p:cNvSpPr/>
          <p:nvPr/>
        </p:nvSpPr>
        <p:spPr>
          <a:xfrm>
            <a:off x="9670284" y="5092975"/>
            <a:ext cx="1166021" cy="608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Bef>
                <a:spcPts val="600"/>
              </a:spcBef>
            </a:pPr>
            <a:r>
              <a:rPr kumimoji="1"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磁瓶</a:t>
            </a:r>
            <a:endParaRPr lang="en-US" altLang="zh-CN" sz="2800" b="1" dirty="0">
              <a:solidFill>
                <a:srgbClr val="0066FF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63137D14-D3F8-4581-AF84-77E132E8A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656" y="4850602"/>
            <a:ext cx="7381931" cy="10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ea typeface="华文楷体" panose="02010600040101010101" pitchFamily="2" charset="-122"/>
              </a:rPr>
              <a:t>带电粒子会像光在两面镜子间来回反射那样，被限制在两磁镜之间的范围内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05DF9111-87D9-4E4B-9E0D-BB4A31891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582" y="3827227"/>
            <a:ext cx="9028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ea typeface="华文楷体" panose="02010600040101010101" pitchFamily="2" charset="-122"/>
              </a:rPr>
              <a:t>磁镜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00C68069-575D-458E-8C08-60B1E884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195" y="3749439"/>
            <a:ext cx="9028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algn="l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ea typeface="华文楷体" panose="02010600040101010101" pitchFamily="2" charset="-122"/>
              </a:rPr>
              <a:t>磁镜</a:t>
            </a:r>
          </a:p>
        </p:txBody>
      </p:sp>
      <p:sp>
        <p:nvSpPr>
          <p:cNvPr id="4" name="内容占位符 7">
            <a:extLst>
              <a:ext uri="{FF2B5EF4-FFF2-40B4-BE49-F238E27FC236}">
                <a16:creationId xmlns:a16="http://schemas.microsoft.com/office/drawing/2014/main" id="{20F67B1B-8718-45FC-1BE7-1A644EC51717}"/>
              </a:ext>
            </a:extLst>
          </p:cNvPr>
          <p:cNvSpPr txBox="1">
            <a:spLocks/>
          </p:cNvSpPr>
          <p:nvPr/>
        </p:nvSpPr>
        <p:spPr>
          <a:xfrm>
            <a:off x="520653" y="488979"/>
            <a:ext cx="6386508" cy="8495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kumimoji="1"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粒子在非均匀磁场中的运动</a:t>
            </a:r>
            <a:endParaRPr lang="en-US" altLang="zh-CN" sz="3200" b="1" dirty="0">
              <a:solidFill>
                <a:srgbClr val="0066FF"/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zh-CN" alt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22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想想就危险啊！在地球上“重现”太阳：太阳风和等离子体“打嗝”_研究">
            <a:extLst>
              <a:ext uri="{FF2B5EF4-FFF2-40B4-BE49-F238E27FC236}">
                <a16:creationId xmlns:a16="http://schemas.microsoft.com/office/drawing/2014/main" id="{63DCF796-29B7-4C4E-BD2B-6FA834C60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216203"/>
            <a:ext cx="5848619" cy="307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3252" name="Picture 4" descr="28_16A_Van_Allen_bel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" t="15552" r="3064" b="13689"/>
          <a:stretch>
            <a:fillRect/>
          </a:stretch>
        </p:blipFill>
        <p:spPr bwMode="auto">
          <a:xfrm>
            <a:off x="6498376" y="1216203"/>
            <a:ext cx="5293574" cy="381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88195" y="374799"/>
            <a:ext cx="80108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kumimoji="1" lang="zh-CN" altLang="en-US" b="1" dirty="0">
                <a:solidFill>
                  <a:srgbClr val="0066FF"/>
                </a:solidFill>
                <a:latin typeface="+mj-lt"/>
                <a:ea typeface="华文楷体" panose="02010600040101010101" pitchFamily="2" charset="-122"/>
              </a:rPr>
              <a:t>范艾仑辐射带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28D05E-0324-4FAD-9D53-413AAED504D3}"/>
              </a:ext>
            </a:extLst>
          </p:cNvPr>
          <p:cNvSpPr/>
          <p:nvPr/>
        </p:nvSpPr>
        <p:spPr>
          <a:xfrm>
            <a:off x="762223" y="5319494"/>
            <a:ext cx="1026895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zh-CN" altLang="en-US" sz="2800" dirty="0"/>
              <a:t>地球周围存在一个带电粒子捕获区。它是由地球磁场俘获太阳风中的带电粒子所形成的。</a:t>
            </a:r>
            <a:endParaRPr lang="en-US" altLang="zh-CN" sz="2800" dirty="0"/>
          </a:p>
          <a:p>
            <a:pPr marL="342900" indent="-342900">
              <a:buFontTx/>
              <a:buChar char="-"/>
            </a:pPr>
            <a:r>
              <a:rPr lang="zh-CN" altLang="en-US" sz="2800" dirty="0"/>
              <a:t>一般来说，内辐射带里高能质子多，外辐射带里高能电子多</a:t>
            </a:r>
            <a:endParaRPr 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520439-482D-E34C-5018-3ECA37B40D12}"/>
              </a:ext>
            </a:extLst>
          </p:cNvPr>
          <p:cNvSpPr txBox="1"/>
          <p:nvPr/>
        </p:nvSpPr>
        <p:spPr>
          <a:xfrm>
            <a:off x="134578" y="4328765"/>
            <a:ext cx="67043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太阳风：从太阳上层大气射出的超声速（</a:t>
            </a:r>
            <a:r>
              <a:rPr lang="en-US" altLang="zh-CN" sz="2800" dirty="0"/>
              <a:t>200-800 km/s</a:t>
            </a:r>
            <a:r>
              <a:rPr lang="zh-CN" altLang="en-US" sz="2800" dirty="0"/>
              <a:t>）等离子体带电粒子流</a:t>
            </a:r>
          </a:p>
        </p:txBody>
      </p:sp>
    </p:spTree>
    <p:extLst>
      <p:ext uri="{BB962C8B-B14F-4D97-AF65-F5344CB8AC3E}">
        <p14:creationId xmlns:p14="http://schemas.microsoft.com/office/powerpoint/2010/main" val="40153365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pic2.zhimg.com/80/v2-5b58c3c1c6ee7a806bebc4cc51895a01_1440w.jpg">
            <a:extLst>
              <a:ext uri="{FF2B5EF4-FFF2-40B4-BE49-F238E27FC236}">
                <a16:creationId xmlns:a16="http://schemas.microsoft.com/office/drawing/2014/main" id="{3B083393-A3BC-4D04-89D7-F32904E6F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27" y="1232051"/>
            <a:ext cx="5765384" cy="384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298" name="Picture 2" descr="遇見極光！一定要去的世界絕景芬蘭「聖誕老人村」 | ETtoday旅遊雲| ETtoday新聞雲">
            <a:extLst>
              <a:ext uri="{FF2B5EF4-FFF2-40B4-BE49-F238E27FC236}">
                <a16:creationId xmlns:a16="http://schemas.microsoft.com/office/drawing/2014/main" id="{31B26B95-5035-4B16-ACE6-469491D63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784" y="1232051"/>
            <a:ext cx="5268281" cy="382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ABB2FFE-989B-4CC5-BAC6-CA97EE4E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085" y="378126"/>
            <a:ext cx="80108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indent="-514350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kumimoji="1" lang="zh-CN" altLang="en-US" b="1" dirty="0">
                <a:solidFill>
                  <a:srgbClr val="0066FF"/>
                </a:solidFill>
                <a:latin typeface="+mj-lt"/>
                <a:ea typeface="华文楷体" panose="02010600040101010101" pitchFamily="2" charset="-122"/>
              </a:rPr>
              <a:t>极光</a:t>
            </a:r>
          </a:p>
        </p:txBody>
      </p:sp>
    </p:spTree>
    <p:extLst>
      <p:ext uri="{BB962C8B-B14F-4D97-AF65-F5344CB8AC3E}">
        <p14:creationId xmlns:p14="http://schemas.microsoft.com/office/powerpoint/2010/main" val="399145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d3dtokamak">
            <a:extLst>
              <a:ext uri="{FF2B5EF4-FFF2-40B4-BE49-F238E27FC236}">
                <a16:creationId xmlns:a16="http://schemas.microsoft.com/office/drawing/2014/main" id="{3AC40F30-5A42-483F-89DB-CC4C227D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72" y="1058268"/>
            <a:ext cx="4311463" cy="44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A80D415-E897-4607-B029-4C8850664F49}"/>
              </a:ext>
            </a:extLst>
          </p:cNvPr>
          <p:cNvSpPr/>
          <p:nvPr/>
        </p:nvSpPr>
        <p:spPr>
          <a:xfrm>
            <a:off x="4892935" y="3970338"/>
            <a:ext cx="70608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/>
          </a:p>
          <a:p>
            <a:r>
              <a:rPr lang="zh-CN" altLang="en-US" sz="2800" dirty="0"/>
              <a:t>一种利用磁约束来实现受控核聚变的环形容器。它的中央是一个环形真空，外面围绕着线圈。通电时，其内部会产生巨大螺旋形磁场，将其中的等离子体加热到很高温度，以达到核聚变目的。</a:t>
            </a:r>
            <a:endParaRPr 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5F60A1-504E-44F4-9ECA-608353BF21DE}"/>
              </a:ext>
            </a:extLst>
          </p:cNvPr>
          <p:cNvSpPr/>
          <p:nvPr/>
        </p:nvSpPr>
        <p:spPr>
          <a:xfrm>
            <a:off x="692878" y="284863"/>
            <a:ext cx="21916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托卡马克</a:t>
            </a:r>
            <a:endParaRPr lang="en-US" sz="3200" b="1" dirty="0">
              <a:solidFill>
                <a:srgbClr val="0066FF"/>
              </a:solidFill>
            </a:endParaRPr>
          </a:p>
        </p:txBody>
      </p:sp>
      <p:pic>
        <p:nvPicPr>
          <p:cNvPr id="6" name="Picture 4" descr="ITER Video discover-iter fusion reactor GIF">
            <a:extLst>
              <a:ext uri="{FF2B5EF4-FFF2-40B4-BE49-F238E27FC236}">
                <a16:creationId xmlns:a16="http://schemas.microsoft.com/office/drawing/2014/main" id="{EBA0308B-A1F7-472C-6300-7809816DAF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248" y="1003702"/>
            <a:ext cx="4986715" cy="280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9FE42537-4771-4B09-B873-6D3A45A86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200" y="1583749"/>
            <a:ext cx="370895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+mn-ea"/>
                <a:ea typeface="+mn-ea"/>
              </a:rPr>
              <a:t>2021</a:t>
            </a:r>
            <a:r>
              <a:rPr lang="zh-CN" altLang="en-US" sz="2800" dirty="0">
                <a:latin typeface="+mn-ea"/>
                <a:ea typeface="+mn-ea"/>
              </a:rPr>
              <a:t>年</a:t>
            </a:r>
            <a:r>
              <a:rPr lang="en-US" altLang="zh-CN" sz="2800" dirty="0">
                <a:latin typeface="+mn-ea"/>
                <a:ea typeface="+mn-ea"/>
              </a:rPr>
              <a:t>5</a:t>
            </a:r>
            <a:r>
              <a:rPr lang="zh-CN" altLang="en-US" sz="2800" dirty="0">
                <a:latin typeface="+mn-ea"/>
                <a:ea typeface="+mn-ea"/>
              </a:rPr>
              <a:t>月，中科院合肥物质科学研究院的全超导托卡马克核聚变实验装置（</a:t>
            </a:r>
            <a:r>
              <a:rPr lang="en-US" altLang="zh-CN" sz="2800" dirty="0">
                <a:latin typeface="+mn-ea"/>
                <a:ea typeface="+mn-ea"/>
              </a:rPr>
              <a:t>EAST</a:t>
            </a:r>
            <a:r>
              <a:rPr lang="zh-CN" altLang="en-US" sz="2800" dirty="0">
                <a:latin typeface="+mn-ea"/>
                <a:ea typeface="+mn-ea"/>
              </a:rPr>
              <a:t>）成功实现可重复的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1.2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亿</a:t>
            </a:r>
            <a:r>
              <a:rPr lang="zh-CN" altLang="en-US" sz="2800" dirty="0">
                <a:latin typeface="+mn-ea"/>
                <a:ea typeface="+mn-ea"/>
              </a:rPr>
              <a:t>摄氏度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101</a:t>
            </a:r>
            <a:r>
              <a:rPr lang="zh-CN" altLang="en-US" sz="2800" dirty="0">
                <a:latin typeface="+mn-ea"/>
                <a:ea typeface="+mn-ea"/>
              </a:rPr>
              <a:t>秒和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1.6</a:t>
            </a:r>
            <a:r>
              <a:rPr lang="zh-CN" altLang="en-US" sz="2800" dirty="0">
                <a:latin typeface="+mn-ea"/>
                <a:ea typeface="+mn-ea"/>
              </a:rPr>
              <a:t>亿摄氏度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20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秒</a:t>
            </a:r>
            <a:r>
              <a:rPr lang="zh-CN" altLang="en-US" sz="2800" dirty="0">
                <a:latin typeface="+mn-ea"/>
                <a:ea typeface="+mn-ea"/>
              </a:rPr>
              <a:t>等离子体运行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5F60A1-504E-44F4-9ECA-608353BF21DE}"/>
              </a:ext>
            </a:extLst>
          </p:cNvPr>
          <p:cNvSpPr/>
          <p:nvPr/>
        </p:nvSpPr>
        <p:spPr>
          <a:xfrm>
            <a:off x="692878" y="284863"/>
            <a:ext cx="8188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全超导托卡马克核聚变实验装置（</a:t>
            </a:r>
            <a:r>
              <a:rPr lang="en-US" altLang="zh-CN" sz="3200" b="1" dirty="0">
                <a:solidFill>
                  <a:srgbClr val="0066FF"/>
                </a:solidFill>
              </a:rPr>
              <a:t>EAST</a:t>
            </a:r>
            <a:r>
              <a:rPr lang="zh-CN" altLang="en-US" sz="3200" b="1" dirty="0">
                <a:solidFill>
                  <a:srgbClr val="0066FF"/>
                </a:solidFill>
              </a:rPr>
              <a:t>）</a:t>
            </a:r>
            <a:endParaRPr lang="en-US" sz="3200" b="1" dirty="0">
              <a:solidFill>
                <a:srgbClr val="0066FF"/>
              </a:solidFill>
            </a:endParaRPr>
          </a:p>
        </p:txBody>
      </p:sp>
      <p:pic>
        <p:nvPicPr>
          <p:cNvPr id="1026" name="Picture 2" descr="科技大事件_2019中国科学技术协会作品征集平台">
            <a:extLst>
              <a:ext uri="{FF2B5EF4-FFF2-40B4-BE49-F238E27FC236}">
                <a16:creationId xmlns:a16="http://schemas.microsoft.com/office/drawing/2014/main" id="{7E492F2C-B413-8BD2-BF88-DCC40205E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045286"/>
            <a:ext cx="7219950" cy="539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05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World&amp;#39;s Largest Nuclear Fusion Experiment Clears Milestone - Scientific  American">
            <a:extLst>
              <a:ext uri="{FF2B5EF4-FFF2-40B4-BE49-F238E27FC236}">
                <a16:creationId xmlns:a16="http://schemas.microsoft.com/office/drawing/2014/main" id="{D1B2BDFD-2F35-4C0E-935E-54E8BD114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882835"/>
            <a:ext cx="7758348" cy="499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A293AA6-FF52-440C-8DE3-051FE8175F2B}"/>
              </a:ext>
            </a:extLst>
          </p:cNvPr>
          <p:cNvSpPr/>
          <p:nvPr/>
        </p:nvSpPr>
        <p:spPr>
          <a:xfrm>
            <a:off x="8215630" y="955974"/>
            <a:ext cx="38366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-  2005</a:t>
            </a:r>
            <a:r>
              <a:rPr lang="zh-CN" altLang="en-US" sz="2800" dirty="0"/>
              <a:t>年</a:t>
            </a:r>
            <a:r>
              <a:rPr lang="en-US" altLang="zh-CN" sz="2800" dirty="0"/>
              <a:t>6</a:t>
            </a:r>
            <a:r>
              <a:rPr lang="zh-CN" altLang="en-US" sz="2800" dirty="0"/>
              <a:t>月，中国、俄罗斯、欧盟、韩国、美国、日本在莫斯科最终签订协议</a:t>
            </a:r>
            <a:endParaRPr 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1464EC-22BF-4950-8F7D-F9C49DC44B07}"/>
              </a:ext>
            </a:extLst>
          </p:cNvPr>
          <p:cNvSpPr/>
          <p:nvPr/>
        </p:nvSpPr>
        <p:spPr>
          <a:xfrm>
            <a:off x="8215630" y="3082290"/>
            <a:ext cx="39065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-  </a:t>
            </a:r>
            <a:r>
              <a:rPr lang="zh-CN" altLang="en-US" sz="2800" dirty="0"/>
              <a:t>使用环形加速器产生温度超过</a:t>
            </a:r>
            <a:r>
              <a:rPr lang="en-US" altLang="zh-CN" sz="2800" b="1" dirty="0">
                <a:solidFill>
                  <a:srgbClr val="FF0000"/>
                </a:solidFill>
              </a:rPr>
              <a:t>10</a:t>
            </a:r>
            <a:r>
              <a:rPr lang="zh-CN" altLang="en-US" sz="2800" b="1" dirty="0">
                <a:solidFill>
                  <a:srgbClr val="FF0000"/>
                </a:solidFill>
              </a:rPr>
              <a:t>亿</a:t>
            </a:r>
            <a:r>
              <a:rPr lang="zh-CN" altLang="en-US" sz="2800" dirty="0"/>
              <a:t>摄氏度的氢等离子体，它将产生大约</a:t>
            </a:r>
            <a:r>
              <a:rPr lang="en-US" altLang="zh-CN" sz="2800" dirty="0">
                <a:solidFill>
                  <a:srgbClr val="FF0000"/>
                </a:solidFill>
              </a:rPr>
              <a:t>5</a:t>
            </a:r>
            <a:r>
              <a:rPr lang="zh-CN" altLang="en-US" sz="2800" dirty="0">
                <a:solidFill>
                  <a:srgbClr val="FF0000"/>
                </a:solidFill>
              </a:rPr>
              <a:t>亿瓦特（</a:t>
            </a:r>
            <a:r>
              <a:rPr lang="en-US" altLang="zh-CN" sz="2800" dirty="0">
                <a:solidFill>
                  <a:srgbClr val="FF0000"/>
                </a:solidFill>
              </a:rPr>
              <a:t>500 MW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r>
              <a:rPr lang="zh-CN" altLang="en-US" sz="2800" dirty="0"/>
              <a:t>的核聚变能量，维持大约</a:t>
            </a:r>
            <a:r>
              <a:rPr lang="en-US" altLang="zh-CN" sz="2800" dirty="0">
                <a:solidFill>
                  <a:srgbClr val="FF0000"/>
                </a:solidFill>
              </a:rPr>
              <a:t>500</a:t>
            </a:r>
            <a:r>
              <a:rPr lang="zh-CN" altLang="en-US" sz="2800" dirty="0">
                <a:solidFill>
                  <a:srgbClr val="FF0000"/>
                </a:solidFill>
              </a:rPr>
              <a:t>秒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62E0B8-52EF-41E1-9CA3-6890593C017A}"/>
              </a:ext>
            </a:extLst>
          </p:cNvPr>
          <p:cNvSpPr/>
          <p:nvPr/>
        </p:nvSpPr>
        <p:spPr>
          <a:xfrm>
            <a:off x="320040" y="142843"/>
            <a:ext cx="5613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国际热核聚变实验反应堆</a:t>
            </a:r>
            <a:endParaRPr 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60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World&amp;#39;s Largest Nuclear Fusion Experiment Clears Milestone - Scientific  American">
            <a:extLst>
              <a:ext uri="{FF2B5EF4-FFF2-40B4-BE49-F238E27FC236}">
                <a16:creationId xmlns:a16="http://schemas.microsoft.com/office/drawing/2014/main" id="{D1B2BDFD-2F35-4C0E-935E-54E8BD114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882835"/>
            <a:ext cx="7758348" cy="499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962E0B8-52EF-41E1-9CA3-6890593C017A}"/>
              </a:ext>
            </a:extLst>
          </p:cNvPr>
          <p:cNvSpPr/>
          <p:nvPr/>
        </p:nvSpPr>
        <p:spPr>
          <a:xfrm>
            <a:off x="320040" y="142843"/>
            <a:ext cx="5613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国际热核聚变实验反应堆</a:t>
            </a:r>
            <a:endParaRPr lang="en-US" sz="3200" b="1" dirty="0">
              <a:solidFill>
                <a:srgbClr val="0066FF"/>
              </a:solidFill>
            </a:endParaRPr>
          </a:p>
        </p:txBody>
      </p:sp>
      <p:pic>
        <p:nvPicPr>
          <p:cNvPr id="2" name="Picture 2" descr="图片">
            <a:extLst>
              <a:ext uri="{FF2B5EF4-FFF2-40B4-BE49-F238E27FC236}">
                <a16:creationId xmlns:a16="http://schemas.microsoft.com/office/drawing/2014/main" id="{90D343CE-EF5F-877B-C963-DAA771109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820" y="0"/>
            <a:ext cx="4702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654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4"/>
          <p:cNvSpPr>
            <a:spLocks noGrp="1" noChangeArrowheads="1"/>
          </p:cNvSpPr>
          <p:nvPr>
            <p:ph type="title"/>
          </p:nvPr>
        </p:nvSpPr>
        <p:spPr>
          <a:xfrm>
            <a:off x="812800" y="439006"/>
            <a:ext cx="2870200" cy="1019804"/>
          </a:xfrm>
          <a:noFill/>
        </p:spPr>
        <p:txBody>
          <a:bodyPr>
            <a:normAutofit/>
          </a:bodyPr>
          <a:lstStyle/>
          <a:p>
            <a:pPr marL="571500" indent="-571500" algn="ctr" eaLnBrk="1" hangingPunct="1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霍尔效应</a:t>
            </a:r>
            <a:endParaRPr lang="zh-CN" altLang="en-US" sz="3200" b="1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sp>
        <p:nvSpPr>
          <p:cNvPr id="73732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01015" y="1368214"/>
            <a:ext cx="10878185" cy="190838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1879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年霍耳（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E. C. Hall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）首先观察到，把一载流导体薄片放在磁场中时，如果磁场方向垂直于薄片平面，则在薄片的两侧面会出现微弱的电势差。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AutoShape 14" descr="头条问答- 三维空间霍尔效应是什么？(17个回答)">
            <a:extLst>
              <a:ext uri="{FF2B5EF4-FFF2-40B4-BE49-F238E27FC236}">
                <a16:creationId xmlns:a16="http://schemas.microsoft.com/office/drawing/2014/main" id="{360F12A0-BB7A-4D98-AD73-04303BAC87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56" name="Picture 16" descr="霍尔传感器的工作原理_GREYWALL-程序员资料_霍尔传感器原理- 程序员资料">
            <a:extLst>
              <a:ext uri="{FF2B5EF4-FFF2-40B4-BE49-F238E27FC236}">
                <a16:creationId xmlns:a16="http://schemas.microsoft.com/office/drawing/2014/main" id="{D4606D62-44B3-4F30-A9E7-C70A431BE2F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190" y="2455334"/>
            <a:ext cx="7482205" cy="41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70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438" name="Object 22">
                <a:extLst>
                  <a:ext uri="{FF2B5EF4-FFF2-40B4-BE49-F238E27FC236}">
                    <a16:creationId xmlns:a16="http://schemas.microsoft.com/office/drawing/2014/main" id="{050A90DD-7C86-4AD5-816C-18EBC900B61B}"/>
                  </a:ext>
                </a:extLst>
              </p:cNvPr>
              <p:cNvSpPr txBox="1"/>
              <p:nvPr/>
            </p:nvSpPr>
            <p:spPr bwMode="auto">
              <a:xfrm>
                <a:off x="5796302" y="4325600"/>
                <a:ext cx="1973263" cy="1119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𝐼𝐵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𝑛𝑞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438" name="Object 22">
                <a:extLst>
                  <a:ext uri="{FF2B5EF4-FFF2-40B4-BE49-F238E27FC236}">
                    <a16:creationId xmlns:a16="http://schemas.microsoft.com/office/drawing/2014/main" id="{050A90DD-7C86-4AD5-816C-18EBC900B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6302" y="4325600"/>
                <a:ext cx="1973263" cy="1119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39" name="Object 23">
                <a:extLst>
                  <a:ext uri="{FF2B5EF4-FFF2-40B4-BE49-F238E27FC236}">
                    <a16:creationId xmlns:a16="http://schemas.microsoft.com/office/drawing/2014/main" id="{DE0AD609-3B7F-4DC7-A551-78197875B7D2}"/>
                  </a:ext>
                </a:extLst>
              </p:cNvPr>
              <p:cNvSpPr txBox="1"/>
              <p:nvPr/>
            </p:nvSpPr>
            <p:spPr bwMode="auto">
              <a:xfrm>
                <a:off x="7495838" y="4381956"/>
                <a:ext cx="1465263" cy="1006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f>
                        <m:fPr>
                          <m:ctrlP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𝑰𝑩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60439" name="Object 23">
                <a:extLst>
                  <a:ext uri="{FF2B5EF4-FFF2-40B4-BE49-F238E27FC236}">
                    <a16:creationId xmlns:a16="http://schemas.microsoft.com/office/drawing/2014/main" id="{DE0AD609-3B7F-4DC7-A551-78197875B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5838" y="4381956"/>
                <a:ext cx="1465263" cy="10064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41" name="Object 25">
                <a:extLst>
                  <a:ext uri="{FF2B5EF4-FFF2-40B4-BE49-F238E27FC236}">
                    <a16:creationId xmlns:a16="http://schemas.microsoft.com/office/drawing/2014/main" id="{6C881D42-FFA8-42EB-A84A-54F5FF5EB73A}"/>
                  </a:ext>
                </a:extLst>
              </p:cNvPr>
              <p:cNvSpPr txBox="1"/>
              <p:nvPr/>
            </p:nvSpPr>
            <p:spPr bwMode="auto">
              <a:xfrm>
                <a:off x="3765097" y="5444788"/>
                <a:ext cx="1524000" cy="10350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𝒏𝒒</m:t>
                          </m:r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60441" name="Object 25">
                <a:extLst>
                  <a:ext uri="{FF2B5EF4-FFF2-40B4-BE49-F238E27FC236}">
                    <a16:creationId xmlns:a16="http://schemas.microsoft.com/office/drawing/2014/main" id="{6C881D42-FFA8-42EB-A84A-54F5FF5EB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5097" y="5444788"/>
                <a:ext cx="1524000" cy="1035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42" name="Text Box 26">
            <a:extLst>
              <a:ext uri="{FF2B5EF4-FFF2-40B4-BE49-F238E27FC236}">
                <a16:creationId xmlns:a16="http://schemas.microsoft.com/office/drawing/2014/main" id="{F07300E7-4D19-41DC-9381-C389F9E48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817197"/>
            <a:ext cx="358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rgbClr val="0000FF"/>
                </a:solidFill>
                <a:ea typeface="华文楷体" panose="02010600040101010101" pitchFamily="2" charset="-122"/>
              </a:rPr>
              <a:t>R</a:t>
            </a:r>
            <a:r>
              <a:rPr lang="en-US" altLang="zh-CN" sz="2800" b="1" i="1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H </a:t>
            </a:r>
            <a:r>
              <a:rPr lang="en-US" altLang="zh-CN" sz="2800" b="1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  </a:t>
            </a:r>
            <a:r>
              <a:rPr lang="zh-CN" altLang="en-US" sz="2800" b="1" dirty="0">
                <a:solidFill>
                  <a:srgbClr val="0000FF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霍耳系数</a:t>
            </a:r>
            <a:endParaRPr lang="zh-CN" altLang="en-US" sz="2800" b="1" dirty="0">
              <a:solidFill>
                <a:srgbClr val="0000FF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526" name="Object 110">
                <a:extLst>
                  <a:ext uri="{FF2B5EF4-FFF2-40B4-BE49-F238E27FC236}">
                    <a16:creationId xmlns:a16="http://schemas.microsoft.com/office/drawing/2014/main" id="{84D536E5-1251-467D-B681-B8628BC0AB92}"/>
                  </a:ext>
                </a:extLst>
              </p:cNvPr>
              <p:cNvSpPr txBox="1"/>
              <p:nvPr/>
            </p:nvSpPr>
            <p:spPr bwMode="auto">
              <a:xfrm>
                <a:off x="7568748" y="1603832"/>
                <a:ext cx="3123751" cy="588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𝜐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526" name="Object 110">
                <a:extLst>
                  <a:ext uri="{FF2B5EF4-FFF2-40B4-BE49-F238E27FC236}">
                    <a16:creationId xmlns:a16="http://schemas.microsoft.com/office/drawing/2014/main" id="{84D536E5-1251-467D-B681-B8628BC0A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8748" y="1603832"/>
                <a:ext cx="3123751" cy="5889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346C5C29-08AA-4891-A4BA-FEFA9C3FA61A}"/>
                  </a:ext>
                </a:extLst>
              </p:cNvPr>
              <p:cNvSpPr txBox="1"/>
              <p:nvPr/>
            </p:nvSpPr>
            <p:spPr bwMode="auto">
              <a:xfrm>
                <a:off x="7495838" y="2518004"/>
                <a:ext cx="2495776" cy="1106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𝑛𝑞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zh-CN" alt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346C5C29-08AA-4891-A4BA-FEFA9C3FA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5838" y="2518004"/>
                <a:ext cx="2495776" cy="1106488"/>
              </a:xfrm>
              <a:prstGeom prst="rect">
                <a:avLst/>
              </a:prstGeom>
              <a:blipFill>
                <a:blip r:embed="rId7"/>
                <a:stretch>
                  <a:fillRect b="-186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 Box 4">
            <a:extLst>
              <a:ext uri="{FF2B5EF4-FFF2-40B4-BE49-F238E27FC236}">
                <a16:creationId xmlns:a16="http://schemas.microsoft.com/office/drawing/2014/main" id="{078DAE8D-2552-4455-BE56-E06314C084DA}"/>
              </a:ext>
            </a:extLst>
          </p:cNvPr>
          <p:cNvSpPr txBox="1">
            <a:spLocks noChangeArrowheads="1"/>
          </p:cNvSpPr>
          <p:nvPr/>
        </p:nvSpPr>
        <p:spPr>
          <a:xfrm>
            <a:off x="598871" y="620399"/>
            <a:ext cx="2823779" cy="101980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霍尔效应</a:t>
            </a:r>
            <a:endParaRPr lang="zh-CN" altLang="en-US" sz="3200" b="1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60E906-7C96-3B07-C7FF-AC83A4EA2226}"/>
              </a:ext>
            </a:extLst>
          </p:cNvPr>
          <p:cNvGrpSpPr/>
          <p:nvPr/>
        </p:nvGrpSpPr>
        <p:grpSpPr>
          <a:xfrm>
            <a:off x="525009" y="1551783"/>
            <a:ext cx="5029200" cy="2286000"/>
            <a:chOff x="528" y="768"/>
            <a:chExt cx="3168" cy="144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37B0ABD7-87FD-C96E-261C-1630387A2629}"/>
                </a:ext>
              </a:extLst>
            </p:cNvPr>
            <p:cNvSpPr/>
            <p:nvPr/>
          </p:nvSpPr>
          <p:spPr>
            <a:xfrm>
              <a:off x="1200" y="1392"/>
              <a:ext cx="2400" cy="816"/>
            </a:xfrm>
            <a:prstGeom prst="cube">
              <a:avLst>
                <a:gd name="adj" fmla="val 82639"/>
              </a:avLst>
            </a:prstGeom>
            <a:solidFill>
              <a:srgbClr val="CCFFFF">
                <a:alpha val="50195"/>
              </a:srgbClr>
            </a:solidFill>
            <a:ln w="19050" cap="flat" cmpd="sng">
              <a:solidFill>
                <a:srgbClr val="66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752CC63F-2E57-4974-5870-63B64826DBC8}"/>
                </a:ext>
              </a:extLst>
            </p:cNvPr>
            <p:cNvSpPr/>
            <p:nvPr/>
          </p:nvSpPr>
          <p:spPr>
            <a:xfrm flipH="1">
              <a:off x="1872" y="1536"/>
              <a:ext cx="1728" cy="0"/>
            </a:xfrm>
            <a:prstGeom prst="line">
              <a:avLst/>
            </a:prstGeom>
            <a:ln w="12700" cap="flat" cmpd="sng">
              <a:solidFill>
                <a:srgbClr val="6600FF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AA420581-CD98-5847-4B97-4486972E1D58}"/>
                </a:ext>
              </a:extLst>
            </p:cNvPr>
            <p:cNvSpPr/>
            <p:nvPr/>
          </p:nvSpPr>
          <p:spPr>
            <a:xfrm flipV="1">
              <a:off x="1200" y="1536"/>
              <a:ext cx="672" cy="672"/>
            </a:xfrm>
            <a:prstGeom prst="line">
              <a:avLst/>
            </a:prstGeom>
            <a:ln w="12700" cap="flat" cmpd="sng">
              <a:solidFill>
                <a:srgbClr val="6600FF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52557968-D8BF-8DF2-8019-AC10B82DBFA4}"/>
                </a:ext>
              </a:extLst>
            </p:cNvPr>
            <p:cNvSpPr/>
            <p:nvPr/>
          </p:nvSpPr>
          <p:spPr>
            <a:xfrm>
              <a:off x="1488" y="1152"/>
              <a:ext cx="0" cy="240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167C96CE-7778-580B-DC8A-DA49F71DEF47}"/>
                </a:ext>
              </a:extLst>
            </p:cNvPr>
            <p:cNvSpPr/>
            <p:nvPr/>
          </p:nvSpPr>
          <p:spPr>
            <a:xfrm flipV="1">
              <a:off x="1488" y="1536"/>
              <a:ext cx="0" cy="192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A14818C9-F865-929B-26F5-72BA85EE88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1296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" r:id="rId8" imgW="190500" imgH="254000" progId="Equation.3">
                    <p:embed/>
                  </p:oleObj>
                </mc:Choice>
                <mc:Fallback>
                  <p:oleObj r:id="rId8" imgW="190500" imgH="254000" progId="Equation.3">
                    <p:embed/>
                    <p:pic>
                      <p:nvPicPr>
                        <p:cNvPr id="65587" name="Object 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440" y="1296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284B117-17B5-5F92-2490-17582AD0D772}"/>
                </a:ext>
              </a:extLst>
            </p:cNvPr>
            <p:cNvGrpSpPr/>
            <p:nvPr/>
          </p:nvGrpSpPr>
          <p:grpSpPr>
            <a:xfrm>
              <a:off x="2245" y="768"/>
              <a:ext cx="271" cy="576"/>
              <a:chOff x="2245" y="720"/>
              <a:chExt cx="271" cy="624"/>
            </a:xfrm>
          </p:grpSpPr>
          <p:sp>
            <p:nvSpPr>
              <p:cNvPr id="21" name="Line 11">
                <a:extLst>
                  <a:ext uri="{FF2B5EF4-FFF2-40B4-BE49-F238E27FC236}">
                    <a16:creationId xmlns:a16="http://schemas.microsoft.com/office/drawing/2014/main" id="{B2BFA006-CB2F-FFAA-3B84-4A08E5A6BF4E}"/>
                  </a:ext>
                </a:extLst>
              </p:cNvPr>
              <p:cNvSpPr/>
              <p:nvPr/>
            </p:nvSpPr>
            <p:spPr>
              <a:xfrm flipV="1">
                <a:off x="2245" y="720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D60093"/>
                </a:solidFill>
                <a:prstDash val="solid"/>
                <a:headEnd type="none" w="sm" len="lg"/>
                <a:tailEnd type="triangle" w="sm" len="lg"/>
              </a:ln>
            </p:spPr>
          </p:sp>
          <p:graphicFrame>
            <p:nvGraphicFramePr>
              <p:cNvPr id="22" name="Object 12">
                <a:extLst>
                  <a:ext uri="{FF2B5EF4-FFF2-40B4-BE49-F238E27FC236}">
                    <a16:creationId xmlns:a16="http://schemas.microsoft.com/office/drawing/2014/main" id="{BC20D056-A288-6800-802D-62D2E5DADC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04" y="720"/>
              <a:ext cx="212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3" r:id="rId10" imgW="215900" imgH="266065" progId="Equation.3">
                      <p:embed/>
                    </p:oleObj>
                  </mc:Choice>
                  <mc:Fallback>
                    <p:oleObj r:id="rId10" imgW="215900" imgH="266065" progId="Equation.3">
                      <p:embed/>
                      <p:pic>
                        <p:nvPicPr>
                          <p:cNvPr id="65599" name="Object 12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304" y="720"/>
                            <a:ext cx="212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7975D5E8-13D4-A3F8-CA20-5AB2026A6491}"/>
                </a:ext>
              </a:extLst>
            </p:cNvPr>
            <p:cNvSpPr/>
            <p:nvPr/>
          </p:nvSpPr>
          <p:spPr>
            <a:xfrm flipH="1">
              <a:off x="624" y="1392"/>
              <a:ext cx="672" cy="67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triangle" w="sm" len="lg"/>
              <a:tailEnd type="triangle" w="sm" len="lg"/>
            </a:ln>
          </p:spPr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15363DEB-146C-ED04-362E-429D83E23798}"/>
                </a:ext>
              </a:extLst>
            </p:cNvPr>
            <p:cNvSpPr/>
            <p:nvPr/>
          </p:nvSpPr>
          <p:spPr>
            <a:xfrm flipH="1">
              <a:off x="1104" y="1776"/>
              <a:ext cx="384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394A0681-FACA-D5A8-9D35-F3C6F5F9894C}"/>
                </a:ext>
              </a:extLst>
            </p:cNvPr>
            <p:cNvSpPr/>
            <p:nvPr/>
          </p:nvSpPr>
          <p:spPr>
            <a:xfrm flipH="1">
              <a:off x="3264" y="1824"/>
              <a:ext cx="432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A5CE0E9B-625C-C026-1D2B-2405156459BE}"/>
                </a:ext>
              </a:extLst>
            </p:cNvPr>
            <p:cNvSpPr txBox="1"/>
            <p:nvPr/>
          </p:nvSpPr>
          <p:spPr>
            <a:xfrm>
              <a:off x="3360" y="1824"/>
              <a:ext cx="3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9F7E797C-DA61-F86E-8784-74CC651D192F}"/>
                </a:ext>
              </a:extLst>
            </p:cNvPr>
            <p:cNvSpPr/>
            <p:nvPr/>
          </p:nvSpPr>
          <p:spPr>
            <a:xfrm flipH="1" flipV="1">
              <a:off x="1104" y="1536"/>
              <a:ext cx="76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A656D19D-94B2-B4AE-070D-F036FEE6FABA}"/>
                </a:ext>
              </a:extLst>
            </p:cNvPr>
            <p:cNvSpPr/>
            <p:nvPr/>
          </p:nvSpPr>
          <p:spPr>
            <a:xfrm flipH="1">
              <a:off x="1104" y="1392"/>
              <a:ext cx="76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6B804322-D34F-A20C-E000-F82D0AE1685D}"/>
                </a:ext>
              </a:extLst>
            </p:cNvPr>
            <p:cNvSpPr/>
            <p:nvPr/>
          </p:nvSpPr>
          <p:spPr>
            <a:xfrm flipH="1">
              <a:off x="528" y="2064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1DC30B2E-9DEF-CEC9-2BA9-EBF710AAED95}"/>
                </a:ext>
              </a:extLst>
            </p:cNvPr>
            <p:cNvSpPr/>
            <p:nvPr/>
          </p:nvSpPr>
          <p:spPr>
            <a:xfrm>
              <a:off x="1872" y="1392"/>
              <a:ext cx="0" cy="144"/>
            </a:xfrm>
            <a:prstGeom prst="line">
              <a:avLst/>
            </a:prstGeom>
            <a:ln w="12700" cap="flat" cmpd="sng">
              <a:solidFill>
                <a:srgbClr val="6600FF"/>
              </a:solidFill>
              <a:prstDash val="dash"/>
              <a:headEnd type="none" w="sm" len="lg"/>
              <a:tailEnd type="none" w="sm" len="lg"/>
            </a:ln>
          </p:spPr>
        </p:sp>
        <p:graphicFrame>
          <p:nvGraphicFramePr>
            <p:cNvPr id="20" name="Object 21">
              <a:extLst>
                <a:ext uri="{FF2B5EF4-FFF2-40B4-BE49-F238E27FC236}">
                  <a16:creationId xmlns:a16="http://schemas.microsoft.com/office/drawing/2014/main" id="{FF2CE347-15CD-B5D2-5436-A999F24161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1440"/>
            <a:ext cx="18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" r:id="rId12" imgW="165100" imgH="254000" progId="Equation.3">
                    <p:embed/>
                  </p:oleObj>
                </mc:Choice>
                <mc:Fallback>
                  <p:oleObj r:id="rId12" imgW="165100" imgH="254000" progId="Equation.3">
                    <p:embed/>
                    <p:pic>
                      <p:nvPicPr>
                        <p:cNvPr id="65597" name="Object 2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864" y="1440"/>
                          <a:ext cx="18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F04233-30F1-EF93-71CA-456C99C53396}"/>
              </a:ext>
            </a:extLst>
          </p:cNvPr>
          <p:cNvGrpSpPr/>
          <p:nvPr/>
        </p:nvGrpSpPr>
        <p:grpSpPr>
          <a:xfrm>
            <a:off x="3496809" y="2085183"/>
            <a:ext cx="3429000" cy="2133600"/>
            <a:chOff x="2400" y="1104"/>
            <a:chExt cx="2160" cy="1344"/>
          </a:xfrm>
        </p:grpSpPr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E2A3CF31-A2F8-B441-F52E-33DB6C99E14D}"/>
                </a:ext>
              </a:extLst>
            </p:cNvPr>
            <p:cNvSpPr/>
            <p:nvPr/>
          </p:nvSpPr>
          <p:spPr>
            <a:xfrm flipV="1">
              <a:off x="3120" y="1152"/>
              <a:ext cx="18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73198B08-7017-C5CB-87F6-F8D52A08D59C}"/>
                </a:ext>
              </a:extLst>
            </p:cNvPr>
            <p:cNvSpPr/>
            <p:nvPr/>
          </p:nvSpPr>
          <p:spPr>
            <a:xfrm flipH="1">
              <a:off x="2400" y="2160"/>
              <a:ext cx="18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51F30F9-67AB-AB78-2547-C51EFE8A83FA}"/>
                </a:ext>
              </a:extLst>
            </p:cNvPr>
            <p:cNvGrpSpPr/>
            <p:nvPr/>
          </p:nvGrpSpPr>
          <p:grpSpPr>
            <a:xfrm>
              <a:off x="2400" y="2352"/>
              <a:ext cx="1440" cy="96"/>
              <a:chOff x="2256" y="2544"/>
              <a:chExt cx="1536" cy="96"/>
            </a:xfrm>
          </p:grpSpPr>
          <p:sp>
            <p:nvSpPr>
              <p:cNvPr id="33" name="Line 26">
                <a:extLst>
                  <a:ext uri="{FF2B5EF4-FFF2-40B4-BE49-F238E27FC236}">
                    <a16:creationId xmlns:a16="http://schemas.microsoft.com/office/drawing/2014/main" id="{E918C5B8-2F41-2166-5F3D-B06737672110}"/>
                  </a:ext>
                </a:extLst>
              </p:cNvPr>
              <p:cNvSpPr/>
              <p:nvPr/>
            </p:nvSpPr>
            <p:spPr>
              <a:xfrm>
                <a:off x="2256" y="2592"/>
                <a:ext cx="14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34" name="Oval 27">
                <a:extLst>
                  <a:ext uri="{FF2B5EF4-FFF2-40B4-BE49-F238E27FC236}">
                    <a16:creationId xmlns:a16="http://schemas.microsoft.com/office/drawing/2014/main" id="{6CC905FB-FEFB-C7A7-C70F-0B234E46B9E9}"/>
                  </a:ext>
                </a:extLst>
              </p:cNvPr>
              <p:cNvSpPr/>
              <p:nvPr/>
            </p:nvSpPr>
            <p:spPr>
              <a:xfrm>
                <a:off x="3696" y="2544"/>
                <a:ext cx="96" cy="9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28">
              <a:extLst>
                <a:ext uri="{FF2B5EF4-FFF2-40B4-BE49-F238E27FC236}">
                  <a16:creationId xmlns:a16="http://schemas.microsoft.com/office/drawing/2014/main" id="{E453A0B5-551F-C8CB-3E27-56EEF3C9EBE0}"/>
                </a:ext>
              </a:extLst>
            </p:cNvPr>
            <p:cNvGrpSpPr/>
            <p:nvPr/>
          </p:nvGrpSpPr>
          <p:grpSpPr>
            <a:xfrm>
              <a:off x="3300" y="1104"/>
              <a:ext cx="1260" cy="96"/>
              <a:chOff x="3408" y="1104"/>
              <a:chExt cx="1344" cy="96"/>
            </a:xfrm>
          </p:grpSpPr>
          <p:sp>
            <p:nvSpPr>
              <p:cNvPr id="31" name="Line 29">
                <a:extLst>
                  <a:ext uri="{FF2B5EF4-FFF2-40B4-BE49-F238E27FC236}">
                    <a16:creationId xmlns:a16="http://schemas.microsoft.com/office/drawing/2014/main" id="{217B7928-50E9-FC94-C8A8-D89E6F04B0D5}"/>
                  </a:ext>
                </a:extLst>
              </p:cNvPr>
              <p:cNvSpPr/>
              <p:nvPr/>
            </p:nvSpPr>
            <p:spPr>
              <a:xfrm>
                <a:off x="3408" y="1152"/>
                <a:ext cx="124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32" name="Oval 30">
                <a:extLst>
                  <a:ext uri="{FF2B5EF4-FFF2-40B4-BE49-F238E27FC236}">
                    <a16:creationId xmlns:a16="http://schemas.microsoft.com/office/drawing/2014/main" id="{E041F0C9-1948-DBB0-2948-D63A3C38922B}"/>
                  </a:ext>
                </a:extLst>
              </p:cNvPr>
              <p:cNvSpPr/>
              <p:nvPr/>
            </p:nvSpPr>
            <p:spPr>
              <a:xfrm>
                <a:off x="4656" y="1104"/>
                <a:ext cx="96" cy="9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28" name="Object 31">
              <a:extLst>
                <a:ext uri="{FF2B5EF4-FFF2-40B4-BE49-F238E27FC236}">
                  <a16:creationId xmlns:a16="http://schemas.microsoft.com/office/drawing/2014/main" id="{059C8212-379A-195B-8CD8-D2668740B2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1632"/>
            <a:ext cx="33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" r:id="rId14" imgW="393700" imgH="368300" progId="Equation.3">
                    <p:embed/>
                  </p:oleObj>
                </mc:Choice>
                <mc:Fallback>
                  <p:oleObj r:id="rId14" imgW="393700" imgH="368300" progId="Equation.3">
                    <p:embed/>
                    <p:pic>
                      <p:nvPicPr>
                        <p:cNvPr id="65574" name="Object 3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792" y="1632"/>
                          <a:ext cx="33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32">
              <a:extLst>
                <a:ext uri="{FF2B5EF4-FFF2-40B4-BE49-F238E27FC236}">
                  <a16:creationId xmlns:a16="http://schemas.microsoft.com/office/drawing/2014/main" id="{97F77DBD-AD73-A478-E737-EF8F39C6E024}"/>
                </a:ext>
              </a:extLst>
            </p:cNvPr>
            <p:cNvSpPr/>
            <p:nvPr/>
          </p:nvSpPr>
          <p:spPr>
            <a:xfrm flipV="1">
              <a:off x="3975" y="1152"/>
              <a:ext cx="315" cy="480"/>
            </a:xfrm>
            <a:prstGeom prst="line">
              <a:avLst/>
            </a:prstGeom>
            <a:ln w="34925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0" name="Line 33">
              <a:extLst>
                <a:ext uri="{FF2B5EF4-FFF2-40B4-BE49-F238E27FC236}">
                  <a16:creationId xmlns:a16="http://schemas.microsoft.com/office/drawing/2014/main" id="{6356B33A-1CC6-FB3E-5B07-F62FE91841DA}"/>
                </a:ext>
              </a:extLst>
            </p:cNvPr>
            <p:cNvSpPr/>
            <p:nvPr/>
          </p:nvSpPr>
          <p:spPr>
            <a:xfrm flipH="1">
              <a:off x="3570" y="1920"/>
              <a:ext cx="270" cy="480"/>
            </a:xfrm>
            <a:prstGeom prst="line">
              <a:avLst/>
            </a:prstGeom>
            <a:ln w="34925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38" name="Group 45">
            <a:extLst>
              <a:ext uri="{FF2B5EF4-FFF2-40B4-BE49-F238E27FC236}">
                <a16:creationId xmlns:a16="http://schemas.microsoft.com/office/drawing/2014/main" id="{9B885B1A-0E74-55EF-1614-15C21C2380B4}"/>
              </a:ext>
            </a:extLst>
          </p:cNvPr>
          <p:cNvGrpSpPr/>
          <p:nvPr/>
        </p:nvGrpSpPr>
        <p:grpSpPr>
          <a:xfrm>
            <a:off x="2403022" y="2720183"/>
            <a:ext cx="1706562" cy="727075"/>
            <a:chOff x="1711" y="1504"/>
            <a:chExt cx="1075" cy="458"/>
          </a:xfrm>
        </p:grpSpPr>
        <p:sp>
          <p:nvSpPr>
            <p:cNvPr id="39" name="Oval 46">
              <a:extLst>
                <a:ext uri="{FF2B5EF4-FFF2-40B4-BE49-F238E27FC236}">
                  <a16:creationId xmlns:a16="http://schemas.microsoft.com/office/drawing/2014/main" id="{2ED6F0B3-7823-8EC5-8EAA-4E9D9F61D569}"/>
                </a:ext>
              </a:extLst>
            </p:cNvPr>
            <p:cNvSpPr/>
            <p:nvPr/>
          </p:nvSpPr>
          <p:spPr>
            <a:xfrm>
              <a:off x="2373" y="1680"/>
              <a:ext cx="192" cy="192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0" name="Group 47">
              <a:extLst>
                <a:ext uri="{FF2B5EF4-FFF2-40B4-BE49-F238E27FC236}">
                  <a16:creationId xmlns:a16="http://schemas.microsoft.com/office/drawing/2014/main" id="{F04A2128-C879-D595-B80E-3DD023EF6D10}"/>
                </a:ext>
              </a:extLst>
            </p:cNvPr>
            <p:cNvGrpSpPr/>
            <p:nvPr/>
          </p:nvGrpSpPr>
          <p:grpSpPr>
            <a:xfrm>
              <a:off x="1711" y="1504"/>
              <a:ext cx="1075" cy="458"/>
              <a:chOff x="1711" y="1504"/>
              <a:chExt cx="1075" cy="458"/>
            </a:xfrm>
          </p:grpSpPr>
          <p:sp>
            <p:nvSpPr>
              <p:cNvPr id="41" name="Text Box 48">
                <a:extLst>
                  <a:ext uri="{FF2B5EF4-FFF2-40B4-BE49-F238E27FC236}">
                    <a16:creationId xmlns:a16="http://schemas.microsoft.com/office/drawing/2014/main" id="{FB963E76-E7BB-52AC-285A-63C53AE30794}"/>
                  </a:ext>
                </a:extLst>
              </p:cNvPr>
              <p:cNvSpPr txBox="1"/>
              <p:nvPr/>
            </p:nvSpPr>
            <p:spPr>
              <a:xfrm>
                <a:off x="2352" y="1632"/>
                <a:ext cx="33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42" name="Object 49">
                <a:extLst>
                  <a:ext uri="{FF2B5EF4-FFF2-40B4-BE49-F238E27FC236}">
                    <a16:creationId xmlns:a16="http://schemas.microsoft.com/office/drawing/2014/main" id="{91B91EB8-FFF5-B697-C49B-4A04F7F4DE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65" y="1632"/>
              <a:ext cx="221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6" r:id="rId16" imgW="127000" imgH="165100" progId="Equation.3">
                      <p:embed/>
                    </p:oleObj>
                  </mc:Choice>
                  <mc:Fallback>
                    <p:oleObj r:id="rId16" imgW="127000" imgH="165100" progId="Equation.3">
                      <p:embed/>
                      <p:pic>
                        <p:nvPicPr>
                          <p:cNvPr id="65562" name="Object 49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565" y="1632"/>
                            <a:ext cx="221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Line 50">
                <a:extLst>
                  <a:ext uri="{FF2B5EF4-FFF2-40B4-BE49-F238E27FC236}">
                    <a16:creationId xmlns:a16="http://schemas.microsoft.com/office/drawing/2014/main" id="{079418B9-24C4-C7B6-DF10-9E23FFE598FD}"/>
                  </a:ext>
                </a:extLst>
              </p:cNvPr>
              <p:cNvSpPr/>
              <p:nvPr/>
            </p:nvSpPr>
            <p:spPr>
              <a:xfrm flipH="1">
                <a:off x="1989" y="1776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3399"/>
                </a:solidFill>
                <a:prstDash val="solid"/>
                <a:headEnd type="none" w="sm" len="lg"/>
                <a:tailEnd type="triangle" w="sm" len="lg"/>
              </a:ln>
            </p:spPr>
          </p:sp>
          <p:graphicFrame>
            <p:nvGraphicFramePr>
              <p:cNvPr id="44" name="Object 51">
                <a:extLst>
                  <a:ext uri="{FF2B5EF4-FFF2-40B4-BE49-F238E27FC236}">
                    <a16:creationId xmlns:a16="http://schemas.microsoft.com/office/drawing/2014/main" id="{7D7E4097-2139-6ED1-ED1A-DF46727A57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11" y="1504"/>
              <a:ext cx="255" cy="4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7" r:id="rId18" imgW="304800" imgH="381000" progId="Equation.3">
                      <p:embed/>
                    </p:oleObj>
                  </mc:Choice>
                  <mc:Fallback>
                    <p:oleObj r:id="rId18" imgW="304800" imgH="381000" progId="Equation.3">
                      <p:embed/>
                      <p:pic>
                        <p:nvPicPr>
                          <p:cNvPr id="65564" name="Object 51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1711" y="1504"/>
                            <a:ext cx="255" cy="4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5" name="Group 52">
            <a:extLst>
              <a:ext uri="{FF2B5EF4-FFF2-40B4-BE49-F238E27FC236}">
                <a16:creationId xmlns:a16="http://schemas.microsoft.com/office/drawing/2014/main" id="{54100A85-EB0C-9092-6EFA-1721CAE0B42B}"/>
              </a:ext>
            </a:extLst>
          </p:cNvPr>
          <p:cNvGrpSpPr/>
          <p:nvPr/>
        </p:nvGrpSpPr>
        <p:grpSpPr>
          <a:xfrm>
            <a:off x="1591809" y="2389983"/>
            <a:ext cx="4800600" cy="1468438"/>
            <a:chOff x="1200" y="1305"/>
            <a:chExt cx="3024" cy="925"/>
          </a:xfrm>
        </p:grpSpPr>
        <p:sp>
          <p:nvSpPr>
            <p:cNvPr id="46" name="Text Box 53">
              <a:extLst>
                <a:ext uri="{FF2B5EF4-FFF2-40B4-BE49-F238E27FC236}">
                  <a16:creationId xmlns:a16="http://schemas.microsoft.com/office/drawing/2014/main" id="{518AC2FA-D364-2134-1C12-E8A498E758A1}"/>
                </a:ext>
              </a:extLst>
            </p:cNvPr>
            <p:cNvSpPr txBox="1"/>
            <p:nvPr/>
          </p:nvSpPr>
          <p:spPr>
            <a:xfrm>
              <a:off x="1872" y="1305"/>
              <a:ext cx="23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   +    +</a:t>
              </a:r>
              <a:r>
                <a:rPr lang="en-US" altLang="zh-CN" sz="2800" dirty="0">
                  <a:solidFill>
                    <a:srgbClr val="BC7000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BC7000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7" name="Text Box 54">
              <a:extLst>
                <a:ext uri="{FF2B5EF4-FFF2-40B4-BE49-F238E27FC236}">
                  <a16:creationId xmlns:a16="http://schemas.microsoft.com/office/drawing/2014/main" id="{AD76A25F-7AC1-41CA-3F99-C5EA9E6B58A1}"/>
                </a:ext>
              </a:extLst>
            </p:cNvPr>
            <p:cNvSpPr txBox="1"/>
            <p:nvPr/>
          </p:nvSpPr>
          <p:spPr>
            <a:xfrm>
              <a:off x="1200" y="1900"/>
              <a:ext cx="296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-   -   -    -    -</a:t>
              </a:r>
            </a:p>
          </p:txBody>
        </p:sp>
      </p:grpSp>
      <p:grpSp>
        <p:nvGrpSpPr>
          <p:cNvPr id="48" name="Group 55">
            <a:extLst>
              <a:ext uri="{FF2B5EF4-FFF2-40B4-BE49-F238E27FC236}">
                <a16:creationId xmlns:a16="http://schemas.microsoft.com/office/drawing/2014/main" id="{2EE034AE-4B17-9DA7-32DF-70099BBED824}"/>
              </a:ext>
            </a:extLst>
          </p:cNvPr>
          <p:cNvGrpSpPr/>
          <p:nvPr/>
        </p:nvGrpSpPr>
        <p:grpSpPr>
          <a:xfrm>
            <a:off x="2804659" y="3304383"/>
            <a:ext cx="774700" cy="1006475"/>
            <a:chOff x="1964" y="1872"/>
            <a:chExt cx="488" cy="634"/>
          </a:xfrm>
        </p:grpSpPr>
        <p:sp>
          <p:nvSpPr>
            <p:cNvPr id="49" name="Line 56">
              <a:extLst>
                <a:ext uri="{FF2B5EF4-FFF2-40B4-BE49-F238E27FC236}">
                  <a16:creationId xmlns:a16="http://schemas.microsoft.com/office/drawing/2014/main" id="{A8A4CEC3-F7DA-E9DC-8C74-891C1A442A8C}"/>
                </a:ext>
              </a:extLst>
            </p:cNvPr>
            <p:cNvSpPr/>
            <p:nvPr/>
          </p:nvSpPr>
          <p:spPr>
            <a:xfrm flipH="1">
              <a:off x="2164" y="1872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50" name="Object 57">
              <a:extLst>
                <a:ext uri="{FF2B5EF4-FFF2-40B4-BE49-F238E27FC236}">
                  <a16:creationId xmlns:a16="http://schemas.microsoft.com/office/drawing/2014/main" id="{C2626E74-A378-D496-2ED0-40FA1A739D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4" y="2112"/>
            <a:ext cx="292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8" r:id="rId20" imgW="292100" imgH="393700" progId="Equation.3">
                    <p:embed/>
                  </p:oleObj>
                </mc:Choice>
                <mc:Fallback>
                  <p:oleObj r:id="rId20" imgW="292100" imgH="393700" progId="Equation.3">
                    <p:embed/>
                    <p:pic>
                      <p:nvPicPr>
                        <p:cNvPr id="65556" name="Object 57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964" y="2112"/>
                          <a:ext cx="292" cy="3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Group 58">
            <a:extLst>
              <a:ext uri="{FF2B5EF4-FFF2-40B4-BE49-F238E27FC236}">
                <a16:creationId xmlns:a16="http://schemas.microsoft.com/office/drawing/2014/main" id="{F813A119-A72A-5587-B7F6-789D94F356BB}"/>
              </a:ext>
            </a:extLst>
          </p:cNvPr>
          <p:cNvGrpSpPr/>
          <p:nvPr/>
        </p:nvGrpSpPr>
        <p:grpSpPr>
          <a:xfrm>
            <a:off x="3725409" y="2008983"/>
            <a:ext cx="609600" cy="1066800"/>
            <a:chOff x="2544" y="1056"/>
            <a:chExt cx="384" cy="672"/>
          </a:xfrm>
        </p:grpSpPr>
        <p:sp>
          <p:nvSpPr>
            <p:cNvPr id="52" name="Line 59">
              <a:extLst>
                <a:ext uri="{FF2B5EF4-FFF2-40B4-BE49-F238E27FC236}">
                  <a16:creationId xmlns:a16="http://schemas.microsoft.com/office/drawing/2014/main" id="{4DC73169-EC68-193D-A74E-2BE152C84474}"/>
                </a:ext>
              </a:extLst>
            </p:cNvPr>
            <p:cNvSpPr/>
            <p:nvPr/>
          </p:nvSpPr>
          <p:spPr>
            <a:xfrm flipV="1">
              <a:off x="2544" y="1440"/>
              <a:ext cx="288" cy="288"/>
            </a:xfrm>
            <a:prstGeom prst="line">
              <a:avLst/>
            </a:prstGeom>
            <a:ln w="38100" cap="flat" cmpd="sng">
              <a:solidFill>
                <a:srgbClr val="990099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53" name="Object 60">
              <a:extLst>
                <a:ext uri="{FF2B5EF4-FFF2-40B4-BE49-F238E27FC236}">
                  <a16:creationId xmlns:a16="http://schemas.microsoft.com/office/drawing/2014/main" id="{82563F70-A7AA-20F5-3094-DBEB80EB7D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9" y="1056"/>
            <a:ext cx="35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" r:id="rId22" imgW="355600" imgH="381000" progId="Equation.3">
                    <p:embed/>
                  </p:oleObj>
                </mc:Choice>
                <mc:Fallback>
                  <p:oleObj r:id="rId22" imgW="355600" imgH="381000" progId="Equation.3">
                    <p:embed/>
                    <p:pic>
                      <p:nvPicPr>
                        <p:cNvPr id="65554" name="Object 60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569" y="1056"/>
                          <a:ext cx="35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7312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8" grpId="0"/>
      <p:bldP spid="60439" grpId="0"/>
      <p:bldP spid="60441" grpId="0"/>
      <p:bldP spid="60442" grpId="0"/>
      <p:bldP spid="605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2"/>
              <p:cNvSpPr>
                <a:spLocks noGrp="1"/>
              </p:cNvSpPr>
              <p:nvPr>
                <p:ph type="title"/>
              </p:nvPr>
            </p:nvSpPr>
            <p:spPr>
              <a:xfrm>
                <a:off x="526300" y="878041"/>
                <a:ext cx="10515600" cy="1325563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𝑯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f>
                        <m:fPr>
                          <m:ctrlP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𝑰𝑩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  <m:r>
                        <a:rPr lang="en-US" altLang="zh-CN" sz="32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en-US" altLang="zh-CN" sz="32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𝒒𝒏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26300" y="878041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99671" y="2344891"/>
            <a:ext cx="361194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华文楷体" panose="02010600040101010101" pitchFamily="2" charset="-122"/>
              </a:rPr>
              <a:t>霍尔器件：</a:t>
            </a:r>
            <a:endParaRPr kumimoji="1" lang="en-US" altLang="zh-CN" dirty="0">
              <a:latin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-"/>
            </a:pPr>
            <a:r>
              <a:rPr kumimoji="1" lang="zh-CN" altLang="en-US" dirty="0">
                <a:solidFill>
                  <a:srgbClr val="000000"/>
                </a:solidFill>
                <a:latin typeface="华文楷体" panose="02010600040101010101" pitchFamily="2" charset="-122"/>
              </a:rPr>
              <a:t>检测载流子</a:t>
            </a:r>
            <a:endParaRPr kumimoji="1" lang="en-US" altLang="zh-CN" dirty="0">
              <a:solidFill>
                <a:srgbClr val="000000"/>
              </a:solidFill>
              <a:latin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华文楷体" panose="02010600040101010101" pitchFamily="2" charset="-122"/>
              </a:rPr>
              <a:t>确定半导体的类型，确定载流子的浓度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ADCFC983-0983-1E5C-E733-879A9EA4318D}"/>
              </a:ext>
            </a:extLst>
          </p:cNvPr>
          <p:cNvSpPr txBox="1">
            <a:spLocks noChangeArrowheads="1"/>
          </p:cNvSpPr>
          <p:nvPr/>
        </p:nvSpPr>
        <p:spPr>
          <a:xfrm>
            <a:off x="598871" y="620399"/>
            <a:ext cx="2823779" cy="101980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霍尔效应</a:t>
            </a:r>
            <a:endParaRPr lang="zh-CN" altLang="en-US" sz="3200" b="1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BB0D426B-081B-CA32-440A-1E233163BB02}"/>
              </a:ext>
            </a:extLst>
          </p:cNvPr>
          <p:cNvGrpSpPr/>
          <p:nvPr/>
        </p:nvGrpSpPr>
        <p:grpSpPr>
          <a:xfrm>
            <a:off x="4351266" y="2234561"/>
            <a:ext cx="3810000" cy="2576513"/>
            <a:chOff x="384" y="1296"/>
            <a:chExt cx="2400" cy="1623"/>
          </a:xfrm>
        </p:grpSpPr>
        <p:sp>
          <p:nvSpPr>
            <p:cNvPr id="36" name="Line 4">
              <a:extLst>
                <a:ext uri="{FF2B5EF4-FFF2-40B4-BE49-F238E27FC236}">
                  <a16:creationId xmlns:a16="http://schemas.microsoft.com/office/drawing/2014/main" id="{8090DC24-A316-2953-D90D-41F0148726A3}"/>
                </a:ext>
              </a:extLst>
            </p:cNvPr>
            <p:cNvSpPr/>
            <p:nvPr/>
          </p:nvSpPr>
          <p:spPr>
            <a:xfrm flipH="1">
              <a:off x="528" y="2016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grpSp>
          <p:nvGrpSpPr>
            <p:cNvPr id="37" name="Group 5">
              <a:extLst>
                <a:ext uri="{FF2B5EF4-FFF2-40B4-BE49-F238E27FC236}">
                  <a16:creationId xmlns:a16="http://schemas.microsoft.com/office/drawing/2014/main" id="{19EB83B6-792C-DDF3-154C-67241A337E79}"/>
                </a:ext>
              </a:extLst>
            </p:cNvPr>
            <p:cNvGrpSpPr/>
            <p:nvPr/>
          </p:nvGrpSpPr>
          <p:grpSpPr>
            <a:xfrm>
              <a:off x="672" y="1776"/>
              <a:ext cx="1392" cy="528"/>
              <a:chOff x="1536" y="2352"/>
              <a:chExt cx="1392" cy="528"/>
            </a:xfrm>
          </p:grpSpPr>
          <p:sp>
            <p:nvSpPr>
              <p:cNvPr id="59" name="AutoShape 6">
                <a:extLst>
                  <a:ext uri="{FF2B5EF4-FFF2-40B4-BE49-F238E27FC236}">
                    <a16:creationId xmlns:a16="http://schemas.microsoft.com/office/drawing/2014/main" id="{9B0D88E6-174E-05AE-0923-C642750BAA1E}"/>
                  </a:ext>
                </a:extLst>
              </p:cNvPr>
              <p:cNvSpPr/>
              <p:nvPr/>
            </p:nvSpPr>
            <p:spPr>
              <a:xfrm>
                <a:off x="1536" y="2352"/>
                <a:ext cx="1392" cy="528"/>
              </a:xfrm>
              <a:prstGeom prst="cube">
                <a:avLst>
                  <a:gd name="adj" fmla="val 70644"/>
                </a:avLst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1905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Line 7">
                <a:extLst>
                  <a:ext uri="{FF2B5EF4-FFF2-40B4-BE49-F238E27FC236}">
                    <a16:creationId xmlns:a16="http://schemas.microsoft.com/office/drawing/2014/main" id="{9C5E3F0B-E516-9ED2-DEB1-EDBFE04FE0D0}"/>
                  </a:ext>
                </a:extLst>
              </p:cNvPr>
              <p:cNvSpPr/>
              <p:nvPr/>
            </p:nvSpPr>
            <p:spPr>
              <a:xfrm flipH="1">
                <a:off x="1920" y="2496"/>
                <a:ext cx="1008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61" name="Line 8">
                <a:extLst>
                  <a:ext uri="{FF2B5EF4-FFF2-40B4-BE49-F238E27FC236}">
                    <a16:creationId xmlns:a16="http://schemas.microsoft.com/office/drawing/2014/main" id="{19BD58D7-9EC9-F9C4-BBA0-724DC6EE5B01}"/>
                  </a:ext>
                </a:extLst>
              </p:cNvPr>
              <p:cNvSpPr/>
              <p:nvPr/>
            </p:nvSpPr>
            <p:spPr>
              <a:xfrm flipV="1">
                <a:off x="1536" y="2496"/>
                <a:ext cx="384" cy="38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62" name="Line 9">
                <a:extLst>
                  <a:ext uri="{FF2B5EF4-FFF2-40B4-BE49-F238E27FC236}">
                    <a16:creationId xmlns:a16="http://schemas.microsoft.com/office/drawing/2014/main" id="{5E243962-3EEB-0DE7-56BF-26481CF4BD39}"/>
                  </a:ext>
                </a:extLst>
              </p:cNvPr>
              <p:cNvSpPr/>
              <p:nvPr/>
            </p:nvSpPr>
            <p:spPr>
              <a:xfrm>
                <a:off x="1920" y="2352"/>
                <a:ext cx="0" cy="14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</p:grp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E975C27D-B1C7-B6AA-95DF-2E15F7A37E3E}"/>
                </a:ext>
              </a:extLst>
            </p:cNvPr>
            <p:cNvSpPr/>
            <p:nvPr/>
          </p:nvSpPr>
          <p:spPr>
            <a:xfrm flipH="1">
              <a:off x="1872" y="2064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39" name="Text Box 11">
              <a:extLst>
                <a:ext uri="{FF2B5EF4-FFF2-40B4-BE49-F238E27FC236}">
                  <a16:creationId xmlns:a16="http://schemas.microsoft.com/office/drawing/2014/main" id="{FDF8B547-0F15-2459-29AB-6F06749DC84E}"/>
                </a:ext>
              </a:extLst>
            </p:cNvPr>
            <p:cNvSpPr txBox="1"/>
            <p:nvPr/>
          </p:nvSpPr>
          <p:spPr>
            <a:xfrm>
              <a:off x="384" y="1824"/>
              <a:ext cx="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0" name="Oval 12">
              <a:extLst>
                <a:ext uri="{FF2B5EF4-FFF2-40B4-BE49-F238E27FC236}">
                  <a16:creationId xmlns:a16="http://schemas.microsoft.com/office/drawing/2014/main" id="{7B26AECB-84FE-1F9C-CD82-52E2F2C7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" y="1968"/>
              <a:ext cx="144" cy="144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76078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Text Box 13">
              <a:extLst>
                <a:ext uri="{FF2B5EF4-FFF2-40B4-BE49-F238E27FC236}">
                  <a16:creationId xmlns:a16="http://schemas.microsoft.com/office/drawing/2014/main" id="{F5607412-B284-681D-F8A9-C75A4AFAE3C9}"/>
                </a:ext>
              </a:extLst>
            </p:cNvPr>
            <p:cNvSpPr txBox="1"/>
            <p:nvPr/>
          </p:nvSpPr>
          <p:spPr>
            <a:xfrm>
              <a:off x="1392" y="1872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A6A2272F-735F-C22A-A9E7-75C07E5B91D6}"/>
                </a:ext>
              </a:extLst>
            </p:cNvPr>
            <p:cNvSpPr/>
            <p:nvPr/>
          </p:nvSpPr>
          <p:spPr>
            <a:xfrm>
              <a:off x="1156" y="2016"/>
              <a:ext cx="308" cy="1"/>
            </a:xfrm>
            <a:custGeom>
              <a:avLst/>
              <a:gdLst>
                <a:gd name="txL" fmla="*/ 0 w 308"/>
                <a:gd name="txT" fmla="*/ 0 h 1"/>
                <a:gd name="txR" fmla="*/ 308 w 308"/>
                <a:gd name="txB" fmla="*/ 1 h 1"/>
              </a:gdLst>
              <a:ahLst/>
              <a:cxnLst>
                <a:cxn ang="0">
                  <a:pos x="308" y="0"/>
                </a:cxn>
                <a:cxn ang="0">
                  <a:pos x="0" y="1"/>
                </a:cxn>
              </a:cxnLst>
              <a:rect l="txL" t="txT" r="txR" b="txB"/>
              <a:pathLst>
                <a:path w="308" h="1">
                  <a:moveTo>
                    <a:pt x="308" y="0"/>
                  </a:moveTo>
                  <a:lnTo>
                    <a:pt x="0" y="1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5">
              <a:extLst>
                <a:ext uri="{FF2B5EF4-FFF2-40B4-BE49-F238E27FC236}">
                  <a16:creationId xmlns:a16="http://schemas.microsoft.com/office/drawing/2014/main" id="{F3AB204D-62E0-78C1-9449-9AA49856EB6C}"/>
                </a:ext>
              </a:extLst>
            </p:cNvPr>
            <p:cNvSpPr/>
            <p:nvPr/>
          </p:nvSpPr>
          <p:spPr>
            <a:xfrm flipV="1">
              <a:off x="1536" y="1728"/>
              <a:ext cx="240" cy="240"/>
            </a:xfrm>
            <a:prstGeom prst="line">
              <a:avLst/>
            </a:prstGeom>
            <a:ln w="28575" cap="flat" cmpd="sng">
              <a:solidFill>
                <a:srgbClr val="008E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44" name="Text Box 16">
              <a:extLst>
                <a:ext uri="{FF2B5EF4-FFF2-40B4-BE49-F238E27FC236}">
                  <a16:creationId xmlns:a16="http://schemas.microsoft.com/office/drawing/2014/main" id="{7C1C3E13-0FF4-E1C4-998B-B6BFBCAC6276}"/>
                </a:ext>
              </a:extLst>
            </p:cNvPr>
            <p:cNvSpPr txBox="1"/>
            <p:nvPr/>
          </p:nvSpPr>
          <p:spPr>
            <a:xfrm>
              <a:off x="1056" y="1689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  +    +</a:t>
              </a:r>
            </a:p>
          </p:txBody>
        </p:sp>
        <p:sp>
          <p:nvSpPr>
            <p:cNvPr id="45" name="Text Box 17">
              <a:extLst>
                <a:ext uri="{FF2B5EF4-FFF2-40B4-BE49-F238E27FC236}">
                  <a16:creationId xmlns:a16="http://schemas.microsoft.com/office/drawing/2014/main" id="{1E8C286D-4F6D-56BC-EA97-03E445E77A2D}"/>
                </a:ext>
              </a:extLst>
            </p:cNvPr>
            <p:cNvSpPr txBox="1"/>
            <p:nvPr/>
          </p:nvSpPr>
          <p:spPr>
            <a:xfrm>
              <a:off x="768" y="2035"/>
              <a:ext cx="15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-   -   -</a:t>
              </a:r>
            </a:p>
          </p:txBody>
        </p:sp>
        <p:sp>
          <p:nvSpPr>
            <p:cNvPr id="46" name="Text Box 18">
              <a:extLst>
                <a:ext uri="{FF2B5EF4-FFF2-40B4-BE49-F238E27FC236}">
                  <a16:creationId xmlns:a16="http://schemas.microsoft.com/office/drawing/2014/main" id="{26B8C5D5-F3C5-D09F-A8C0-202ABDA091F0}"/>
                </a:ext>
              </a:extLst>
            </p:cNvPr>
            <p:cNvSpPr txBox="1"/>
            <p:nvPr/>
          </p:nvSpPr>
          <p:spPr>
            <a:xfrm>
              <a:off x="672" y="2592"/>
              <a:ext cx="1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P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型半导体</a:t>
              </a:r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4DC38173-94A3-9751-7171-1DDC2F1ECB06}"/>
                </a:ext>
              </a:extLst>
            </p:cNvPr>
            <p:cNvSpPr/>
            <p:nvPr/>
          </p:nvSpPr>
          <p:spPr>
            <a:xfrm>
              <a:off x="1488" y="2256"/>
              <a:ext cx="672" cy="192"/>
            </a:xfrm>
            <a:custGeom>
              <a:avLst/>
              <a:gdLst>
                <a:gd name="txL" fmla="*/ 0 w 672"/>
                <a:gd name="txT" fmla="*/ 0 h 192"/>
                <a:gd name="txR" fmla="*/ 672 w 672"/>
                <a:gd name="txB" fmla="*/ 192 h 192"/>
              </a:gdLst>
              <a:ahLst/>
              <a:cxnLst>
                <a:cxn ang="0">
                  <a:pos x="144" y="0"/>
                </a:cxn>
                <a:cxn ang="0">
                  <a:pos x="0" y="192"/>
                </a:cxn>
                <a:cxn ang="0">
                  <a:pos x="672" y="192"/>
                </a:cxn>
              </a:cxnLst>
              <a:rect l="txL" t="txT" r="txR" b="txB"/>
              <a:pathLst>
                <a:path w="672" h="192">
                  <a:moveTo>
                    <a:pt x="144" y="0"/>
                  </a:moveTo>
                  <a:lnTo>
                    <a:pt x="0" y="192"/>
                  </a:lnTo>
                  <a:lnTo>
                    <a:pt x="672" y="192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7B0D03E1-1453-8AEE-4EAC-E27AAA1A983C}"/>
                </a:ext>
              </a:extLst>
            </p:cNvPr>
            <p:cNvSpPr/>
            <p:nvPr/>
          </p:nvSpPr>
          <p:spPr>
            <a:xfrm>
              <a:off x="2016" y="1632"/>
              <a:ext cx="624" cy="144"/>
            </a:xfrm>
            <a:custGeom>
              <a:avLst/>
              <a:gdLst>
                <a:gd name="txL" fmla="*/ 0 w 624"/>
                <a:gd name="txT" fmla="*/ 0 h 144"/>
                <a:gd name="txR" fmla="*/ 624 w 624"/>
                <a:gd name="txB" fmla="*/ 144 h 144"/>
              </a:gdLst>
              <a:ahLst/>
              <a:cxnLst>
                <a:cxn ang="0">
                  <a:pos x="0" y="144"/>
                </a:cxn>
                <a:cxn ang="0">
                  <a:pos x="144" y="0"/>
                </a:cxn>
                <a:cxn ang="0">
                  <a:pos x="624" y="0"/>
                </a:cxn>
              </a:cxnLst>
              <a:rect l="txL" t="txT" r="txR" b="txB"/>
              <a:pathLst>
                <a:path w="624" h="144">
                  <a:moveTo>
                    <a:pt x="0" y="144"/>
                  </a:moveTo>
                  <a:lnTo>
                    <a:pt x="144" y="0"/>
                  </a:ln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21">
              <a:extLst>
                <a:ext uri="{FF2B5EF4-FFF2-40B4-BE49-F238E27FC236}">
                  <a16:creationId xmlns:a16="http://schemas.microsoft.com/office/drawing/2014/main" id="{BA06CA05-7FD8-DE23-B1C6-CC3AF499DF94}"/>
                </a:ext>
              </a:extLst>
            </p:cNvPr>
            <p:cNvSpPr txBox="1"/>
            <p:nvPr/>
          </p:nvSpPr>
          <p:spPr>
            <a:xfrm>
              <a:off x="2544" y="1488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0" name="Text Box 22">
              <a:extLst>
                <a:ext uri="{FF2B5EF4-FFF2-40B4-BE49-F238E27FC236}">
                  <a16:creationId xmlns:a16="http://schemas.microsoft.com/office/drawing/2014/main" id="{C9E94D28-FB22-4BB2-6DC1-D8A169F8C012}"/>
                </a:ext>
              </a:extLst>
            </p:cNvPr>
            <p:cNvSpPr txBox="1"/>
            <p:nvPr/>
          </p:nvSpPr>
          <p:spPr>
            <a:xfrm>
              <a:off x="1968" y="2304"/>
              <a:ext cx="2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graphicFrame>
          <p:nvGraphicFramePr>
            <p:cNvPr id="51" name="Object 23">
              <a:extLst>
                <a:ext uri="{FF2B5EF4-FFF2-40B4-BE49-F238E27FC236}">
                  <a16:creationId xmlns:a16="http://schemas.microsoft.com/office/drawing/2014/main" id="{D673C2A2-AF99-8383-AEA3-E505487C4E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4" y="1898"/>
            <a:ext cx="34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r:id="rId4" imgW="393700" imgH="368300" progId="Equation.3">
                    <p:embed/>
                  </p:oleObj>
                </mc:Choice>
                <mc:Fallback>
                  <p:oleObj r:id="rId4" imgW="393700" imgH="368300" progId="Equation.3">
                    <p:embed/>
                    <p:pic>
                      <p:nvPicPr>
                        <p:cNvPr id="67638" name="Object 2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234" y="1898"/>
                          <a:ext cx="345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" name="Group 24">
              <a:extLst>
                <a:ext uri="{FF2B5EF4-FFF2-40B4-BE49-F238E27FC236}">
                  <a16:creationId xmlns:a16="http://schemas.microsoft.com/office/drawing/2014/main" id="{36A7936D-138B-5404-EABC-8A0C184252B4}"/>
                </a:ext>
              </a:extLst>
            </p:cNvPr>
            <p:cNvGrpSpPr/>
            <p:nvPr/>
          </p:nvGrpSpPr>
          <p:grpSpPr>
            <a:xfrm>
              <a:off x="1248" y="1296"/>
              <a:ext cx="240" cy="432"/>
              <a:chOff x="1728" y="1728"/>
              <a:chExt cx="288" cy="480"/>
            </a:xfrm>
          </p:grpSpPr>
          <p:sp>
            <p:nvSpPr>
              <p:cNvPr id="57" name="Line 25">
                <a:extLst>
                  <a:ext uri="{FF2B5EF4-FFF2-40B4-BE49-F238E27FC236}">
                    <a16:creationId xmlns:a16="http://schemas.microsoft.com/office/drawing/2014/main" id="{E843701E-ADE1-4EEE-C91A-3FAAFBDB8FCD}"/>
                  </a:ext>
                </a:extLst>
              </p:cNvPr>
              <p:cNvSpPr/>
              <p:nvPr/>
            </p:nvSpPr>
            <p:spPr>
              <a:xfrm flipV="1">
                <a:off x="1728" y="1824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D60093"/>
                </a:solidFill>
                <a:prstDash val="solid"/>
                <a:headEnd type="none" w="sm" len="lg"/>
                <a:tailEnd type="triangle" w="sm" len="lg"/>
              </a:ln>
            </p:spPr>
          </p:sp>
          <p:graphicFrame>
            <p:nvGraphicFramePr>
              <p:cNvPr id="58" name="Object 26">
                <a:extLst>
                  <a:ext uri="{FF2B5EF4-FFF2-40B4-BE49-F238E27FC236}">
                    <a16:creationId xmlns:a16="http://schemas.microsoft.com/office/drawing/2014/main" id="{D4073C00-4153-54E1-808B-D4124D296C3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76" y="1728"/>
              <a:ext cx="240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7" r:id="rId6" imgW="215900" imgH="266065" progId="Equation.3">
                      <p:embed/>
                    </p:oleObj>
                  </mc:Choice>
                  <mc:Fallback>
                    <p:oleObj r:id="rId6" imgW="215900" imgH="266065" progId="Equation.3">
                      <p:embed/>
                      <p:pic>
                        <p:nvPicPr>
                          <p:cNvPr id="67645" name="Object 26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776" y="1728"/>
                            <a:ext cx="240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E89087ED-16A4-7A7A-358B-9D6DF14A570E}"/>
                </a:ext>
              </a:extLst>
            </p:cNvPr>
            <p:cNvSpPr/>
            <p:nvPr/>
          </p:nvSpPr>
          <p:spPr>
            <a:xfrm flipH="1">
              <a:off x="2016" y="2112"/>
              <a:ext cx="240" cy="336"/>
            </a:xfrm>
            <a:prstGeom prst="line">
              <a:avLst/>
            </a:prstGeom>
            <a:ln w="28575" cap="flat" cmpd="sng">
              <a:solidFill>
                <a:srgbClr val="FF33CC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4" name="Line 28">
              <a:extLst>
                <a:ext uri="{FF2B5EF4-FFF2-40B4-BE49-F238E27FC236}">
                  <a16:creationId xmlns:a16="http://schemas.microsoft.com/office/drawing/2014/main" id="{965A0D29-A303-C466-3460-4FF274B281DA}"/>
                </a:ext>
              </a:extLst>
            </p:cNvPr>
            <p:cNvSpPr/>
            <p:nvPr/>
          </p:nvSpPr>
          <p:spPr>
            <a:xfrm flipV="1">
              <a:off x="2352" y="1632"/>
              <a:ext cx="192" cy="288"/>
            </a:xfrm>
            <a:prstGeom prst="line">
              <a:avLst/>
            </a:prstGeom>
            <a:ln w="28575" cap="flat" cmpd="sng">
              <a:solidFill>
                <a:srgbClr val="FF33CC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55" name="Object 29">
              <a:extLst>
                <a:ext uri="{FF2B5EF4-FFF2-40B4-BE49-F238E27FC236}">
                  <a16:creationId xmlns:a16="http://schemas.microsoft.com/office/drawing/2014/main" id="{84ECBFDA-6A2C-FE5C-5A14-E7A5C00453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90" y="1440"/>
            <a:ext cx="29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r:id="rId8" imgW="355600" imgH="381000" progId="Equation.3">
                    <p:embed/>
                  </p:oleObj>
                </mc:Choice>
                <mc:Fallback>
                  <p:oleObj r:id="rId8" imgW="355600" imgH="381000" progId="Equation.3">
                    <p:embed/>
                    <p:pic>
                      <p:nvPicPr>
                        <p:cNvPr id="67642" name="Object 2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690" y="1440"/>
                          <a:ext cx="29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30">
              <a:extLst>
                <a:ext uri="{FF2B5EF4-FFF2-40B4-BE49-F238E27FC236}">
                  <a16:creationId xmlns:a16="http://schemas.microsoft.com/office/drawing/2014/main" id="{E835F366-9A84-DB93-E7E3-8CE1881E93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1" y="1920"/>
            <a:ext cx="23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r:id="rId10" imgW="304800" imgH="381000" progId="Equation.3">
                    <p:embed/>
                  </p:oleObj>
                </mc:Choice>
                <mc:Fallback>
                  <p:oleObj r:id="rId10" imgW="304800" imgH="381000" progId="Equation.3">
                    <p:embed/>
                    <p:pic>
                      <p:nvPicPr>
                        <p:cNvPr id="67643" name="Object 3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51" y="1920"/>
                          <a:ext cx="235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37">
            <a:extLst>
              <a:ext uri="{FF2B5EF4-FFF2-40B4-BE49-F238E27FC236}">
                <a16:creationId xmlns:a16="http://schemas.microsoft.com/office/drawing/2014/main" id="{ACAE0BDB-72FC-54E0-F050-C49FD77F2103}"/>
              </a:ext>
            </a:extLst>
          </p:cNvPr>
          <p:cNvGrpSpPr/>
          <p:nvPr/>
        </p:nvGrpSpPr>
        <p:grpSpPr>
          <a:xfrm>
            <a:off x="8305728" y="2203604"/>
            <a:ext cx="3825875" cy="2576513"/>
            <a:chOff x="3062" y="1296"/>
            <a:chExt cx="2410" cy="1623"/>
          </a:xfrm>
        </p:grpSpPr>
        <p:sp>
          <p:nvSpPr>
            <p:cNvPr id="64" name="Line 38">
              <a:extLst>
                <a:ext uri="{FF2B5EF4-FFF2-40B4-BE49-F238E27FC236}">
                  <a16:creationId xmlns:a16="http://schemas.microsoft.com/office/drawing/2014/main" id="{45D0908A-FD65-9174-4FBE-C7BAEBDA7096}"/>
                </a:ext>
              </a:extLst>
            </p:cNvPr>
            <p:cNvSpPr/>
            <p:nvPr/>
          </p:nvSpPr>
          <p:spPr>
            <a:xfrm flipV="1">
              <a:off x="3984" y="1680"/>
              <a:ext cx="240" cy="240"/>
            </a:xfrm>
            <a:prstGeom prst="line">
              <a:avLst/>
            </a:prstGeom>
            <a:ln w="28575" cap="flat" cmpd="sng">
              <a:solidFill>
                <a:srgbClr val="008E00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65" name="Object 39">
              <a:extLst>
                <a:ext uri="{FF2B5EF4-FFF2-40B4-BE49-F238E27FC236}">
                  <a16:creationId xmlns:a16="http://schemas.microsoft.com/office/drawing/2014/main" id="{22E4019F-8F99-3E9B-8571-BD3913F167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9" y="1392"/>
            <a:ext cx="26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r:id="rId12" imgW="355600" imgH="381000" progId="Equation.3">
                    <p:embed/>
                  </p:oleObj>
                </mc:Choice>
                <mc:Fallback>
                  <p:oleObj r:id="rId12" imgW="355600" imgH="381000" progId="Equation.3">
                    <p:embed/>
                    <p:pic>
                      <p:nvPicPr>
                        <p:cNvPr id="67593" name="Object 3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989" y="1392"/>
                          <a:ext cx="261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Rectangle 40">
              <a:extLst>
                <a:ext uri="{FF2B5EF4-FFF2-40B4-BE49-F238E27FC236}">
                  <a16:creationId xmlns:a16="http://schemas.microsoft.com/office/drawing/2014/main" id="{DCD9670F-73E5-B476-3990-D6B3FD950C20}"/>
                </a:ext>
              </a:extLst>
            </p:cNvPr>
            <p:cNvSpPr/>
            <p:nvPr/>
          </p:nvSpPr>
          <p:spPr>
            <a:xfrm>
              <a:off x="3456" y="2016"/>
              <a:ext cx="15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  +   +</a:t>
              </a:r>
            </a:p>
          </p:txBody>
        </p:sp>
        <p:sp>
          <p:nvSpPr>
            <p:cNvPr id="67" name="Rectangle 41">
              <a:extLst>
                <a:ext uri="{FF2B5EF4-FFF2-40B4-BE49-F238E27FC236}">
                  <a16:creationId xmlns:a16="http://schemas.microsoft.com/office/drawing/2014/main" id="{8A4A5DEF-A8DE-4CBC-C2A3-12C1B561BCBE}"/>
                </a:ext>
              </a:extLst>
            </p:cNvPr>
            <p:cNvSpPr/>
            <p:nvPr/>
          </p:nvSpPr>
          <p:spPr>
            <a:xfrm>
              <a:off x="3792" y="1593"/>
              <a:ext cx="13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-     -    -       </a:t>
              </a:r>
            </a:p>
          </p:txBody>
        </p:sp>
        <p:sp>
          <p:nvSpPr>
            <p:cNvPr id="68" name="Rectangle 42">
              <a:extLst>
                <a:ext uri="{FF2B5EF4-FFF2-40B4-BE49-F238E27FC236}">
                  <a16:creationId xmlns:a16="http://schemas.microsoft.com/office/drawing/2014/main" id="{85E0EEF9-A50F-A28A-51BC-84A74C5B67EC}"/>
                </a:ext>
              </a:extLst>
            </p:cNvPr>
            <p:cNvSpPr/>
            <p:nvPr/>
          </p:nvSpPr>
          <p:spPr>
            <a:xfrm>
              <a:off x="3610" y="2592"/>
              <a:ext cx="18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N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型半导体</a:t>
              </a:r>
              <a:endPara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Freeform 43">
              <a:extLst>
                <a:ext uri="{FF2B5EF4-FFF2-40B4-BE49-F238E27FC236}">
                  <a16:creationId xmlns:a16="http://schemas.microsoft.com/office/drawing/2014/main" id="{E2D36569-8596-4EA2-609A-4D293E89FA6D}"/>
                </a:ext>
              </a:extLst>
            </p:cNvPr>
            <p:cNvSpPr/>
            <p:nvPr/>
          </p:nvSpPr>
          <p:spPr>
            <a:xfrm>
              <a:off x="4176" y="2208"/>
              <a:ext cx="672" cy="192"/>
            </a:xfrm>
            <a:custGeom>
              <a:avLst/>
              <a:gdLst>
                <a:gd name="txL" fmla="*/ 0 w 672"/>
                <a:gd name="txT" fmla="*/ 0 h 192"/>
                <a:gd name="txR" fmla="*/ 672 w 672"/>
                <a:gd name="txB" fmla="*/ 192 h 192"/>
              </a:gdLst>
              <a:ahLst/>
              <a:cxnLst>
                <a:cxn ang="0">
                  <a:pos x="144" y="0"/>
                </a:cxn>
                <a:cxn ang="0">
                  <a:pos x="0" y="192"/>
                </a:cxn>
                <a:cxn ang="0">
                  <a:pos x="672" y="192"/>
                </a:cxn>
              </a:cxnLst>
              <a:rect l="txL" t="txT" r="txR" b="txB"/>
              <a:pathLst>
                <a:path w="672" h="192">
                  <a:moveTo>
                    <a:pt x="144" y="0"/>
                  </a:moveTo>
                  <a:lnTo>
                    <a:pt x="0" y="192"/>
                  </a:lnTo>
                  <a:lnTo>
                    <a:pt x="672" y="192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44">
              <a:extLst>
                <a:ext uri="{FF2B5EF4-FFF2-40B4-BE49-F238E27FC236}">
                  <a16:creationId xmlns:a16="http://schemas.microsoft.com/office/drawing/2014/main" id="{B63D1F42-39A5-D674-C10C-53C0111C1ED5}"/>
                </a:ext>
              </a:extLst>
            </p:cNvPr>
            <p:cNvSpPr/>
            <p:nvPr/>
          </p:nvSpPr>
          <p:spPr>
            <a:xfrm>
              <a:off x="4704" y="1584"/>
              <a:ext cx="624" cy="144"/>
            </a:xfrm>
            <a:custGeom>
              <a:avLst/>
              <a:gdLst>
                <a:gd name="txL" fmla="*/ 0 w 624"/>
                <a:gd name="txT" fmla="*/ 0 h 144"/>
                <a:gd name="txR" fmla="*/ 624 w 624"/>
                <a:gd name="txB" fmla="*/ 144 h 144"/>
              </a:gdLst>
              <a:ahLst/>
              <a:cxnLst>
                <a:cxn ang="0">
                  <a:pos x="0" y="144"/>
                </a:cxn>
                <a:cxn ang="0">
                  <a:pos x="144" y="0"/>
                </a:cxn>
                <a:cxn ang="0">
                  <a:pos x="624" y="0"/>
                </a:cxn>
              </a:cxnLst>
              <a:rect l="txL" t="txT" r="txR" b="txB"/>
              <a:pathLst>
                <a:path w="624" h="144">
                  <a:moveTo>
                    <a:pt x="0" y="144"/>
                  </a:moveTo>
                  <a:lnTo>
                    <a:pt x="144" y="0"/>
                  </a:ln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1" name="Object 45">
              <a:extLst>
                <a:ext uri="{FF2B5EF4-FFF2-40B4-BE49-F238E27FC236}">
                  <a16:creationId xmlns:a16="http://schemas.microsoft.com/office/drawing/2014/main" id="{B7BBAC5B-FAFA-83F9-8162-E6A811F5E1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22" y="1850"/>
            <a:ext cx="345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r:id="rId14" imgW="393700" imgH="368300" progId="Equation.3">
                    <p:embed/>
                  </p:oleObj>
                </mc:Choice>
                <mc:Fallback>
                  <p:oleObj r:id="rId14" imgW="393700" imgH="368300" progId="Equation.3">
                    <p:embed/>
                    <p:pic>
                      <p:nvPicPr>
                        <p:cNvPr id="67599" name="Object 4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922" y="1850"/>
                          <a:ext cx="345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2" name="Group 46">
              <a:extLst>
                <a:ext uri="{FF2B5EF4-FFF2-40B4-BE49-F238E27FC236}">
                  <a16:creationId xmlns:a16="http://schemas.microsoft.com/office/drawing/2014/main" id="{D2FCBC9F-FB96-0097-B6C5-C1316E816930}"/>
                </a:ext>
              </a:extLst>
            </p:cNvPr>
            <p:cNvGrpSpPr/>
            <p:nvPr/>
          </p:nvGrpSpPr>
          <p:grpSpPr>
            <a:xfrm>
              <a:off x="3408" y="1721"/>
              <a:ext cx="1392" cy="528"/>
              <a:chOff x="1536" y="2352"/>
              <a:chExt cx="1392" cy="528"/>
            </a:xfrm>
          </p:grpSpPr>
          <p:sp>
            <p:nvSpPr>
              <p:cNvPr id="88" name="AutoShape 47">
                <a:extLst>
                  <a:ext uri="{FF2B5EF4-FFF2-40B4-BE49-F238E27FC236}">
                    <a16:creationId xmlns:a16="http://schemas.microsoft.com/office/drawing/2014/main" id="{DC6D599B-5A42-7607-BB48-FBA45CC818D0}"/>
                  </a:ext>
                </a:extLst>
              </p:cNvPr>
              <p:cNvSpPr/>
              <p:nvPr/>
            </p:nvSpPr>
            <p:spPr>
              <a:xfrm>
                <a:off x="1536" y="2352"/>
                <a:ext cx="1392" cy="528"/>
              </a:xfrm>
              <a:prstGeom prst="cube">
                <a:avLst>
                  <a:gd name="adj" fmla="val 70644"/>
                </a:avLst>
              </a:prstGeom>
              <a:noFill/>
              <a:ln w="1905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Line 48">
                <a:extLst>
                  <a:ext uri="{FF2B5EF4-FFF2-40B4-BE49-F238E27FC236}">
                    <a16:creationId xmlns:a16="http://schemas.microsoft.com/office/drawing/2014/main" id="{9DABF155-419A-DE19-9A56-0B459ECFD89F}"/>
                  </a:ext>
                </a:extLst>
              </p:cNvPr>
              <p:cNvSpPr/>
              <p:nvPr/>
            </p:nvSpPr>
            <p:spPr>
              <a:xfrm flipH="1">
                <a:off x="1920" y="2496"/>
                <a:ext cx="1008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90" name="Line 49">
                <a:extLst>
                  <a:ext uri="{FF2B5EF4-FFF2-40B4-BE49-F238E27FC236}">
                    <a16:creationId xmlns:a16="http://schemas.microsoft.com/office/drawing/2014/main" id="{0FC0D2C1-21A8-39E7-78DB-E3782A17D486}"/>
                  </a:ext>
                </a:extLst>
              </p:cNvPr>
              <p:cNvSpPr/>
              <p:nvPr/>
            </p:nvSpPr>
            <p:spPr>
              <a:xfrm flipV="1">
                <a:off x="1536" y="2496"/>
                <a:ext cx="384" cy="38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91" name="Line 50">
                <a:extLst>
                  <a:ext uri="{FF2B5EF4-FFF2-40B4-BE49-F238E27FC236}">
                    <a16:creationId xmlns:a16="http://schemas.microsoft.com/office/drawing/2014/main" id="{7E6A34BD-9F42-760E-A073-AF97757F3429}"/>
                  </a:ext>
                </a:extLst>
              </p:cNvPr>
              <p:cNvSpPr/>
              <p:nvPr/>
            </p:nvSpPr>
            <p:spPr>
              <a:xfrm>
                <a:off x="1920" y="2352"/>
                <a:ext cx="0" cy="14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</p:grpSp>
        <p:grpSp>
          <p:nvGrpSpPr>
            <p:cNvPr id="73" name="Group 51">
              <a:extLst>
                <a:ext uri="{FF2B5EF4-FFF2-40B4-BE49-F238E27FC236}">
                  <a16:creationId xmlns:a16="http://schemas.microsoft.com/office/drawing/2014/main" id="{2F0A0F2C-9E9D-E3CA-8B58-68ABE6D0CE15}"/>
                </a:ext>
              </a:extLst>
            </p:cNvPr>
            <p:cNvGrpSpPr/>
            <p:nvPr/>
          </p:nvGrpSpPr>
          <p:grpSpPr>
            <a:xfrm>
              <a:off x="3888" y="1817"/>
              <a:ext cx="144" cy="327"/>
              <a:chOff x="3888" y="1817"/>
              <a:chExt cx="144" cy="327"/>
            </a:xfrm>
          </p:grpSpPr>
          <p:sp>
            <p:nvSpPr>
              <p:cNvPr id="86" name="Oval 52">
                <a:extLst>
                  <a:ext uri="{FF2B5EF4-FFF2-40B4-BE49-F238E27FC236}">
                    <a16:creationId xmlns:a16="http://schemas.microsoft.com/office/drawing/2014/main" id="{31351ED2-3973-EB5D-F3AE-0C88720C16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920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76471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Text Box 53">
                <a:extLst>
                  <a:ext uri="{FF2B5EF4-FFF2-40B4-BE49-F238E27FC236}">
                    <a16:creationId xmlns:a16="http://schemas.microsoft.com/office/drawing/2014/main" id="{8AF11F1C-D41F-0F83-359D-5F213C0F8666}"/>
                  </a:ext>
                </a:extLst>
              </p:cNvPr>
              <p:cNvSpPr txBox="1"/>
              <p:nvPr/>
            </p:nvSpPr>
            <p:spPr>
              <a:xfrm>
                <a:off x="3888" y="1817"/>
                <a:ext cx="1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</a:t>
                </a:r>
              </a:p>
            </p:txBody>
          </p:sp>
        </p:grpSp>
        <p:sp>
          <p:nvSpPr>
            <p:cNvPr id="74" name="Line 54">
              <a:extLst>
                <a:ext uri="{FF2B5EF4-FFF2-40B4-BE49-F238E27FC236}">
                  <a16:creationId xmlns:a16="http://schemas.microsoft.com/office/drawing/2014/main" id="{56B67D75-44C0-F892-74B4-2647451D8726}"/>
                </a:ext>
              </a:extLst>
            </p:cNvPr>
            <p:cNvSpPr/>
            <p:nvPr/>
          </p:nvSpPr>
          <p:spPr>
            <a:xfrm>
              <a:off x="4032" y="2009"/>
              <a:ext cx="28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75" name="Line 55">
              <a:extLst>
                <a:ext uri="{FF2B5EF4-FFF2-40B4-BE49-F238E27FC236}">
                  <a16:creationId xmlns:a16="http://schemas.microsoft.com/office/drawing/2014/main" id="{780F155F-5BDC-9378-D70F-EB2F8DB65F76}"/>
                </a:ext>
              </a:extLst>
            </p:cNvPr>
            <p:cNvSpPr/>
            <p:nvPr/>
          </p:nvSpPr>
          <p:spPr>
            <a:xfrm flipH="1">
              <a:off x="3264" y="1961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76" name="Line 56">
              <a:extLst>
                <a:ext uri="{FF2B5EF4-FFF2-40B4-BE49-F238E27FC236}">
                  <a16:creationId xmlns:a16="http://schemas.microsoft.com/office/drawing/2014/main" id="{551F8E72-653B-A281-9437-26BDB2B9E569}"/>
                </a:ext>
              </a:extLst>
            </p:cNvPr>
            <p:cNvSpPr/>
            <p:nvPr/>
          </p:nvSpPr>
          <p:spPr>
            <a:xfrm flipH="1">
              <a:off x="4608" y="2009"/>
              <a:ext cx="28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grpSp>
          <p:nvGrpSpPr>
            <p:cNvPr id="77" name="Group 57">
              <a:extLst>
                <a:ext uri="{FF2B5EF4-FFF2-40B4-BE49-F238E27FC236}">
                  <a16:creationId xmlns:a16="http://schemas.microsoft.com/office/drawing/2014/main" id="{F2ED52E9-52C2-9524-7D41-229312A0F46B}"/>
                </a:ext>
              </a:extLst>
            </p:cNvPr>
            <p:cNvGrpSpPr/>
            <p:nvPr/>
          </p:nvGrpSpPr>
          <p:grpSpPr>
            <a:xfrm>
              <a:off x="4416" y="1296"/>
              <a:ext cx="218" cy="384"/>
              <a:chOff x="4272" y="1385"/>
              <a:chExt cx="218" cy="384"/>
            </a:xfrm>
          </p:grpSpPr>
          <p:sp>
            <p:nvSpPr>
              <p:cNvPr id="84" name="Line 58">
                <a:extLst>
                  <a:ext uri="{FF2B5EF4-FFF2-40B4-BE49-F238E27FC236}">
                    <a16:creationId xmlns:a16="http://schemas.microsoft.com/office/drawing/2014/main" id="{507B7241-1819-9D28-FF6F-31F571E14289}"/>
                  </a:ext>
                </a:extLst>
              </p:cNvPr>
              <p:cNvSpPr/>
              <p:nvPr/>
            </p:nvSpPr>
            <p:spPr>
              <a:xfrm flipV="1">
                <a:off x="4272" y="1385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D60093"/>
                </a:solidFill>
                <a:prstDash val="solid"/>
                <a:headEnd type="none" w="sm" len="lg"/>
                <a:tailEnd type="triangle" w="sm" len="lg"/>
              </a:ln>
            </p:spPr>
          </p:sp>
          <p:graphicFrame>
            <p:nvGraphicFramePr>
              <p:cNvPr id="85" name="Object 59">
                <a:extLst>
                  <a:ext uri="{FF2B5EF4-FFF2-40B4-BE49-F238E27FC236}">
                    <a16:creationId xmlns:a16="http://schemas.microsoft.com/office/drawing/2014/main" id="{A24C58F0-3D2A-BA44-C211-FEAF90F219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72" y="1392"/>
              <a:ext cx="21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2" r:id="rId15" imgW="215900" imgH="266065" progId="Equation.3">
                      <p:embed/>
                    </p:oleObj>
                  </mc:Choice>
                  <mc:Fallback>
                    <p:oleObj r:id="rId15" imgW="215900" imgH="266065" progId="Equation.3">
                      <p:embed/>
                      <p:pic>
                        <p:nvPicPr>
                          <p:cNvPr id="67613" name="Object 59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272" y="1392"/>
                            <a:ext cx="218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8" name="Text Box 60">
              <a:extLst>
                <a:ext uri="{FF2B5EF4-FFF2-40B4-BE49-F238E27FC236}">
                  <a16:creationId xmlns:a16="http://schemas.microsoft.com/office/drawing/2014/main" id="{FC3FD728-8653-EDC1-E2F9-FC4EDBAB1D60}"/>
                </a:ext>
              </a:extLst>
            </p:cNvPr>
            <p:cNvSpPr txBox="1"/>
            <p:nvPr/>
          </p:nvSpPr>
          <p:spPr>
            <a:xfrm>
              <a:off x="3062" y="1770"/>
              <a:ext cx="2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79" name="Text Box 61">
              <a:extLst>
                <a:ext uri="{FF2B5EF4-FFF2-40B4-BE49-F238E27FC236}">
                  <a16:creationId xmlns:a16="http://schemas.microsoft.com/office/drawing/2014/main" id="{84B5AE0A-6688-85EE-52E6-BDD983CC1C0C}"/>
                </a:ext>
              </a:extLst>
            </p:cNvPr>
            <p:cNvSpPr txBox="1"/>
            <p:nvPr/>
          </p:nvSpPr>
          <p:spPr>
            <a:xfrm>
              <a:off x="4848" y="2256"/>
              <a:ext cx="2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0" name="Text Box 62">
              <a:extLst>
                <a:ext uri="{FF2B5EF4-FFF2-40B4-BE49-F238E27FC236}">
                  <a16:creationId xmlns:a16="http://schemas.microsoft.com/office/drawing/2014/main" id="{419F0C1F-AD07-2A4D-B2CA-8643AAAAC95B}"/>
                </a:ext>
              </a:extLst>
            </p:cNvPr>
            <p:cNvSpPr txBox="1"/>
            <p:nvPr/>
          </p:nvSpPr>
          <p:spPr>
            <a:xfrm>
              <a:off x="5280" y="1411"/>
              <a:ext cx="1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81" name="Line 63">
              <a:extLst>
                <a:ext uri="{FF2B5EF4-FFF2-40B4-BE49-F238E27FC236}">
                  <a16:creationId xmlns:a16="http://schemas.microsoft.com/office/drawing/2014/main" id="{DC16F09C-5BCF-8FDE-370F-1E7DAEAF0440}"/>
                </a:ext>
              </a:extLst>
            </p:cNvPr>
            <p:cNvSpPr/>
            <p:nvPr/>
          </p:nvSpPr>
          <p:spPr>
            <a:xfrm flipV="1">
              <a:off x="5040" y="1584"/>
              <a:ext cx="192" cy="288"/>
            </a:xfrm>
            <a:prstGeom prst="line">
              <a:avLst/>
            </a:prstGeom>
            <a:ln w="28575" cap="flat" cmpd="sng">
              <a:solidFill>
                <a:srgbClr val="FF33CC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82" name="Line 64">
              <a:extLst>
                <a:ext uri="{FF2B5EF4-FFF2-40B4-BE49-F238E27FC236}">
                  <a16:creationId xmlns:a16="http://schemas.microsoft.com/office/drawing/2014/main" id="{01507D85-C039-FE53-8EE7-8555FDF8D5CA}"/>
                </a:ext>
              </a:extLst>
            </p:cNvPr>
            <p:cNvSpPr/>
            <p:nvPr/>
          </p:nvSpPr>
          <p:spPr>
            <a:xfrm flipH="1">
              <a:off x="4752" y="2112"/>
              <a:ext cx="192" cy="288"/>
            </a:xfrm>
            <a:prstGeom prst="line">
              <a:avLst/>
            </a:prstGeom>
            <a:ln w="28575" cap="flat" cmpd="sng">
              <a:solidFill>
                <a:srgbClr val="FF33CC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83" name="Object 65">
              <a:extLst>
                <a:ext uri="{FF2B5EF4-FFF2-40B4-BE49-F238E27FC236}">
                  <a16:creationId xmlns:a16="http://schemas.microsoft.com/office/drawing/2014/main" id="{5389BB77-90C5-142D-38BD-F5C9393CFC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7778182"/>
                </p:ext>
              </p:extLst>
            </p:nvPr>
          </p:nvGraphicFramePr>
          <p:xfrm>
            <a:off x="4311" y="1824"/>
            <a:ext cx="23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r:id="rId16" imgW="304800" imgH="381000" progId="Equation.3">
                    <p:embed/>
                  </p:oleObj>
                </mc:Choice>
                <mc:Fallback>
                  <p:oleObj r:id="rId16" imgW="304800" imgH="381000" progId="Equation.3">
                    <p:embed/>
                    <p:pic>
                      <p:nvPicPr>
                        <p:cNvPr id="67611" name="Object 6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311" y="1824"/>
                          <a:ext cx="234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" name="文本框 92">
            <a:extLst>
              <a:ext uri="{FF2B5EF4-FFF2-40B4-BE49-F238E27FC236}">
                <a16:creationId xmlns:a16="http://schemas.microsoft.com/office/drawing/2014/main" id="{2A7335B1-7B94-1F4F-24FB-E59F850DDD68}"/>
              </a:ext>
            </a:extLst>
          </p:cNvPr>
          <p:cNvSpPr txBox="1"/>
          <p:nvPr/>
        </p:nvSpPr>
        <p:spPr>
          <a:xfrm>
            <a:off x="931900" y="4957183"/>
            <a:ext cx="8685103" cy="1832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600" dirty="0">
                <a:solidFill>
                  <a:srgbClr val="000000"/>
                </a:solidFill>
                <a:latin typeface="华文楷体" panose="02010600040101010101" pitchFamily="2" charset="-122"/>
              </a:rPr>
              <a:t>- </a:t>
            </a:r>
            <a:r>
              <a:rPr kumimoji="1" lang="zh-CN" altLang="en-US" sz="2600" dirty="0">
                <a:solidFill>
                  <a:srgbClr val="000000"/>
                </a:solidFill>
                <a:latin typeface="华文楷体" panose="02010600040101010101" pitchFamily="2" charset="-122"/>
              </a:rPr>
              <a:t>测弱磁场</a:t>
            </a:r>
            <a:endParaRPr kumimoji="1" lang="en-US" altLang="zh-CN" sz="2600" dirty="0">
              <a:solidFill>
                <a:srgbClr val="000000"/>
              </a:solidFill>
              <a:latin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600" dirty="0">
                <a:solidFill>
                  <a:srgbClr val="000000"/>
                </a:solidFill>
                <a:latin typeface="华文楷体" panose="02010600040101010101" pitchFamily="2" charset="-122"/>
              </a:rPr>
              <a:t>    霍耳效应已在测量技术、电子技术、计算技术等各个领域中得到越来越普遍的应用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37426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4203E44B-260D-4D99-BC30-CFA6529E3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713" y="2138008"/>
            <a:ext cx="449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</a:rPr>
              <a:t>在极低温、强磁场下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Object 7">
                <a:extLst>
                  <a:ext uri="{FF2B5EF4-FFF2-40B4-BE49-F238E27FC236}">
                    <a16:creationId xmlns:a16="http://schemas.microsoft.com/office/drawing/2014/main" id="{A3ADEB6B-D585-42D7-A786-30B279E1ECB6}"/>
                  </a:ext>
                </a:extLst>
              </p:cNvPr>
              <p:cNvSpPr txBox="1"/>
              <p:nvPr/>
            </p:nvSpPr>
            <p:spPr bwMode="auto">
              <a:xfrm>
                <a:off x="1102633" y="2919228"/>
                <a:ext cx="3806825" cy="1001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=1,2,3,⋯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183" name="Object 7">
                <a:extLst>
                  <a:ext uri="{FF2B5EF4-FFF2-40B4-BE49-F238E27FC236}">
                    <a16:creationId xmlns:a16="http://schemas.microsoft.com/office/drawing/2014/main" id="{A3ADEB6B-D585-42D7-A786-30B279E1E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2633" y="2919228"/>
                <a:ext cx="3806825" cy="1001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7" name="Object 9">
                <a:extLst>
                  <a:ext uri="{FF2B5EF4-FFF2-40B4-BE49-F238E27FC236}">
                    <a16:creationId xmlns:a16="http://schemas.microsoft.com/office/drawing/2014/main" id="{1092F21B-7A9E-4005-8117-9C090FACD87E}"/>
                  </a:ext>
                </a:extLst>
              </p:cNvPr>
              <p:cNvSpPr txBox="1"/>
              <p:nvPr/>
            </p:nvSpPr>
            <p:spPr bwMode="auto">
              <a:xfrm>
                <a:off x="1078933" y="4046398"/>
                <a:ext cx="3556000" cy="1038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=25812.80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487" name="Object 9">
                <a:extLst>
                  <a:ext uri="{FF2B5EF4-FFF2-40B4-BE49-F238E27FC236}">
                    <a16:creationId xmlns:a16="http://schemas.microsoft.com/office/drawing/2014/main" id="{1092F21B-7A9E-4005-8117-9C090FACD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8933" y="4046398"/>
                <a:ext cx="3556000" cy="103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87" name="Text Box 11">
            <a:extLst>
              <a:ext uri="{FF2B5EF4-FFF2-40B4-BE49-F238E27FC236}">
                <a16:creationId xmlns:a16="http://schemas.microsoft.com/office/drawing/2014/main" id="{32168ACD-0A98-4BF2-A9B5-D5B480F82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056" y="5265501"/>
            <a:ext cx="2667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dirty="0">
                <a:ea typeface="华文楷体" panose="02010600040101010101" pitchFamily="2" charset="-122"/>
              </a:rPr>
              <a:t>1990</a:t>
            </a:r>
            <a:r>
              <a:rPr lang="zh-CN" altLang="en-US" sz="2800" dirty="0">
                <a:ea typeface="华文楷体" panose="02010600040101010101" pitchFamily="2" charset="-122"/>
              </a:rPr>
              <a:t>年定义：</a:t>
            </a:r>
          </a:p>
        </p:txBody>
      </p:sp>
      <p:sp>
        <p:nvSpPr>
          <p:cNvPr id="50188" name="Text Box 12">
            <a:extLst>
              <a:ext uri="{FF2B5EF4-FFF2-40B4-BE49-F238E27FC236}">
                <a16:creationId xmlns:a16="http://schemas.microsoft.com/office/drawing/2014/main" id="{FF34A050-F081-4B10-AD0E-4B83F21D0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169" y="5226588"/>
            <a:ext cx="4052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i="1" dirty="0">
                <a:ea typeface="华文楷体" panose="02010600040101010101" pitchFamily="2" charset="-122"/>
              </a:rPr>
              <a:t>R</a:t>
            </a:r>
            <a:r>
              <a:rPr lang="en-US" altLang="zh-CN" sz="2800" i="1" baseline="-25000" dirty="0">
                <a:ea typeface="华文楷体" panose="02010600040101010101" pitchFamily="2" charset="-122"/>
              </a:rPr>
              <a:t>K </a:t>
            </a:r>
            <a:r>
              <a:rPr lang="zh-CN" altLang="zh-CN" sz="2800" dirty="0">
                <a:ea typeface="华文楷体" panose="02010600040101010101" pitchFamily="2" charset="-122"/>
              </a:rPr>
              <a:t>的测量准确到10 </a:t>
            </a:r>
            <a:r>
              <a:rPr lang="zh-CN" altLang="zh-CN" sz="2800" baseline="30000" dirty="0">
                <a:ea typeface="华文楷体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zh-CN" altLang="zh-CN" sz="2800" baseline="30000" dirty="0">
                <a:ea typeface="华文楷体" panose="02010600040101010101" pitchFamily="2" charset="-122"/>
              </a:rPr>
              <a:t>10</a:t>
            </a:r>
            <a:endParaRPr lang="en-US" altLang="zh-CN" sz="280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9" name="Object 13">
                <a:extLst>
                  <a:ext uri="{FF2B5EF4-FFF2-40B4-BE49-F238E27FC236}">
                    <a16:creationId xmlns:a16="http://schemas.microsoft.com/office/drawing/2014/main" id="{57D163C7-BA09-44A9-9E83-7FFF92B9FA8A}"/>
                  </a:ext>
                </a:extLst>
              </p:cNvPr>
              <p:cNvSpPr txBox="1"/>
              <p:nvPr/>
            </p:nvSpPr>
            <p:spPr bwMode="auto">
              <a:xfrm>
                <a:off x="7829776" y="5084623"/>
                <a:ext cx="2454275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25812.80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189" name="Object 13">
                <a:extLst>
                  <a:ext uri="{FF2B5EF4-FFF2-40B4-BE49-F238E27FC236}">
                    <a16:creationId xmlns:a16="http://schemas.microsoft.com/office/drawing/2014/main" id="{57D163C7-BA09-44A9-9E83-7FFF92B9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9776" y="5084623"/>
                <a:ext cx="2454275" cy="1003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90" name="Rectangle 14">
            <a:extLst>
              <a:ext uri="{FF2B5EF4-FFF2-40B4-BE49-F238E27FC236}">
                <a16:creationId xmlns:a16="http://schemas.microsoft.com/office/drawing/2014/main" id="{A1FE4A2D-0D9D-4B0E-B76A-E4F065E70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046" y="1289522"/>
            <a:ext cx="449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dirty="0">
                <a:ea typeface="华文楷体" panose="02010600040101010101" pitchFamily="2" charset="-122"/>
              </a:rPr>
              <a:t>1980</a:t>
            </a:r>
            <a:r>
              <a:rPr lang="zh-CN" altLang="en-US" sz="2800" dirty="0">
                <a:ea typeface="华文楷体" panose="02010600040101010101" pitchFamily="2" charset="-122"/>
              </a:rPr>
              <a:t>年克里青发现，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3A422994-9F20-C06D-8265-E2733B33C0E2}"/>
              </a:ext>
            </a:extLst>
          </p:cNvPr>
          <p:cNvSpPr txBox="1">
            <a:spLocks noChangeArrowheads="1"/>
          </p:cNvSpPr>
          <p:nvPr/>
        </p:nvSpPr>
        <p:spPr>
          <a:xfrm>
            <a:off x="205662" y="560867"/>
            <a:ext cx="4335986" cy="101980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量子霍耳效应</a:t>
            </a: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66881F3E-32A7-97EE-82D9-AFB6E45989DC}"/>
              </a:ext>
            </a:extLst>
          </p:cNvPr>
          <p:cNvGrpSpPr/>
          <p:nvPr/>
        </p:nvGrpSpPr>
        <p:grpSpPr>
          <a:xfrm>
            <a:off x="5475514" y="1023798"/>
            <a:ext cx="5562600" cy="3429000"/>
            <a:chOff x="816" y="1008"/>
            <a:chExt cx="3504" cy="2160"/>
          </a:xfrm>
        </p:grpSpPr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2144E70C-F60D-2F6F-08DF-2A2126F11FC9}"/>
                </a:ext>
              </a:extLst>
            </p:cNvPr>
            <p:cNvSpPr/>
            <p:nvPr/>
          </p:nvSpPr>
          <p:spPr>
            <a:xfrm flipV="1">
              <a:off x="1248" y="2928"/>
              <a:ext cx="302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C38C3320-5762-725E-5C9F-1932838B0629}"/>
                </a:ext>
              </a:extLst>
            </p:cNvPr>
            <p:cNvSpPr/>
            <p:nvPr/>
          </p:nvSpPr>
          <p:spPr>
            <a:xfrm flipH="1" flipV="1">
              <a:off x="1248" y="1056"/>
              <a:ext cx="0" cy="18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CE618F0F-414B-0958-C0BA-755F06878C4C}"/>
                </a:ext>
              </a:extLst>
            </p:cNvPr>
            <p:cNvSpPr/>
            <p:nvPr/>
          </p:nvSpPr>
          <p:spPr>
            <a:xfrm flipV="1">
              <a:off x="2100" y="2789"/>
              <a:ext cx="0" cy="1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005B7F33-DCAF-5F3B-1B9A-F991523E5CDB}"/>
                </a:ext>
              </a:extLst>
            </p:cNvPr>
            <p:cNvSpPr/>
            <p:nvPr/>
          </p:nvSpPr>
          <p:spPr>
            <a:xfrm flipV="1">
              <a:off x="2931" y="2789"/>
              <a:ext cx="0" cy="1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D984EA9A-D4E5-5EDC-819D-7A51DF68FC66}"/>
                </a:ext>
              </a:extLst>
            </p:cNvPr>
            <p:cNvSpPr/>
            <p:nvPr/>
          </p:nvSpPr>
          <p:spPr>
            <a:xfrm flipV="1">
              <a:off x="3762" y="2789"/>
              <a:ext cx="0" cy="1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69F935A1-2B5C-F762-36AE-3BDD2A00AAF7}"/>
                </a:ext>
              </a:extLst>
            </p:cNvPr>
            <p:cNvSpPr/>
            <p:nvPr/>
          </p:nvSpPr>
          <p:spPr>
            <a:xfrm>
              <a:off x="1269" y="2543"/>
              <a:ext cx="15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BCF2DB8A-F757-73AC-105F-8B64FAE48043}"/>
                </a:ext>
              </a:extLst>
            </p:cNvPr>
            <p:cNvSpPr/>
            <p:nvPr/>
          </p:nvSpPr>
          <p:spPr>
            <a:xfrm>
              <a:off x="1269" y="1806"/>
              <a:ext cx="15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9D435A31-5CB9-DA02-2A03-7CB56715D54B}"/>
                </a:ext>
              </a:extLst>
            </p:cNvPr>
            <p:cNvSpPr/>
            <p:nvPr/>
          </p:nvSpPr>
          <p:spPr>
            <a:xfrm>
              <a:off x="1269" y="2175"/>
              <a:ext cx="15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368D1CD5-D24F-27B9-2928-D5CECCD263A4}"/>
                </a:ext>
              </a:extLst>
            </p:cNvPr>
            <p:cNvSpPr/>
            <p:nvPr/>
          </p:nvSpPr>
          <p:spPr>
            <a:xfrm>
              <a:off x="1269" y="1437"/>
              <a:ext cx="15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4" name="Object 17">
              <a:extLst>
                <a:ext uri="{FF2B5EF4-FFF2-40B4-BE49-F238E27FC236}">
                  <a16:creationId xmlns:a16="http://schemas.microsoft.com/office/drawing/2014/main" id="{19681D11-D46D-FE0C-9D4F-9175293488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8" y="2912"/>
            <a:ext cx="17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0" r:id="rId6" imgW="165100" imgH="241300" progId="Equation.3">
                    <p:embed/>
                  </p:oleObj>
                </mc:Choice>
                <mc:Fallback>
                  <p:oleObj r:id="rId6" imgW="165100" imgH="241300" progId="Equation.3">
                    <p:embed/>
                    <p:pic>
                      <p:nvPicPr>
                        <p:cNvPr id="66578" name="Object 1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18" y="2912"/>
                          <a:ext cx="175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8">
              <a:extLst>
                <a:ext uri="{FF2B5EF4-FFF2-40B4-BE49-F238E27FC236}">
                  <a16:creationId xmlns:a16="http://schemas.microsoft.com/office/drawing/2014/main" id="{F9E10DFC-2483-626C-5F56-EB387F45E7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25" y="2928"/>
            <a:ext cx="18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1" r:id="rId8" imgW="152400" imgH="241300" progId="Equation.3">
                    <p:embed/>
                  </p:oleObj>
                </mc:Choice>
                <mc:Fallback>
                  <p:oleObj r:id="rId8" imgW="152400" imgH="241300" progId="Equation.3">
                    <p:embed/>
                    <p:pic>
                      <p:nvPicPr>
                        <p:cNvPr id="66579" name="Object 1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025" y="2928"/>
                          <a:ext cx="18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9">
              <a:extLst>
                <a:ext uri="{FF2B5EF4-FFF2-40B4-BE49-F238E27FC236}">
                  <a16:creationId xmlns:a16="http://schemas.microsoft.com/office/drawing/2014/main" id="{4E824F7D-BF6E-0891-B174-529C358B8A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2928"/>
            <a:ext cx="313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2" r:id="rId10" imgW="266700" imgH="241300" progId="Equation.3">
                    <p:embed/>
                  </p:oleObj>
                </mc:Choice>
                <mc:Fallback>
                  <p:oleObj r:id="rId10" imgW="266700" imgH="241300" progId="Equation.3">
                    <p:embed/>
                    <p:pic>
                      <p:nvPicPr>
                        <p:cNvPr id="66580" name="Object 1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832" y="2928"/>
                          <a:ext cx="313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0">
              <a:extLst>
                <a:ext uri="{FF2B5EF4-FFF2-40B4-BE49-F238E27FC236}">
                  <a16:creationId xmlns:a16="http://schemas.microsoft.com/office/drawing/2014/main" id="{B8D7A848-7577-52A9-A4F8-79CBA08073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6" y="2928"/>
            <a:ext cx="29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3" r:id="rId12" imgW="266700" imgH="241300" progId="Equation.3">
                    <p:embed/>
                  </p:oleObj>
                </mc:Choice>
                <mc:Fallback>
                  <p:oleObj r:id="rId12" imgW="266700" imgH="241300" progId="Equation.3">
                    <p:embed/>
                    <p:pic>
                      <p:nvPicPr>
                        <p:cNvPr id="66581" name="Object 2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686" y="2928"/>
                          <a:ext cx="298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1">
              <a:extLst>
                <a:ext uri="{FF2B5EF4-FFF2-40B4-BE49-F238E27FC236}">
                  <a16:creationId xmlns:a16="http://schemas.microsoft.com/office/drawing/2014/main" id="{ABCB5F7F-D946-5E9A-4544-DD51642ED6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052"/>
            <a:ext cx="43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4" r:id="rId14" imgW="419100" imgH="241300" progId="Equation.3">
                    <p:embed/>
                  </p:oleObj>
                </mc:Choice>
                <mc:Fallback>
                  <p:oleObj r:id="rId14" imgW="419100" imgH="241300" progId="Equation.3">
                    <p:embed/>
                    <p:pic>
                      <p:nvPicPr>
                        <p:cNvPr id="66582" name="Object 2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16" y="2052"/>
                          <a:ext cx="432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2">
              <a:extLst>
                <a:ext uri="{FF2B5EF4-FFF2-40B4-BE49-F238E27FC236}">
                  <a16:creationId xmlns:a16="http://schemas.microsoft.com/office/drawing/2014/main" id="{09E6D2FF-BC74-D576-5912-7EC5E43139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1745"/>
            <a:ext cx="432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5" r:id="rId16" imgW="419100" imgH="241300" progId="Equation.3">
                    <p:embed/>
                  </p:oleObj>
                </mc:Choice>
                <mc:Fallback>
                  <p:oleObj r:id="rId16" imgW="419100" imgH="241300" progId="Equation.3">
                    <p:embed/>
                    <p:pic>
                      <p:nvPicPr>
                        <p:cNvPr id="66583" name="Object 22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16" y="1745"/>
                          <a:ext cx="432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3">
              <a:extLst>
                <a:ext uri="{FF2B5EF4-FFF2-40B4-BE49-F238E27FC236}">
                  <a16:creationId xmlns:a16="http://schemas.microsoft.com/office/drawing/2014/main" id="{5486BD1B-4C81-B1F1-0127-DEFBDD978A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1368"/>
            <a:ext cx="43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6" r:id="rId18" imgW="419100" imgH="241300" progId="Equation.3">
                    <p:embed/>
                  </p:oleObj>
                </mc:Choice>
                <mc:Fallback>
                  <p:oleObj r:id="rId18" imgW="419100" imgH="241300" progId="Equation.3">
                    <p:embed/>
                    <p:pic>
                      <p:nvPicPr>
                        <p:cNvPr id="66584" name="Object 23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16" y="1368"/>
                          <a:ext cx="432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DB5FA2DC-2269-500D-73C6-44C354F4A8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482"/>
            <a:ext cx="432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" r:id="rId20" imgW="393700" imgH="241300" progId="Equation.3">
                    <p:embed/>
                  </p:oleObj>
                </mc:Choice>
                <mc:Fallback>
                  <p:oleObj r:id="rId20" imgW="393700" imgH="241300" progId="Equation.3">
                    <p:embed/>
                    <p:pic>
                      <p:nvPicPr>
                        <p:cNvPr id="66585" name="Object 2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16" y="2482"/>
                          <a:ext cx="432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45DF7E8D-6DD2-6AF5-53A6-6ED1C8206B40}"/>
                </a:ext>
              </a:extLst>
            </p:cNvPr>
            <p:cNvSpPr/>
            <p:nvPr/>
          </p:nvSpPr>
          <p:spPr>
            <a:xfrm>
              <a:off x="1269" y="1489"/>
              <a:ext cx="2266" cy="1423"/>
            </a:xfrm>
            <a:custGeom>
              <a:avLst/>
              <a:gdLst>
                <a:gd name="txL" fmla="*/ 0 w 1440"/>
                <a:gd name="txT" fmla="*/ 0 h 1112"/>
                <a:gd name="txR" fmla="*/ 1440 w 1440"/>
                <a:gd name="txB" fmla="*/ 1112 h 1112"/>
              </a:gdLst>
              <a:ahLst/>
              <a:cxnLst>
                <a:cxn ang="0">
                  <a:pos x="0" y="2330"/>
                </a:cxn>
                <a:cxn ang="0">
                  <a:pos x="467" y="2113"/>
                </a:cxn>
                <a:cxn ang="0">
                  <a:pos x="810" y="1995"/>
                </a:cxn>
                <a:cxn ang="0">
                  <a:pos x="966" y="1861"/>
                </a:cxn>
                <a:cxn ang="0">
                  <a:pos x="1216" y="1726"/>
                </a:cxn>
                <a:cxn ang="0">
                  <a:pos x="1558" y="1575"/>
                </a:cxn>
                <a:cxn ang="0">
                  <a:pos x="1869" y="1358"/>
                </a:cxn>
                <a:cxn ang="0">
                  <a:pos x="2337" y="1308"/>
                </a:cxn>
                <a:cxn ang="0">
                  <a:pos x="2587" y="938"/>
                </a:cxn>
                <a:cxn ang="0">
                  <a:pos x="3523" y="871"/>
                </a:cxn>
                <a:cxn ang="0">
                  <a:pos x="3865" y="301"/>
                </a:cxn>
                <a:cxn ang="0">
                  <a:pos x="5300" y="201"/>
                </a:cxn>
                <a:cxn ang="0">
                  <a:pos x="5611" y="0"/>
                </a:cxn>
              </a:cxnLst>
              <a:rect l="txL" t="txT" r="txR" b="txB"/>
              <a:pathLst>
                <a:path w="1440" h="1112">
                  <a:moveTo>
                    <a:pt x="0" y="1112"/>
                  </a:moveTo>
                  <a:cubicBezTo>
                    <a:pt x="20" y="1095"/>
                    <a:pt x="85" y="1035"/>
                    <a:pt x="120" y="1008"/>
                  </a:cubicBezTo>
                  <a:cubicBezTo>
                    <a:pt x="155" y="981"/>
                    <a:pt x="187" y="972"/>
                    <a:pt x="208" y="952"/>
                  </a:cubicBezTo>
                  <a:cubicBezTo>
                    <a:pt x="229" y="932"/>
                    <a:pt x="231" y="909"/>
                    <a:pt x="248" y="888"/>
                  </a:cubicBezTo>
                  <a:cubicBezTo>
                    <a:pt x="265" y="867"/>
                    <a:pt x="287" y="847"/>
                    <a:pt x="312" y="824"/>
                  </a:cubicBezTo>
                  <a:cubicBezTo>
                    <a:pt x="337" y="801"/>
                    <a:pt x="372" y="781"/>
                    <a:pt x="400" y="752"/>
                  </a:cubicBezTo>
                  <a:cubicBezTo>
                    <a:pt x="428" y="723"/>
                    <a:pt x="447" y="669"/>
                    <a:pt x="480" y="648"/>
                  </a:cubicBezTo>
                  <a:cubicBezTo>
                    <a:pt x="513" y="627"/>
                    <a:pt x="569" y="657"/>
                    <a:pt x="600" y="624"/>
                  </a:cubicBezTo>
                  <a:cubicBezTo>
                    <a:pt x="631" y="591"/>
                    <a:pt x="613" y="483"/>
                    <a:pt x="664" y="448"/>
                  </a:cubicBezTo>
                  <a:cubicBezTo>
                    <a:pt x="715" y="413"/>
                    <a:pt x="850" y="466"/>
                    <a:pt x="904" y="416"/>
                  </a:cubicBezTo>
                  <a:cubicBezTo>
                    <a:pt x="958" y="366"/>
                    <a:pt x="916" y="197"/>
                    <a:pt x="992" y="144"/>
                  </a:cubicBezTo>
                  <a:cubicBezTo>
                    <a:pt x="1068" y="91"/>
                    <a:pt x="1285" y="120"/>
                    <a:pt x="1360" y="96"/>
                  </a:cubicBezTo>
                  <a:cubicBezTo>
                    <a:pt x="1435" y="72"/>
                    <a:pt x="1423" y="20"/>
                    <a:pt x="1440" y="0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graphicFrame>
          <p:nvGraphicFramePr>
            <p:cNvPr id="23" name="Object 26">
              <a:extLst>
                <a:ext uri="{FF2B5EF4-FFF2-40B4-BE49-F238E27FC236}">
                  <a16:creationId xmlns:a16="http://schemas.microsoft.com/office/drawing/2014/main" id="{0A345664-84A9-B922-FB11-324181F62B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2668"/>
            <a:ext cx="43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8" r:id="rId22" imgW="508000" imgH="254000" progId="Equation.3">
                    <p:embed/>
                  </p:oleObj>
                </mc:Choice>
                <mc:Fallback>
                  <p:oleObj r:id="rId22" imgW="508000" imgH="254000" progId="Equation.3">
                    <p:embed/>
                    <p:pic>
                      <p:nvPicPr>
                        <p:cNvPr id="66587" name="Object 26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888" y="2668"/>
                          <a:ext cx="432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7">
              <a:extLst>
                <a:ext uri="{FF2B5EF4-FFF2-40B4-BE49-F238E27FC236}">
                  <a16:creationId xmlns:a16="http://schemas.microsoft.com/office/drawing/2014/main" id="{40AD79B9-94ED-5B09-A47F-47A24CE3D9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1008"/>
            <a:ext cx="81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9" r:id="rId24" imgW="558800" imgH="215900" progId="Equation.3">
                    <p:embed/>
                  </p:oleObj>
                </mc:Choice>
                <mc:Fallback>
                  <p:oleObj r:id="rId24" imgW="558800" imgH="215900" progId="Equation.3">
                    <p:embed/>
                    <p:pic>
                      <p:nvPicPr>
                        <p:cNvPr id="66588" name="Object 27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296" y="1008"/>
                          <a:ext cx="816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8">
              <a:extLst>
                <a:ext uri="{FF2B5EF4-FFF2-40B4-BE49-F238E27FC236}">
                  <a16:creationId xmlns:a16="http://schemas.microsoft.com/office/drawing/2014/main" id="{81753AE4-FA5C-B9C1-05DB-3FCF66E27C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55" y="1676"/>
            <a:ext cx="697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0" r:id="rId26" imgW="558800" imgH="241300" progId="Equation.3">
                    <p:embed/>
                  </p:oleObj>
                </mc:Choice>
                <mc:Fallback>
                  <p:oleObj r:id="rId26" imgW="558800" imgH="241300" progId="Equation.3">
                    <p:embed/>
                    <p:pic>
                      <p:nvPicPr>
                        <p:cNvPr id="66589" name="Object 28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2855" y="1676"/>
                          <a:ext cx="697" cy="2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9">
              <a:extLst>
                <a:ext uri="{FF2B5EF4-FFF2-40B4-BE49-F238E27FC236}">
                  <a16:creationId xmlns:a16="http://schemas.microsoft.com/office/drawing/2014/main" id="{80FE170B-CBC0-E88B-4827-147D475855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0" y="2006"/>
            <a:ext cx="63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1" r:id="rId28" imgW="533400" imgH="241300" progId="Equation.3">
                    <p:embed/>
                  </p:oleObj>
                </mc:Choice>
                <mc:Fallback>
                  <p:oleObj r:id="rId28" imgW="533400" imgH="241300" progId="Equation.3">
                    <p:embed/>
                    <p:pic>
                      <p:nvPicPr>
                        <p:cNvPr id="66590" name="Object 29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2440" y="2006"/>
                          <a:ext cx="632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0">
              <a:extLst>
                <a:ext uri="{FF2B5EF4-FFF2-40B4-BE49-F238E27FC236}">
                  <a16:creationId xmlns:a16="http://schemas.microsoft.com/office/drawing/2014/main" id="{7E6C1972-B540-1132-985D-DA34CFAA41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24" y="2298"/>
            <a:ext cx="71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2" r:id="rId30" imgW="558800" imgH="241300" progId="Equation.3">
                    <p:embed/>
                  </p:oleObj>
                </mc:Choice>
                <mc:Fallback>
                  <p:oleObj r:id="rId30" imgW="558800" imgH="241300" progId="Equation.3">
                    <p:embed/>
                    <p:pic>
                      <p:nvPicPr>
                        <p:cNvPr id="66591" name="Object 30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2024" y="2298"/>
                          <a:ext cx="712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Text Box 4">
            <a:extLst>
              <a:ext uri="{FF2B5EF4-FFF2-40B4-BE49-F238E27FC236}">
                <a16:creationId xmlns:a16="http://schemas.microsoft.com/office/drawing/2014/main" id="{F54E115A-CA06-28B4-5FC1-B52D14A41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701" y="4514064"/>
            <a:ext cx="4608513" cy="645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66FF"/>
                </a:solidFill>
                <a:ea typeface="华文楷体" panose="02010600040101010101" pitchFamily="2" charset="-122"/>
              </a:rPr>
              <a:t>1985</a:t>
            </a:r>
            <a:r>
              <a:rPr lang="zh-CN" altLang="en-US" dirty="0">
                <a:solidFill>
                  <a:srgbClr val="0066FF"/>
                </a:solidFill>
                <a:ea typeface="华文楷体" panose="02010600040101010101" pitchFamily="2" charset="-122"/>
              </a:rPr>
              <a:t>年诺贝尔物理学奖</a:t>
            </a:r>
          </a:p>
        </p:txBody>
      </p:sp>
      <p:sp>
        <p:nvSpPr>
          <p:cNvPr id="29" name="Text Box 4">
            <a:extLst>
              <a:ext uri="{FF2B5EF4-FFF2-40B4-BE49-F238E27FC236}">
                <a16:creationId xmlns:a16="http://schemas.microsoft.com/office/drawing/2014/main" id="{F3534F1D-90C1-046D-8F2C-16B57755DA04}"/>
              </a:ext>
            </a:extLst>
          </p:cNvPr>
          <p:cNvSpPr txBox="1">
            <a:spLocks noChangeArrowheads="1"/>
          </p:cNvSpPr>
          <p:nvPr/>
        </p:nvSpPr>
        <p:spPr>
          <a:xfrm>
            <a:off x="549579" y="6168423"/>
            <a:ext cx="11074243" cy="101980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solidFill>
                  <a:srgbClr val="0066FF"/>
                </a:solidFill>
              </a:rPr>
              <a:t>分数量子霍耳效应，反常霍尔效应，量子反常霍尔效应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83" grpId="0"/>
      <p:bldP spid="19487" grpId="0"/>
      <p:bldP spid="50187" grpId="0"/>
      <p:bldP spid="50188" grpId="0"/>
      <p:bldP spid="50189" grpId="0"/>
      <p:bldP spid="50190" grpId="0"/>
      <p:bldP spid="28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763" name="Object 3">
                <a:extLst>
                  <a:ext uri="{FF2B5EF4-FFF2-40B4-BE49-F238E27FC236}">
                    <a16:creationId xmlns:a16="http://schemas.microsoft.com/office/drawing/2014/main" id="{018F9EBF-09D1-484C-90EA-EBEEB5590684}"/>
                  </a:ext>
                </a:extLst>
              </p:cNvPr>
              <p:cNvSpPr txBox="1"/>
              <p:nvPr/>
            </p:nvSpPr>
            <p:spPr bwMode="auto">
              <a:xfrm>
                <a:off x="8864908" y="1899024"/>
                <a:ext cx="2682875" cy="608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17763" name="Object 3">
                <a:extLst>
                  <a:ext uri="{FF2B5EF4-FFF2-40B4-BE49-F238E27FC236}">
                    <a16:creationId xmlns:a16="http://schemas.microsoft.com/office/drawing/2014/main" id="{018F9EBF-09D1-484C-90EA-EBEEB5590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64908" y="1899024"/>
                <a:ext cx="2682875" cy="608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588" name="Object 4">
                <a:extLst>
                  <a:ext uri="{FF2B5EF4-FFF2-40B4-BE49-F238E27FC236}">
                    <a16:creationId xmlns:a16="http://schemas.microsoft.com/office/drawing/2014/main" id="{BAF101E6-8FA3-4A56-94C3-C12AFBDDBD0F}"/>
                  </a:ext>
                </a:extLst>
              </p:cNvPr>
              <p:cNvSpPr txBox="1"/>
              <p:nvPr/>
            </p:nvSpPr>
            <p:spPr bwMode="auto">
              <a:xfrm>
                <a:off x="4454185" y="3405761"/>
                <a:ext cx="3792309" cy="7286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𝐼𝑑</m:t>
                    </m:r>
                    <m:acc>
                      <m:accPr>
                        <m:chr m:val="⃗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段</m:t>
                    </m:r>
                  </m:oMath>
                </a14:m>
                <a:r>
                  <a:rPr lang="zh-CN" altLang="en-US" sz="2800" dirty="0"/>
                  <a:t>的载流子数目：</a:t>
                </a:r>
              </a:p>
            </p:txBody>
          </p:sp>
        </mc:Choice>
        <mc:Fallback xmlns="">
          <p:sp>
            <p:nvSpPr>
              <p:cNvPr id="323588" name="Object 4">
                <a:extLst>
                  <a:ext uri="{FF2B5EF4-FFF2-40B4-BE49-F238E27FC236}">
                    <a16:creationId xmlns:a16="http://schemas.microsoft.com/office/drawing/2014/main" id="{BAF101E6-8FA3-4A56-94C3-C12AFBDDB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4185" y="3405761"/>
                <a:ext cx="3792309" cy="728667"/>
              </a:xfrm>
              <a:prstGeom prst="rect">
                <a:avLst/>
              </a:prstGeom>
              <a:blipFill>
                <a:blip r:embed="rId4"/>
                <a:stretch>
                  <a:fillRect b="-42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589" name="Object 5">
                <a:extLst>
                  <a:ext uri="{FF2B5EF4-FFF2-40B4-BE49-F238E27FC236}">
                    <a16:creationId xmlns:a16="http://schemas.microsoft.com/office/drawing/2014/main" id="{81198BE7-B750-4191-9BDD-AB1E5D7891AC}"/>
                  </a:ext>
                </a:extLst>
              </p:cNvPr>
              <p:cNvSpPr txBox="1"/>
              <p:nvPr/>
            </p:nvSpPr>
            <p:spPr bwMode="auto">
              <a:xfrm>
                <a:off x="2322439" y="4195573"/>
                <a:ext cx="3941358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𝑛𝑆𝑑𝑙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3589" name="Object 5">
                <a:extLst>
                  <a:ext uri="{FF2B5EF4-FFF2-40B4-BE49-F238E27FC236}">
                    <a16:creationId xmlns:a16="http://schemas.microsoft.com/office/drawing/2014/main" id="{81198BE7-B750-4191-9BDD-AB1E5D789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2439" y="4195573"/>
                <a:ext cx="3941358" cy="623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768" name="Group 10">
            <a:extLst>
              <a:ext uri="{FF2B5EF4-FFF2-40B4-BE49-F238E27FC236}">
                <a16:creationId xmlns:a16="http://schemas.microsoft.com/office/drawing/2014/main" id="{647B1DD0-9CC2-4522-B799-FB6127C6D7EB}"/>
              </a:ext>
            </a:extLst>
          </p:cNvPr>
          <p:cNvGrpSpPr>
            <a:grpSpLocks/>
          </p:cNvGrpSpPr>
          <p:nvPr/>
        </p:nvGrpSpPr>
        <p:grpSpPr bwMode="auto">
          <a:xfrm>
            <a:off x="5134283" y="1175124"/>
            <a:ext cx="3235325" cy="1793875"/>
            <a:chOff x="3518" y="168"/>
            <a:chExt cx="2038" cy="1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7" name="Object 11">
                  <a:extLst>
                    <a:ext uri="{FF2B5EF4-FFF2-40B4-BE49-F238E27FC236}">
                      <a16:creationId xmlns:a16="http://schemas.microsoft.com/office/drawing/2014/main" id="{D877CE61-F26F-415A-A660-153F0590D097}"/>
                    </a:ext>
                  </a:extLst>
                </p:cNvPr>
                <p:cNvSpPr txBox="1"/>
                <p:nvPr/>
              </p:nvSpPr>
              <p:spPr bwMode="auto">
                <a:xfrm>
                  <a:off x="4887" y="168"/>
                  <a:ext cx="246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17787" name="Object 11">
                  <a:extLst>
                    <a:ext uri="{FF2B5EF4-FFF2-40B4-BE49-F238E27FC236}">
                      <a16:creationId xmlns:a16="http://schemas.microsoft.com/office/drawing/2014/main" id="{D877CE61-F26F-415A-A660-153F0590D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87" y="168"/>
                  <a:ext cx="246" cy="3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8" name="Object 12">
                  <a:extLst>
                    <a:ext uri="{FF2B5EF4-FFF2-40B4-BE49-F238E27FC236}">
                      <a16:creationId xmlns:a16="http://schemas.microsoft.com/office/drawing/2014/main" id="{472CAEA6-C571-420F-BEB4-04737DBC5076}"/>
                    </a:ext>
                  </a:extLst>
                </p:cNvPr>
                <p:cNvSpPr txBox="1"/>
                <p:nvPr/>
              </p:nvSpPr>
              <p:spPr bwMode="auto">
                <a:xfrm>
                  <a:off x="4878" y="750"/>
                  <a:ext cx="188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788" name="Object 12">
                  <a:extLst>
                    <a:ext uri="{FF2B5EF4-FFF2-40B4-BE49-F238E27FC236}">
                      <a16:creationId xmlns:a16="http://schemas.microsoft.com/office/drawing/2014/main" id="{472CAEA6-C571-420F-BEB4-04737DBC5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78" y="750"/>
                  <a:ext cx="188" cy="266"/>
                </a:xfrm>
                <a:prstGeom prst="rect">
                  <a:avLst/>
                </a:prstGeom>
                <a:blipFill>
                  <a:blip r:embed="rId9"/>
                  <a:stretch>
                    <a:fillRect t="-20000" r="-38776" b="-14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9" name="Object 13">
                  <a:extLst>
                    <a:ext uri="{FF2B5EF4-FFF2-40B4-BE49-F238E27FC236}">
                      <a16:creationId xmlns:a16="http://schemas.microsoft.com/office/drawing/2014/main" id="{0A520430-6E43-464E-BD0F-45586F921434}"/>
                    </a:ext>
                  </a:extLst>
                </p:cNvPr>
                <p:cNvSpPr txBox="1"/>
                <p:nvPr/>
              </p:nvSpPr>
              <p:spPr bwMode="auto">
                <a:xfrm>
                  <a:off x="4243" y="1026"/>
                  <a:ext cx="336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789" name="Object 13">
                  <a:extLst>
                    <a:ext uri="{FF2B5EF4-FFF2-40B4-BE49-F238E27FC236}">
                      <a16:creationId xmlns:a16="http://schemas.microsoft.com/office/drawing/2014/main" id="{0A520430-6E43-464E-BD0F-45586F921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43" y="1026"/>
                  <a:ext cx="336" cy="27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90" name="Object 14">
                  <a:extLst>
                    <a:ext uri="{FF2B5EF4-FFF2-40B4-BE49-F238E27FC236}">
                      <a16:creationId xmlns:a16="http://schemas.microsoft.com/office/drawing/2014/main" id="{EB55C51E-603A-4052-8D53-654DD9F220CF}"/>
                    </a:ext>
                  </a:extLst>
                </p:cNvPr>
                <p:cNvSpPr txBox="1"/>
                <p:nvPr/>
              </p:nvSpPr>
              <p:spPr bwMode="auto">
                <a:xfrm>
                  <a:off x="5344" y="750"/>
                  <a:ext cx="212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790" name="Object 14">
                  <a:extLst>
                    <a:ext uri="{FF2B5EF4-FFF2-40B4-BE49-F238E27FC236}">
                      <a16:creationId xmlns:a16="http://schemas.microsoft.com/office/drawing/2014/main" id="{EB55C51E-603A-4052-8D53-654DD9F22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44" y="750"/>
                  <a:ext cx="212" cy="248"/>
                </a:xfrm>
                <a:prstGeom prst="rect">
                  <a:avLst/>
                </a:prstGeom>
                <a:blipFill>
                  <a:blip r:embed="rId11"/>
                  <a:stretch>
                    <a:fillRect l="-5455" r="-5455" b="-1230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791" name="Arc 15">
              <a:extLst>
                <a:ext uri="{FF2B5EF4-FFF2-40B4-BE49-F238E27FC236}">
                  <a16:creationId xmlns:a16="http://schemas.microsoft.com/office/drawing/2014/main" id="{5DC01BE5-A8B8-4045-A22C-8C64FE55E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789"/>
              <a:ext cx="45" cy="91"/>
            </a:xfrm>
            <a:custGeom>
              <a:avLst/>
              <a:gdLst>
                <a:gd name="T0" fmla="*/ 0 w 21600"/>
                <a:gd name="T1" fmla="*/ 0 h 21600"/>
                <a:gd name="T2" fmla="*/ 45 w 21600"/>
                <a:gd name="T3" fmla="*/ 91 h 21600"/>
                <a:gd name="T4" fmla="*/ 0 w 21600"/>
                <a:gd name="T5" fmla="*/ 9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EFEF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792" name="Oval 16">
              <a:extLst>
                <a:ext uri="{FF2B5EF4-FFF2-40B4-BE49-F238E27FC236}">
                  <a16:creationId xmlns:a16="http://schemas.microsoft.com/office/drawing/2014/main" id="{0D6CED12-BEFB-4728-8BE9-9DABEBA86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744"/>
              <a:ext cx="90" cy="272"/>
            </a:xfrm>
            <a:prstGeom prst="ellipse">
              <a:avLst/>
            </a:prstGeom>
            <a:solidFill>
              <a:srgbClr val="FEFEF0">
                <a:alpha val="50195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3" name="Oval 17">
              <a:extLst>
                <a:ext uri="{FF2B5EF4-FFF2-40B4-BE49-F238E27FC236}">
                  <a16:creationId xmlns:a16="http://schemas.microsoft.com/office/drawing/2014/main" id="{35B4EA8F-E7A8-4203-970F-796D5E188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744"/>
              <a:ext cx="90" cy="272"/>
            </a:xfrm>
            <a:prstGeom prst="ellipse">
              <a:avLst/>
            </a:prstGeom>
            <a:solidFill>
              <a:srgbClr val="FEFEF0">
                <a:alpha val="0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4" name="Oval 18">
              <a:extLst>
                <a:ext uri="{FF2B5EF4-FFF2-40B4-BE49-F238E27FC236}">
                  <a16:creationId xmlns:a16="http://schemas.microsoft.com/office/drawing/2014/main" id="{9B1294F9-4802-489B-B072-2AA1B6C5A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44"/>
              <a:ext cx="90" cy="272"/>
            </a:xfrm>
            <a:prstGeom prst="ellipse">
              <a:avLst/>
            </a:prstGeom>
            <a:solidFill>
              <a:srgbClr val="FEFEF0"/>
            </a:solidFill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5" name="Line 19">
              <a:extLst>
                <a:ext uri="{FF2B5EF4-FFF2-40B4-BE49-F238E27FC236}">
                  <a16:creationId xmlns:a16="http://schemas.microsoft.com/office/drawing/2014/main" id="{80327BB7-881A-40EE-AD8E-6CB1831DF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744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796" name="Line 20">
              <a:extLst>
                <a:ext uri="{FF2B5EF4-FFF2-40B4-BE49-F238E27FC236}">
                  <a16:creationId xmlns:a16="http://schemas.microsoft.com/office/drawing/2014/main" id="{0B6A3DCE-4473-4871-9F17-EAE74BA6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1016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797" name="Rectangle 21">
              <a:extLst>
                <a:ext uri="{FF2B5EF4-FFF2-40B4-BE49-F238E27FC236}">
                  <a16:creationId xmlns:a16="http://schemas.microsoft.com/office/drawing/2014/main" id="{88141103-6A27-4837-8406-5B852DB5C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753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8" name="Oval 22">
              <a:extLst>
                <a:ext uri="{FF2B5EF4-FFF2-40B4-BE49-F238E27FC236}">
                  <a16:creationId xmlns:a16="http://schemas.microsoft.com/office/drawing/2014/main" id="{A643FF35-068C-4BFA-92A4-B53B50919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744"/>
              <a:ext cx="90" cy="272"/>
            </a:xfrm>
            <a:prstGeom prst="ellipse">
              <a:avLst/>
            </a:prstGeom>
            <a:solidFill>
              <a:srgbClr val="FEFEF0"/>
            </a:solidFill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9" name="Rectangle 23">
              <a:extLst>
                <a:ext uri="{FF2B5EF4-FFF2-40B4-BE49-F238E27FC236}">
                  <a16:creationId xmlns:a16="http://schemas.microsoft.com/office/drawing/2014/main" id="{3FB14901-16F4-4CD7-9151-1BC4E702C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762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800" name="Rectangle 24">
              <a:extLst>
                <a:ext uri="{FF2B5EF4-FFF2-40B4-BE49-F238E27FC236}">
                  <a16:creationId xmlns:a16="http://schemas.microsoft.com/office/drawing/2014/main" id="{4FACE98B-6E49-4924-A9CA-3BA5557D2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753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801" name="Line 25">
              <a:extLst>
                <a:ext uri="{FF2B5EF4-FFF2-40B4-BE49-F238E27FC236}">
                  <a16:creationId xmlns:a16="http://schemas.microsoft.com/office/drawing/2014/main" id="{E0B09D42-2142-40CB-A79D-15A4AD1F4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889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802" name="Object 26">
                  <a:extLst>
                    <a:ext uri="{FF2B5EF4-FFF2-40B4-BE49-F238E27FC236}">
                      <a16:creationId xmlns:a16="http://schemas.microsoft.com/office/drawing/2014/main" id="{8F364345-EFB4-4294-B1EB-C08A642CE45A}"/>
                    </a:ext>
                  </a:extLst>
                </p:cNvPr>
                <p:cNvSpPr txBox="1"/>
                <p:nvPr/>
              </p:nvSpPr>
              <p:spPr bwMode="auto">
                <a:xfrm>
                  <a:off x="4441" y="410"/>
                  <a:ext cx="178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802" name="Object 26">
                  <a:extLst>
                    <a:ext uri="{FF2B5EF4-FFF2-40B4-BE49-F238E27FC236}">
                      <a16:creationId xmlns:a16="http://schemas.microsoft.com/office/drawing/2014/main" id="{8F364345-EFB4-4294-B1EB-C08A642CE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410"/>
                  <a:ext cx="178" cy="227"/>
                </a:xfrm>
                <a:prstGeom prst="rect">
                  <a:avLst/>
                </a:prstGeom>
                <a:blipFill>
                  <a:blip r:embed="rId12"/>
                  <a:stretch>
                    <a:fillRect l="-4255" r="-29787" b="-237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803" name="Line 27">
              <a:extLst>
                <a:ext uri="{FF2B5EF4-FFF2-40B4-BE49-F238E27FC236}">
                  <a16:creationId xmlns:a16="http://schemas.microsoft.com/office/drawing/2014/main" id="{D4073DA6-55B1-4F34-8EED-7B58FAEDA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7" y="1016"/>
              <a:ext cx="45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804" name="Line 28">
              <a:extLst>
                <a:ext uri="{FF2B5EF4-FFF2-40B4-BE49-F238E27FC236}">
                  <a16:creationId xmlns:a16="http://schemas.microsoft.com/office/drawing/2014/main" id="{0C0A4CAE-D3D8-418F-AC44-10E2DAE71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744"/>
              <a:ext cx="45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805" name="Line 29">
              <a:extLst>
                <a:ext uri="{FF2B5EF4-FFF2-40B4-BE49-F238E27FC236}">
                  <a16:creationId xmlns:a16="http://schemas.microsoft.com/office/drawing/2014/main" id="{E29EC848-8773-4F21-B337-08A0ACF151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7" y="409"/>
              <a:ext cx="48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3614" name="Object 30">
                <a:extLst>
                  <a:ext uri="{FF2B5EF4-FFF2-40B4-BE49-F238E27FC236}">
                    <a16:creationId xmlns:a16="http://schemas.microsoft.com/office/drawing/2014/main" id="{ED5EAECB-0FC8-4652-99AA-11D012D93100}"/>
                  </a:ext>
                </a:extLst>
              </p:cNvPr>
              <p:cNvSpPr txBox="1"/>
              <p:nvPr/>
            </p:nvSpPr>
            <p:spPr bwMode="auto">
              <a:xfrm>
                <a:off x="1935058" y="5484999"/>
                <a:ext cx="2466975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3614" name="Object 30">
                <a:extLst>
                  <a:ext uri="{FF2B5EF4-FFF2-40B4-BE49-F238E27FC236}">
                    <a16:creationId xmlns:a16="http://schemas.microsoft.com/office/drawing/2014/main" id="{ED5EAECB-0FC8-4652-99AA-11D012D93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5058" y="5484999"/>
                <a:ext cx="2466975" cy="571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616" name="Object 32">
                <a:extLst>
                  <a:ext uri="{FF2B5EF4-FFF2-40B4-BE49-F238E27FC236}">
                    <a16:creationId xmlns:a16="http://schemas.microsoft.com/office/drawing/2014/main" id="{DF950838-1715-4505-9CE3-9D8E3ABF3A1B}"/>
                  </a:ext>
                </a:extLst>
              </p:cNvPr>
              <p:cNvSpPr txBox="1"/>
              <p:nvPr/>
            </p:nvSpPr>
            <p:spPr bwMode="auto">
              <a:xfrm>
                <a:off x="8018389" y="4195573"/>
                <a:ext cx="2100490" cy="530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3616" name="Object 32">
                <a:extLst>
                  <a:ext uri="{FF2B5EF4-FFF2-40B4-BE49-F238E27FC236}">
                    <a16:creationId xmlns:a16="http://schemas.microsoft.com/office/drawing/2014/main" id="{DF950838-1715-4505-9CE3-9D8E3ABF3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8389" y="4195573"/>
                <a:ext cx="2100490" cy="53022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776" name="Oval 46">
            <a:extLst>
              <a:ext uri="{FF2B5EF4-FFF2-40B4-BE49-F238E27FC236}">
                <a16:creationId xmlns:a16="http://schemas.microsoft.com/office/drawing/2014/main" id="{CE21F890-FBCE-4D0B-A7DE-6F98BAF75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984" y="2281963"/>
            <a:ext cx="73025" cy="71438"/>
          </a:xfrm>
          <a:prstGeom prst="ellipse">
            <a:avLst/>
          </a:prstGeom>
          <a:gradFill rotWithShape="1">
            <a:gsLst>
              <a:gs pos="0">
                <a:srgbClr val="800080"/>
              </a:gs>
              <a:gs pos="100000">
                <a:srgbClr val="3B003B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323633" name="Rectangle 49">
            <a:extLst>
              <a:ext uri="{FF2B5EF4-FFF2-40B4-BE49-F238E27FC236}">
                <a16:creationId xmlns:a16="http://schemas.microsoft.com/office/drawing/2014/main" id="{189A66FC-8575-4213-AF97-2F1073758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687" y="5511193"/>
            <a:ext cx="1489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ea typeface="华文楷体" panose="02010600040101010101" pitchFamily="2" charset="-122"/>
              </a:rPr>
              <a:t>安培力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635" name="Object 51">
                <a:extLst>
                  <a:ext uri="{FF2B5EF4-FFF2-40B4-BE49-F238E27FC236}">
                    <a16:creationId xmlns:a16="http://schemas.microsoft.com/office/drawing/2014/main" id="{B1C0E9D0-CFC7-4295-BB13-43011E763B4C}"/>
                  </a:ext>
                </a:extLst>
              </p:cNvPr>
              <p:cNvSpPr txBox="1"/>
              <p:nvPr/>
            </p:nvSpPr>
            <p:spPr bwMode="auto">
              <a:xfrm>
                <a:off x="7814694" y="3441014"/>
                <a:ext cx="863600" cy="449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𝑛𝑆𝑑𝑙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3635" name="Object 51">
                <a:extLst>
                  <a:ext uri="{FF2B5EF4-FFF2-40B4-BE49-F238E27FC236}">
                    <a16:creationId xmlns:a16="http://schemas.microsoft.com/office/drawing/2014/main" id="{B1C0E9D0-CFC7-4295-BB13-43011E763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14694" y="3441014"/>
                <a:ext cx="863600" cy="4492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3637" name="Object 53">
                <a:extLst>
                  <a:ext uri="{FF2B5EF4-FFF2-40B4-BE49-F238E27FC236}">
                    <a16:creationId xmlns:a16="http://schemas.microsoft.com/office/drawing/2014/main" id="{A1B22E3C-27E8-4831-ADC3-F2C3DEE86C46}"/>
                  </a:ext>
                </a:extLst>
              </p:cNvPr>
              <p:cNvSpPr txBox="1"/>
              <p:nvPr/>
            </p:nvSpPr>
            <p:spPr bwMode="auto">
              <a:xfrm>
                <a:off x="5434842" y="4195573"/>
                <a:ext cx="3270703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𝑛𝑆𝑣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3637" name="Object 53">
                <a:extLst>
                  <a:ext uri="{FF2B5EF4-FFF2-40B4-BE49-F238E27FC236}">
                    <a16:creationId xmlns:a16="http://schemas.microsoft.com/office/drawing/2014/main" id="{A1B22E3C-27E8-4831-ADC3-F2C3DEE8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4842" y="4195573"/>
                <a:ext cx="3270703" cy="6238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FEDC0727-26D3-4E72-9CD7-72F83275E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821" y="3478748"/>
            <a:ext cx="27190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 dirty="0">
                <a:solidFill>
                  <a:srgbClr val="000000"/>
                </a:solidFill>
                <a:ea typeface="华文楷体" panose="02010600040101010101" pitchFamily="2" charset="-122"/>
              </a:rPr>
              <a:t>n  </a:t>
            </a:r>
            <a:r>
              <a:rPr lang="zh-CN" altLang="en-US" b="0" dirty="0">
                <a:solidFill>
                  <a:srgbClr val="000000"/>
                </a:solidFill>
                <a:ea typeface="华文楷体" panose="02010600040101010101" pitchFamily="2" charset="-122"/>
              </a:rPr>
              <a:t>载流子数密度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5">
                <a:extLst>
                  <a:ext uri="{FF2B5EF4-FFF2-40B4-BE49-F238E27FC236}">
                    <a16:creationId xmlns:a16="http://schemas.microsoft.com/office/drawing/2014/main" id="{1F9F9008-DF87-46AF-AA53-9F7A9FAD58BF}"/>
                  </a:ext>
                </a:extLst>
              </p:cNvPr>
              <p:cNvSpPr txBox="1"/>
              <p:nvPr/>
            </p:nvSpPr>
            <p:spPr bwMode="auto">
              <a:xfrm>
                <a:off x="6921808" y="5300288"/>
                <a:ext cx="2559050" cy="1000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Object 5">
                <a:extLst>
                  <a:ext uri="{FF2B5EF4-FFF2-40B4-BE49-F238E27FC236}">
                    <a16:creationId xmlns:a16="http://schemas.microsoft.com/office/drawing/2014/main" id="{1F9F9008-DF87-46AF-AA53-9F7A9FAD5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1808" y="5300288"/>
                <a:ext cx="2559050" cy="1000125"/>
              </a:xfrm>
              <a:prstGeom prst="rect">
                <a:avLst/>
              </a:prstGeom>
              <a:blipFill>
                <a:blip r:embed="rId17"/>
                <a:stretch>
                  <a:fillRect b="-157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42">
            <a:extLst>
              <a:ext uri="{FF2B5EF4-FFF2-40B4-BE49-F238E27FC236}">
                <a16:creationId xmlns:a16="http://schemas.microsoft.com/office/drawing/2014/main" id="{4EDBAFB9-5ED6-CCD7-CDD1-7DECA789D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975" y="534408"/>
            <a:ext cx="542131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磁场对载流导线的作用</a:t>
            </a:r>
          </a:p>
        </p:txBody>
      </p:sp>
      <p:pic>
        <p:nvPicPr>
          <p:cNvPr id="39" name="Picture 46" descr="未命名">
            <a:extLst>
              <a:ext uri="{FF2B5EF4-FFF2-40B4-BE49-F238E27FC236}">
                <a16:creationId xmlns:a16="http://schemas.microsoft.com/office/drawing/2014/main" id="{BAAE87E0-0EA0-444A-8583-B9DDB170C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18"/>
          <a:stretch/>
        </p:blipFill>
        <p:spPr bwMode="auto">
          <a:xfrm>
            <a:off x="1565249" y="1155857"/>
            <a:ext cx="2810627" cy="166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/>
      <p:bldP spid="323588" grpId="0"/>
      <p:bldP spid="323589" grpId="0"/>
      <p:bldP spid="323614" grpId="0"/>
      <p:bldP spid="323616" grpId="0"/>
      <p:bldP spid="117776" grpId="0" animBg="1"/>
      <p:bldP spid="323633" grpId="0"/>
      <p:bldP spid="323635" grpId="0"/>
      <p:bldP spid="323637" grpId="0"/>
      <p:bldP spid="2" grpId="0"/>
      <p:bldP spid="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/>
          <p:nvPr/>
        </p:nvGrpSpPr>
        <p:grpSpPr>
          <a:xfrm>
            <a:off x="6069014" y="2486026"/>
            <a:ext cx="4419600" cy="3581400"/>
            <a:chOff x="2880" y="1536"/>
            <a:chExt cx="2784" cy="2256"/>
          </a:xfrm>
        </p:grpSpPr>
        <p:grpSp>
          <p:nvGrpSpPr>
            <p:cNvPr id="14372" name="Group 4"/>
            <p:cNvGrpSpPr/>
            <p:nvPr/>
          </p:nvGrpSpPr>
          <p:grpSpPr>
            <a:xfrm>
              <a:off x="2880" y="1680"/>
              <a:ext cx="2486" cy="2112"/>
              <a:chOff x="384" y="1008"/>
              <a:chExt cx="2304" cy="1920"/>
            </a:xfrm>
          </p:grpSpPr>
          <p:grpSp>
            <p:nvGrpSpPr>
              <p:cNvPr id="14394" name="Group 5"/>
              <p:cNvGrpSpPr/>
              <p:nvPr/>
            </p:nvGrpSpPr>
            <p:grpSpPr>
              <a:xfrm>
                <a:off x="2160" y="1008"/>
                <a:ext cx="96" cy="96"/>
                <a:chOff x="4080" y="720"/>
                <a:chExt cx="144" cy="96"/>
              </a:xfrm>
            </p:grpSpPr>
            <p:sp>
              <p:nvSpPr>
                <p:cNvPr id="14518" name="Line 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9" name="Line 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5" name="Group 8"/>
              <p:cNvGrpSpPr/>
              <p:nvPr/>
            </p:nvGrpSpPr>
            <p:grpSpPr>
              <a:xfrm>
                <a:off x="2160" y="1344"/>
                <a:ext cx="96" cy="96"/>
                <a:chOff x="4080" y="720"/>
                <a:chExt cx="144" cy="96"/>
              </a:xfrm>
            </p:grpSpPr>
            <p:sp>
              <p:nvSpPr>
                <p:cNvPr id="14516" name="Line 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7" name="Line 1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6" name="Group 11"/>
              <p:cNvGrpSpPr/>
              <p:nvPr/>
            </p:nvGrpSpPr>
            <p:grpSpPr>
              <a:xfrm>
                <a:off x="2160" y="1680"/>
                <a:ext cx="96" cy="96"/>
                <a:chOff x="4080" y="720"/>
                <a:chExt cx="144" cy="96"/>
              </a:xfrm>
            </p:grpSpPr>
            <p:sp>
              <p:nvSpPr>
                <p:cNvPr id="14514" name="Line 1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5" name="Line 1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7" name="Group 14"/>
              <p:cNvGrpSpPr/>
              <p:nvPr/>
            </p:nvGrpSpPr>
            <p:grpSpPr>
              <a:xfrm>
                <a:off x="384" y="1008"/>
                <a:ext cx="96" cy="96"/>
                <a:chOff x="4080" y="720"/>
                <a:chExt cx="144" cy="96"/>
              </a:xfrm>
            </p:grpSpPr>
            <p:sp>
              <p:nvSpPr>
                <p:cNvPr id="14512" name="Line 1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3" name="Line 1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8" name="Group 17"/>
              <p:cNvGrpSpPr/>
              <p:nvPr/>
            </p:nvGrpSpPr>
            <p:grpSpPr>
              <a:xfrm>
                <a:off x="720" y="1008"/>
                <a:ext cx="96" cy="96"/>
                <a:chOff x="4080" y="720"/>
                <a:chExt cx="144" cy="96"/>
              </a:xfrm>
            </p:grpSpPr>
            <p:sp>
              <p:nvSpPr>
                <p:cNvPr id="14510" name="Line 1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1" name="Line 1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9" name="Group 20"/>
              <p:cNvGrpSpPr/>
              <p:nvPr/>
            </p:nvGrpSpPr>
            <p:grpSpPr>
              <a:xfrm>
                <a:off x="1056" y="1008"/>
                <a:ext cx="96" cy="96"/>
                <a:chOff x="4080" y="720"/>
                <a:chExt cx="144" cy="96"/>
              </a:xfrm>
            </p:grpSpPr>
            <p:sp>
              <p:nvSpPr>
                <p:cNvPr id="14508" name="Line 2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9" name="Line 2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0" name="Group 23"/>
              <p:cNvGrpSpPr/>
              <p:nvPr/>
            </p:nvGrpSpPr>
            <p:grpSpPr>
              <a:xfrm>
                <a:off x="384" y="1344"/>
                <a:ext cx="96" cy="96"/>
                <a:chOff x="4080" y="720"/>
                <a:chExt cx="144" cy="96"/>
              </a:xfrm>
            </p:grpSpPr>
            <p:sp>
              <p:nvSpPr>
                <p:cNvPr id="14506" name="Line 2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7" name="Line 2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1" name="Group 26"/>
              <p:cNvGrpSpPr/>
              <p:nvPr/>
            </p:nvGrpSpPr>
            <p:grpSpPr>
              <a:xfrm>
                <a:off x="720" y="1344"/>
                <a:ext cx="96" cy="96"/>
                <a:chOff x="4080" y="720"/>
                <a:chExt cx="144" cy="96"/>
              </a:xfrm>
            </p:grpSpPr>
            <p:sp>
              <p:nvSpPr>
                <p:cNvPr id="14504" name="Line 2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5" name="Line 2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2" name="Group 29"/>
              <p:cNvGrpSpPr/>
              <p:nvPr/>
            </p:nvGrpSpPr>
            <p:grpSpPr>
              <a:xfrm>
                <a:off x="1056" y="1344"/>
                <a:ext cx="96" cy="96"/>
                <a:chOff x="4080" y="720"/>
                <a:chExt cx="144" cy="96"/>
              </a:xfrm>
            </p:grpSpPr>
            <p:sp>
              <p:nvSpPr>
                <p:cNvPr id="14502" name="Line 3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3" name="Line 3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3" name="Group 32"/>
              <p:cNvGrpSpPr/>
              <p:nvPr/>
            </p:nvGrpSpPr>
            <p:grpSpPr>
              <a:xfrm>
                <a:off x="384" y="1680"/>
                <a:ext cx="96" cy="96"/>
                <a:chOff x="4080" y="720"/>
                <a:chExt cx="144" cy="96"/>
              </a:xfrm>
            </p:grpSpPr>
            <p:sp>
              <p:nvSpPr>
                <p:cNvPr id="14500" name="Line 3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1" name="Line 3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4" name="Group 35"/>
              <p:cNvGrpSpPr/>
              <p:nvPr/>
            </p:nvGrpSpPr>
            <p:grpSpPr>
              <a:xfrm>
                <a:off x="720" y="1680"/>
                <a:ext cx="96" cy="96"/>
                <a:chOff x="4080" y="720"/>
                <a:chExt cx="144" cy="96"/>
              </a:xfrm>
            </p:grpSpPr>
            <p:sp>
              <p:nvSpPr>
                <p:cNvPr id="14498" name="Line 3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9" name="Line 3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5" name="Group 38"/>
              <p:cNvGrpSpPr/>
              <p:nvPr/>
            </p:nvGrpSpPr>
            <p:grpSpPr>
              <a:xfrm>
                <a:off x="1056" y="1680"/>
                <a:ext cx="96" cy="96"/>
                <a:chOff x="4080" y="720"/>
                <a:chExt cx="144" cy="96"/>
              </a:xfrm>
            </p:grpSpPr>
            <p:sp>
              <p:nvSpPr>
                <p:cNvPr id="14496" name="Line 3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7" name="Line 4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6" name="Group 41"/>
              <p:cNvGrpSpPr/>
              <p:nvPr/>
            </p:nvGrpSpPr>
            <p:grpSpPr>
              <a:xfrm>
                <a:off x="384" y="2064"/>
                <a:ext cx="96" cy="96"/>
                <a:chOff x="4080" y="720"/>
                <a:chExt cx="144" cy="96"/>
              </a:xfrm>
            </p:grpSpPr>
            <p:sp>
              <p:nvSpPr>
                <p:cNvPr id="14494" name="Line 4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5" name="Line 4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7" name="Group 44"/>
              <p:cNvGrpSpPr/>
              <p:nvPr/>
            </p:nvGrpSpPr>
            <p:grpSpPr>
              <a:xfrm>
                <a:off x="720" y="2064"/>
                <a:ext cx="96" cy="96"/>
                <a:chOff x="4080" y="720"/>
                <a:chExt cx="144" cy="96"/>
              </a:xfrm>
            </p:grpSpPr>
            <p:sp>
              <p:nvSpPr>
                <p:cNvPr id="14492" name="Line 4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3" name="Line 4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8" name="Group 47"/>
              <p:cNvGrpSpPr/>
              <p:nvPr/>
            </p:nvGrpSpPr>
            <p:grpSpPr>
              <a:xfrm>
                <a:off x="1056" y="2064"/>
                <a:ext cx="96" cy="96"/>
                <a:chOff x="4080" y="720"/>
                <a:chExt cx="144" cy="96"/>
              </a:xfrm>
            </p:grpSpPr>
            <p:sp>
              <p:nvSpPr>
                <p:cNvPr id="14490" name="Line 4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1" name="Line 4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9" name="Group 50"/>
              <p:cNvGrpSpPr/>
              <p:nvPr/>
            </p:nvGrpSpPr>
            <p:grpSpPr>
              <a:xfrm>
                <a:off x="1440" y="1008"/>
                <a:ext cx="96" cy="96"/>
                <a:chOff x="4080" y="720"/>
                <a:chExt cx="144" cy="96"/>
              </a:xfrm>
            </p:grpSpPr>
            <p:sp>
              <p:nvSpPr>
                <p:cNvPr id="14488" name="Line 5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9" name="Line 5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0" name="Group 53"/>
              <p:cNvGrpSpPr/>
              <p:nvPr/>
            </p:nvGrpSpPr>
            <p:grpSpPr>
              <a:xfrm>
                <a:off x="1824" y="1008"/>
                <a:ext cx="96" cy="96"/>
                <a:chOff x="4080" y="720"/>
                <a:chExt cx="144" cy="96"/>
              </a:xfrm>
            </p:grpSpPr>
            <p:sp>
              <p:nvSpPr>
                <p:cNvPr id="14486" name="Line 5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7" name="Line 5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1" name="Group 56"/>
              <p:cNvGrpSpPr/>
              <p:nvPr/>
            </p:nvGrpSpPr>
            <p:grpSpPr>
              <a:xfrm>
                <a:off x="1440" y="1344"/>
                <a:ext cx="96" cy="96"/>
                <a:chOff x="4080" y="720"/>
                <a:chExt cx="144" cy="96"/>
              </a:xfrm>
            </p:grpSpPr>
            <p:sp>
              <p:nvSpPr>
                <p:cNvPr id="14484" name="Line 5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5" name="Line 5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2" name="Group 59"/>
              <p:cNvGrpSpPr/>
              <p:nvPr/>
            </p:nvGrpSpPr>
            <p:grpSpPr>
              <a:xfrm>
                <a:off x="1824" y="1344"/>
                <a:ext cx="96" cy="96"/>
                <a:chOff x="4080" y="720"/>
                <a:chExt cx="144" cy="96"/>
              </a:xfrm>
            </p:grpSpPr>
            <p:sp>
              <p:nvSpPr>
                <p:cNvPr id="14482" name="Line 6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3" name="Line 6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3" name="Group 62"/>
              <p:cNvGrpSpPr/>
              <p:nvPr/>
            </p:nvGrpSpPr>
            <p:grpSpPr>
              <a:xfrm>
                <a:off x="1440" y="1680"/>
                <a:ext cx="96" cy="96"/>
                <a:chOff x="4080" y="720"/>
                <a:chExt cx="144" cy="96"/>
              </a:xfrm>
            </p:grpSpPr>
            <p:sp>
              <p:nvSpPr>
                <p:cNvPr id="14480" name="Line 6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1" name="Line 6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4" name="Group 65"/>
              <p:cNvGrpSpPr/>
              <p:nvPr/>
            </p:nvGrpSpPr>
            <p:grpSpPr>
              <a:xfrm>
                <a:off x="1824" y="1680"/>
                <a:ext cx="96" cy="96"/>
                <a:chOff x="4080" y="720"/>
                <a:chExt cx="144" cy="96"/>
              </a:xfrm>
            </p:grpSpPr>
            <p:sp>
              <p:nvSpPr>
                <p:cNvPr id="14478" name="Line 6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9" name="Line 6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5" name="Group 68"/>
              <p:cNvGrpSpPr/>
              <p:nvPr/>
            </p:nvGrpSpPr>
            <p:grpSpPr>
              <a:xfrm>
                <a:off x="1440" y="2064"/>
                <a:ext cx="96" cy="96"/>
                <a:chOff x="4080" y="720"/>
                <a:chExt cx="144" cy="96"/>
              </a:xfrm>
            </p:grpSpPr>
            <p:sp>
              <p:nvSpPr>
                <p:cNvPr id="14476" name="Line 6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7" name="Line 7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6" name="Group 71"/>
              <p:cNvGrpSpPr/>
              <p:nvPr/>
            </p:nvGrpSpPr>
            <p:grpSpPr>
              <a:xfrm>
                <a:off x="1824" y="2064"/>
                <a:ext cx="96" cy="96"/>
                <a:chOff x="4080" y="720"/>
                <a:chExt cx="144" cy="96"/>
              </a:xfrm>
            </p:grpSpPr>
            <p:sp>
              <p:nvSpPr>
                <p:cNvPr id="14474" name="Line 7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5" name="Line 7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7" name="Group 74"/>
              <p:cNvGrpSpPr/>
              <p:nvPr/>
            </p:nvGrpSpPr>
            <p:grpSpPr>
              <a:xfrm>
                <a:off x="2160" y="2064"/>
                <a:ext cx="96" cy="96"/>
                <a:chOff x="4080" y="720"/>
                <a:chExt cx="144" cy="96"/>
              </a:xfrm>
            </p:grpSpPr>
            <p:sp>
              <p:nvSpPr>
                <p:cNvPr id="14472" name="Line 7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3" name="Line 7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8" name="Group 77"/>
              <p:cNvGrpSpPr/>
              <p:nvPr/>
            </p:nvGrpSpPr>
            <p:grpSpPr>
              <a:xfrm>
                <a:off x="384" y="2448"/>
                <a:ext cx="96" cy="96"/>
                <a:chOff x="4080" y="720"/>
                <a:chExt cx="144" cy="96"/>
              </a:xfrm>
            </p:grpSpPr>
            <p:sp>
              <p:nvSpPr>
                <p:cNvPr id="14470" name="Line 7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1" name="Line 7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9" name="Group 80"/>
              <p:cNvGrpSpPr/>
              <p:nvPr/>
            </p:nvGrpSpPr>
            <p:grpSpPr>
              <a:xfrm>
                <a:off x="720" y="2448"/>
                <a:ext cx="96" cy="96"/>
                <a:chOff x="4080" y="720"/>
                <a:chExt cx="144" cy="96"/>
              </a:xfrm>
            </p:grpSpPr>
            <p:sp>
              <p:nvSpPr>
                <p:cNvPr id="14468" name="Line 8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9" name="Line 8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0" name="Group 83"/>
              <p:cNvGrpSpPr/>
              <p:nvPr/>
            </p:nvGrpSpPr>
            <p:grpSpPr>
              <a:xfrm>
                <a:off x="1056" y="2448"/>
                <a:ext cx="96" cy="96"/>
                <a:chOff x="4080" y="720"/>
                <a:chExt cx="144" cy="96"/>
              </a:xfrm>
            </p:grpSpPr>
            <p:sp>
              <p:nvSpPr>
                <p:cNvPr id="14466" name="Line 8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7" name="Line 8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1" name="Group 86"/>
              <p:cNvGrpSpPr/>
              <p:nvPr/>
            </p:nvGrpSpPr>
            <p:grpSpPr>
              <a:xfrm>
                <a:off x="1440" y="2448"/>
                <a:ext cx="96" cy="96"/>
                <a:chOff x="4080" y="720"/>
                <a:chExt cx="144" cy="96"/>
              </a:xfrm>
            </p:grpSpPr>
            <p:sp>
              <p:nvSpPr>
                <p:cNvPr id="14464" name="Line 8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5" name="Line 8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2" name="Group 89"/>
              <p:cNvGrpSpPr/>
              <p:nvPr/>
            </p:nvGrpSpPr>
            <p:grpSpPr>
              <a:xfrm>
                <a:off x="1824" y="2448"/>
                <a:ext cx="96" cy="96"/>
                <a:chOff x="4080" y="720"/>
                <a:chExt cx="144" cy="96"/>
              </a:xfrm>
            </p:grpSpPr>
            <p:sp>
              <p:nvSpPr>
                <p:cNvPr id="14462" name="Line 9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3" name="Line 9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3" name="Group 92"/>
              <p:cNvGrpSpPr/>
              <p:nvPr/>
            </p:nvGrpSpPr>
            <p:grpSpPr>
              <a:xfrm>
                <a:off x="2160" y="2448"/>
                <a:ext cx="96" cy="96"/>
                <a:chOff x="4080" y="720"/>
                <a:chExt cx="144" cy="96"/>
              </a:xfrm>
            </p:grpSpPr>
            <p:sp>
              <p:nvSpPr>
                <p:cNvPr id="14460" name="Line 9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1" name="Line 9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4" name="Group 95"/>
              <p:cNvGrpSpPr/>
              <p:nvPr/>
            </p:nvGrpSpPr>
            <p:grpSpPr>
              <a:xfrm>
                <a:off x="2592" y="1008"/>
                <a:ext cx="96" cy="96"/>
                <a:chOff x="4080" y="720"/>
                <a:chExt cx="144" cy="96"/>
              </a:xfrm>
            </p:grpSpPr>
            <p:sp>
              <p:nvSpPr>
                <p:cNvPr id="14458" name="Line 9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9" name="Line 9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5" name="Group 98"/>
              <p:cNvGrpSpPr/>
              <p:nvPr/>
            </p:nvGrpSpPr>
            <p:grpSpPr>
              <a:xfrm>
                <a:off x="2592" y="1344"/>
                <a:ext cx="96" cy="96"/>
                <a:chOff x="4080" y="720"/>
                <a:chExt cx="144" cy="96"/>
              </a:xfrm>
            </p:grpSpPr>
            <p:sp>
              <p:nvSpPr>
                <p:cNvPr id="14456" name="Line 9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7" name="Line 10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6" name="Group 101"/>
              <p:cNvGrpSpPr/>
              <p:nvPr/>
            </p:nvGrpSpPr>
            <p:grpSpPr>
              <a:xfrm>
                <a:off x="2592" y="1680"/>
                <a:ext cx="96" cy="96"/>
                <a:chOff x="4080" y="720"/>
                <a:chExt cx="144" cy="96"/>
              </a:xfrm>
            </p:grpSpPr>
            <p:sp>
              <p:nvSpPr>
                <p:cNvPr id="14454" name="Line 10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5" name="Line 10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7" name="Group 104"/>
              <p:cNvGrpSpPr/>
              <p:nvPr/>
            </p:nvGrpSpPr>
            <p:grpSpPr>
              <a:xfrm>
                <a:off x="2592" y="2064"/>
                <a:ext cx="96" cy="96"/>
                <a:chOff x="4080" y="720"/>
                <a:chExt cx="144" cy="96"/>
              </a:xfrm>
            </p:grpSpPr>
            <p:sp>
              <p:nvSpPr>
                <p:cNvPr id="14452" name="Line 10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3" name="Line 10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8" name="Group 107"/>
              <p:cNvGrpSpPr/>
              <p:nvPr/>
            </p:nvGrpSpPr>
            <p:grpSpPr>
              <a:xfrm>
                <a:off x="2592" y="2448"/>
                <a:ext cx="96" cy="96"/>
                <a:chOff x="4080" y="720"/>
                <a:chExt cx="144" cy="96"/>
              </a:xfrm>
            </p:grpSpPr>
            <p:sp>
              <p:nvSpPr>
                <p:cNvPr id="14450" name="Line 10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1" name="Line 10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9" name="Group 110"/>
              <p:cNvGrpSpPr/>
              <p:nvPr/>
            </p:nvGrpSpPr>
            <p:grpSpPr>
              <a:xfrm>
                <a:off x="384" y="2832"/>
                <a:ext cx="96" cy="96"/>
                <a:chOff x="4080" y="720"/>
                <a:chExt cx="144" cy="96"/>
              </a:xfrm>
            </p:grpSpPr>
            <p:sp>
              <p:nvSpPr>
                <p:cNvPr id="14448" name="Line 11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9" name="Line 11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0" name="Group 113"/>
              <p:cNvGrpSpPr/>
              <p:nvPr/>
            </p:nvGrpSpPr>
            <p:grpSpPr>
              <a:xfrm>
                <a:off x="720" y="2832"/>
                <a:ext cx="96" cy="96"/>
                <a:chOff x="4080" y="720"/>
                <a:chExt cx="144" cy="96"/>
              </a:xfrm>
            </p:grpSpPr>
            <p:sp>
              <p:nvSpPr>
                <p:cNvPr id="14446" name="Line 11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7" name="Line 11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1" name="Group 116"/>
              <p:cNvGrpSpPr/>
              <p:nvPr/>
            </p:nvGrpSpPr>
            <p:grpSpPr>
              <a:xfrm>
                <a:off x="1056" y="2832"/>
                <a:ext cx="96" cy="96"/>
                <a:chOff x="4080" y="720"/>
                <a:chExt cx="144" cy="96"/>
              </a:xfrm>
            </p:grpSpPr>
            <p:sp>
              <p:nvSpPr>
                <p:cNvPr id="14444" name="Line 11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5" name="Line 11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2" name="Group 119"/>
              <p:cNvGrpSpPr/>
              <p:nvPr/>
            </p:nvGrpSpPr>
            <p:grpSpPr>
              <a:xfrm>
                <a:off x="1440" y="2832"/>
                <a:ext cx="96" cy="96"/>
                <a:chOff x="4080" y="720"/>
                <a:chExt cx="144" cy="96"/>
              </a:xfrm>
            </p:grpSpPr>
            <p:sp>
              <p:nvSpPr>
                <p:cNvPr id="14442" name="Line 12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3" name="Line 12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3" name="Group 122"/>
              <p:cNvGrpSpPr/>
              <p:nvPr/>
            </p:nvGrpSpPr>
            <p:grpSpPr>
              <a:xfrm>
                <a:off x="1824" y="2832"/>
                <a:ext cx="96" cy="96"/>
                <a:chOff x="4080" y="720"/>
                <a:chExt cx="144" cy="96"/>
              </a:xfrm>
            </p:grpSpPr>
            <p:sp>
              <p:nvSpPr>
                <p:cNvPr id="14440" name="Line 12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1" name="Line 12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4" name="Group 125"/>
              <p:cNvGrpSpPr/>
              <p:nvPr/>
            </p:nvGrpSpPr>
            <p:grpSpPr>
              <a:xfrm>
                <a:off x="2160" y="2832"/>
                <a:ext cx="96" cy="96"/>
                <a:chOff x="4080" y="720"/>
                <a:chExt cx="144" cy="96"/>
              </a:xfrm>
            </p:grpSpPr>
            <p:sp>
              <p:nvSpPr>
                <p:cNvPr id="14438" name="Line 12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39" name="Line 12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5" name="Group 128"/>
              <p:cNvGrpSpPr/>
              <p:nvPr/>
            </p:nvGrpSpPr>
            <p:grpSpPr>
              <a:xfrm>
                <a:off x="2592" y="2832"/>
                <a:ext cx="96" cy="96"/>
                <a:chOff x="4080" y="720"/>
                <a:chExt cx="144" cy="96"/>
              </a:xfrm>
            </p:grpSpPr>
            <p:sp>
              <p:nvSpPr>
                <p:cNvPr id="14436" name="Line 12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37" name="Line 13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4373" name="Line 131"/>
            <p:cNvSpPr/>
            <p:nvPr/>
          </p:nvSpPr>
          <p:spPr>
            <a:xfrm>
              <a:off x="2890" y="3182"/>
              <a:ext cx="26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4374" name="Line 132"/>
            <p:cNvSpPr/>
            <p:nvPr/>
          </p:nvSpPr>
          <p:spPr>
            <a:xfrm flipH="1" flipV="1">
              <a:off x="4117" y="1591"/>
              <a:ext cx="0" cy="202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4375" name="Text Box 133"/>
            <p:cNvSpPr txBox="1"/>
            <p:nvPr/>
          </p:nvSpPr>
          <p:spPr>
            <a:xfrm>
              <a:off x="4963" y="2705"/>
              <a:ext cx="7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376" name="Text Box 134"/>
            <p:cNvSpPr txBox="1"/>
            <p:nvPr/>
          </p:nvSpPr>
          <p:spPr>
            <a:xfrm>
              <a:off x="3032" y="2716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377" name="Text Box 135"/>
            <p:cNvSpPr txBox="1"/>
            <p:nvPr/>
          </p:nvSpPr>
          <p:spPr>
            <a:xfrm>
              <a:off x="4112" y="2064"/>
              <a:ext cx="8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378" name="Text Box 136"/>
            <p:cNvSpPr txBox="1"/>
            <p:nvPr/>
          </p:nvSpPr>
          <p:spPr>
            <a:xfrm>
              <a:off x="4019" y="3123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4379" name="Text Box 137"/>
            <p:cNvSpPr txBox="1"/>
            <p:nvPr/>
          </p:nvSpPr>
          <p:spPr>
            <a:xfrm>
              <a:off x="3082" y="2555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0" name="Object 138"/>
                <p:cNvSpPr txBox="1"/>
                <p:nvPr/>
              </p:nvSpPr>
              <p:spPr>
                <a:xfrm>
                  <a:off x="5324" y="3257"/>
                  <a:ext cx="263" cy="21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0" name="Object 1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4" y="3257"/>
                  <a:ext cx="263" cy="2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1" name="Object 139"/>
                <p:cNvSpPr txBox="1"/>
                <p:nvPr/>
              </p:nvSpPr>
              <p:spPr>
                <a:xfrm>
                  <a:off x="4117" y="1628"/>
                  <a:ext cx="281" cy="2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1" name="Object 1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" y="1628"/>
                  <a:ext cx="281" cy="26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2" name="Object 140"/>
                <p:cNvSpPr txBox="1"/>
                <p:nvPr/>
              </p:nvSpPr>
              <p:spPr>
                <a:xfrm>
                  <a:off x="3133" y="2512"/>
                  <a:ext cx="199" cy="23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2" name="Object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3" y="2512"/>
                  <a:ext cx="199" cy="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83" name="AutoShape 141"/>
            <p:cNvSpPr/>
            <p:nvPr/>
          </p:nvSpPr>
          <p:spPr>
            <a:xfrm>
              <a:off x="3248" y="2328"/>
              <a:ext cx="1715" cy="1380"/>
            </a:xfrm>
            <a:custGeom>
              <a:avLst/>
              <a:gdLst>
                <a:gd name="txL" fmla="*/ 126 w 21600"/>
                <a:gd name="txT" fmla="*/ 0 h 21600"/>
                <a:gd name="txR" fmla="*/ 21474 w 21600"/>
                <a:gd name="txB" fmla="*/ 12271 h 21600"/>
              </a:gdLst>
              <a:ahLst/>
              <a:cxnLst>
                <a:cxn ang="0">
                  <a:pos x="858" y="0"/>
                </a:cxn>
                <a:cxn ang="0">
                  <a:pos x="45" y="606"/>
                </a:cxn>
                <a:cxn ang="0">
                  <a:pos x="858" y="62"/>
                </a:cxn>
                <a:cxn ang="0">
                  <a:pos x="1670" y="606"/>
                </a:cxn>
              </a:cxnLst>
              <a:rect l="txL" t="txT" r="txR" b="txB"/>
              <a:pathLst>
                <a:path w="21600" h="21600">
                  <a:moveTo>
                    <a:pt x="1050" y="9554"/>
                  </a:moveTo>
                  <a:cubicBezTo>
                    <a:pt x="1677" y="4647"/>
                    <a:pt x="5853" y="970"/>
                    <a:pt x="10800" y="971"/>
                  </a:cubicBezTo>
                  <a:cubicBezTo>
                    <a:pt x="15746" y="971"/>
                    <a:pt x="19922" y="4647"/>
                    <a:pt x="20549" y="9554"/>
                  </a:cubicBezTo>
                  <a:lnTo>
                    <a:pt x="21512" y="9430"/>
                  </a:lnTo>
                  <a:cubicBezTo>
                    <a:pt x="20823" y="4039"/>
                    <a:pt x="16235" y="-1"/>
                    <a:pt x="10799" y="0"/>
                  </a:cubicBezTo>
                  <a:cubicBezTo>
                    <a:pt x="5364" y="0"/>
                    <a:pt x="776" y="4039"/>
                    <a:pt x="87" y="9430"/>
                  </a:cubicBezTo>
                  <a:lnTo>
                    <a:pt x="1050" y="9554"/>
                  </a:lnTo>
                  <a:close/>
                </a:path>
              </a:pathLst>
            </a:custGeom>
            <a:solidFill>
              <a:srgbClr val="CCECFF">
                <a:alpha val="100000"/>
              </a:srgbClr>
            </a:solidFill>
            <a:ln w="19050" cap="flat" cmpd="sng">
              <a:solidFill>
                <a:srgbClr val="00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4384" name="Rectangle 142"/>
            <p:cNvSpPr/>
            <p:nvPr/>
          </p:nvSpPr>
          <p:spPr>
            <a:xfrm>
              <a:off x="3253" y="2935"/>
              <a:ext cx="126" cy="5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4385" name="Rectangle 143"/>
            <p:cNvSpPr/>
            <p:nvPr/>
          </p:nvSpPr>
          <p:spPr>
            <a:xfrm>
              <a:off x="4840" y="2935"/>
              <a:ext cx="128" cy="5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4386" name="Line 144"/>
            <p:cNvSpPr/>
            <p:nvPr/>
          </p:nvSpPr>
          <p:spPr>
            <a:xfrm>
              <a:off x="3253" y="2918"/>
              <a:ext cx="1715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4387" name="Line 145"/>
            <p:cNvSpPr/>
            <p:nvPr/>
          </p:nvSpPr>
          <p:spPr>
            <a:xfrm flipH="1">
              <a:off x="4174" y="2918"/>
              <a:ext cx="190" cy="0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8" name="Object 146"/>
                <p:cNvSpPr txBox="1"/>
                <p:nvPr/>
              </p:nvSpPr>
              <p:spPr>
                <a:xfrm>
                  <a:off x="4623" y="2952"/>
                  <a:ext cx="265" cy="31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8" name="Object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" y="2952"/>
                  <a:ext cx="265" cy="3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9" name="Object 147"/>
                <p:cNvSpPr txBox="1"/>
                <p:nvPr/>
              </p:nvSpPr>
              <p:spPr>
                <a:xfrm>
                  <a:off x="3256" y="2927"/>
                  <a:ext cx="263" cy="31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9" name="Object 1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6" y="2927"/>
                  <a:ext cx="263" cy="3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90" name="Object 148"/>
                <p:cNvSpPr txBox="1"/>
                <p:nvPr/>
              </p:nvSpPr>
              <p:spPr>
                <a:xfrm>
                  <a:off x="4992" y="1536"/>
                  <a:ext cx="324" cy="33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90" name="Object 1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2" y="1536"/>
                  <a:ext cx="324" cy="3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91" name="Line 149"/>
            <p:cNvSpPr/>
            <p:nvPr/>
          </p:nvSpPr>
          <p:spPr>
            <a:xfrm flipH="1" flipV="1">
              <a:off x="3253" y="2918"/>
              <a:ext cx="846" cy="2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4392" name="Line 150"/>
            <p:cNvSpPr/>
            <p:nvPr/>
          </p:nvSpPr>
          <p:spPr>
            <a:xfrm flipV="1">
              <a:off x="4099" y="2927"/>
              <a:ext cx="827" cy="2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4393" name="Text Box 151"/>
            <p:cNvSpPr txBox="1"/>
            <p:nvPr/>
          </p:nvSpPr>
          <p:spPr>
            <a:xfrm>
              <a:off x="4117" y="3065"/>
              <a:ext cx="34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261272" name="Text Box 152"/>
          <p:cNvSpPr txBox="1"/>
          <p:nvPr/>
        </p:nvSpPr>
        <p:spPr>
          <a:xfrm>
            <a:off x="1800226" y="3429001"/>
            <a:ext cx="3457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根据对称性分析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1273" name="Object 153"/>
              <p:cNvSpPr txBox="1"/>
              <p:nvPr/>
            </p:nvSpPr>
            <p:spPr>
              <a:xfrm>
                <a:off x="3260724" y="3995357"/>
                <a:ext cx="1997077" cy="7699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1273" name="Object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724" y="3995357"/>
                <a:ext cx="1997077" cy="7699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274" name="Object 154"/>
              <p:cNvSpPr txBox="1"/>
              <p:nvPr/>
            </p:nvSpPr>
            <p:spPr>
              <a:xfrm>
                <a:off x="1474520" y="4077907"/>
                <a:ext cx="1331912" cy="6873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1274" name="Object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520" y="4077907"/>
                <a:ext cx="1331912" cy="6873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278" name="Object 158"/>
              <p:cNvSpPr txBox="1"/>
              <p:nvPr/>
            </p:nvSpPr>
            <p:spPr>
              <a:xfrm>
                <a:off x="420358" y="4765295"/>
                <a:ext cx="5397831" cy="7477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1278" name="Object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58" y="4765295"/>
                <a:ext cx="5397831" cy="74771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1279" name="Group 159"/>
          <p:cNvGrpSpPr/>
          <p:nvPr/>
        </p:nvGrpSpPr>
        <p:grpSpPr>
          <a:xfrm>
            <a:off x="7289801" y="4694239"/>
            <a:ext cx="712787" cy="1154112"/>
            <a:chOff x="3649" y="2927"/>
            <a:chExt cx="449" cy="727"/>
          </a:xfrm>
        </p:grpSpPr>
        <p:sp>
          <p:nvSpPr>
            <p:cNvPr id="14367" name="Line 160"/>
            <p:cNvSpPr/>
            <p:nvPr/>
          </p:nvSpPr>
          <p:spPr>
            <a:xfrm>
              <a:off x="4098" y="2927"/>
              <a:ext cx="0" cy="657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8" name="Object 161"/>
                <p:cNvSpPr txBox="1"/>
                <p:nvPr/>
              </p:nvSpPr>
              <p:spPr>
                <a:xfrm>
                  <a:off x="3649" y="3260"/>
                  <a:ext cx="376" cy="39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68" name="Object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9" y="3260"/>
                  <a:ext cx="376" cy="394"/>
                </a:xfrm>
                <a:prstGeom prst="rect">
                  <a:avLst/>
                </a:prstGeom>
                <a:blipFill>
                  <a:blip r:embed="rId11"/>
                  <a:stretch>
                    <a:fillRect t="-3883" r="-11224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1282" name="Group 162"/>
          <p:cNvGrpSpPr/>
          <p:nvPr/>
        </p:nvGrpSpPr>
        <p:grpSpPr>
          <a:xfrm>
            <a:off x="5800726" y="3019426"/>
            <a:ext cx="1182687" cy="1143000"/>
            <a:chOff x="2711" y="1872"/>
            <a:chExt cx="745" cy="720"/>
          </a:xfrm>
        </p:grpSpPr>
        <p:sp>
          <p:nvSpPr>
            <p:cNvPr id="14365" name="Line 163"/>
            <p:cNvSpPr/>
            <p:nvPr/>
          </p:nvSpPr>
          <p:spPr>
            <a:xfrm flipH="1" flipV="1">
              <a:off x="3056" y="2190"/>
              <a:ext cx="400" cy="402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6" name="Object 164"/>
                <p:cNvSpPr txBox="1"/>
                <p:nvPr/>
              </p:nvSpPr>
              <p:spPr>
                <a:xfrm>
                  <a:off x="2711" y="1872"/>
                  <a:ext cx="457" cy="35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66" name="Object 1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1" y="1872"/>
                  <a:ext cx="457" cy="353"/>
                </a:xfrm>
                <a:prstGeom prst="rect">
                  <a:avLst/>
                </a:prstGeom>
                <a:blipFill>
                  <a:blip r:embed="rId12"/>
                  <a:stretch>
                    <a:fillRect t="-4348" r="-840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1285" name="Group 165"/>
          <p:cNvGrpSpPr/>
          <p:nvPr/>
        </p:nvGrpSpPr>
        <p:grpSpPr>
          <a:xfrm>
            <a:off x="6843713" y="3521076"/>
            <a:ext cx="1166813" cy="1555750"/>
            <a:chOff x="3345" y="2188"/>
            <a:chExt cx="735" cy="9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9" name="Object 166"/>
                <p:cNvSpPr txBox="1"/>
                <p:nvPr/>
              </p:nvSpPr>
              <p:spPr>
                <a:xfrm>
                  <a:off x="3719" y="2541"/>
                  <a:ext cx="191" cy="19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59" name="Object 1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9" y="2541"/>
                  <a:ext cx="191" cy="1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60" name="Line 167"/>
            <p:cNvSpPr/>
            <p:nvPr/>
          </p:nvSpPr>
          <p:spPr>
            <a:xfrm flipH="1" flipV="1">
              <a:off x="3400" y="2689"/>
              <a:ext cx="660" cy="47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4361" name="Line 168"/>
            <p:cNvSpPr/>
            <p:nvPr/>
          </p:nvSpPr>
          <p:spPr>
            <a:xfrm flipH="1" flipV="1">
              <a:off x="3564" y="2507"/>
              <a:ext cx="516" cy="6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grpSp>
          <p:nvGrpSpPr>
            <p:cNvPr id="14362" name="Group 169"/>
            <p:cNvGrpSpPr/>
            <p:nvPr/>
          </p:nvGrpSpPr>
          <p:grpSpPr>
            <a:xfrm>
              <a:off x="3345" y="2188"/>
              <a:ext cx="332" cy="511"/>
              <a:chOff x="3345" y="2188"/>
              <a:chExt cx="351" cy="519"/>
            </a:xfrm>
          </p:grpSpPr>
          <p:sp>
            <p:nvSpPr>
              <p:cNvPr id="14363" name="AutoShape 170"/>
              <p:cNvSpPr/>
              <p:nvPr/>
            </p:nvSpPr>
            <p:spPr>
              <a:xfrm rot="2449263">
                <a:off x="3403" y="2466"/>
                <a:ext cx="135" cy="241"/>
              </a:xfrm>
              <a:prstGeom prst="upArrow">
                <a:avLst>
                  <a:gd name="adj1" fmla="val 50000"/>
                  <a:gd name="adj2" fmla="val 92052"/>
                </a:avLst>
              </a:prstGeom>
              <a:solidFill>
                <a:srgbClr val="F8ECFE"/>
              </a:solidFill>
              <a:ln w="28575" cap="flat" cmpd="sng">
                <a:solidFill>
                  <a:srgbClr val="CC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64" name="Object 171"/>
                  <p:cNvSpPr txBox="1"/>
                  <p:nvPr/>
                </p:nvSpPr>
                <p:spPr>
                  <a:xfrm>
                    <a:off x="3345" y="2188"/>
                    <a:ext cx="351" cy="278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4364" name="Object 1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5" y="2188"/>
                    <a:ext cx="351" cy="27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5556" r="-43678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61292" name="Group 172"/>
          <p:cNvGrpSpPr/>
          <p:nvPr/>
        </p:nvGrpSpPr>
        <p:grpSpPr>
          <a:xfrm>
            <a:off x="8888412" y="3095626"/>
            <a:ext cx="1411288" cy="990600"/>
            <a:chOff x="4656" y="1920"/>
            <a:chExt cx="889" cy="624"/>
          </a:xfrm>
        </p:grpSpPr>
        <p:sp>
          <p:nvSpPr>
            <p:cNvPr id="14357" name="Line 173"/>
            <p:cNvSpPr/>
            <p:nvPr/>
          </p:nvSpPr>
          <p:spPr>
            <a:xfrm flipV="1">
              <a:off x="4656" y="2112"/>
              <a:ext cx="432" cy="432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8" name="Object 174"/>
                <p:cNvSpPr txBox="1"/>
                <p:nvPr/>
              </p:nvSpPr>
              <p:spPr>
                <a:xfrm>
                  <a:off x="5088" y="1920"/>
                  <a:ext cx="457" cy="35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58" name="Object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8" y="1920"/>
                  <a:ext cx="457" cy="352"/>
                </a:xfrm>
                <a:prstGeom prst="rect">
                  <a:avLst/>
                </a:prstGeom>
                <a:blipFill>
                  <a:blip r:embed="rId15"/>
                  <a:stretch>
                    <a:fillRect t="-4396" r="-840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1295" name="Group 175"/>
          <p:cNvGrpSpPr/>
          <p:nvPr/>
        </p:nvGrpSpPr>
        <p:grpSpPr>
          <a:xfrm>
            <a:off x="8320088" y="4032251"/>
            <a:ext cx="830263" cy="501650"/>
            <a:chOff x="4288" y="2510"/>
            <a:chExt cx="523" cy="3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5" name="Object 176"/>
                <p:cNvSpPr txBox="1"/>
                <p:nvPr/>
              </p:nvSpPr>
              <p:spPr>
                <a:xfrm>
                  <a:off x="4288" y="2574"/>
                  <a:ext cx="400" cy="25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55" name="Object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" y="2574"/>
                  <a:ext cx="400" cy="252"/>
                </a:xfrm>
                <a:prstGeom prst="rect">
                  <a:avLst/>
                </a:prstGeom>
                <a:blipFill>
                  <a:blip r:embed="rId16"/>
                  <a:stretch>
                    <a:fillRect r="-22115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56" name="AutoShape 177"/>
            <p:cNvSpPr/>
            <p:nvPr/>
          </p:nvSpPr>
          <p:spPr>
            <a:xfrm rot="7645799">
              <a:off x="4623" y="2459"/>
              <a:ext cx="137" cy="239"/>
            </a:xfrm>
            <a:prstGeom prst="upArrow">
              <a:avLst>
                <a:gd name="adj1" fmla="val 50000"/>
                <a:gd name="adj2" fmla="val 89956"/>
              </a:avLst>
            </a:prstGeom>
            <a:solidFill>
              <a:srgbClr val="F8ECFE"/>
            </a:solidFill>
            <a:ln w="28575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349" name="Group 178"/>
          <p:cNvGrpSpPr/>
          <p:nvPr/>
        </p:nvGrpSpPr>
        <p:grpSpPr>
          <a:xfrm>
            <a:off x="1676401" y="685801"/>
            <a:ext cx="8812213" cy="1800225"/>
            <a:chOff x="96" y="432"/>
            <a:chExt cx="5520" cy="1134"/>
          </a:xfrm>
        </p:grpSpPr>
        <p:sp>
          <p:nvSpPr>
            <p:cNvPr id="14350" name="Text Box 179"/>
            <p:cNvSpPr txBox="1"/>
            <p:nvPr/>
          </p:nvSpPr>
          <p:spPr>
            <a:xfrm>
              <a:off x="96" y="432"/>
              <a:ext cx="5520" cy="11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例</a:t>
              </a:r>
              <a:r>
                <a:rPr lang="zh-CN" altLang="en-US" sz="2800" dirty="0">
                  <a:solidFill>
                    <a:srgbClr val="EC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如图一通有电流     的闭合回路放在磁感应强度为     的均匀磁场中，回路平面与磁感强度    垂直 。回路由直导线 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AB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和半径为      的圆弧导线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BCA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组成 ，电流为顺时针方向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求磁场作用于闭合导线的力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1" name="Object 180"/>
                <p:cNvSpPr txBox="1"/>
                <p:nvPr/>
              </p:nvSpPr>
              <p:spPr>
                <a:xfrm>
                  <a:off x="2031" y="456"/>
                  <a:ext cx="196" cy="25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351" name="Object 1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1" y="456"/>
                  <a:ext cx="196" cy="25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2" name="Object 181"/>
                <p:cNvSpPr txBox="1"/>
                <p:nvPr/>
              </p:nvSpPr>
              <p:spPr>
                <a:xfrm>
                  <a:off x="5127" y="460"/>
                  <a:ext cx="214" cy="26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4352" name="Object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7" y="460"/>
                  <a:ext cx="214" cy="26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3" name="Object 182"/>
                <p:cNvSpPr txBox="1"/>
                <p:nvPr/>
              </p:nvSpPr>
              <p:spPr>
                <a:xfrm>
                  <a:off x="1980" y="956"/>
                  <a:ext cx="205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4353" name="Object 1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" y="956"/>
                  <a:ext cx="205" cy="240"/>
                </a:xfrm>
                <a:prstGeom prst="rect">
                  <a:avLst/>
                </a:prstGeom>
                <a:blipFill>
                  <a:blip r:embed="rId19"/>
                  <a:stretch>
                    <a:fillRect b="-32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4" name="Object 183"/>
                <p:cNvSpPr txBox="1"/>
                <p:nvPr/>
              </p:nvSpPr>
              <p:spPr>
                <a:xfrm>
                  <a:off x="3698" y="692"/>
                  <a:ext cx="214" cy="26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354" name="Object 1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8" y="692"/>
                  <a:ext cx="214" cy="264"/>
                </a:xfrm>
                <a:prstGeom prst="rect">
                  <a:avLst/>
                </a:prstGeom>
                <a:blipFill>
                  <a:blip r:embed="rId20"/>
                  <a:stretch>
                    <a:fillRect b="-579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02850" y="2695454"/>
                <a:ext cx="4226218" cy="5241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=−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𝐵𝐼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zh-CN" altLang="en-US" sz="2800" dirty="0">
                    <a:latin typeface="Cambria Math" panose="02040503050406030204" charset="0"/>
                    <a:cs typeface="Cambria Math" panose="02040503050406030204" charset="0"/>
                  </a:rPr>
                  <a:t>，方向向下</a:t>
                </a:r>
                <a:endParaRPr lang="en-US" altLang="zh-CN" sz="2800" dirty="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850" y="2695454"/>
                <a:ext cx="4226218" cy="524118"/>
              </a:xfrm>
              <a:prstGeom prst="rect">
                <a:avLst/>
              </a:prstGeom>
              <a:blipFill>
                <a:blip r:embed="rId21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67">
                <a:extLst>
                  <a:ext uri="{FF2B5EF4-FFF2-40B4-BE49-F238E27FC236}">
                    <a16:creationId xmlns:a16="http://schemas.microsoft.com/office/drawing/2014/main" id="{65288274-D7A4-C479-8818-C1CBCC5941DA}"/>
                  </a:ext>
                </a:extLst>
              </p:cNvPr>
              <p:cNvSpPr txBox="1"/>
              <p:nvPr/>
            </p:nvSpPr>
            <p:spPr>
              <a:xfrm>
                <a:off x="1487884" y="5804605"/>
                <a:ext cx="2168525" cy="5064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𝐵𝐼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167">
                <a:extLst>
                  <a:ext uri="{FF2B5EF4-FFF2-40B4-BE49-F238E27FC236}">
                    <a16:creationId xmlns:a16="http://schemas.microsoft.com/office/drawing/2014/main" id="{65288274-D7A4-C479-8818-C1CBCC594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884" y="5804605"/>
                <a:ext cx="2168525" cy="506413"/>
              </a:xfrm>
              <a:prstGeom prst="rect">
                <a:avLst/>
              </a:prstGeom>
              <a:blipFill>
                <a:blip r:embed="rId22"/>
                <a:stretch>
                  <a:fillRect r="-562" b="-71084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72" grpId="0"/>
      <p:bldP spid="261273" grpId="0"/>
      <p:bldP spid="261274" grpId="0"/>
      <p:bldP spid="261278" grpId="0"/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/>
          <p:nvPr/>
        </p:nvGrpSpPr>
        <p:grpSpPr>
          <a:xfrm>
            <a:off x="6069014" y="2486026"/>
            <a:ext cx="4419600" cy="3581400"/>
            <a:chOff x="2880" y="1536"/>
            <a:chExt cx="2784" cy="2256"/>
          </a:xfrm>
        </p:grpSpPr>
        <p:grpSp>
          <p:nvGrpSpPr>
            <p:cNvPr id="14372" name="Group 4"/>
            <p:cNvGrpSpPr/>
            <p:nvPr/>
          </p:nvGrpSpPr>
          <p:grpSpPr>
            <a:xfrm>
              <a:off x="2880" y="1680"/>
              <a:ext cx="2486" cy="2112"/>
              <a:chOff x="384" y="1008"/>
              <a:chExt cx="2304" cy="1920"/>
            </a:xfrm>
          </p:grpSpPr>
          <p:grpSp>
            <p:nvGrpSpPr>
              <p:cNvPr id="14394" name="Group 5"/>
              <p:cNvGrpSpPr/>
              <p:nvPr/>
            </p:nvGrpSpPr>
            <p:grpSpPr>
              <a:xfrm>
                <a:off x="2160" y="1008"/>
                <a:ext cx="96" cy="96"/>
                <a:chOff x="4080" y="720"/>
                <a:chExt cx="144" cy="96"/>
              </a:xfrm>
            </p:grpSpPr>
            <p:sp>
              <p:nvSpPr>
                <p:cNvPr id="14518" name="Line 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9" name="Line 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5" name="Group 8"/>
              <p:cNvGrpSpPr/>
              <p:nvPr/>
            </p:nvGrpSpPr>
            <p:grpSpPr>
              <a:xfrm>
                <a:off x="2160" y="1344"/>
                <a:ext cx="96" cy="96"/>
                <a:chOff x="4080" y="720"/>
                <a:chExt cx="144" cy="96"/>
              </a:xfrm>
            </p:grpSpPr>
            <p:sp>
              <p:nvSpPr>
                <p:cNvPr id="14516" name="Line 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7" name="Line 1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6" name="Group 11"/>
              <p:cNvGrpSpPr/>
              <p:nvPr/>
            </p:nvGrpSpPr>
            <p:grpSpPr>
              <a:xfrm>
                <a:off x="2160" y="1680"/>
                <a:ext cx="96" cy="96"/>
                <a:chOff x="4080" y="720"/>
                <a:chExt cx="144" cy="96"/>
              </a:xfrm>
            </p:grpSpPr>
            <p:sp>
              <p:nvSpPr>
                <p:cNvPr id="14514" name="Line 1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5" name="Line 1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7" name="Group 14"/>
              <p:cNvGrpSpPr/>
              <p:nvPr/>
            </p:nvGrpSpPr>
            <p:grpSpPr>
              <a:xfrm>
                <a:off x="384" y="1008"/>
                <a:ext cx="96" cy="96"/>
                <a:chOff x="4080" y="720"/>
                <a:chExt cx="144" cy="96"/>
              </a:xfrm>
            </p:grpSpPr>
            <p:sp>
              <p:nvSpPr>
                <p:cNvPr id="14512" name="Line 1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3" name="Line 1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8" name="Group 17"/>
              <p:cNvGrpSpPr/>
              <p:nvPr/>
            </p:nvGrpSpPr>
            <p:grpSpPr>
              <a:xfrm>
                <a:off x="720" y="1008"/>
                <a:ext cx="96" cy="96"/>
                <a:chOff x="4080" y="720"/>
                <a:chExt cx="144" cy="96"/>
              </a:xfrm>
            </p:grpSpPr>
            <p:sp>
              <p:nvSpPr>
                <p:cNvPr id="14510" name="Line 1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11" name="Line 1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99" name="Group 20"/>
              <p:cNvGrpSpPr/>
              <p:nvPr/>
            </p:nvGrpSpPr>
            <p:grpSpPr>
              <a:xfrm>
                <a:off x="1056" y="1008"/>
                <a:ext cx="96" cy="96"/>
                <a:chOff x="4080" y="720"/>
                <a:chExt cx="144" cy="96"/>
              </a:xfrm>
            </p:grpSpPr>
            <p:sp>
              <p:nvSpPr>
                <p:cNvPr id="14508" name="Line 2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9" name="Line 2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0" name="Group 23"/>
              <p:cNvGrpSpPr/>
              <p:nvPr/>
            </p:nvGrpSpPr>
            <p:grpSpPr>
              <a:xfrm>
                <a:off x="384" y="1344"/>
                <a:ext cx="96" cy="96"/>
                <a:chOff x="4080" y="720"/>
                <a:chExt cx="144" cy="96"/>
              </a:xfrm>
            </p:grpSpPr>
            <p:sp>
              <p:nvSpPr>
                <p:cNvPr id="14506" name="Line 2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7" name="Line 2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1" name="Group 26"/>
              <p:cNvGrpSpPr/>
              <p:nvPr/>
            </p:nvGrpSpPr>
            <p:grpSpPr>
              <a:xfrm>
                <a:off x="720" y="1344"/>
                <a:ext cx="96" cy="96"/>
                <a:chOff x="4080" y="720"/>
                <a:chExt cx="144" cy="96"/>
              </a:xfrm>
            </p:grpSpPr>
            <p:sp>
              <p:nvSpPr>
                <p:cNvPr id="14504" name="Line 2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5" name="Line 2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2" name="Group 29"/>
              <p:cNvGrpSpPr/>
              <p:nvPr/>
            </p:nvGrpSpPr>
            <p:grpSpPr>
              <a:xfrm>
                <a:off x="1056" y="1344"/>
                <a:ext cx="96" cy="96"/>
                <a:chOff x="4080" y="720"/>
                <a:chExt cx="144" cy="96"/>
              </a:xfrm>
            </p:grpSpPr>
            <p:sp>
              <p:nvSpPr>
                <p:cNvPr id="14502" name="Line 3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3" name="Line 3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3" name="Group 32"/>
              <p:cNvGrpSpPr/>
              <p:nvPr/>
            </p:nvGrpSpPr>
            <p:grpSpPr>
              <a:xfrm>
                <a:off x="384" y="1680"/>
                <a:ext cx="96" cy="96"/>
                <a:chOff x="4080" y="720"/>
                <a:chExt cx="144" cy="96"/>
              </a:xfrm>
            </p:grpSpPr>
            <p:sp>
              <p:nvSpPr>
                <p:cNvPr id="14500" name="Line 3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501" name="Line 3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4" name="Group 35"/>
              <p:cNvGrpSpPr/>
              <p:nvPr/>
            </p:nvGrpSpPr>
            <p:grpSpPr>
              <a:xfrm>
                <a:off x="720" y="1680"/>
                <a:ext cx="96" cy="96"/>
                <a:chOff x="4080" y="720"/>
                <a:chExt cx="144" cy="96"/>
              </a:xfrm>
            </p:grpSpPr>
            <p:sp>
              <p:nvSpPr>
                <p:cNvPr id="14498" name="Line 3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9" name="Line 3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5" name="Group 38"/>
              <p:cNvGrpSpPr/>
              <p:nvPr/>
            </p:nvGrpSpPr>
            <p:grpSpPr>
              <a:xfrm>
                <a:off x="1056" y="1680"/>
                <a:ext cx="96" cy="96"/>
                <a:chOff x="4080" y="720"/>
                <a:chExt cx="144" cy="96"/>
              </a:xfrm>
            </p:grpSpPr>
            <p:sp>
              <p:nvSpPr>
                <p:cNvPr id="14496" name="Line 3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7" name="Line 4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6" name="Group 41"/>
              <p:cNvGrpSpPr/>
              <p:nvPr/>
            </p:nvGrpSpPr>
            <p:grpSpPr>
              <a:xfrm>
                <a:off x="384" y="2064"/>
                <a:ext cx="96" cy="96"/>
                <a:chOff x="4080" y="720"/>
                <a:chExt cx="144" cy="96"/>
              </a:xfrm>
            </p:grpSpPr>
            <p:sp>
              <p:nvSpPr>
                <p:cNvPr id="14494" name="Line 4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5" name="Line 4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7" name="Group 44"/>
              <p:cNvGrpSpPr/>
              <p:nvPr/>
            </p:nvGrpSpPr>
            <p:grpSpPr>
              <a:xfrm>
                <a:off x="720" y="2064"/>
                <a:ext cx="96" cy="96"/>
                <a:chOff x="4080" y="720"/>
                <a:chExt cx="144" cy="96"/>
              </a:xfrm>
            </p:grpSpPr>
            <p:sp>
              <p:nvSpPr>
                <p:cNvPr id="14492" name="Line 4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3" name="Line 4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8" name="Group 47"/>
              <p:cNvGrpSpPr/>
              <p:nvPr/>
            </p:nvGrpSpPr>
            <p:grpSpPr>
              <a:xfrm>
                <a:off x="1056" y="2064"/>
                <a:ext cx="96" cy="96"/>
                <a:chOff x="4080" y="720"/>
                <a:chExt cx="144" cy="96"/>
              </a:xfrm>
            </p:grpSpPr>
            <p:sp>
              <p:nvSpPr>
                <p:cNvPr id="14490" name="Line 4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91" name="Line 4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09" name="Group 50"/>
              <p:cNvGrpSpPr/>
              <p:nvPr/>
            </p:nvGrpSpPr>
            <p:grpSpPr>
              <a:xfrm>
                <a:off x="1440" y="1008"/>
                <a:ext cx="96" cy="96"/>
                <a:chOff x="4080" y="720"/>
                <a:chExt cx="144" cy="96"/>
              </a:xfrm>
            </p:grpSpPr>
            <p:sp>
              <p:nvSpPr>
                <p:cNvPr id="14488" name="Line 5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9" name="Line 5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0" name="Group 53"/>
              <p:cNvGrpSpPr/>
              <p:nvPr/>
            </p:nvGrpSpPr>
            <p:grpSpPr>
              <a:xfrm>
                <a:off x="1824" y="1008"/>
                <a:ext cx="96" cy="96"/>
                <a:chOff x="4080" y="720"/>
                <a:chExt cx="144" cy="96"/>
              </a:xfrm>
            </p:grpSpPr>
            <p:sp>
              <p:nvSpPr>
                <p:cNvPr id="14486" name="Line 5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7" name="Line 5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1" name="Group 56"/>
              <p:cNvGrpSpPr/>
              <p:nvPr/>
            </p:nvGrpSpPr>
            <p:grpSpPr>
              <a:xfrm>
                <a:off x="1440" y="1344"/>
                <a:ext cx="96" cy="96"/>
                <a:chOff x="4080" y="720"/>
                <a:chExt cx="144" cy="96"/>
              </a:xfrm>
            </p:grpSpPr>
            <p:sp>
              <p:nvSpPr>
                <p:cNvPr id="14484" name="Line 5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5" name="Line 5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2" name="Group 59"/>
              <p:cNvGrpSpPr/>
              <p:nvPr/>
            </p:nvGrpSpPr>
            <p:grpSpPr>
              <a:xfrm>
                <a:off x="1824" y="1344"/>
                <a:ext cx="96" cy="96"/>
                <a:chOff x="4080" y="720"/>
                <a:chExt cx="144" cy="96"/>
              </a:xfrm>
            </p:grpSpPr>
            <p:sp>
              <p:nvSpPr>
                <p:cNvPr id="14482" name="Line 6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3" name="Line 6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3" name="Group 62"/>
              <p:cNvGrpSpPr/>
              <p:nvPr/>
            </p:nvGrpSpPr>
            <p:grpSpPr>
              <a:xfrm>
                <a:off x="1440" y="1680"/>
                <a:ext cx="96" cy="96"/>
                <a:chOff x="4080" y="720"/>
                <a:chExt cx="144" cy="96"/>
              </a:xfrm>
            </p:grpSpPr>
            <p:sp>
              <p:nvSpPr>
                <p:cNvPr id="14480" name="Line 6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81" name="Line 6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4" name="Group 65"/>
              <p:cNvGrpSpPr/>
              <p:nvPr/>
            </p:nvGrpSpPr>
            <p:grpSpPr>
              <a:xfrm>
                <a:off x="1824" y="1680"/>
                <a:ext cx="96" cy="96"/>
                <a:chOff x="4080" y="720"/>
                <a:chExt cx="144" cy="96"/>
              </a:xfrm>
            </p:grpSpPr>
            <p:sp>
              <p:nvSpPr>
                <p:cNvPr id="14478" name="Line 6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9" name="Line 6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5" name="Group 68"/>
              <p:cNvGrpSpPr/>
              <p:nvPr/>
            </p:nvGrpSpPr>
            <p:grpSpPr>
              <a:xfrm>
                <a:off x="1440" y="2064"/>
                <a:ext cx="96" cy="96"/>
                <a:chOff x="4080" y="720"/>
                <a:chExt cx="144" cy="96"/>
              </a:xfrm>
            </p:grpSpPr>
            <p:sp>
              <p:nvSpPr>
                <p:cNvPr id="14476" name="Line 6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7" name="Line 7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6" name="Group 71"/>
              <p:cNvGrpSpPr/>
              <p:nvPr/>
            </p:nvGrpSpPr>
            <p:grpSpPr>
              <a:xfrm>
                <a:off x="1824" y="2064"/>
                <a:ext cx="96" cy="96"/>
                <a:chOff x="4080" y="720"/>
                <a:chExt cx="144" cy="96"/>
              </a:xfrm>
            </p:grpSpPr>
            <p:sp>
              <p:nvSpPr>
                <p:cNvPr id="14474" name="Line 7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5" name="Line 7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7" name="Group 74"/>
              <p:cNvGrpSpPr/>
              <p:nvPr/>
            </p:nvGrpSpPr>
            <p:grpSpPr>
              <a:xfrm>
                <a:off x="2160" y="2064"/>
                <a:ext cx="96" cy="96"/>
                <a:chOff x="4080" y="720"/>
                <a:chExt cx="144" cy="96"/>
              </a:xfrm>
            </p:grpSpPr>
            <p:sp>
              <p:nvSpPr>
                <p:cNvPr id="14472" name="Line 7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3" name="Line 7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8" name="Group 77"/>
              <p:cNvGrpSpPr/>
              <p:nvPr/>
            </p:nvGrpSpPr>
            <p:grpSpPr>
              <a:xfrm>
                <a:off x="384" y="2448"/>
                <a:ext cx="96" cy="96"/>
                <a:chOff x="4080" y="720"/>
                <a:chExt cx="144" cy="96"/>
              </a:xfrm>
            </p:grpSpPr>
            <p:sp>
              <p:nvSpPr>
                <p:cNvPr id="14470" name="Line 7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71" name="Line 7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19" name="Group 80"/>
              <p:cNvGrpSpPr/>
              <p:nvPr/>
            </p:nvGrpSpPr>
            <p:grpSpPr>
              <a:xfrm>
                <a:off x="720" y="2448"/>
                <a:ext cx="96" cy="96"/>
                <a:chOff x="4080" y="720"/>
                <a:chExt cx="144" cy="96"/>
              </a:xfrm>
            </p:grpSpPr>
            <p:sp>
              <p:nvSpPr>
                <p:cNvPr id="14468" name="Line 8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9" name="Line 8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0" name="Group 83"/>
              <p:cNvGrpSpPr/>
              <p:nvPr/>
            </p:nvGrpSpPr>
            <p:grpSpPr>
              <a:xfrm>
                <a:off x="1056" y="2448"/>
                <a:ext cx="96" cy="96"/>
                <a:chOff x="4080" y="720"/>
                <a:chExt cx="144" cy="96"/>
              </a:xfrm>
            </p:grpSpPr>
            <p:sp>
              <p:nvSpPr>
                <p:cNvPr id="14466" name="Line 8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7" name="Line 8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1" name="Group 86"/>
              <p:cNvGrpSpPr/>
              <p:nvPr/>
            </p:nvGrpSpPr>
            <p:grpSpPr>
              <a:xfrm>
                <a:off x="1440" y="2448"/>
                <a:ext cx="96" cy="96"/>
                <a:chOff x="4080" y="720"/>
                <a:chExt cx="144" cy="96"/>
              </a:xfrm>
            </p:grpSpPr>
            <p:sp>
              <p:nvSpPr>
                <p:cNvPr id="14464" name="Line 8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5" name="Line 8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2" name="Group 89"/>
              <p:cNvGrpSpPr/>
              <p:nvPr/>
            </p:nvGrpSpPr>
            <p:grpSpPr>
              <a:xfrm>
                <a:off x="1824" y="2448"/>
                <a:ext cx="96" cy="96"/>
                <a:chOff x="4080" y="720"/>
                <a:chExt cx="144" cy="96"/>
              </a:xfrm>
            </p:grpSpPr>
            <p:sp>
              <p:nvSpPr>
                <p:cNvPr id="14462" name="Line 9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3" name="Line 9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3" name="Group 92"/>
              <p:cNvGrpSpPr/>
              <p:nvPr/>
            </p:nvGrpSpPr>
            <p:grpSpPr>
              <a:xfrm>
                <a:off x="2160" y="2448"/>
                <a:ext cx="96" cy="96"/>
                <a:chOff x="4080" y="720"/>
                <a:chExt cx="144" cy="96"/>
              </a:xfrm>
            </p:grpSpPr>
            <p:sp>
              <p:nvSpPr>
                <p:cNvPr id="14460" name="Line 9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61" name="Line 9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4" name="Group 95"/>
              <p:cNvGrpSpPr/>
              <p:nvPr/>
            </p:nvGrpSpPr>
            <p:grpSpPr>
              <a:xfrm>
                <a:off x="2592" y="1008"/>
                <a:ext cx="96" cy="96"/>
                <a:chOff x="4080" y="720"/>
                <a:chExt cx="144" cy="96"/>
              </a:xfrm>
            </p:grpSpPr>
            <p:sp>
              <p:nvSpPr>
                <p:cNvPr id="14458" name="Line 9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9" name="Line 9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5" name="Group 98"/>
              <p:cNvGrpSpPr/>
              <p:nvPr/>
            </p:nvGrpSpPr>
            <p:grpSpPr>
              <a:xfrm>
                <a:off x="2592" y="1344"/>
                <a:ext cx="96" cy="96"/>
                <a:chOff x="4080" y="720"/>
                <a:chExt cx="144" cy="96"/>
              </a:xfrm>
            </p:grpSpPr>
            <p:sp>
              <p:nvSpPr>
                <p:cNvPr id="14456" name="Line 9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7" name="Line 10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6" name="Group 101"/>
              <p:cNvGrpSpPr/>
              <p:nvPr/>
            </p:nvGrpSpPr>
            <p:grpSpPr>
              <a:xfrm>
                <a:off x="2592" y="1680"/>
                <a:ext cx="96" cy="96"/>
                <a:chOff x="4080" y="720"/>
                <a:chExt cx="144" cy="96"/>
              </a:xfrm>
            </p:grpSpPr>
            <p:sp>
              <p:nvSpPr>
                <p:cNvPr id="14454" name="Line 102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5" name="Line 103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7" name="Group 104"/>
              <p:cNvGrpSpPr/>
              <p:nvPr/>
            </p:nvGrpSpPr>
            <p:grpSpPr>
              <a:xfrm>
                <a:off x="2592" y="2064"/>
                <a:ext cx="96" cy="96"/>
                <a:chOff x="4080" y="720"/>
                <a:chExt cx="144" cy="96"/>
              </a:xfrm>
            </p:grpSpPr>
            <p:sp>
              <p:nvSpPr>
                <p:cNvPr id="14452" name="Line 105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3" name="Line 106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8" name="Group 107"/>
              <p:cNvGrpSpPr/>
              <p:nvPr/>
            </p:nvGrpSpPr>
            <p:grpSpPr>
              <a:xfrm>
                <a:off x="2592" y="2448"/>
                <a:ext cx="96" cy="96"/>
                <a:chOff x="4080" y="720"/>
                <a:chExt cx="144" cy="96"/>
              </a:xfrm>
            </p:grpSpPr>
            <p:sp>
              <p:nvSpPr>
                <p:cNvPr id="14450" name="Line 108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51" name="Line 109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29" name="Group 110"/>
              <p:cNvGrpSpPr/>
              <p:nvPr/>
            </p:nvGrpSpPr>
            <p:grpSpPr>
              <a:xfrm>
                <a:off x="384" y="2832"/>
                <a:ext cx="96" cy="96"/>
                <a:chOff x="4080" y="720"/>
                <a:chExt cx="144" cy="96"/>
              </a:xfrm>
            </p:grpSpPr>
            <p:sp>
              <p:nvSpPr>
                <p:cNvPr id="14448" name="Line 111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9" name="Line 112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0" name="Group 113"/>
              <p:cNvGrpSpPr/>
              <p:nvPr/>
            </p:nvGrpSpPr>
            <p:grpSpPr>
              <a:xfrm>
                <a:off x="720" y="2832"/>
                <a:ext cx="96" cy="96"/>
                <a:chOff x="4080" y="720"/>
                <a:chExt cx="144" cy="96"/>
              </a:xfrm>
            </p:grpSpPr>
            <p:sp>
              <p:nvSpPr>
                <p:cNvPr id="14446" name="Line 114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7" name="Line 115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1" name="Group 116"/>
              <p:cNvGrpSpPr/>
              <p:nvPr/>
            </p:nvGrpSpPr>
            <p:grpSpPr>
              <a:xfrm>
                <a:off x="1056" y="2832"/>
                <a:ext cx="96" cy="96"/>
                <a:chOff x="4080" y="720"/>
                <a:chExt cx="144" cy="96"/>
              </a:xfrm>
            </p:grpSpPr>
            <p:sp>
              <p:nvSpPr>
                <p:cNvPr id="14444" name="Line 117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5" name="Line 118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2" name="Group 119"/>
              <p:cNvGrpSpPr/>
              <p:nvPr/>
            </p:nvGrpSpPr>
            <p:grpSpPr>
              <a:xfrm>
                <a:off x="1440" y="2832"/>
                <a:ext cx="96" cy="96"/>
                <a:chOff x="4080" y="720"/>
                <a:chExt cx="144" cy="96"/>
              </a:xfrm>
            </p:grpSpPr>
            <p:sp>
              <p:nvSpPr>
                <p:cNvPr id="14442" name="Line 120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3" name="Line 121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3" name="Group 122"/>
              <p:cNvGrpSpPr/>
              <p:nvPr/>
            </p:nvGrpSpPr>
            <p:grpSpPr>
              <a:xfrm>
                <a:off x="1824" y="2832"/>
                <a:ext cx="96" cy="96"/>
                <a:chOff x="4080" y="720"/>
                <a:chExt cx="144" cy="96"/>
              </a:xfrm>
            </p:grpSpPr>
            <p:sp>
              <p:nvSpPr>
                <p:cNvPr id="14440" name="Line 123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41" name="Line 124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4" name="Group 125"/>
              <p:cNvGrpSpPr/>
              <p:nvPr/>
            </p:nvGrpSpPr>
            <p:grpSpPr>
              <a:xfrm>
                <a:off x="2160" y="2832"/>
                <a:ext cx="96" cy="96"/>
                <a:chOff x="4080" y="720"/>
                <a:chExt cx="144" cy="96"/>
              </a:xfrm>
            </p:grpSpPr>
            <p:sp>
              <p:nvSpPr>
                <p:cNvPr id="14438" name="Line 126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39" name="Line 127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435" name="Group 128"/>
              <p:cNvGrpSpPr/>
              <p:nvPr/>
            </p:nvGrpSpPr>
            <p:grpSpPr>
              <a:xfrm>
                <a:off x="2592" y="2832"/>
                <a:ext cx="96" cy="96"/>
                <a:chOff x="4080" y="720"/>
                <a:chExt cx="144" cy="96"/>
              </a:xfrm>
            </p:grpSpPr>
            <p:sp>
              <p:nvSpPr>
                <p:cNvPr id="14436" name="Line 129"/>
                <p:cNvSpPr/>
                <p:nvPr/>
              </p:nvSpPr>
              <p:spPr>
                <a:xfrm flipH="1"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4437" name="Line 130"/>
                <p:cNvSpPr/>
                <p:nvPr/>
              </p:nvSpPr>
              <p:spPr>
                <a:xfrm>
                  <a:off x="4080" y="7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rgbClr val="0099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4373" name="Line 131"/>
            <p:cNvSpPr/>
            <p:nvPr/>
          </p:nvSpPr>
          <p:spPr>
            <a:xfrm>
              <a:off x="2890" y="3182"/>
              <a:ext cx="26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4374" name="Line 132"/>
            <p:cNvSpPr/>
            <p:nvPr/>
          </p:nvSpPr>
          <p:spPr>
            <a:xfrm flipH="1" flipV="1">
              <a:off x="4117" y="1591"/>
              <a:ext cx="0" cy="202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4375" name="Text Box 133"/>
            <p:cNvSpPr txBox="1"/>
            <p:nvPr/>
          </p:nvSpPr>
          <p:spPr>
            <a:xfrm>
              <a:off x="4963" y="2705"/>
              <a:ext cx="70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376" name="Text Box 134"/>
            <p:cNvSpPr txBox="1"/>
            <p:nvPr/>
          </p:nvSpPr>
          <p:spPr>
            <a:xfrm>
              <a:off x="3032" y="2716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377" name="Text Box 135"/>
            <p:cNvSpPr txBox="1"/>
            <p:nvPr/>
          </p:nvSpPr>
          <p:spPr>
            <a:xfrm>
              <a:off x="4112" y="2064"/>
              <a:ext cx="8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378" name="Text Box 136"/>
            <p:cNvSpPr txBox="1"/>
            <p:nvPr/>
          </p:nvSpPr>
          <p:spPr>
            <a:xfrm>
              <a:off x="4019" y="3123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4379" name="Text Box 137"/>
            <p:cNvSpPr txBox="1"/>
            <p:nvPr/>
          </p:nvSpPr>
          <p:spPr>
            <a:xfrm>
              <a:off x="3082" y="2555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0" name="Object 138"/>
                <p:cNvSpPr txBox="1"/>
                <p:nvPr/>
              </p:nvSpPr>
              <p:spPr>
                <a:xfrm>
                  <a:off x="5324" y="3257"/>
                  <a:ext cx="263" cy="21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0" name="Object 1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4" y="3257"/>
                  <a:ext cx="263" cy="2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1" name="Object 139"/>
                <p:cNvSpPr txBox="1"/>
                <p:nvPr/>
              </p:nvSpPr>
              <p:spPr>
                <a:xfrm>
                  <a:off x="4117" y="1628"/>
                  <a:ext cx="281" cy="2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1" name="Object 1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" y="1628"/>
                  <a:ext cx="281" cy="26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2" name="Object 140"/>
                <p:cNvSpPr txBox="1"/>
                <p:nvPr/>
              </p:nvSpPr>
              <p:spPr>
                <a:xfrm>
                  <a:off x="3133" y="2512"/>
                  <a:ext cx="199" cy="23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2" name="Object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3" y="2512"/>
                  <a:ext cx="199" cy="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83" name="AutoShape 141"/>
            <p:cNvSpPr/>
            <p:nvPr/>
          </p:nvSpPr>
          <p:spPr>
            <a:xfrm>
              <a:off x="3248" y="2328"/>
              <a:ext cx="1715" cy="1380"/>
            </a:xfrm>
            <a:custGeom>
              <a:avLst/>
              <a:gdLst>
                <a:gd name="txL" fmla="*/ 126 w 21600"/>
                <a:gd name="txT" fmla="*/ 0 h 21600"/>
                <a:gd name="txR" fmla="*/ 21474 w 21600"/>
                <a:gd name="txB" fmla="*/ 12271 h 21600"/>
              </a:gdLst>
              <a:ahLst/>
              <a:cxnLst>
                <a:cxn ang="0">
                  <a:pos x="858" y="0"/>
                </a:cxn>
                <a:cxn ang="0">
                  <a:pos x="45" y="606"/>
                </a:cxn>
                <a:cxn ang="0">
                  <a:pos x="858" y="62"/>
                </a:cxn>
                <a:cxn ang="0">
                  <a:pos x="1670" y="606"/>
                </a:cxn>
              </a:cxnLst>
              <a:rect l="txL" t="txT" r="txR" b="txB"/>
              <a:pathLst>
                <a:path w="21600" h="21600">
                  <a:moveTo>
                    <a:pt x="1050" y="9554"/>
                  </a:moveTo>
                  <a:cubicBezTo>
                    <a:pt x="1677" y="4647"/>
                    <a:pt x="5853" y="970"/>
                    <a:pt x="10800" y="971"/>
                  </a:cubicBezTo>
                  <a:cubicBezTo>
                    <a:pt x="15746" y="971"/>
                    <a:pt x="19922" y="4647"/>
                    <a:pt x="20549" y="9554"/>
                  </a:cubicBezTo>
                  <a:lnTo>
                    <a:pt x="21512" y="9430"/>
                  </a:lnTo>
                  <a:cubicBezTo>
                    <a:pt x="20823" y="4039"/>
                    <a:pt x="16235" y="-1"/>
                    <a:pt x="10799" y="0"/>
                  </a:cubicBezTo>
                  <a:cubicBezTo>
                    <a:pt x="5364" y="0"/>
                    <a:pt x="776" y="4039"/>
                    <a:pt x="87" y="9430"/>
                  </a:cubicBezTo>
                  <a:lnTo>
                    <a:pt x="1050" y="9554"/>
                  </a:lnTo>
                  <a:close/>
                </a:path>
              </a:pathLst>
            </a:custGeom>
            <a:solidFill>
              <a:srgbClr val="CCECFF">
                <a:alpha val="100000"/>
              </a:srgbClr>
            </a:solidFill>
            <a:ln w="19050" cap="flat" cmpd="sng">
              <a:solidFill>
                <a:srgbClr val="00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4384" name="Rectangle 142"/>
            <p:cNvSpPr/>
            <p:nvPr/>
          </p:nvSpPr>
          <p:spPr>
            <a:xfrm>
              <a:off x="3253" y="2935"/>
              <a:ext cx="126" cy="5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4385" name="Rectangle 143"/>
            <p:cNvSpPr/>
            <p:nvPr/>
          </p:nvSpPr>
          <p:spPr>
            <a:xfrm>
              <a:off x="4840" y="2935"/>
              <a:ext cx="128" cy="5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4386" name="Line 144"/>
            <p:cNvSpPr/>
            <p:nvPr/>
          </p:nvSpPr>
          <p:spPr>
            <a:xfrm>
              <a:off x="3253" y="2918"/>
              <a:ext cx="1715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4387" name="Line 145"/>
            <p:cNvSpPr/>
            <p:nvPr/>
          </p:nvSpPr>
          <p:spPr>
            <a:xfrm flipH="1">
              <a:off x="4174" y="2918"/>
              <a:ext cx="190" cy="0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8" name="Object 146"/>
                <p:cNvSpPr txBox="1"/>
                <p:nvPr/>
              </p:nvSpPr>
              <p:spPr>
                <a:xfrm>
                  <a:off x="4623" y="2952"/>
                  <a:ext cx="265" cy="31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8" name="Object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" y="2952"/>
                  <a:ext cx="265" cy="3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89" name="Object 147"/>
                <p:cNvSpPr txBox="1"/>
                <p:nvPr/>
              </p:nvSpPr>
              <p:spPr>
                <a:xfrm>
                  <a:off x="3256" y="2927"/>
                  <a:ext cx="263" cy="31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89" name="Object 1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6" y="2927"/>
                  <a:ext cx="263" cy="3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90" name="Object 148"/>
                <p:cNvSpPr txBox="1"/>
                <p:nvPr/>
              </p:nvSpPr>
              <p:spPr>
                <a:xfrm>
                  <a:off x="4992" y="1536"/>
                  <a:ext cx="324" cy="33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90" name="Object 1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2" y="1536"/>
                  <a:ext cx="324" cy="3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91" name="Line 149"/>
            <p:cNvSpPr/>
            <p:nvPr/>
          </p:nvSpPr>
          <p:spPr>
            <a:xfrm flipH="1" flipV="1">
              <a:off x="3253" y="2918"/>
              <a:ext cx="846" cy="2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4392" name="Line 150"/>
            <p:cNvSpPr/>
            <p:nvPr/>
          </p:nvSpPr>
          <p:spPr>
            <a:xfrm flipV="1">
              <a:off x="4099" y="2927"/>
              <a:ext cx="827" cy="24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4393" name="Text Box 151"/>
            <p:cNvSpPr txBox="1"/>
            <p:nvPr/>
          </p:nvSpPr>
          <p:spPr>
            <a:xfrm>
              <a:off x="4117" y="3065"/>
              <a:ext cx="34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1278" name="Object 158"/>
              <p:cNvSpPr txBox="1"/>
              <p:nvPr/>
            </p:nvSpPr>
            <p:spPr>
              <a:xfrm>
                <a:off x="-1014907" y="3488533"/>
                <a:ext cx="5397831" cy="7477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1278" name="Object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4907" y="3488533"/>
                <a:ext cx="5397831" cy="7477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1279" name="Group 159"/>
          <p:cNvGrpSpPr/>
          <p:nvPr/>
        </p:nvGrpSpPr>
        <p:grpSpPr>
          <a:xfrm>
            <a:off x="7289801" y="4694239"/>
            <a:ext cx="712787" cy="1154112"/>
            <a:chOff x="3649" y="2927"/>
            <a:chExt cx="449" cy="727"/>
          </a:xfrm>
        </p:grpSpPr>
        <p:sp>
          <p:nvSpPr>
            <p:cNvPr id="14367" name="Line 160"/>
            <p:cNvSpPr/>
            <p:nvPr/>
          </p:nvSpPr>
          <p:spPr>
            <a:xfrm>
              <a:off x="4098" y="2927"/>
              <a:ext cx="0" cy="657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8" name="Object 161"/>
                <p:cNvSpPr txBox="1"/>
                <p:nvPr/>
              </p:nvSpPr>
              <p:spPr>
                <a:xfrm>
                  <a:off x="3649" y="3260"/>
                  <a:ext cx="376" cy="39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68" name="Object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9" y="3260"/>
                  <a:ext cx="376" cy="394"/>
                </a:xfrm>
                <a:prstGeom prst="rect">
                  <a:avLst/>
                </a:prstGeom>
                <a:blipFill>
                  <a:blip r:embed="rId11"/>
                  <a:stretch>
                    <a:fillRect t="-3883" r="-11224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1282" name="Group 162"/>
          <p:cNvGrpSpPr/>
          <p:nvPr/>
        </p:nvGrpSpPr>
        <p:grpSpPr>
          <a:xfrm>
            <a:off x="5800726" y="3019426"/>
            <a:ext cx="1182687" cy="1143000"/>
            <a:chOff x="2711" y="1872"/>
            <a:chExt cx="745" cy="720"/>
          </a:xfrm>
        </p:grpSpPr>
        <p:sp>
          <p:nvSpPr>
            <p:cNvPr id="14365" name="Line 163"/>
            <p:cNvSpPr/>
            <p:nvPr/>
          </p:nvSpPr>
          <p:spPr>
            <a:xfrm flipH="1" flipV="1">
              <a:off x="3056" y="2190"/>
              <a:ext cx="400" cy="402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66" name="Object 164"/>
                <p:cNvSpPr txBox="1"/>
                <p:nvPr/>
              </p:nvSpPr>
              <p:spPr>
                <a:xfrm>
                  <a:off x="2711" y="1872"/>
                  <a:ext cx="457" cy="35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66" name="Object 1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1" y="1872"/>
                  <a:ext cx="457" cy="353"/>
                </a:xfrm>
                <a:prstGeom prst="rect">
                  <a:avLst/>
                </a:prstGeom>
                <a:blipFill>
                  <a:blip r:embed="rId12"/>
                  <a:stretch>
                    <a:fillRect t="-4348" r="-840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1285" name="Group 165"/>
          <p:cNvGrpSpPr/>
          <p:nvPr/>
        </p:nvGrpSpPr>
        <p:grpSpPr>
          <a:xfrm>
            <a:off x="6843713" y="3521076"/>
            <a:ext cx="1166813" cy="1555750"/>
            <a:chOff x="3345" y="2188"/>
            <a:chExt cx="735" cy="9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9" name="Object 166"/>
                <p:cNvSpPr txBox="1"/>
                <p:nvPr/>
              </p:nvSpPr>
              <p:spPr>
                <a:xfrm>
                  <a:off x="3719" y="2541"/>
                  <a:ext cx="191" cy="19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59" name="Object 1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9" y="2541"/>
                  <a:ext cx="191" cy="1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60" name="Line 167"/>
            <p:cNvSpPr/>
            <p:nvPr/>
          </p:nvSpPr>
          <p:spPr>
            <a:xfrm flipH="1" flipV="1">
              <a:off x="3400" y="2689"/>
              <a:ext cx="660" cy="47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4361" name="Line 168"/>
            <p:cNvSpPr/>
            <p:nvPr/>
          </p:nvSpPr>
          <p:spPr>
            <a:xfrm flipH="1" flipV="1">
              <a:off x="3564" y="2507"/>
              <a:ext cx="516" cy="6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grpSp>
          <p:nvGrpSpPr>
            <p:cNvPr id="14362" name="Group 169"/>
            <p:cNvGrpSpPr/>
            <p:nvPr/>
          </p:nvGrpSpPr>
          <p:grpSpPr>
            <a:xfrm>
              <a:off x="3345" y="2188"/>
              <a:ext cx="332" cy="511"/>
              <a:chOff x="3345" y="2188"/>
              <a:chExt cx="351" cy="519"/>
            </a:xfrm>
          </p:grpSpPr>
          <p:sp>
            <p:nvSpPr>
              <p:cNvPr id="14363" name="AutoShape 170"/>
              <p:cNvSpPr/>
              <p:nvPr/>
            </p:nvSpPr>
            <p:spPr>
              <a:xfrm rot="2449263">
                <a:off x="3403" y="2466"/>
                <a:ext cx="135" cy="241"/>
              </a:xfrm>
              <a:prstGeom prst="upArrow">
                <a:avLst>
                  <a:gd name="adj1" fmla="val 50000"/>
                  <a:gd name="adj2" fmla="val 92052"/>
                </a:avLst>
              </a:prstGeom>
              <a:solidFill>
                <a:srgbClr val="F8ECFE"/>
              </a:solidFill>
              <a:ln w="28575" cap="flat" cmpd="sng">
                <a:solidFill>
                  <a:srgbClr val="CC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64" name="Object 171"/>
                  <p:cNvSpPr txBox="1"/>
                  <p:nvPr/>
                </p:nvSpPr>
                <p:spPr>
                  <a:xfrm>
                    <a:off x="3345" y="2188"/>
                    <a:ext cx="351" cy="278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4364" name="Object 1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5" y="2188"/>
                    <a:ext cx="351" cy="27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5556" r="-43678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61292" name="Group 172"/>
          <p:cNvGrpSpPr/>
          <p:nvPr/>
        </p:nvGrpSpPr>
        <p:grpSpPr>
          <a:xfrm>
            <a:off x="8888412" y="3095626"/>
            <a:ext cx="1411288" cy="990600"/>
            <a:chOff x="4656" y="1920"/>
            <a:chExt cx="889" cy="624"/>
          </a:xfrm>
        </p:grpSpPr>
        <p:sp>
          <p:nvSpPr>
            <p:cNvPr id="14357" name="Line 173"/>
            <p:cNvSpPr/>
            <p:nvPr/>
          </p:nvSpPr>
          <p:spPr>
            <a:xfrm flipV="1">
              <a:off x="4656" y="2112"/>
              <a:ext cx="432" cy="432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8" name="Object 174"/>
                <p:cNvSpPr txBox="1"/>
                <p:nvPr/>
              </p:nvSpPr>
              <p:spPr>
                <a:xfrm>
                  <a:off x="5088" y="1920"/>
                  <a:ext cx="457" cy="35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58" name="Object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8" y="1920"/>
                  <a:ext cx="457" cy="352"/>
                </a:xfrm>
                <a:prstGeom prst="rect">
                  <a:avLst/>
                </a:prstGeom>
                <a:blipFill>
                  <a:blip r:embed="rId15"/>
                  <a:stretch>
                    <a:fillRect t="-4396" r="-840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1295" name="Group 175"/>
          <p:cNvGrpSpPr/>
          <p:nvPr/>
        </p:nvGrpSpPr>
        <p:grpSpPr>
          <a:xfrm>
            <a:off x="8320088" y="4032251"/>
            <a:ext cx="830263" cy="501650"/>
            <a:chOff x="4288" y="2510"/>
            <a:chExt cx="523" cy="3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5" name="Object 176"/>
                <p:cNvSpPr txBox="1"/>
                <p:nvPr/>
              </p:nvSpPr>
              <p:spPr>
                <a:xfrm>
                  <a:off x="4288" y="2574"/>
                  <a:ext cx="400" cy="25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355" name="Object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8" y="2574"/>
                  <a:ext cx="400" cy="252"/>
                </a:xfrm>
                <a:prstGeom prst="rect">
                  <a:avLst/>
                </a:prstGeom>
                <a:blipFill>
                  <a:blip r:embed="rId16"/>
                  <a:stretch>
                    <a:fillRect r="-22115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56" name="AutoShape 177"/>
            <p:cNvSpPr/>
            <p:nvPr/>
          </p:nvSpPr>
          <p:spPr>
            <a:xfrm rot="7645799">
              <a:off x="4623" y="2459"/>
              <a:ext cx="137" cy="239"/>
            </a:xfrm>
            <a:prstGeom prst="upArrow">
              <a:avLst>
                <a:gd name="adj1" fmla="val 50000"/>
                <a:gd name="adj2" fmla="val 89956"/>
              </a:avLst>
            </a:prstGeom>
            <a:solidFill>
              <a:srgbClr val="F8ECFE"/>
            </a:solidFill>
            <a:ln w="28575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349" name="Group 178"/>
          <p:cNvGrpSpPr/>
          <p:nvPr/>
        </p:nvGrpSpPr>
        <p:grpSpPr>
          <a:xfrm>
            <a:off x="1676401" y="685801"/>
            <a:ext cx="8812213" cy="1800225"/>
            <a:chOff x="96" y="432"/>
            <a:chExt cx="5520" cy="1134"/>
          </a:xfrm>
        </p:grpSpPr>
        <p:sp>
          <p:nvSpPr>
            <p:cNvPr id="14350" name="Text Box 179"/>
            <p:cNvSpPr txBox="1"/>
            <p:nvPr/>
          </p:nvSpPr>
          <p:spPr>
            <a:xfrm>
              <a:off x="96" y="432"/>
              <a:ext cx="5520" cy="11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例</a:t>
              </a:r>
              <a:r>
                <a:rPr lang="zh-CN" altLang="en-US" sz="2800" dirty="0">
                  <a:solidFill>
                    <a:srgbClr val="EC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如图一通有电流     的闭合回路放在磁感应强度为     的均匀磁场中，回路平面与磁感强度    垂直 。回路由直导线 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AB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和半径为      的圆弧导线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BCA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组成 ，电流为顺时针方向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求磁场作用于闭合导线的力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1" name="Object 180"/>
                <p:cNvSpPr txBox="1"/>
                <p:nvPr/>
              </p:nvSpPr>
              <p:spPr>
                <a:xfrm>
                  <a:off x="2031" y="456"/>
                  <a:ext cx="196" cy="25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351" name="Object 1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1" y="456"/>
                  <a:ext cx="196" cy="25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2" name="Object 181"/>
                <p:cNvSpPr txBox="1"/>
                <p:nvPr/>
              </p:nvSpPr>
              <p:spPr>
                <a:xfrm>
                  <a:off x="5127" y="460"/>
                  <a:ext cx="214" cy="26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4352" name="Object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7" y="460"/>
                  <a:ext cx="214" cy="26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3" name="Object 182"/>
                <p:cNvSpPr txBox="1"/>
                <p:nvPr/>
              </p:nvSpPr>
              <p:spPr>
                <a:xfrm>
                  <a:off x="1980" y="956"/>
                  <a:ext cx="205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4353" name="Object 1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" y="956"/>
                  <a:ext cx="205" cy="240"/>
                </a:xfrm>
                <a:prstGeom prst="rect">
                  <a:avLst/>
                </a:prstGeom>
                <a:blipFill>
                  <a:blip r:embed="rId19"/>
                  <a:stretch>
                    <a:fillRect b="-32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54" name="Object 183"/>
                <p:cNvSpPr txBox="1"/>
                <p:nvPr/>
              </p:nvSpPr>
              <p:spPr>
                <a:xfrm>
                  <a:off x="3698" y="692"/>
                  <a:ext cx="214" cy="26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354" name="Object 1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8" y="692"/>
                  <a:ext cx="214" cy="264"/>
                </a:xfrm>
                <a:prstGeom prst="rect">
                  <a:avLst/>
                </a:prstGeom>
                <a:blipFill>
                  <a:blip r:embed="rId20"/>
                  <a:stretch>
                    <a:fillRect b="-579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02850" y="2695454"/>
                <a:ext cx="4226218" cy="5241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=−</m:t>
                    </m:r>
                    <m:r>
                      <a:rPr lang="en-US" altLang="zh-CN" sz="28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𝐵𝐼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2800" b="0" i="1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zh-CN" altLang="en-US" sz="2800" dirty="0">
                    <a:latin typeface="Cambria Math" panose="02040503050406030204" charset="0"/>
                    <a:cs typeface="Cambria Math" panose="02040503050406030204" charset="0"/>
                  </a:rPr>
                  <a:t>，方向向下</a:t>
                </a:r>
                <a:endParaRPr lang="en-US" altLang="zh-CN" sz="2800" dirty="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850" y="2695454"/>
                <a:ext cx="4226218" cy="524118"/>
              </a:xfrm>
              <a:prstGeom prst="rect">
                <a:avLst/>
              </a:prstGeom>
              <a:blipFill>
                <a:blip r:embed="rId21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67">
                <a:extLst>
                  <a:ext uri="{FF2B5EF4-FFF2-40B4-BE49-F238E27FC236}">
                    <a16:creationId xmlns:a16="http://schemas.microsoft.com/office/drawing/2014/main" id="{65288274-D7A4-C479-8818-C1CBCC5941DA}"/>
                  </a:ext>
                </a:extLst>
              </p:cNvPr>
              <p:cNvSpPr txBox="1"/>
              <p:nvPr/>
            </p:nvSpPr>
            <p:spPr>
              <a:xfrm>
                <a:off x="2040744" y="3371863"/>
                <a:ext cx="2168525" cy="5064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𝐵𝐼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167">
                <a:extLst>
                  <a:ext uri="{FF2B5EF4-FFF2-40B4-BE49-F238E27FC236}">
                    <a16:creationId xmlns:a16="http://schemas.microsoft.com/office/drawing/2014/main" id="{65288274-D7A4-C479-8818-C1CBCC594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744" y="3371863"/>
                <a:ext cx="2168525" cy="506413"/>
              </a:xfrm>
              <a:prstGeom prst="rect">
                <a:avLst/>
              </a:prstGeom>
              <a:blipFill>
                <a:blip r:embed="rId22"/>
                <a:stretch>
                  <a:fillRect b="-71084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bject 168">
                <a:extLst>
                  <a:ext uri="{FF2B5EF4-FFF2-40B4-BE49-F238E27FC236}">
                    <a16:creationId xmlns:a16="http://schemas.microsoft.com/office/drawing/2014/main" id="{33DCEF87-3B23-2F1A-5D18-1B7B3D5EE999}"/>
                  </a:ext>
                </a:extLst>
              </p:cNvPr>
              <p:cNvSpPr txBox="1"/>
              <p:nvPr/>
            </p:nvSpPr>
            <p:spPr>
              <a:xfrm>
                <a:off x="1644578" y="4276226"/>
                <a:ext cx="3962400" cy="10096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𝐵𝐼𝑟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5" name="Object 168">
                <a:extLst>
                  <a:ext uri="{FF2B5EF4-FFF2-40B4-BE49-F238E27FC236}">
                    <a16:creationId xmlns:a16="http://schemas.microsoft.com/office/drawing/2014/main" id="{33DCEF87-3B23-2F1A-5D18-1B7B3D5EE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578" y="4276226"/>
                <a:ext cx="3962400" cy="1009650"/>
              </a:xfrm>
              <a:prstGeom prst="rect">
                <a:avLst/>
              </a:prstGeom>
              <a:blipFill>
                <a:blip r:embed="rId23"/>
                <a:stretch>
                  <a:fillRect b="-7229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79">
                <a:extLst>
                  <a:ext uri="{FF2B5EF4-FFF2-40B4-BE49-F238E27FC236}">
                    <a16:creationId xmlns:a16="http://schemas.microsoft.com/office/drawing/2014/main" id="{F74E21E1-570E-9013-0F5F-98198DB5BA62}"/>
                  </a:ext>
                </a:extLst>
              </p:cNvPr>
              <p:cNvSpPr txBox="1"/>
              <p:nvPr/>
            </p:nvSpPr>
            <p:spPr>
              <a:xfrm>
                <a:off x="4435411" y="3564232"/>
                <a:ext cx="1646238" cy="4191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179">
                <a:extLst>
                  <a:ext uri="{FF2B5EF4-FFF2-40B4-BE49-F238E27FC236}">
                    <a16:creationId xmlns:a16="http://schemas.microsoft.com/office/drawing/2014/main" id="{F74E21E1-570E-9013-0F5F-98198DB5B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411" y="3564232"/>
                <a:ext cx="1646238" cy="4191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69">
                <a:extLst>
                  <a:ext uri="{FF2B5EF4-FFF2-40B4-BE49-F238E27FC236}">
                    <a16:creationId xmlns:a16="http://schemas.microsoft.com/office/drawing/2014/main" id="{C42454BF-A474-163E-4236-8F9DF190C24C}"/>
                  </a:ext>
                </a:extLst>
              </p:cNvPr>
              <p:cNvSpPr txBox="1"/>
              <p:nvPr/>
            </p:nvSpPr>
            <p:spPr>
              <a:xfrm>
                <a:off x="1637641" y="5387976"/>
                <a:ext cx="6699516" cy="5794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𝐵𝐼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(2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func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𝐵𝐼</m:t>
                    </m:r>
                    <m:bar>
                      <m:barPr>
                        <m:pos m:val="top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ba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 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r>
                  <a:rPr lang="zh-CN" altLang="en-US" sz="2800" dirty="0">
                    <a:solidFill>
                      <a:schemeClr val="tx1"/>
                    </a:solidFill>
                  </a:rPr>
                  <a:t>方向向上</a:t>
                </a:r>
              </a:p>
            </p:txBody>
          </p:sp>
        </mc:Choice>
        <mc:Fallback xmlns="">
          <p:sp>
            <p:nvSpPr>
              <p:cNvPr id="5" name="Object 169">
                <a:extLst>
                  <a:ext uri="{FF2B5EF4-FFF2-40B4-BE49-F238E27FC236}">
                    <a16:creationId xmlns:a16="http://schemas.microsoft.com/office/drawing/2014/main" id="{C42454BF-A474-163E-4236-8F9DF190C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641" y="5387976"/>
                <a:ext cx="6699516" cy="579438"/>
              </a:xfrm>
              <a:prstGeom prst="rect">
                <a:avLst/>
              </a:prstGeom>
              <a:blipFill>
                <a:blip r:embed="rId25"/>
                <a:stretch>
                  <a:fillRect l="-1911" b="-10210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85">
                <a:extLst>
                  <a:ext uri="{FF2B5EF4-FFF2-40B4-BE49-F238E27FC236}">
                    <a16:creationId xmlns:a16="http://schemas.microsoft.com/office/drawing/2014/main" id="{7E69A067-FAB8-1337-6BE6-065E3E440299}"/>
                  </a:ext>
                </a:extLst>
              </p:cNvPr>
              <p:cNvSpPr txBox="1"/>
              <p:nvPr/>
            </p:nvSpPr>
            <p:spPr>
              <a:xfrm>
                <a:off x="3753238" y="6238558"/>
                <a:ext cx="3177788" cy="6635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7" name="Object 185">
                <a:extLst>
                  <a:ext uri="{FF2B5EF4-FFF2-40B4-BE49-F238E27FC236}">
                    <a16:creationId xmlns:a16="http://schemas.microsoft.com/office/drawing/2014/main" id="{7E69A067-FAB8-1337-6BE6-065E3E440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238" y="6238558"/>
                <a:ext cx="3177788" cy="6635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02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4" grpId="0"/>
      <p:bldP spid="5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42">
            <a:extLst>
              <a:ext uri="{FF2B5EF4-FFF2-40B4-BE49-F238E27FC236}">
                <a16:creationId xmlns:a16="http://schemas.microsoft.com/office/drawing/2014/main" id="{F51E9EF8-F990-44AB-B63C-955B7043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344" y="514289"/>
            <a:ext cx="575374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均匀磁场对载流导线的作用</a:t>
            </a:r>
          </a:p>
        </p:txBody>
      </p:sp>
      <p:grpSp>
        <p:nvGrpSpPr>
          <p:cNvPr id="317572" name="Group 2">
            <a:extLst>
              <a:ext uri="{FF2B5EF4-FFF2-40B4-BE49-F238E27FC236}">
                <a16:creationId xmlns:a16="http://schemas.microsoft.com/office/drawing/2014/main" id="{6A113EB8-AA59-1C22-6F59-979914B2492A}"/>
              </a:ext>
            </a:extLst>
          </p:cNvPr>
          <p:cNvGrpSpPr/>
          <p:nvPr/>
        </p:nvGrpSpPr>
        <p:grpSpPr>
          <a:xfrm>
            <a:off x="1052491" y="1446093"/>
            <a:ext cx="3505200" cy="2790825"/>
            <a:chOff x="3168" y="690"/>
            <a:chExt cx="2208" cy="1758"/>
          </a:xfrm>
        </p:grpSpPr>
        <p:sp>
          <p:nvSpPr>
            <p:cNvPr id="317574" name="Line 4">
              <a:extLst>
                <a:ext uri="{FF2B5EF4-FFF2-40B4-BE49-F238E27FC236}">
                  <a16:creationId xmlns:a16="http://schemas.microsoft.com/office/drawing/2014/main" id="{608DABD0-3B93-8C8C-9BF6-367F1CD314A3}"/>
                </a:ext>
              </a:extLst>
            </p:cNvPr>
            <p:cNvSpPr/>
            <p:nvPr/>
          </p:nvSpPr>
          <p:spPr>
            <a:xfrm>
              <a:off x="3357" y="1968"/>
              <a:ext cx="17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17575" name="Line 5">
              <a:extLst>
                <a:ext uri="{FF2B5EF4-FFF2-40B4-BE49-F238E27FC236}">
                  <a16:creationId xmlns:a16="http://schemas.microsoft.com/office/drawing/2014/main" id="{DB94ACF9-7435-01A5-BF48-6505BAD1DA9A}"/>
                </a:ext>
              </a:extLst>
            </p:cNvPr>
            <p:cNvSpPr/>
            <p:nvPr/>
          </p:nvSpPr>
          <p:spPr>
            <a:xfrm flipV="1">
              <a:off x="3360" y="946"/>
              <a:ext cx="0" cy="10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17576" name="Text Box 6">
              <a:extLst>
                <a:ext uri="{FF2B5EF4-FFF2-40B4-BE49-F238E27FC236}">
                  <a16:creationId xmlns:a16="http://schemas.microsoft.com/office/drawing/2014/main" id="{DC72569F-3E36-1F86-028B-068C90AD78F9}"/>
                </a:ext>
              </a:extLst>
            </p:cNvPr>
            <p:cNvSpPr txBox="1"/>
            <p:nvPr/>
          </p:nvSpPr>
          <p:spPr>
            <a:xfrm>
              <a:off x="4893" y="1689"/>
              <a:ext cx="48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317577" name="Line 7">
              <a:extLst>
                <a:ext uri="{FF2B5EF4-FFF2-40B4-BE49-F238E27FC236}">
                  <a16:creationId xmlns:a16="http://schemas.microsoft.com/office/drawing/2014/main" id="{39258725-2C55-1652-6247-FD2EB02E4BC5}"/>
                </a:ext>
              </a:extLst>
            </p:cNvPr>
            <p:cNvSpPr/>
            <p:nvPr/>
          </p:nvSpPr>
          <p:spPr>
            <a:xfrm>
              <a:off x="3360" y="1968"/>
              <a:ext cx="15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578" name="Object 8">
                  <a:extLst>
                    <a:ext uri="{FF2B5EF4-FFF2-40B4-BE49-F238E27FC236}">
                      <a16:creationId xmlns:a16="http://schemas.microsoft.com/office/drawing/2014/main" id="{2F87809A-4908-4316-40A4-C4BE7D1EF22B}"/>
                    </a:ext>
                  </a:extLst>
                </p:cNvPr>
                <p:cNvSpPr txBox="1"/>
                <p:nvPr/>
              </p:nvSpPr>
              <p:spPr>
                <a:xfrm>
                  <a:off x="4989" y="1978"/>
                  <a:ext cx="237" cy="23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78" name="Object 8">
                  <a:extLst>
                    <a:ext uri="{FF2B5EF4-FFF2-40B4-BE49-F238E27FC236}">
                      <a16:creationId xmlns:a16="http://schemas.microsoft.com/office/drawing/2014/main" id="{2F87809A-4908-4316-40A4-C4BE7D1EF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" y="1978"/>
                  <a:ext cx="237" cy="2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579" name="Object 9">
                  <a:extLst>
                    <a:ext uri="{FF2B5EF4-FFF2-40B4-BE49-F238E27FC236}">
                      <a16:creationId xmlns:a16="http://schemas.microsoft.com/office/drawing/2014/main" id="{07501023-73EF-7E15-E4E5-F8D2ECCE406E}"/>
                    </a:ext>
                  </a:extLst>
                </p:cNvPr>
                <p:cNvSpPr txBox="1"/>
                <p:nvPr/>
              </p:nvSpPr>
              <p:spPr>
                <a:xfrm>
                  <a:off x="3168" y="759"/>
                  <a:ext cx="333" cy="29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79" name="Object 9">
                  <a:extLst>
                    <a:ext uri="{FF2B5EF4-FFF2-40B4-BE49-F238E27FC236}">
                      <a16:creationId xmlns:a16="http://schemas.microsoft.com/office/drawing/2014/main" id="{07501023-73EF-7E15-E4E5-F8D2ECCE4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" y="759"/>
                  <a:ext cx="333" cy="2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7580" name="Freeform 10">
              <a:extLst>
                <a:ext uri="{FF2B5EF4-FFF2-40B4-BE49-F238E27FC236}">
                  <a16:creationId xmlns:a16="http://schemas.microsoft.com/office/drawing/2014/main" id="{99A79206-31E5-431F-89E1-D186900490B0}"/>
                </a:ext>
              </a:extLst>
            </p:cNvPr>
            <p:cNvSpPr/>
            <p:nvPr/>
          </p:nvSpPr>
          <p:spPr>
            <a:xfrm>
              <a:off x="3360" y="1266"/>
              <a:ext cx="1533" cy="702"/>
            </a:xfrm>
            <a:custGeom>
              <a:avLst/>
              <a:gdLst/>
              <a:ahLst/>
              <a:cxnLst>
                <a:cxn ang="0">
                  <a:pos x="0" y="702"/>
                </a:cxn>
                <a:cxn ang="0">
                  <a:pos x="48" y="468"/>
                </a:cxn>
                <a:cxn ang="0">
                  <a:pos x="144" y="281"/>
                </a:cxn>
                <a:cxn ang="0">
                  <a:pos x="287" y="234"/>
                </a:cxn>
                <a:cxn ang="0">
                  <a:pos x="479" y="374"/>
                </a:cxn>
                <a:cxn ang="0">
                  <a:pos x="623" y="374"/>
                </a:cxn>
                <a:cxn ang="0">
                  <a:pos x="814" y="234"/>
                </a:cxn>
                <a:cxn ang="0">
                  <a:pos x="958" y="47"/>
                </a:cxn>
                <a:cxn ang="0">
                  <a:pos x="1198" y="47"/>
                </a:cxn>
                <a:cxn ang="0">
                  <a:pos x="1437" y="328"/>
                </a:cxn>
                <a:cxn ang="0">
                  <a:pos x="1533" y="702"/>
                </a:cxn>
              </a:cxnLst>
              <a:rect l="0" t="0" r="0" b="0"/>
              <a:pathLst>
                <a:path w="1536" h="720">
                  <a:moveTo>
                    <a:pt x="0" y="720"/>
                  </a:moveTo>
                  <a:cubicBezTo>
                    <a:pt x="12" y="636"/>
                    <a:pt x="24" y="552"/>
                    <a:pt x="48" y="480"/>
                  </a:cubicBezTo>
                  <a:cubicBezTo>
                    <a:pt x="72" y="408"/>
                    <a:pt x="104" y="328"/>
                    <a:pt x="144" y="288"/>
                  </a:cubicBezTo>
                  <a:cubicBezTo>
                    <a:pt x="184" y="248"/>
                    <a:pt x="232" y="224"/>
                    <a:pt x="288" y="240"/>
                  </a:cubicBezTo>
                  <a:cubicBezTo>
                    <a:pt x="344" y="256"/>
                    <a:pt x="424" y="360"/>
                    <a:pt x="480" y="384"/>
                  </a:cubicBezTo>
                  <a:cubicBezTo>
                    <a:pt x="536" y="408"/>
                    <a:pt x="568" y="408"/>
                    <a:pt x="624" y="384"/>
                  </a:cubicBezTo>
                  <a:cubicBezTo>
                    <a:pt x="680" y="360"/>
                    <a:pt x="760" y="296"/>
                    <a:pt x="816" y="240"/>
                  </a:cubicBezTo>
                  <a:cubicBezTo>
                    <a:pt x="872" y="184"/>
                    <a:pt x="896" y="80"/>
                    <a:pt x="960" y="48"/>
                  </a:cubicBezTo>
                  <a:cubicBezTo>
                    <a:pt x="1024" y="16"/>
                    <a:pt x="1120" y="0"/>
                    <a:pt x="1200" y="48"/>
                  </a:cubicBezTo>
                  <a:cubicBezTo>
                    <a:pt x="1280" y="96"/>
                    <a:pt x="1384" y="224"/>
                    <a:pt x="1440" y="336"/>
                  </a:cubicBezTo>
                  <a:cubicBezTo>
                    <a:pt x="1496" y="448"/>
                    <a:pt x="1520" y="656"/>
                    <a:pt x="1536" y="720"/>
                  </a:cubicBezTo>
                </a:path>
              </a:pathLst>
            </a:custGeom>
            <a:noFill/>
            <a:ln w="38100" cap="flat" cmpd="sng">
              <a:solidFill>
                <a:srgbClr val="66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581" name="Object 11">
                  <a:extLst>
                    <a:ext uri="{FF2B5EF4-FFF2-40B4-BE49-F238E27FC236}">
                      <a16:creationId xmlns:a16="http://schemas.microsoft.com/office/drawing/2014/main" id="{17F3FAAE-DB65-D6B5-DB6F-496588E60210}"/>
                    </a:ext>
                  </a:extLst>
                </p:cNvPr>
                <p:cNvSpPr txBox="1"/>
                <p:nvPr/>
              </p:nvSpPr>
              <p:spPr>
                <a:xfrm>
                  <a:off x="3168" y="1968"/>
                  <a:ext cx="177" cy="22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1" name="Object 11">
                  <a:extLst>
                    <a:ext uri="{FF2B5EF4-FFF2-40B4-BE49-F238E27FC236}">
                      <a16:creationId xmlns:a16="http://schemas.microsoft.com/office/drawing/2014/main" id="{17F3FAAE-DB65-D6B5-DB6F-496588E60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" y="1968"/>
                  <a:ext cx="177" cy="22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582" name="Object 12">
                  <a:extLst>
                    <a:ext uri="{FF2B5EF4-FFF2-40B4-BE49-F238E27FC236}">
                      <a16:creationId xmlns:a16="http://schemas.microsoft.com/office/drawing/2014/main" id="{686D88B2-34A6-76C6-8B03-DF1224F63269}"/>
                    </a:ext>
                  </a:extLst>
                </p:cNvPr>
                <p:cNvSpPr txBox="1"/>
                <p:nvPr/>
              </p:nvSpPr>
              <p:spPr>
                <a:xfrm>
                  <a:off x="3427" y="1584"/>
                  <a:ext cx="221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2" name="Object 12">
                  <a:extLst>
                    <a:ext uri="{FF2B5EF4-FFF2-40B4-BE49-F238E27FC236}">
                      <a16:creationId xmlns:a16="http://schemas.microsoft.com/office/drawing/2014/main" id="{686D88B2-34A6-76C6-8B03-DF1224F63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" y="1584"/>
                  <a:ext cx="221" cy="28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583" name="Object 13">
                  <a:extLst>
                    <a:ext uri="{FF2B5EF4-FFF2-40B4-BE49-F238E27FC236}">
                      <a16:creationId xmlns:a16="http://schemas.microsoft.com/office/drawing/2014/main" id="{667CAC8A-BB91-E8FA-D7A4-578B5B1526A3}"/>
                    </a:ext>
                  </a:extLst>
                </p:cNvPr>
                <p:cNvSpPr txBox="1"/>
                <p:nvPr/>
              </p:nvSpPr>
              <p:spPr>
                <a:xfrm>
                  <a:off x="4845" y="720"/>
                  <a:ext cx="195" cy="240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3" name="Object 13">
                  <a:extLst>
                    <a:ext uri="{FF2B5EF4-FFF2-40B4-BE49-F238E27FC236}">
                      <a16:creationId xmlns:a16="http://schemas.microsoft.com/office/drawing/2014/main" id="{667CAC8A-BB91-E8FA-D7A4-578B5B152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5" y="720"/>
                  <a:ext cx="195" cy="24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7584" name="Line 14">
              <a:extLst>
                <a:ext uri="{FF2B5EF4-FFF2-40B4-BE49-F238E27FC236}">
                  <a16:creationId xmlns:a16="http://schemas.microsoft.com/office/drawing/2014/main" id="{14AC1253-CB08-35E6-B04B-6C37C43A0636}"/>
                </a:ext>
              </a:extLst>
            </p:cNvPr>
            <p:cNvSpPr/>
            <p:nvPr/>
          </p:nvSpPr>
          <p:spPr>
            <a:xfrm flipV="1">
              <a:off x="3476" y="1506"/>
              <a:ext cx="48" cy="96"/>
            </a:xfrm>
            <a:prstGeom prst="line">
              <a:avLst/>
            </a:prstGeom>
            <a:ln w="57150" cap="flat" cmpd="sng">
              <a:solidFill>
                <a:srgbClr val="9933FF"/>
              </a:solidFill>
              <a:prstDash val="solid"/>
              <a:headEnd type="none" w="med" len="med"/>
              <a:tailEnd type="triangle" w="sm" len="lg"/>
            </a:ln>
          </p:spPr>
        </p:sp>
        <p:grpSp>
          <p:nvGrpSpPr>
            <p:cNvPr id="317585" name="Group 15">
              <a:extLst>
                <a:ext uri="{FF2B5EF4-FFF2-40B4-BE49-F238E27FC236}">
                  <a16:creationId xmlns:a16="http://schemas.microsoft.com/office/drawing/2014/main" id="{4F17372F-06A7-71C4-26CA-230EFCB73C85}"/>
                </a:ext>
              </a:extLst>
            </p:cNvPr>
            <p:cNvGrpSpPr/>
            <p:nvPr/>
          </p:nvGrpSpPr>
          <p:grpSpPr>
            <a:xfrm>
              <a:off x="3312" y="690"/>
              <a:ext cx="1968" cy="1758"/>
              <a:chOff x="384" y="1008"/>
              <a:chExt cx="1872" cy="1920"/>
            </a:xfrm>
          </p:grpSpPr>
          <p:sp>
            <p:nvSpPr>
              <p:cNvPr id="317590" name="Line 16">
                <a:extLst>
                  <a:ext uri="{FF2B5EF4-FFF2-40B4-BE49-F238E27FC236}">
                    <a16:creationId xmlns:a16="http://schemas.microsoft.com/office/drawing/2014/main" id="{ABEE01E4-8B5E-606D-64D4-841F9885185A}"/>
                  </a:ext>
                </a:extLst>
              </p:cNvPr>
              <p:cNvSpPr/>
              <p:nvPr/>
            </p:nvSpPr>
            <p:spPr>
              <a:xfrm flipH="1">
                <a:off x="216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1" name="Line 17">
                <a:extLst>
                  <a:ext uri="{FF2B5EF4-FFF2-40B4-BE49-F238E27FC236}">
                    <a16:creationId xmlns:a16="http://schemas.microsoft.com/office/drawing/2014/main" id="{9A5D7369-2A1F-843D-2E0B-6138610E2442}"/>
                  </a:ext>
                </a:extLst>
              </p:cNvPr>
              <p:cNvSpPr/>
              <p:nvPr/>
            </p:nvSpPr>
            <p:spPr>
              <a:xfrm>
                <a:off x="216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2" name="Line 18">
                <a:extLst>
                  <a:ext uri="{FF2B5EF4-FFF2-40B4-BE49-F238E27FC236}">
                    <a16:creationId xmlns:a16="http://schemas.microsoft.com/office/drawing/2014/main" id="{1617CD4D-4A94-B225-1A18-9DD66AB6C2E2}"/>
                  </a:ext>
                </a:extLst>
              </p:cNvPr>
              <p:cNvSpPr/>
              <p:nvPr/>
            </p:nvSpPr>
            <p:spPr>
              <a:xfrm flipH="1">
                <a:off x="216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3" name="Line 19">
                <a:extLst>
                  <a:ext uri="{FF2B5EF4-FFF2-40B4-BE49-F238E27FC236}">
                    <a16:creationId xmlns:a16="http://schemas.microsoft.com/office/drawing/2014/main" id="{A8F74ACF-B39D-A4D3-D45F-1F961D348005}"/>
                  </a:ext>
                </a:extLst>
              </p:cNvPr>
              <p:cNvSpPr/>
              <p:nvPr/>
            </p:nvSpPr>
            <p:spPr>
              <a:xfrm>
                <a:off x="216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4" name="Line 20">
                <a:extLst>
                  <a:ext uri="{FF2B5EF4-FFF2-40B4-BE49-F238E27FC236}">
                    <a16:creationId xmlns:a16="http://schemas.microsoft.com/office/drawing/2014/main" id="{F1E29DAC-E9A7-A6C8-DF79-0D90A12F24DC}"/>
                  </a:ext>
                </a:extLst>
              </p:cNvPr>
              <p:cNvSpPr/>
              <p:nvPr/>
            </p:nvSpPr>
            <p:spPr>
              <a:xfrm flipH="1">
                <a:off x="216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5" name="Line 21">
                <a:extLst>
                  <a:ext uri="{FF2B5EF4-FFF2-40B4-BE49-F238E27FC236}">
                    <a16:creationId xmlns:a16="http://schemas.microsoft.com/office/drawing/2014/main" id="{FDAA66C7-A0B4-6DB2-6BE1-65C038A7995E}"/>
                  </a:ext>
                </a:extLst>
              </p:cNvPr>
              <p:cNvSpPr/>
              <p:nvPr/>
            </p:nvSpPr>
            <p:spPr>
              <a:xfrm>
                <a:off x="216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6" name="Line 22">
                <a:extLst>
                  <a:ext uri="{FF2B5EF4-FFF2-40B4-BE49-F238E27FC236}">
                    <a16:creationId xmlns:a16="http://schemas.microsoft.com/office/drawing/2014/main" id="{9D1EDF8E-641B-3B57-B588-A92C9CE1D626}"/>
                  </a:ext>
                </a:extLst>
              </p:cNvPr>
              <p:cNvSpPr/>
              <p:nvPr/>
            </p:nvSpPr>
            <p:spPr>
              <a:xfrm flipH="1">
                <a:off x="38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7" name="Line 23">
                <a:extLst>
                  <a:ext uri="{FF2B5EF4-FFF2-40B4-BE49-F238E27FC236}">
                    <a16:creationId xmlns:a16="http://schemas.microsoft.com/office/drawing/2014/main" id="{6558E807-2E5B-C84F-9434-DCC668C07AC3}"/>
                  </a:ext>
                </a:extLst>
              </p:cNvPr>
              <p:cNvSpPr/>
              <p:nvPr/>
            </p:nvSpPr>
            <p:spPr>
              <a:xfrm>
                <a:off x="38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8" name="Line 24">
                <a:extLst>
                  <a:ext uri="{FF2B5EF4-FFF2-40B4-BE49-F238E27FC236}">
                    <a16:creationId xmlns:a16="http://schemas.microsoft.com/office/drawing/2014/main" id="{307455DB-74C4-2A9A-A90F-1531A67E2098}"/>
                  </a:ext>
                </a:extLst>
              </p:cNvPr>
              <p:cNvSpPr/>
              <p:nvPr/>
            </p:nvSpPr>
            <p:spPr>
              <a:xfrm flipH="1">
                <a:off x="72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99" name="Line 25">
                <a:extLst>
                  <a:ext uri="{FF2B5EF4-FFF2-40B4-BE49-F238E27FC236}">
                    <a16:creationId xmlns:a16="http://schemas.microsoft.com/office/drawing/2014/main" id="{D7CA4224-B8AF-4372-0850-3860D74E4171}"/>
                  </a:ext>
                </a:extLst>
              </p:cNvPr>
              <p:cNvSpPr/>
              <p:nvPr/>
            </p:nvSpPr>
            <p:spPr>
              <a:xfrm>
                <a:off x="72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0" name="Line 26">
                <a:extLst>
                  <a:ext uri="{FF2B5EF4-FFF2-40B4-BE49-F238E27FC236}">
                    <a16:creationId xmlns:a16="http://schemas.microsoft.com/office/drawing/2014/main" id="{6DA9385F-EC6B-16E5-A419-4A4375578C00}"/>
                  </a:ext>
                </a:extLst>
              </p:cNvPr>
              <p:cNvSpPr/>
              <p:nvPr/>
            </p:nvSpPr>
            <p:spPr>
              <a:xfrm flipH="1">
                <a:off x="1056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1" name="Line 27">
                <a:extLst>
                  <a:ext uri="{FF2B5EF4-FFF2-40B4-BE49-F238E27FC236}">
                    <a16:creationId xmlns:a16="http://schemas.microsoft.com/office/drawing/2014/main" id="{377ECD29-07C3-49CF-C2D5-D637CDE8347E}"/>
                  </a:ext>
                </a:extLst>
              </p:cNvPr>
              <p:cNvSpPr/>
              <p:nvPr/>
            </p:nvSpPr>
            <p:spPr>
              <a:xfrm>
                <a:off x="1056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2" name="Line 28">
                <a:extLst>
                  <a:ext uri="{FF2B5EF4-FFF2-40B4-BE49-F238E27FC236}">
                    <a16:creationId xmlns:a16="http://schemas.microsoft.com/office/drawing/2014/main" id="{DB391B4F-5A58-7B86-7B40-C3EA7F20B500}"/>
                  </a:ext>
                </a:extLst>
              </p:cNvPr>
              <p:cNvSpPr/>
              <p:nvPr/>
            </p:nvSpPr>
            <p:spPr>
              <a:xfrm flipH="1">
                <a:off x="38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3" name="Line 29">
                <a:extLst>
                  <a:ext uri="{FF2B5EF4-FFF2-40B4-BE49-F238E27FC236}">
                    <a16:creationId xmlns:a16="http://schemas.microsoft.com/office/drawing/2014/main" id="{54506280-B713-97E4-9784-970B03E92E00}"/>
                  </a:ext>
                </a:extLst>
              </p:cNvPr>
              <p:cNvSpPr/>
              <p:nvPr/>
            </p:nvSpPr>
            <p:spPr>
              <a:xfrm>
                <a:off x="38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4" name="Line 30">
                <a:extLst>
                  <a:ext uri="{FF2B5EF4-FFF2-40B4-BE49-F238E27FC236}">
                    <a16:creationId xmlns:a16="http://schemas.microsoft.com/office/drawing/2014/main" id="{2614962D-8978-C761-6883-3B5231018B3D}"/>
                  </a:ext>
                </a:extLst>
              </p:cNvPr>
              <p:cNvSpPr/>
              <p:nvPr/>
            </p:nvSpPr>
            <p:spPr>
              <a:xfrm flipH="1">
                <a:off x="72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5" name="Line 31">
                <a:extLst>
                  <a:ext uri="{FF2B5EF4-FFF2-40B4-BE49-F238E27FC236}">
                    <a16:creationId xmlns:a16="http://schemas.microsoft.com/office/drawing/2014/main" id="{107F13CA-594A-09CC-2A0B-24231B111B62}"/>
                  </a:ext>
                </a:extLst>
              </p:cNvPr>
              <p:cNvSpPr/>
              <p:nvPr/>
            </p:nvSpPr>
            <p:spPr>
              <a:xfrm>
                <a:off x="72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6" name="Line 32">
                <a:extLst>
                  <a:ext uri="{FF2B5EF4-FFF2-40B4-BE49-F238E27FC236}">
                    <a16:creationId xmlns:a16="http://schemas.microsoft.com/office/drawing/2014/main" id="{E6B1C13A-BDB4-6431-1B0C-9E90EE629291}"/>
                  </a:ext>
                </a:extLst>
              </p:cNvPr>
              <p:cNvSpPr/>
              <p:nvPr/>
            </p:nvSpPr>
            <p:spPr>
              <a:xfrm flipH="1">
                <a:off x="1056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7" name="Line 33">
                <a:extLst>
                  <a:ext uri="{FF2B5EF4-FFF2-40B4-BE49-F238E27FC236}">
                    <a16:creationId xmlns:a16="http://schemas.microsoft.com/office/drawing/2014/main" id="{0C1A475B-D143-486A-5EAB-91F0FE429A26}"/>
                  </a:ext>
                </a:extLst>
              </p:cNvPr>
              <p:cNvSpPr/>
              <p:nvPr/>
            </p:nvSpPr>
            <p:spPr>
              <a:xfrm>
                <a:off x="1056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8" name="Line 34">
                <a:extLst>
                  <a:ext uri="{FF2B5EF4-FFF2-40B4-BE49-F238E27FC236}">
                    <a16:creationId xmlns:a16="http://schemas.microsoft.com/office/drawing/2014/main" id="{AF6399DC-4666-CF0E-56FF-8E7D8D07ED79}"/>
                  </a:ext>
                </a:extLst>
              </p:cNvPr>
              <p:cNvSpPr/>
              <p:nvPr/>
            </p:nvSpPr>
            <p:spPr>
              <a:xfrm flipH="1">
                <a:off x="38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09" name="Line 35">
                <a:extLst>
                  <a:ext uri="{FF2B5EF4-FFF2-40B4-BE49-F238E27FC236}">
                    <a16:creationId xmlns:a16="http://schemas.microsoft.com/office/drawing/2014/main" id="{2ECBF15F-8640-C712-E4C4-4D1FA6E06F4A}"/>
                  </a:ext>
                </a:extLst>
              </p:cNvPr>
              <p:cNvSpPr/>
              <p:nvPr/>
            </p:nvSpPr>
            <p:spPr>
              <a:xfrm>
                <a:off x="38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0" name="Line 36">
                <a:extLst>
                  <a:ext uri="{FF2B5EF4-FFF2-40B4-BE49-F238E27FC236}">
                    <a16:creationId xmlns:a16="http://schemas.microsoft.com/office/drawing/2014/main" id="{E8873611-F29A-4005-C976-1CF02BAF88E0}"/>
                  </a:ext>
                </a:extLst>
              </p:cNvPr>
              <p:cNvSpPr/>
              <p:nvPr/>
            </p:nvSpPr>
            <p:spPr>
              <a:xfrm flipH="1">
                <a:off x="72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1" name="Line 37">
                <a:extLst>
                  <a:ext uri="{FF2B5EF4-FFF2-40B4-BE49-F238E27FC236}">
                    <a16:creationId xmlns:a16="http://schemas.microsoft.com/office/drawing/2014/main" id="{9ECE009A-231D-EAB9-3B57-980F99E76371}"/>
                  </a:ext>
                </a:extLst>
              </p:cNvPr>
              <p:cNvSpPr/>
              <p:nvPr/>
            </p:nvSpPr>
            <p:spPr>
              <a:xfrm>
                <a:off x="72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2" name="Line 38">
                <a:extLst>
                  <a:ext uri="{FF2B5EF4-FFF2-40B4-BE49-F238E27FC236}">
                    <a16:creationId xmlns:a16="http://schemas.microsoft.com/office/drawing/2014/main" id="{9EDB4057-5A09-BA0B-35D3-4FA485688877}"/>
                  </a:ext>
                </a:extLst>
              </p:cNvPr>
              <p:cNvSpPr/>
              <p:nvPr/>
            </p:nvSpPr>
            <p:spPr>
              <a:xfrm flipH="1">
                <a:off x="1056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3" name="Line 39">
                <a:extLst>
                  <a:ext uri="{FF2B5EF4-FFF2-40B4-BE49-F238E27FC236}">
                    <a16:creationId xmlns:a16="http://schemas.microsoft.com/office/drawing/2014/main" id="{FD915786-73AC-74E1-3CBB-5C7DC01C16D1}"/>
                  </a:ext>
                </a:extLst>
              </p:cNvPr>
              <p:cNvSpPr/>
              <p:nvPr/>
            </p:nvSpPr>
            <p:spPr>
              <a:xfrm>
                <a:off x="1056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4" name="Line 40">
                <a:extLst>
                  <a:ext uri="{FF2B5EF4-FFF2-40B4-BE49-F238E27FC236}">
                    <a16:creationId xmlns:a16="http://schemas.microsoft.com/office/drawing/2014/main" id="{AE57487B-E79A-FD7B-2B36-BF177971CFB4}"/>
                  </a:ext>
                </a:extLst>
              </p:cNvPr>
              <p:cNvSpPr/>
              <p:nvPr/>
            </p:nvSpPr>
            <p:spPr>
              <a:xfrm flipH="1">
                <a:off x="38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5" name="Line 41">
                <a:extLst>
                  <a:ext uri="{FF2B5EF4-FFF2-40B4-BE49-F238E27FC236}">
                    <a16:creationId xmlns:a16="http://schemas.microsoft.com/office/drawing/2014/main" id="{6E4FA770-A4B3-FF2C-94D4-57B2C643BB42}"/>
                  </a:ext>
                </a:extLst>
              </p:cNvPr>
              <p:cNvSpPr/>
              <p:nvPr/>
            </p:nvSpPr>
            <p:spPr>
              <a:xfrm>
                <a:off x="38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6" name="Line 42">
                <a:extLst>
                  <a:ext uri="{FF2B5EF4-FFF2-40B4-BE49-F238E27FC236}">
                    <a16:creationId xmlns:a16="http://schemas.microsoft.com/office/drawing/2014/main" id="{1147153F-2D3F-AC1E-84DA-D5A3DA4E5D87}"/>
                  </a:ext>
                </a:extLst>
              </p:cNvPr>
              <p:cNvSpPr/>
              <p:nvPr/>
            </p:nvSpPr>
            <p:spPr>
              <a:xfrm flipH="1">
                <a:off x="72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7" name="Line 43">
                <a:extLst>
                  <a:ext uri="{FF2B5EF4-FFF2-40B4-BE49-F238E27FC236}">
                    <a16:creationId xmlns:a16="http://schemas.microsoft.com/office/drawing/2014/main" id="{718000E1-9417-877E-CB34-7B48E1A1FE8D}"/>
                  </a:ext>
                </a:extLst>
              </p:cNvPr>
              <p:cNvSpPr/>
              <p:nvPr/>
            </p:nvSpPr>
            <p:spPr>
              <a:xfrm>
                <a:off x="72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8" name="Line 44">
                <a:extLst>
                  <a:ext uri="{FF2B5EF4-FFF2-40B4-BE49-F238E27FC236}">
                    <a16:creationId xmlns:a16="http://schemas.microsoft.com/office/drawing/2014/main" id="{EA8DB828-A4AF-8C26-5E42-634422CDC7A3}"/>
                  </a:ext>
                </a:extLst>
              </p:cNvPr>
              <p:cNvSpPr/>
              <p:nvPr/>
            </p:nvSpPr>
            <p:spPr>
              <a:xfrm flipH="1">
                <a:off x="1056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19" name="Line 45">
                <a:extLst>
                  <a:ext uri="{FF2B5EF4-FFF2-40B4-BE49-F238E27FC236}">
                    <a16:creationId xmlns:a16="http://schemas.microsoft.com/office/drawing/2014/main" id="{16873FF5-A913-A3CB-D5B3-A93617276638}"/>
                  </a:ext>
                </a:extLst>
              </p:cNvPr>
              <p:cNvSpPr/>
              <p:nvPr/>
            </p:nvSpPr>
            <p:spPr>
              <a:xfrm>
                <a:off x="1056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0" name="Line 46">
                <a:extLst>
                  <a:ext uri="{FF2B5EF4-FFF2-40B4-BE49-F238E27FC236}">
                    <a16:creationId xmlns:a16="http://schemas.microsoft.com/office/drawing/2014/main" id="{A7C8FC15-BE5A-B866-4695-CFD357B74815}"/>
                  </a:ext>
                </a:extLst>
              </p:cNvPr>
              <p:cNvSpPr/>
              <p:nvPr/>
            </p:nvSpPr>
            <p:spPr>
              <a:xfrm flipH="1">
                <a:off x="144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1" name="Line 47">
                <a:extLst>
                  <a:ext uri="{FF2B5EF4-FFF2-40B4-BE49-F238E27FC236}">
                    <a16:creationId xmlns:a16="http://schemas.microsoft.com/office/drawing/2014/main" id="{4A6F9C9E-99D2-1F38-630A-3CCC7A87EBBB}"/>
                  </a:ext>
                </a:extLst>
              </p:cNvPr>
              <p:cNvSpPr/>
              <p:nvPr/>
            </p:nvSpPr>
            <p:spPr>
              <a:xfrm>
                <a:off x="144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2" name="Line 48">
                <a:extLst>
                  <a:ext uri="{FF2B5EF4-FFF2-40B4-BE49-F238E27FC236}">
                    <a16:creationId xmlns:a16="http://schemas.microsoft.com/office/drawing/2014/main" id="{05DAA6BA-F325-7C6C-EC26-F3CF8FBCCF75}"/>
                  </a:ext>
                </a:extLst>
              </p:cNvPr>
              <p:cNvSpPr/>
              <p:nvPr/>
            </p:nvSpPr>
            <p:spPr>
              <a:xfrm flipH="1">
                <a:off x="182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3" name="Line 49">
                <a:extLst>
                  <a:ext uri="{FF2B5EF4-FFF2-40B4-BE49-F238E27FC236}">
                    <a16:creationId xmlns:a16="http://schemas.microsoft.com/office/drawing/2014/main" id="{E45FB1B2-D792-3B2F-DE24-8FE562183ABF}"/>
                  </a:ext>
                </a:extLst>
              </p:cNvPr>
              <p:cNvSpPr/>
              <p:nvPr/>
            </p:nvSpPr>
            <p:spPr>
              <a:xfrm>
                <a:off x="182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4" name="Line 50">
                <a:extLst>
                  <a:ext uri="{FF2B5EF4-FFF2-40B4-BE49-F238E27FC236}">
                    <a16:creationId xmlns:a16="http://schemas.microsoft.com/office/drawing/2014/main" id="{EBAF1218-EC18-C29E-F562-B3EB0CB2E0D2}"/>
                  </a:ext>
                </a:extLst>
              </p:cNvPr>
              <p:cNvSpPr/>
              <p:nvPr/>
            </p:nvSpPr>
            <p:spPr>
              <a:xfrm flipH="1">
                <a:off x="144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5" name="Line 51">
                <a:extLst>
                  <a:ext uri="{FF2B5EF4-FFF2-40B4-BE49-F238E27FC236}">
                    <a16:creationId xmlns:a16="http://schemas.microsoft.com/office/drawing/2014/main" id="{B9D031F8-BB2E-6458-F98A-C83ED1623DA9}"/>
                  </a:ext>
                </a:extLst>
              </p:cNvPr>
              <p:cNvSpPr/>
              <p:nvPr/>
            </p:nvSpPr>
            <p:spPr>
              <a:xfrm>
                <a:off x="144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6" name="Line 52">
                <a:extLst>
                  <a:ext uri="{FF2B5EF4-FFF2-40B4-BE49-F238E27FC236}">
                    <a16:creationId xmlns:a16="http://schemas.microsoft.com/office/drawing/2014/main" id="{12AA4EA3-CA02-11D9-CEED-64E3D9B167FC}"/>
                  </a:ext>
                </a:extLst>
              </p:cNvPr>
              <p:cNvSpPr/>
              <p:nvPr/>
            </p:nvSpPr>
            <p:spPr>
              <a:xfrm flipH="1">
                <a:off x="182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7" name="Line 53">
                <a:extLst>
                  <a:ext uri="{FF2B5EF4-FFF2-40B4-BE49-F238E27FC236}">
                    <a16:creationId xmlns:a16="http://schemas.microsoft.com/office/drawing/2014/main" id="{564B2D73-AC55-4933-8E49-818D910A488F}"/>
                  </a:ext>
                </a:extLst>
              </p:cNvPr>
              <p:cNvSpPr/>
              <p:nvPr/>
            </p:nvSpPr>
            <p:spPr>
              <a:xfrm>
                <a:off x="182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8" name="Line 54">
                <a:extLst>
                  <a:ext uri="{FF2B5EF4-FFF2-40B4-BE49-F238E27FC236}">
                    <a16:creationId xmlns:a16="http://schemas.microsoft.com/office/drawing/2014/main" id="{AF0C266C-7D02-01CB-91D7-BF921B11E440}"/>
                  </a:ext>
                </a:extLst>
              </p:cNvPr>
              <p:cNvSpPr/>
              <p:nvPr/>
            </p:nvSpPr>
            <p:spPr>
              <a:xfrm flipH="1">
                <a:off x="144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29" name="Line 55">
                <a:extLst>
                  <a:ext uri="{FF2B5EF4-FFF2-40B4-BE49-F238E27FC236}">
                    <a16:creationId xmlns:a16="http://schemas.microsoft.com/office/drawing/2014/main" id="{D5407567-3C34-3E62-21B9-49698C50F6F0}"/>
                  </a:ext>
                </a:extLst>
              </p:cNvPr>
              <p:cNvSpPr/>
              <p:nvPr/>
            </p:nvSpPr>
            <p:spPr>
              <a:xfrm>
                <a:off x="144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0" name="Line 56">
                <a:extLst>
                  <a:ext uri="{FF2B5EF4-FFF2-40B4-BE49-F238E27FC236}">
                    <a16:creationId xmlns:a16="http://schemas.microsoft.com/office/drawing/2014/main" id="{319C57EF-EF89-462A-0367-B4E50BE78C9E}"/>
                  </a:ext>
                </a:extLst>
              </p:cNvPr>
              <p:cNvSpPr/>
              <p:nvPr/>
            </p:nvSpPr>
            <p:spPr>
              <a:xfrm flipH="1">
                <a:off x="182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1" name="Line 57">
                <a:extLst>
                  <a:ext uri="{FF2B5EF4-FFF2-40B4-BE49-F238E27FC236}">
                    <a16:creationId xmlns:a16="http://schemas.microsoft.com/office/drawing/2014/main" id="{EE7E9E1A-4D7A-A8D1-80DC-34F4DFFEDC64}"/>
                  </a:ext>
                </a:extLst>
              </p:cNvPr>
              <p:cNvSpPr/>
              <p:nvPr/>
            </p:nvSpPr>
            <p:spPr>
              <a:xfrm>
                <a:off x="182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2" name="Line 58">
                <a:extLst>
                  <a:ext uri="{FF2B5EF4-FFF2-40B4-BE49-F238E27FC236}">
                    <a16:creationId xmlns:a16="http://schemas.microsoft.com/office/drawing/2014/main" id="{8E45AA72-8747-13E5-FD1A-C28DA64B97E3}"/>
                  </a:ext>
                </a:extLst>
              </p:cNvPr>
              <p:cNvSpPr/>
              <p:nvPr/>
            </p:nvSpPr>
            <p:spPr>
              <a:xfrm flipH="1">
                <a:off x="144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3" name="Line 59">
                <a:extLst>
                  <a:ext uri="{FF2B5EF4-FFF2-40B4-BE49-F238E27FC236}">
                    <a16:creationId xmlns:a16="http://schemas.microsoft.com/office/drawing/2014/main" id="{7647107C-6E99-9E4F-FD6A-A2920F4E1012}"/>
                  </a:ext>
                </a:extLst>
              </p:cNvPr>
              <p:cNvSpPr/>
              <p:nvPr/>
            </p:nvSpPr>
            <p:spPr>
              <a:xfrm>
                <a:off x="144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4" name="Line 60">
                <a:extLst>
                  <a:ext uri="{FF2B5EF4-FFF2-40B4-BE49-F238E27FC236}">
                    <a16:creationId xmlns:a16="http://schemas.microsoft.com/office/drawing/2014/main" id="{506E5CBC-96C1-D44C-9626-3EC249A6A409}"/>
                  </a:ext>
                </a:extLst>
              </p:cNvPr>
              <p:cNvSpPr/>
              <p:nvPr/>
            </p:nvSpPr>
            <p:spPr>
              <a:xfrm flipH="1">
                <a:off x="182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5" name="Line 61">
                <a:extLst>
                  <a:ext uri="{FF2B5EF4-FFF2-40B4-BE49-F238E27FC236}">
                    <a16:creationId xmlns:a16="http://schemas.microsoft.com/office/drawing/2014/main" id="{D2A6A258-67B6-88F3-B3B4-63825830B293}"/>
                  </a:ext>
                </a:extLst>
              </p:cNvPr>
              <p:cNvSpPr/>
              <p:nvPr/>
            </p:nvSpPr>
            <p:spPr>
              <a:xfrm>
                <a:off x="182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6" name="Line 62">
                <a:extLst>
                  <a:ext uri="{FF2B5EF4-FFF2-40B4-BE49-F238E27FC236}">
                    <a16:creationId xmlns:a16="http://schemas.microsoft.com/office/drawing/2014/main" id="{7925D496-035F-149D-1553-EB09E2371758}"/>
                  </a:ext>
                </a:extLst>
              </p:cNvPr>
              <p:cNvSpPr/>
              <p:nvPr/>
            </p:nvSpPr>
            <p:spPr>
              <a:xfrm flipH="1">
                <a:off x="216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7" name="Line 63">
                <a:extLst>
                  <a:ext uri="{FF2B5EF4-FFF2-40B4-BE49-F238E27FC236}">
                    <a16:creationId xmlns:a16="http://schemas.microsoft.com/office/drawing/2014/main" id="{0209DADA-1F60-17B9-A7D0-8F3B4EF18D9A}"/>
                  </a:ext>
                </a:extLst>
              </p:cNvPr>
              <p:cNvSpPr/>
              <p:nvPr/>
            </p:nvSpPr>
            <p:spPr>
              <a:xfrm>
                <a:off x="216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8" name="Line 64">
                <a:extLst>
                  <a:ext uri="{FF2B5EF4-FFF2-40B4-BE49-F238E27FC236}">
                    <a16:creationId xmlns:a16="http://schemas.microsoft.com/office/drawing/2014/main" id="{C24D385D-FB8C-899B-7304-2068A528BCF0}"/>
                  </a:ext>
                </a:extLst>
              </p:cNvPr>
              <p:cNvSpPr/>
              <p:nvPr/>
            </p:nvSpPr>
            <p:spPr>
              <a:xfrm flipH="1">
                <a:off x="38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39" name="Line 65">
                <a:extLst>
                  <a:ext uri="{FF2B5EF4-FFF2-40B4-BE49-F238E27FC236}">
                    <a16:creationId xmlns:a16="http://schemas.microsoft.com/office/drawing/2014/main" id="{1FFCAD63-083A-1349-BE9D-0218625A8B2E}"/>
                  </a:ext>
                </a:extLst>
              </p:cNvPr>
              <p:cNvSpPr/>
              <p:nvPr/>
            </p:nvSpPr>
            <p:spPr>
              <a:xfrm>
                <a:off x="38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0" name="Line 66">
                <a:extLst>
                  <a:ext uri="{FF2B5EF4-FFF2-40B4-BE49-F238E27FC236}">
                    <a16:creationId xmlns:a16="http://schemas.microsoft.com/office/drawing/2014/main" id="{1B2633A4-D05A-05F7-D457-68C9A2D5C0C5}"/>
                  </a:ext>
                </a:extLst>
              </p:cNvPr>
              <p:cNvSpPr/>
              <p:nvPr/>
            </p:nvSpPr>
            <p:spPr>
              <a:xfrm flipH="1">
                <a:off x="72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1" name="Line 67">
                <a:extLst>
                  <a:ext uri="{FF2B5EF4-FFF2-40B4-BE49-F238E27FC236}">
                    <a16:creationId xmlns:a16="http://schemas.microsoft.com/office/drawing/2014/main" id="{DE82B585-9929-2A3C-B7FC-8ABEF6617017}"/>
                  </a:ext>
                </a:extLst>
              </p:cNvPr>
              <p:cNvSpPr/>
              <p:nvPr/>
            </p:nvSpPr>
            <p:spPr>
              <a:xfrm>
                <a:off x="72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2" name="Line 68">
                <a:extLst>
                  <a:ext uri="{FF2B5EF4-FFF2-40B4-BE49-F238E27FC236}">
                    <a16:creationId xmlns:a16="http://schemas.microsoft.com/office/drawing/2014/main" id="{81E58744-AD35-28B7-1E75-BB5E9E4CAD4C}"/>
                  </a:ext>
                </a:extLst>
              </p:cNvPr>
              <p:cNvSpPr/>
              <p:nvPr/>
            </p:nvSpPr>
            <p:spPr>
              <a:xfrm flipH="1">
                <a:off x="1056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3" name="Line 69">
                <a:extLst>
                  <a:ext uri="{FF2B5EF4-FFF2-40B4-BE49-F238E27FC236}">
                    <a16:creationId xmlns:a16="http://schemas.microsoft.com/office/drawing/2014/main" id="{447DCA6A-D26A-295C-ED48-6902254045B3}"/>
                  </a:ext>
                </a:extLst>
              </p:cNvPr>
              <p:cNvSpPr/>
              <p:nvPr/>
            </p:nvSpPr>
            <p:spPr>
              <a:xfrm>
                <a:off x="1056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4" name="Line 70">
                <a:extLst>
                  <a:ext uri="{FF2B5EF4-FFF2-40B4-BE49-F238E27FC236}">
                    <a16:creationId xmlns:a16="http://schemas.microsoft.com/office/drawing/2014/main" id="{438AEE7C-45CB-A217-E931-D14CA0045A25}"/>
                  </a:ext>
                </a:extLst>
              </p:cNvPr>
              <p:cNvSpPr/>
              <p:nvPr/>
            </p:nvSpPr>
            <p:spPr>
              <a:xfrm flipH="1">
                <a:off x="144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5" name="Line 71">
                <a:extLst>
                  <a:ext uri="{FF2B5EF4-FFF2-40B4-BE49-F238E27FC236}">
                    <a16:creationId xmlns:a16="http://schemas.microsoft.com/office/drawing/2014/main" id="{54BAEB32-6595-000A-5173-6BB9E5344EE3}"/>
                  </a:ext>
                </a:extLst>
              </p:cNvPr>
              <p:cNvSpPr/>
              <p:nvPr/>
            </p:nvSpPr>
            <p:spPr>
              <a:xfrm>
                <a:off x="144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6" name="Line 72">
                <a:extLst>
                  <a:ext uri="{FF2B5EF4-FFF2-40B4-BE49-F238E27FC236}">
                    <a16:creationId xmlns:a16="http://schemas.microsoft.com/office/drawing/2014/main" id="{A4209C1A-30FD-DC60-FF83-27429DAB57C7}"/>
                  </a:ext>
                </a:extLst>
              </p:cNvPr>
              <p:cNvSpPr/>
              <p:nvPr/>
            </p:nvSpPr>
            <p:spPr>
              <a:xfrm flipH="1">
                <a:off x="182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7" name="Line 73">
                <a:extLst>
                  <a:ext uri="{FF2B5EF4-FFF2-40B4-BE49-F238E27FC236}">
                    <a16:creationId xmlns:a16="http://schemas.microsoft.com/office/drawing/2014/main" id="{D78F6F60-8DD7-6983-787F-C3EECB60552C}"/>
                  </a:ext>
                </a:extLst>
              </p:cNvPr>
              <p:cNvSpPr/>
              <p:nvPr/>
            </p:nvSpPr>
            <p:spPr>
              <a:xfrm>
                <a:off x="182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8" name="Line 74">
                <a:extLst>
                  <a:ext uri="{FF2B5EF4-FFF2-40B4-BE49-F238E27FC236}">
                    <a16:creationId xmlns:a16="http://schemas.microsoft.com/office/drawing/2014/main" id="{4A9FBB96-6288-735F-E29A-26779F8B9E4D}"/>
                  </a:ext>
                </a:extLst>
              </p:cNvPr>
              <p:cNvSpPr/>
              <p:nvPr/>
            </p:nvSpPr>
            <p:spPr>
              <a:xfrm flipH="1">
                <a:off x="216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49" name="Line 75">
                <a:extLst>
                  <a:ext uri="{FF2B5EF4-FFF2-40B4-BE49-F238E27FC236}">
                    <a16:creationId xmlns:a16="http://schemas.microsoft.com/office/drawing/2014/main" id="{02E6AF8D-E222-A000-7158-CD728F44BC05}"/>
                  </a:ext>
                </a:extLst>
              </p:cNvPr>
              <p:cNvSpPr/>
              <p:nvPr/>
            </p:nvSpPr>
            <p:spPr>
              <a:xfrm>
                <a:off x="216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0" name="Line 76">
                <a:extLst>
                  <a:ext uri="{FF2B5EF4-FFF2-40B4-BE49-F238E27FC236}">
                    <a16:creationId xmlns:a16="http://schemas.microsoft.com/office/drawing/2014/main" id="{6A8F3935-E2D8-D487-94C5-FD3A056FB399}"/>
                  </a:ext>
                </a:extLst>
              </p:cNvPr>
              <p:cNvSpPr/>
              <p:nvPr/>
            </p:nvSpPr>
            <p:spPr>
              <a:xfrm flipH="1">
                <a:off x="38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1" name="Line 77">
                <a:extLst>
                  <a:ext uri="{FF2B5EF4-FFF2-40B4-BE49-F238E27FC236}">
                    <a16:creationId xmlns:a16="http://schemas.microsoft.com/office/drawing/2014/main" id="{82CD0E4C-ED33-4B12-5D97-84C2F9AD6321}"/>
                  </a:ext>
                </a:extLst>
              </p:cNvPr>
              <p:cNvSpPr/>
              <p:nvPr/>
            </p:nvSpPr>
            <p:spPr>
              <a:xfrm>
                <a:off x="38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2" name="Line 78">
                <a:extLst>
                  <a:ext uri="{FF2B5EF4-FFF2-40B4-BE49-F238E27FC236}">
                    <a16:creationId xmlns:a16="http://schemas.microsoft.com/office/drawing/2014/main" id="{8B82C990-EE7E-4C89-9A1A-840256BE43C3}"/>
                  </a:ext>
                </a:extLst>
              </p:cNvPr>
              <p:cNvSpPr/>
              <p:nvPr/>
            </p:nvSpPr>
            <p:spPr>
              <a:xfrm flipH="1">
                <a:off x="72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3" name="Line 79">
                <a:extLst>
                  <a:ext uri="{FF2B5EF4-FFF2-40B4-BE49-F238E27FC236}">
                    <a16:creationId xmlns:a16="http://schemas.microsoft.com/office/drawing/2014/main" id="{E0FD050D-C80D-F9F2-D37A-E2DFAE19206E}"/>
                  </a:ext>
                </a:extLst>
              </p:cNvPr>
              <p:cNvSpPr/>
              <p:nvPr/>
            </p:nvSpPr>
            <p:spPr>
              <a:xfrm>
                <a:off x="72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4" name="Line 80">
                <a:extLst>
                  <a:ext uri="{FF2B5EF4-FFF2-40B4-BE49-F238E27FC236}">
                    <a16:creationId xmlns:a16="http://schemas.microsoft.com/office/drawing/2014/main" id="{12AED7FF-41C1-6CAE-551C-2541C9E75839}"/>
                  </a:ext>
                </a:extLst>
              </p:cNvPr>
              <p:cNvSpPr/>
              <p:nvPr/>
            </p:nvSpPr>
            <p:spPr>
              <a:xfrm flipH="1">
                <a:off x="1056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5" name="Line 81">
                <a:extLst>
                  <a:ext uri="{FF2B5EF4-FFF2-40B4-BE49-F238E27FC236}">
                    <a16:creationId xmlns:a16="http://schemas.microsoft.com/office/drawing/2014/main" id="{D5394F27-B969-906A-4153-05FFC51165CE}"/>
                  </a:ext>
                </a:extLst>
              </p:cNvPr>
              <p:cNvSpPr/>
              <p:nvPr/>
            </p:nvSpPr>
            <p:spPr>
              <a:xfrm>
                <a:off x="1056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6" name="Line 82">
                <a:extLst>
                  <a:ext uri="{FF2B5EF4-FFF2-40B4-BE49-F238E27FC236}">
                    <a16:creationId xmlns:a16="http://schemas.microsoft.com/office/drawing/2014/main" id="{50A24722-DE85-6F1F-67EB-2C0AA9C3F6D6}"/>
                  </a:ext>
                </a:extLst>
              </p:cNvPr>
              <p:cNvSpPr/>
              <p:nvPr/>
            </p:nvSpPr>
            <p:spPr>
              <a:xfrm flipH="1">
                <a:off x="144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7" name="Line 83">
                <a:extLst>
                  <a:ext uri="{FF2B5EF4-FFF2-40B4-BE49-F238E27FC236}">
                    <a16:creationId xmlns:a16="http://schemas.microsoft.com/office/drawing/2014/main" id="{47F82E97-4CE9-934A-B918-947519ED13CD}"/>
                  </a:ext>
                </a:extLst>
              </p:cNvPr>
              <p:cNvSpPr/>
              <p:nvPr/>
            </p:nvSpPr>
            <p:spPr>
              <a:xfrm>
                <a:off x="144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8" name="Line 84">
                <a:extLst>
                  <a:ext uri="{FF2B5EF4-FFF2-40B4-BE49-F238E27FC236}">
                    <a16:creationId xmlns:a16="http://schemas.microsoft.com/office/drawing/2014/main" id="{3422E358-644D-362C-D275-4299F2AA2CB1}"/>
                  </a:ext>
                </a:extLst>
              </p:cNvPr>
              <p:cNvSpPr/>
              <p:nvPr/>
            </p:nvSpPr>
            <p:spPr>
              <a:xfrm flipH="1">
                <a:off x="182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59" name="Line 85">
                <a:extLst>
                  <a:ext uri="{FF2B5EF4-FFF2-40B4-BE49-F238E27FC236}">
                    <a16:creationId xmlns:a16="http://schemas.microsoft.com/office/drawing/2014/main" id="{419F7DD9-CC9F-6072-B7D1-2F89EA923F5D}"/>
                  </a:ext>
                </a:extLst>
              </p:cNvPr>
              <p:cNvSpPr/>
              <p:nvPr/>
            </p:nvSpPr>
            <p:spPr>
              <a:xfrm>
                <a:off x="182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60" name="Line 86">
                <a:extLst>
                  <a:ext uri="{FF2B5EF4-FFF2-40B4-BE49-F238E27FC236}">
                    <a16:creationId xmlns:a16="http://schemas.microsoft.com/office/drawing/2014/main" id="{EC5C8904-AA1D-88F7-85BC-C72948037EC4}"/>
                  </a:ext>
                </a:extLst>
              </p:cNvPr>
              <p:cNvSpPr/>
              <p:nvPr/>
            </p:nvSpPr>
            <p:spPr>
              <a:xfrm flipH="1">
                <a:off x="216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61" name="Line 87">
                <a:extLst>
                  <a:ext uri="{FF2B5EF4-FFF2-40B4-BE49-F238E27FC236}">
                    <a16:creationId xmlns:a16="http://schemas.microsoft.com/office/drawing/2014/main" id="{CC3DDC50-6DB9-1BF2-BC3F-2CAEC52F1309}"/>
                  </a:ext>
                </a:extLst>
              </p:cNvPr>
              <p:cNvSpPr/>
              <p:nvPr/>
            </p:nvSpPr>
            <p:spPr>
              <a:xfrm>
                <a:off x="216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7586" name="Line 88">
              <a:extLst>
                <a:ext uri="{FF2B5EF4-FFF2-40B4-BE49-F238E27FC236}">
                  <a16:creationId xmlns:a16="http://schemas.microsoft.com/office/drawing/2014/main" id="{18170E92-1760-2615-E019-D563E8530B23}"/>
                </a:ext>
              </a:extLst>
            </p:cNvPr>
            <p:cNvSpPr/>
            <p:nvPr/>
          </p:nvSpPr>
          <p:spPr>
            <a:xfrm>
              <a:off x="3360" y="196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87" name="Line 89">
              <a:extLst>
                <a:ext uri="{FF2B5EF4-FFF2-40B4-BE49-F238E27FC236}">
                  <a16:creationId xmlns:a16="http://schemas.microsoft.com/office/drawing/2014/main" id="{630931BF-BD29-986E-268B-FF03102F5CC6}"/>
                </a:ext>
              </a:extLst>
            </p:cNvPr>
            <p:cNvSpPr/>
            <p:nvPr/>
          </p:nvSpPr>
          <p:spPr>
            <a:xfrm>
              <a:off x="4896" y="196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588" name="Line 90">
              <a:extLst>
                <a:ext uri="{FF2B5EF4-FFF2-40B4-BE49-F238E27FC236}">
                  <a16:creationId xmlns:a16="http://schemas.microsoft.com/office/drawing/2014/main" id="{A155BA27-1D16-EF8E-4A1B-31F5BF5610F8}"/>
                </a:ext>
              </a:extLst>
            </p:cNvPr>
            <p:cNvSpPr/>
            <p:nvPr/>
          </p:nvSpPr>
          <p:spPr>
            <a:xfrm>
              <a:off x="3360" y="2112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sm" len="lg"/>
              <a:tailEnd type="triangle" w="sm" len="lg"/>
            </a:ln>
          </p:spPr>
        </p:sp>
        <p:sp>
          <p:nvSpPr>
            <p:cNvPr id="317589" name="Text Box 91">
              <a:extLst>
                <a:ext uri="{FF2B5EF4-FFF2-40B4-BE49-F238E27FC236}">
                  <a16:creationId xmlns:a16="http://schemas.microsoft.com/office/drawing/2014/main" id="{E70FEC55-14F8-99F0-FFE5-548B9B7EBEA3}"/>
                </a:ext>
              </a:extLst>
            </p:cNvPr>
            <p:cNvSpPr txBox="1"/>
            <p:nvPr/>
          </p:nvSpPr>
          <p:spPr>
            <a:xfrm>
              <a:off x="3974" y="1977"/>
              <a:ext cx="4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</a:p>
          </p:txBody>
        </p:sp>
      </p:grpSp>
      <p:grpSp>
        <p:nvGrpSpPr>
          <p:cNvPr id="317662" name="Group 92">
            <a:extLst>
              <a:ext uri="{FF2B5EF4-FFF2-40B4-BE49-F238E27FC236}">
                <a16:creationId xmlns:a16="http://schemas.microsoft.com/office/drawing/2014/main" id="{9271A22A-68CC-3BD5-B2B2-1653A986C516}"/>
              </a:ext>
            </a:extLst>
          </p:cNvPr>
          <p:cNvGrpSpPr/>
          <p:nvPr/>
        </p:nvGrpSpPr>
        <p:grpSpPr>
          <a:xfrm>
            <a:off x="1509691" y="1787406"/>
            <a:ext cx="1066800" cy="1001712"/>
            <a:chOff x="3456" y="905"/>
            <a:chExt cx="672" cy="631"/>
          </a:xfrm>
        </p:grpSpPr>
        <p:sp>
          <p:nvSpPr>
            <p:cNvPr id="317663" name="Line 93">
              <a:extLst>
                <a:ext uri="{FF2B5EF4-FFF2-40B4-BE49-F238E27FC236}">
                  <a16:creationId xmlns:a16="http://schemas.microsoft.com/office/drawing/2014/main" id="{2E7DD3DD-FDE7-E675-9E21-571DDACED773}"/>
                </a:ext>
              </a:extLst>
            </p:cNvPr>
            <p:cNvSpPr/>
            <p:nvPr/>
          </p:nvSpPr>
          <p:spPr>
            <a:xfrm flipH="1" flipV="1">
              <a:off x="3696" y="1104"/>
              <a:ext cx="432" cy="43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664" name="Object 94">
                  <a:extLst>
                    <a:ext uri="{FF2B5EF4-FFF2-40B4-BE49-F238E27FC236}">
                      <a16:creationId xmlns:a16="http://schemas.microsoft.com/office/drawing/2014/main" id="{786501F5-C28A-2D6C-C4A2-B9510F46A643}"/>
                    </a:ext>
                  </a:extLst>
                </p:cNvPr>
                <p:cNvSpPr txBox="1"/>
                <p:nvPr/>
              </p:nvSpPr>
              <p:spPr>
                <a:xfrm>
                  <a:off x="3456" y="905"/>
                  <a:ext cx="333" cy="29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664" name="Object 94">
                  <a:extLst>
                    <a:ext uri="{FF2B5EF4-FFF2-40B4-BE49-F238E27FC236}">
                      <a16:creationId xmlns:a16="http://schemas.microsoft.com/office/drawing/2014/main" id="{786501F5-C28A-2D6C-C4A2-B9510F46A6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6" y="905"/>
                  <a:ext cx="333" cy="295"/>
                </a:xfrm>
                <a:prstGeom prst="rect">
                  <a:avLst/>
                </a:prstGeom>
                <a:blipFill>
                  <a:blip r:embed="rId11"/>
                  <a:stretch>
                    <a:fillRect t="-5195" r="-38372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7665" name="Object 99">
                <a:extLst>
                  <a:ext uri="{FF2B5EF4-FFF2-40B4-BE49-F238E27FC236}">
                    <a16:creationId xmlns:a16="http://schemas.microsoft.com/office/drawing/2014/main" id="{F011C191-C447-526A-C3C5-AF6A65091E09}"/>
                  </a:ext>
                </a:extLst>
              </p:cNvPr>
              <p:cNvSpPr txBox="1"/>
              <p:nvPr/>
            </p:nvSpPr>
            <p:spPr>
              <a:xfrm>
                <a:off x="5337275" y="1379418"/>
                <a:ext cx="6266996" cy="4730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dy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7665" name="Object 99">
                <a:extLst>
                  <a:ext uri="{FF2B5EF4-FFF2-40B4-BE49-F238E27FC236}">
                    <a16:creationId xmlns:a16="http://schemas.microsoft.com/office/drawing/2014/main" id="{F011C191-C447-526A-C3C5-AF6A65091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275" y="1379418"/>
                <a:ext cx="6266996" cy="4730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666" name="Object 103">
                <a:extLst>
                  <a:ext uri="{FF2B5EF4-FFF2-40B4-BE49-F238E27FC236}">
                    <a16:creationId xmlns:a16="http://schemas.microsoft.com/office/drawing/2014/main" id="{73FCBFCD-0AB1-A15E-4B30-A75E3A64CE95}"/>
                  </a:ext>
                </a:extLst>
              </p:cNvPr>
              <p:cNvSpPr txBox="1"/>
              <p:nvPr/>
            </p:nvSpPr>
            <p:spPr>
              <a:xfrm>
                <a:off x="5337275" y="1933456"/>
                <a:ext cx="6434277" cy="4937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dx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7666" name="Object 103">
                <a:extLst>
                  <a:ext uri="{FF2B5EF4-FFF2-40B4-BE49-F238E27FC236}">
                    <a16:creationId xmlns:a16="http://schemas.microsoft.com/office/drawing/2014/main" id="{73FCBFCD-0AB1-A15E-4B30-A75E3A64C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275" y="1933456"/>
                <a:ext cx="6434277" cy="493712"/>
              </a:xfrm>
              <a:prstGeom prst="rect">
                <a:avLst/>
              </a:prstGeom>
              <a:blipFill>
                <a:blip r:embed="rId13"/>
                <a:stretch>
                  <a:fillRect b="-3704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7667" name="Group 110">
            <a:extLst>
              <a:ext uri="{FF2B5EF4-FFF2-40B4-BE49-F238E27FC236}">
                <a16:creationId xmlns:a16="http://schemas.microsoft.com/office/drawing/2014/main" id="{9E9F0A2F-93D0-CE00-9C7A-8940698524DD}"/>
              </a:ext>
            </a:extLst>
          </p:cNvPr>
          <p:cNvGrpSpPr/>
          <p:nvPr/>
        </p:nvGrpSpPr>
        <p:grpSpPr>
          <a:xfrm>
            <a:off x="2179617" y="1874718"/>
            <a:ext cx="396875" cy="914400"/>
            <a:chOff x="3878" y="960"/>
            <a:chExt cx="250" cy="576"/>
          </a:xfrm>
        </p:grpSpPr>
        <p:sp>
          <p:nvSpPr>
            <p:cNvPr id="317668" name="Line 111">
              <a:extLst>
                <a:ext uri="{FF2B5EF4-FFF2-40B4-BE49-F238E27FC236}">
                  <a16:creationId xmlns:a16="http://schemas.microsoft.com/office/drawing/2014/main" id="{CF69DD92-7F7C-867B-5EE4-7A1A1E461D66}"/>
                </a:ext>
              </a:extLst>
            </p:cNvPr>
            <p:cNvSpPr/>
            <p:nvPr/>
          </p:nvSpPr>
          <p:spPr>
            <a:xfrm>
              <a:off x="4128" y="105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317669" name="Group 112">
              <a:extLst>
                <a:ext uri="{FF2B5EF4-FFF2-40B4-BE49-F238E27FC236}">
                  <a16:creationId xmlns:a16="http://schemas.microsoft.com/office/drawing/2014/main" id="{4029B511-34DB-DDDF-79C2-4263E5B4FFA0}"/>
                </a:ext>
              </a:extLst>
            </p:cNvPr>
            <p:cNvGrpSpPr/>
            <p:nvPr/>
          </p:nvGrpSpPr>
          <p:grpSpPr>
            <a:xfrm>
              <a:off x="3878" y="960"/>
              <a:ext cx="250" cy="384"/>
              <a:chOff x="3878" y="960"/>
              <a:chExt cx="250" cy="384"/>
            </a:xfrm>
          </p:grpSpPr>
          <p:sp>
            <p:nvSpPr>
              <p:cNvPr id="317670" name="Freeform 113">
                <a:extLst>
                  <a:ext uri="{FF2B5EF4-FFF2-40B4-BE49-F238E27FC236}">
                    <a16:creationId xmlns:a16="http://schemas.microsoft.com/office/drawing/2014/main" id="{3D01DDB9-CBA9-888E-297B-27A8386EB932}"/>
                  </a:ext>
                </a:extLst>
              </p:cNvPr>
              <p:cNvSpPr/>
              <p:nvPr/>
            </p:nvSpPr>
            <p:spPr>
              <a:xfrm>
                <a:off x="3936" y="1211"/>
                <a:ext cx="192" cy="133"/>
              </a:xfrm>
              <a:custGeom>
                <a:avLst/>
                <a:gdLst/>
                <a:ahLst/>
                <a:cxnLst>
                  <a:cxn ang="0">
                    <a:pos x="0" y="133"/>
                  </a:cxn>
                  <a:cxn ang="0">
                    <a:pos x="36" y="31"/>
                  </a:cxn>
                  <a:cxn ang="0">
                    <a:pos x="126" y="1"/>
                  </a:cxn>
                  <a:cxn ang="0">
                    <a:pos x="192" y="25"/>
                  </a:cxn>
                </a:cxnLst>
                <a:rect l="0" t="0" r="0" b="0"/>
                <a:pathLst>
                  <a:path w="192" h="133">
                    <a:moveTo>
                      <a:pt x="0" y="133"/>
                    </a:moveTo>
                    <a:cubicBezTo>
                      <a:pt x="6" y="116"/>
                      <a:pt x="15" y="53"/>
                      <a:pt x="36" y="31"/>
                    </a:cubicBezTo>
                    <a:cubicBezTo>
                      <a:pt x="57" y="9"/>
                      <a:pt x="100" y="2"/>
                      <a:pt x="126" y="1"/>
                    </a:cubicBezTo>
                    <a:cubicBezTo>
                      <a:pt x="152" y="0"/>
                      <a:pt x="178" y="20"/>
                      <a:pt x="192" y="25"/>
                    </a:cubicBezTo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7671" name="Object 114">
                    <a:extLst>
                      <a:ext uri="{FF2B5EF4-FFF2-40B4-BE49-F238E27FC236}">
                        <a16:creationId xmlns:a16="http://schemas.microsoft.com/office/drawing/2014/main" id="{898A0F0C-47D4-0DD5-750C-D46AF32F6010}"/>
                      </a:ext>
                    </a:extLst>
                  </p:cNvPr>
                  <p:cNvSpPr txBox="1"/>
                  <p:nvPr/>
                </p:nvSpPr>
                <p:spPr>
                  <a:xfrm>
                    <a:off x="3878" y="960"/>
                    <a:ext cx="202" cy="288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317671" name="Object 114">
                    <a:extLst>
                      <a:ext uri="{FF2B5EF4-FFF2-40B4-BE49-F238E27FC236}">
                        <a16:creationId xmlns:a16="http://schemas.microsoft.com/office/drawing/2014/main" id="{898A0F0C-47D4-0DD5-750C-D46AF32F60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78" y="960"/>
                    <a:ext cx="202" cy="28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17672" name="Group 115">
            <a:extLst>
              <a:ext uri="{FF2B5EF4-FFF2-40B4-BE49-F238E27FC236}">
                <a16:creationId xmlns:a16="http://schemas.microsoft.com/office/drawing/2014/main" id="{A55AAF40-91EC-58C3-C89E-5D23ECBE32DE}"/>
              </a:ext>
            </a:extLst>
          </p:cNvPr>
          <p:cNvGrpSpPr/>
          <p:nvPr/>
        </p:nvGrpSpPr>
        <p:grpSpPr>
          <a:xfrm>
            <a:off x="2576491" y="2512893"/>
            <a:ext cx="685800" cy="560388"/>
            <a:chOff x="4128" y="1362"/>
            <a:chExt cx="432" cy="3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673" name="Object 116">
                  <a:extLst>
                    <a:ext uri="{FF2B5EF4-FFF2-40B4-BE49-F238E27FC236}">
                      <a16:creationId xmlns:a16="http://schemas.microsoft.com/office/drawing/2014/main" id="{8B0FD9E2-4CFB-4B72-BD8D-C08BEE419B0D}"/>
                    </a:ext>
                  </a:extLst>
                </p:cNvPr>
                <p:cNvSpPr txBox="1"/>
                <p:nvPr/>
              </p:nvSpPr>
              <p:spPr>
                <a:xfrm>
                  <a:off x="4176" y="1430"/>
                  <a:ext cx="384" cy="28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673" name="Object 116">
                  <a:extLst>
                    <a:ext uri="{FF2B5EF4-FFF2-40B4-BE49-F238E27FC236}">
                      <a16:creationId xmlns:a16="http://schemas.microsoft.com/office/drawing/2014/main" id="{8B0FD9E2-4CFB-4B72-BD8D-C08BEE419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" y="1430"/>
                  <a:ext cx="384" cy="285"/>
                </a:xfrm>
                <a:prstGeom prst="rect">
                  <a:avLst/>
                </a:prstGeom>
                <a:blipFill>
                  <a:blip r:embed="rId15"/>
                  <a:stretch>
                    <a:fillRect t="-5405" r="-32000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7674" name="AutoShape 117">
              <a:extLst>
                <a:ext uri="{FF2B5EF4-FFF2-40B4-BE49-F238E27FC236}">
                  <a16:creationId xmlns:a16="http://schemas.microsoft.com/office/drawing/2014/main" id="{5328E553-0CA2-78C4-8110-CACDE44B5D9C}"/>
                </a:ext>
              </a:extLst>
            </p:cNvPr>
            <p:cNvSpPr/>
            <p:nvPr/>
          </p:nvSpPr>
          <p:spPr>
            <a:xfrm rot="2630226">
              <a:off x="4128" y="1362"/>
              <a:ext cx="96" cy="240"/>
            </a:xfrm>
            <a:prstGeom prst="upArrow">
              <a:avLst>
                <a:gd name="adj1" fmla="val 50000"/>
                <a:gd name="adj2" fmla="val 128912"/>
              </a:avLst>
            </a:prstGeom>
            <a:solidFill>
              <a:srgbClr val="F8ECFE"/>
            </a:solidFill>
            <a:ln w="38100" cap="flat" cmpd="sng">
              <a:solidFill>
                <a:srgbClr val="99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95">
                <a:extLst>
                  <a:ext uri="{FF2B5EF4-FFF2-40B4-BE49-F238E27FC236}">
                    <a16:creationId xmlns:a16="http://schemas.microsoft.com/office/drawing/2014/main" id="{D2ECFF37-3B31-6D90-41E6-5C8436A7477E}"/>
                  </a:ext>
                </a:extLst>
              </p:cNvPr>
              <p:cNvSpPr txBox="1"/>
              <p:nvPr/>
            </p:nvSpPr>
            <p:spPr>
              <a:xfrm>
                <a:off x="5238728" y="2667675"/>
                <a:ext cx="4191000" cy="7286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95">
                <a:extLst>
                  <a:ext uri="{FF2B5EF4-FFF2-40B4-BE49-F238E27FC236}">
                    <a16:creationId xmlns:a16="http://schemas.microsoft.com/office/drawing/2014/main" id="{D2ECFF37-3B31-6D90-41E6-5C8436A74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728" y="2667675"/>
                <a:ext cx="4191000" cy="728662"/>
              </a:xfrm>
              <a:prstGeom prst="rect">
                <a:avLst/>
              </a:prstGeom>
              <a:blipFill>
                <a:blip r:embed="rId16"/>
                <a:stretch>
                  <a:fillRect b="-3865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96">
                <a:extLst>
                  <a:ext uri="{FF2B5EF4-FFF2-40B4-BE49-F238E27FC236}">
                    <a16:creationId xmlns:a16="http://schemas.microsoft.com/office/drawing/2014/main" id="{CA554EB8-D3E6-A9BE-0E48-6363D7FC9DC3}"/>
                  </a:ext>
                </a:extLst>
              </p:cNvPr>
              <p:cNvSpPr txBox="1"/>
              <p:nvPr/>
            </p:nvSpPr>
            <p:spPr>
              <a:xfrm>
                <a:off x="9677400" y="3291562"/>
                <a:ext cx="2514600" cy="7048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𝐵𝐼𝑙</m:t>
                      </m:r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96">
                <a:extLst>
                  <a:ext uri="{FF2B5EF4-FFF2-40B4-BE49-F238E27FC236}">
                    <a16:creationId xmlns:a16="http://schemas.microsoft.com/office/drawing/2014/main" id="{CA554EB8-D3E6-A9BE-0E48-6363D7FC9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00" y="3291562"/>
                <a:ext cx="2514600" cy="70485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97">
                <a:extLst>
                  <a:ext uri="{FF2B5EF4-FFF2-40B4-BE49-F238E27FC236}">
                    <a16:creationId xmlns:a16="http://schemas.microsoft.com/office/drawing/2014/main" id="{237764E4-0326-3829-A4CE-52B8FE1E6F3D}"/>
                  </a:ext>
                </a:extLst>
              </p:cNvPr>
              <p:cNvSpPr txBox="1"/>
              <p:nvPr/>
            </p:nvSpPr>
            <p:spPr>
              <a:xfrm>
                <a:off x="5162527" y="3776622"/>
                <a:ext cx="6746441" cy="7810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𝐵𝐼𝑙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97">
                <a:extLst>
                  <a:ext uri="{FF2B5EF4-FFF2-40B4-BE49-F238E27FC236}">
                    <a16:creationId xmlns:a16="http://schemas.microsoft.com/office/drawing/2014/main" id="{237764E4-0326-3829-A4CE-52B8FE1E6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527" y="3776622"/>
                <a:ext cx="6746441" cy="781050"/>
              </a:xfrm>
              <a:prstGeom prst="rect">
                <a:avLst/>
              </a:prstGeom>
              <a:blipFill>
                <a:blip r:embed="rId18"/>
                <a:stretch>
                  <a:fillRect b="-29688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Object 6">
                <a:extLst>
                  <a:ext uri="{FF2B5EF4-FFF2-40B4-BE49-F238E27FC236}">
                    <a16:creationId xmlns:a16="http://schemas.microsoft.com/office/drawing/2014/main" id="{11C64830-448F-4F58-9295-87115A311FA8}"/>
                  </a:ext>
                </a:extLst>
              </p:cNvPr>
              <p:cNvSpPr txBox="1"/>
              <p:nvPr/>
            </p:nvSpPr>
            <p:spPr bwMode="auto">
              <a:xfrm>
                <a:off x="5428017" y="5284193"/>
                <a:ext cx="3043006" cy="587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pos m:val="top"/>
                          <m:vertJc m:val="bot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groupCh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8" name="Object 6">
                <a:extLst>
                  <a:ext uri="{FF2B5EF4-FFF2-40B4-BE49-F238E27FC236}">
                    <a16:creationId xmlns:a16="http://schemas.microsoft.com/office/drawing/2014/main" id="{11C64830-448F-4F58-9295-87115A311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8017" y="5284193"/>
                <a:ext cx="3043006" cy="5873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Object 62">
                <a:extLst>
                  <a:ext uri="{FF2B5EF4-FFF2-40B4-BE49-F238E27FC236}">
                    <a16:creationId xmlns:a16="http://schemas.microsoft.com/office/drawing/2014/main" id="{C08342DE-7096-4FAA-9880-94DCE3F26ECF}"/>
                  </a:ext>
                </a:extLst>
              </p:cNvPr>
              <p:cNvSpPr txBox="1"/>
              <p:nvPr/>
            </p:nvSpPr>
            <p:spPr bwMode="auto">
              <a:xfrm>
                <a:off x="410760" y="5056388"/>
                <a:ext cx="2744788" cy="1042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9" name="Object 62">
                <a:extLst>
                  <a:ext uri="{FF2B5EF4-FFF2-40B4-BE49-F238E27FC236}">
                    <a16:creationId xmlns:a16="http://schemas.microsoft.com/office/drawing/2014/main" id="{C08342DE-7096-4FAA-9880-94DCE3F26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760" y="5056388"/>
                <a:ext cx="2744788" cy="1042987"/>
              </a:xfrm>
              <a:prstGeom prst="rect">
                <a:avLst/>
              </a:prstGeom>
              <a:blipFill>
                <a:blip r:embed="rId20"/>
                <a:stretch>
                  <a:fillRect b="-116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bject 63">
                <a:extLst>
                  <a:ext uri="{FF2B5EF4-FFF2-40B4-BE49-F238E27FC236}">
                    <a16:creationId xmlns:a16="http://schemas.microsoft.com/office/drawing/2014/main" id="{B7F54937-BA52-4C2D-BBCC-9D6B05BB9C8C}"/>
                  </a:ext>
                </a:extLst>
              </p:cNvPr>
              <p:cNvSpPr txBox="1"/>
              <p:nvPr/>
            </p:nvSpPr>
            <p:spPr bwMode="auto">
              <a:xfrm>
                <a:off x="2913417" y="4889615"/>
                <a:ext cx="2684462" cy="1266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sup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  <m:sup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</m:nary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0" name="Object 63">
                <a:extLst>
                  <a:ext uri="{FF2B5EF4-FFF2-40B4-BE49-F238E27FC236}">
                    <a16:creationId xmlns:a16="http://schemas.microsoft.com/office/drawing/2014/main" id="{B7F54937-BA52-4C2D-BBCC-9D6B05BB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3417" y="4889615"/>
                <a:ext cx="2684462" cy="1266825"/>
              </a:xfrm>
              <a:prstGeom prst="rect">
                <a:avLst/>
              </a:prstGeom>
              <a:blipFill>
                <a:blip r:embed="rId21"/>
                <a:stretch>
                  <a:fillRect b="-105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矩形 110">
            <a:extLst>
              <a:ext uri="{FF2B5EF4-FFF2-40B4-BE49-F238E27FC236}">
                <a16:creationId xmlns:a16="http://schemas.microsoft.com/office/drawing/2014/main" id="{CE67C514-A791-482B-9798-302988AC179F}"/>
              </a:ext>
            </a:extLst>
          </p:cNvPr>
          <p:cNvSpPr/>
          <p:nvPr/>
        </p:nvSpPr>
        <p:spPr>
          <a:xfrm>
            <a:off x="7348299" y="4999185"/>
            <a:ext cx="46582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任意平面载流导线在均匀磁场中所受的力 ,  与其始点和终点相同的载流直导线所受的磁场力相同</a:t>
            </a:r>
            <a:endParaRPr lang="en-US" sz="2800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721D97F-88B4-4E0B-BF82-FB564C891583}"/>
              </a:ext>
            </a:extLst>
          </p:cNvPr>
          <p:cNvSpPr/>
          <p:nvPr/>
        </p:nvSpPr>
        <p:spPr>
          <a:xfrm>
            <a:off x="1650825" y="6350792"/>
            <a:ext cx="59901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闭合载流回路整体上不受力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313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65" grpId="0"/>
      <p:bldP spid="317666" grpId="0"/>
      <p:bldP spid="3" grpId="0"/>
      <p:bldP spid="4" grpId="0"/>
      <p:bldP spid="5" grpId="0"/>
      <p:bldP spid="108" grpId="0"/>
      <p:bldP spid="109" grpId="0"/>
      <p:bldP spid="110" grpId="0"/>
      <p:bldP spid="111" grpId="0"/>
      <p:bldP spid="1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454164" y="3410474"/>
            <a:ext cx="2743200" cy="2895600"/>
            <a:chOff x="3744" y="2112"/>
            <a:chExt cx="1728" cy="1824"/>
          </a:xfrm>
        </p:grpSpPr>
        <p:grpSp>
          <p:nvGrpSpPr>
            <p:cNvPr id="11314" name="Group 3"/>
            <p:cNvGrpSpPr>
              <a:grpSpLocks/>
            </p:cNvGrpSpPr>
            <p:nvPr/>
          </p:nvGrpSpPr>
          <p:grpSpPr bwMode="auto">
            <a:xfrm>
              <a:off x="3744" y="2112"/>
              <a:ext cx="1728" cy="1824"/>
              <a:chOff x="3744" y="2112"/>
              <a:chExt cx="1728" cy="1824"/>
            </a:xfrm>
          </p:grpSpPr>
          <p:sp>
            <p:nvSpPr>
              <p:cNvPr id="11316" name="Rectangle 4"/>
              <p:cNvSpPr>
                <a:spLocks noChangeArrowheads="1"/>
              </p:cNvSpPr>
              <p:nvPr/>
            </p:nvSpPr>
            <p:spPr bwMode="auto">
              <a:xfrm>
                <a:off x="3744" y="2112"/>
                <a:ext cx="1728" cy="182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i="0" u="none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17" name="Line 5"/>
              <p:cNvSpPr>
                <a:spLocks noChangeShapeType="1"/>
              </p:cNvSpPr>
              <p:nvPr/>
            </p:nvSpPr>
            <p:spPr bwMode="auto">
              <a:xfrm>
                <a:off x="3840" y="2256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18" name="Line 6"/>
              <p:cNvSpPr>
                <a:spLocks noChangeShapeType="1"/>
              </p:cNvSpPr>
              <p:nvPr/>
            </p:nvSpPr>
            <p:spPr bwMode="auto">
              <a:xfrm>
                <a:off x="3840" y="2496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19" name="Line 7"/>
              <p:cNvSpPr>
                <a:spLocks noChangeShapeType="1"/>
              </p:cNvSpPr>
              <p:nvPr/>
            </p:nvSpPr>
            <p:spPr bwMode="auto">
              <a:xfrm>
                <a:off x="3840" y="2736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0" name="Line 8"/>
              <p:cNvSpPr>
                <a:spLocks noChangeShapeType="1"/>
              </p:cNvSpPr>
              <p:nvPr/>
            </p:nvSpPr>
            <p:spPr bwMode="auto">
              <a:xfrm>
                <a:off x="3840" y="2976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1" name="Line 9"/>
              <p:cNvSpPr>
                <a:spLocks noChangeShapeType="1"/>
              </p:cNvSpPr>
              <p:nvPr/>
            </p:nvSpPr>
            <p:spPr bwMode="auto">
              <a:xfrm>
                <a:off x="3840" y="3168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2" name="Line 10"/>
              <p:cNvSpPr>
                <a:spLocks noChangeShapeType="1"/>
              </p:cNvSpPr>
              <p:nvPr/>
            </p:nvSpPr>
            <p:spPr bwMode="auto">
              <a:xfrm>
                <a:off x="3840" y="3360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3" name="AutoShape 11"/>
              <p:cNvSpPr>
                <a:spLocks noChangeArrowheads="1"/>
              </p:cNvSpPr>
              <p:nvPr/>
            </p:nvSpPr>
            <p:spPr bwMode="auto">
              <a:xfrm>
                <a:off x="4224" y="2400"/>
                <a:ext cx="672" cy="864"/>
              </a:xfrm>
              <a:prstGeom prst="bevel">
                <a:avLst>
                  <a:gd name="adj" fmla="val 4463"/>
                </a:avLst>
              </a:prstGeom>
              <a:noFill/>
              <a:ln w="19050">
                <a:solidFill>
                  <a:srgbClr val="9933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i="0" u="none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4" name="Text Box 12"/>
              <p:cNvSpPr txBox="1">
                <a:spLocks noChangeArrowheads="1"/>
              </p:cNvSpPr>
              <p:nvPr/>
            </p:nvSpPr>
            <p:spPr bwMode="auto">
              <a:xfrm>
                <a:off x="3984" y="2352"/>
                <a:ext cx="20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0" u="none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1325" name="Text Box 13"/>
              <p:cNvSpPr txBox="1">
                <a:spLocks noChangeArrowheads="1"/>
              </p:cNvSpPr>
              <p:nvPr/>
            </p:nvSpPr>
            <p:spPr bwMode="auto">
              <a:xfrm>
                <a:off x="5088" y="3120"/>
                <a:ext cx="26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1326" name="Oval 14"/>
              <p:cNvSpPr>
                <a:spLocks noChangeArrowheads="1"/>
              </p:cNvSpPr>
              <p:nvPr/>
            </p:nvSpPr>
            <p:spPr bwMode="auto">
              <a:xfrm>
                <a:off x="4656" y="2736"/>
                <a:ext cx="192" cy="19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i="0" u="none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7" name="Text Box 15"/>
              <p:cNvSpPr txBox="1">
                <a:spLocks noChangeArrowheads="1"/>
              </p:cNvSpPr>
              <p:nvPr/>
            </p:nvSpPr>
            <p:spPr bwMode="auto">
              <a:xfrm>
                <a:off x="4656" y="2592"/>
                <a:ext cx="173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i="0" u="none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73" name="Object 9"/>
                  <p:cNvSpPr txBox="1"/>
                  <p:nvPr/>
                </p:nvSpPr>
                <p:spPr bwMode="auto">
                  <a:xfrm>
                    <a:off x="4272" y="2928"/>
                    <a:ext cx="24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1273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72" y="2928"/>
                    <a:ext cx="247" cy="28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5333" r="-9375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74" name="Object 10"/>
                  <p:cNvSpPr txBox="1"/>
                  <p:nvPr/>
                </p:nvSpPr>
                <p:spPr bwMode="auto">
                  <a:xfrm>
                    <a:off x="4464" y="2461"/>
                    <a:ext cx="384" cy="27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11274" name="Object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464" y="2461"/>
                    <a:ext cx="384" cy="2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5634" r="-20000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328" name="Oval 18"/>
              <p:cNvSpPr>
                <a:spLocks noChangeArrowheads="1"/>
              </p:cNvSpPr>
              <p:nvPr/>
            </p:nvSpPr>
            <p:spPr bwMode="auto">
              <a:xfrm>
                <a:off x="4272" y="2736"/>
                <a:ext cx="192" cy="192"/>
              </a:xfrm>
              <a:prstGeom prst="ellips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i="0" u="none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329" name="Group 19"/>
              <p:cNvGrpSpPr>
                <a:grpSpLocks/>
              </p:cNvGrpSpPr>
              <p:nvPr/>
            </p:nvGrpSpPr>
            <p:grpSpPr bwMode="auto">
              <a:xfrm>
                <a:off x="4320" y="2784"/>
                <a:ext cx="96" cy="96"/>
                <a:chOff x="3120" y="576"/>
                <a:chExt cx="96" cy="48"/>
              </a:xfrm>
            </p:grpSpPr>
            <p:sp>
              <p:nvSpPr>
                <p:cNvPr id="11330" name="Line 20"/>
                <p:cNvSpPr>
                  <a:spLocks noChangeShapeType="1"/>
                </p:cNvSpPr>
                <p:nvPr/>
              </p:nvSpPr>
              <p:spPr bwMode="auto">
                <a:xfrm>
                  <a:off x="3120" y="576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31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3120" y="576"/>
                  <a:ext cx="96" cy="4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1315" name="AutoShape 22"/>
            <p:cNvSpPr>
              <a:spLocks noChangeArrowheads="1"/>
            </p:cNvSpPr>
            <p:nvPr/>
          </p:nvSpPr>
          <p:spPr bwMode="auto">
            <a:xfrm>
              <a:off x="4176" y="2448"/>
              <a:ext cx="96" cy="192"/>
            </a:xfrm>
            <a:prstGeom prst="upArrow">
              <a:avLst>
                <a:gd name="adj1" fmla="val 50000"/>
                <a:gd name="adj2" fmla="val 13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i="0" u="none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5015764" y="2800874"/>
            <a:ext cx="2460625" cy="3505200"/>
            <a:chOff x="2208" y="1728"/>
            <a:chExt cx="1550" cy="2208"/>
          </a:xfrm>
        </p:grpSpPr>
        <p:grpSp>
          <p:nvGrpSpPr>
            <p:cNvPr id="11301" name="Group 24"/>
            <p:cNvGrpSpPr>
              <a:grpSpLocks/>
            </p:cNvGrpSpPr>
            <p:nvPr/>
          </p:nvGrpSpPr>
          <p:grpSpPr bwMode="auto">
            <a:xfrm>
              <a:off x="2208" y="1728"/>
              <a:ext cx="1550" cy="2208"/>
              <a:chOff x="2208" y="1728"/>
              <a:chExt cx="1550" cy="2208"/>
            </a:xfrm>
          </p:grpSpPr>
          <p:grpSp>
            <p:nvGrpSpPr>
              <p:cNvPr id="11303" name="Group 25"/>
              <p:cNvGrpSpPr>
                <a:grpSpLocks/>
              </p:cNvGrpSpPr>
              <p:nvPr/>
            </p:nvGrpSpPr>
            <p:grpSpPr bwMode="auto">
              <a:xfrm>
                <a:off x="2208" y="1728"/>
                <a:ext cx="1550" cy="2208"/>
                <a:chOff x="2208" y="1728"/>
                <a:chExt cx="1550" cy="2208"/>
              </a:xfrm>
            </p:grpSpPr>
            <p:sp>
              <p:nvSpPr>
                <p:cNvPr id="11312" name="Rectangle 26"/>
                <p:cNvSpPr>
                  <a:spLocks noChangeArrowheads="1"/>
                </p:cNvSpPr>
                <p:nvPr/>
              </p:nvSpPr>
              <p:spPr bwMode="auto">
                <a:xfrm>
                  <a:off x="2208" y="2112"/>
                  <a:ext cx="1488" cy="182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rgbClr val="00B05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800" b="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13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208" y="1728"/>
                  <a:ext cx="1550" cy="16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 u="sng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 sz="2800" b="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zh-CN" altLang="en-US" sz="2800" b="0" i="0" u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.     .     .     .     .</a:t>
                  </a:r>
                </a:p>
                <a:p>
                  <a:pPr eaLnBrk="1" hangingPunct="1"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zh-CN" altLang="en-US" sz="2800" b="0" i="0" u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.     .     .     .     .</a:t>
                  </a:r>
                </a:p>
                <a:p>
                  <a:pPr eaLnBrk="1" hangingPunct="1"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zh-CN" altLang="en-US" sz="2800" b="0" i="0" u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.     .     .     .     .</a:t>
                  </a:r>
                </a:p>
                <a:p>
                  <a:pPr eaLnBrk="1" hangingPunct="1"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zh-CN" altLang="en-US" sz="2800" b="0" i="0" u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.     .     .     .     .</a:t>
                  </a:r>
                </a:p>
              </p:txBody>
            </p:sp>
          </p:grpSp>
          <p:grpSp>
            <p:nvGrpSpPr>
              <p:cNvPr id="11304" name="Group 28"/>
              <p:cNvGrpSpPr>
                <a:grpSpLocks/>
              </p:cNvGrpSpPr>
              <p:nvPr/>
            </p:nvGrpSpPr>
            <p:grpSpPr bwMode="auto">
              <a:xfrm>
                <a:off x="2592" y="2496"/>
                <a:ext cx="576" cy="768"/>
                <a:chOff x="2592" y="2448"/>
                <a:chExt cx="576" cy="768"/>
              </a:xfrm>
            </p:grpSpPr>
            <p:sp>
              <p:nvSpPr>
                <p:cNvPr id="11308" name="Line 29"/>
                <p:cNvSpPr>
                  <a:spLocks noChangeShapeType="1"/>
                </p:cNvSpPr>
                <p:nvPr/>
              </p:nvSpPr>
              <p:spPr bwMode="auto">
                <a:xfrm>
                  <a:off x="2592" y="284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09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2928" y="284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10" name="Line 31"/>
                <p:cNvSpPr>
                  <a:spLocks noChangeShapeType="1"/>
                </p:cNvSpPr>
                <p:nvPr/>
              </p:nvSpPr>
              <p:spPr bwMode="auto">
                <a:xfrm>
                  <a:off x="2880" y="2448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11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880" y="2928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272" name="Object 8"/>
                    <p:cNvSpPr txBox="1"/>
                    <p:nvPr/>
                  </p:nvSpPr>
                  <p:spPr bwMode="auto">
                    <a:xfrm>
                      <a:off x="2592" y="2496"/>
                      <a:ext cx="185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acc>
                              <m:accPr>
                                <m:chr m:val="⃑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11272" name="Object 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592" y="2496"/>
                      <a:ext cx="185" cy="2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5333" r="-125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1305" name="AutoShape 34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672" cy="864"/>
              </a:xfrm>
              <a:prstGeom prst="bevel">
                <a:avLst>
                  <a:gd name="adj" fmla="val 4463"/>
                </a:avLst>
              </a:prstGeom>
              <a:noFill/>
              <a:ln w="19050">
                <a:solidFill>
                  <a:srgbClr val="99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b="0" i="0" u="none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06" name="Text Box 35"/>
              <p:cNvSpPr txBox="1">
                <a:spLocks noChangeArrowheads="1"/>
              </p:cNvSpPr>
              <p:nvPr/>
            </p:nvSpPr>
            <p:spPr bwMode="auto">
              <a:xfrm>
                <a:off x="2304" y="2448"/>
                <a:ext cx="19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0" i="0" u="none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1307" name="Text Box 36"/>
              <p:cNvSpPr txBox="1">
                <a:spLocks noChangeArrowheads="1"/>
              </p:cNvSpPr>
              <p:nvPr/>
            </p:nvSpPr>
            <p:spPr bwMode="auto">
              <a:xfrm>
                <a:off x="3264" y="3168"/>
                <a:ext cx="26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11302" name="AutoShape 37"/>
            <p:cNvSpPr>
              <a:spLocks noChangeArrowheads="1"/>
            </p:cNvSpPr>
            <p:nvPr/>
          </p:nvSpPr>
          <p:spPr bwMode="auto">
            <a:xfrm>
              <a:off x="2496" y="2544"/>
              <a:ext cx="96" cy="192"/>
            </a:xfrm>
            <a:prstGeom prst="upArrow">
              <a:avLst>
                <a:gd name="adj1" fmla="val 50000"/>
                <a:gd name="adj2" fmla="val 13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1891564" y="3410474"/>
            <a:ext cx="3048000" cy="2895600"/>
            <a:chOff x="240" y="2112"/>
            <a:chExt cx="1920" cy="1824"/>
          </a:xfrm>
        </p:grpSpPr>
        <p:grpSp>
          <p:nvGrpSpPr>
            <p:cNvPr id="11288" name="Group 39"/>
            <p:cNvGrpSpPr>
              <a:grpSpLocks/>
            </p:cNvGrpSpPr>
            <p:nvPr/>
          </p:nvGrpSpPr>
          <p:grpSpPr bwMode="auto">
            <a:xfrm>
              <a:off x="240" y="2112"/>
              <a:ext cx="1920" cy="1824"/>
              <a:chOff x="240" y="2112"/>
              <a:chExt cx="1920" cy="1824"/>
            </a:xfrm>
          </p:grpSpPr>
          <p:sp>
            <p:nvSpPr>
              <p:cNvPr id="77864" name="Rectangle 40"/>
              <p:cNvSpPr>
                <a:spLocks noChangeArrowheads="1"/>
              </p:cNvSpPr>
              <p:nvPr/>
            </p:nvSpPr>
            <p:spPr bwMode="auto">
              <a:xfrm>
                <a:off x="288" y="3600"/>
                <a:ext cx="1872" cy="288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5000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91" name="Rectangle 41"/>
              <p:cNvSpPr>
                <a:spLocks noChangeArrowheads="1"/>
              </p:cNvSpPr>
              <p:nvPr/>
            </p:nvSpPr>
            <p:spPr bwMode="auto">
              <a:xfrm>
                <a:off x="240" y="2112"/>
                <a:ext cx="1920" cy="182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i="0" u="none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9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168"/>
                <a:ext cx="26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1293" name="Text Box 43"/>
              <p:cNvSpPr txBox="1">
                <a:spLocks noChangeArrowheads="1"/>
              </p:cNvSpPr>
              <p:nvPr/>
            </p:nvSpPr>
            <p:spPr bwMode="auto">
              <a:xfrm>
                <a:off x="384" y="2181"/>
                <a:ext cx="1776" cy="1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i="0" u="none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    +    +    +    +    +    +    +    +    +    +    +    +    +    +    +    +    +    +    +        </a:t>
                </a:r>
              </a:p>
            </p:txBody>
          </p:sp>
          <p:sp>
            <p:nvSpPr>
              <p:cNvPr id="11294" name="AutoShape 44"/>
              <p:cNvSpPr>
                <a:spLocks noChangeArrowheads="1"/>
              </p:cNvSpPr>
              <p:nvPr/>
            </p:nvSpPr>
            <p:spPr bwMode="auto">
              <a:xfrm>
                <a:off x="912" y="2400"/>
                <a:ext cx="672" cy="864"/>
              </a:xfrm>
              <a:prstGeom prst="bevel">
                <a:avLst>
                  <a:gd name="adj" fmla="val 4463"/>
                </a:avLst>
              </a:prstGeom>
              <a:noFill/>
              <a:ln w="19050">
                <a:solidFill>
                  <a:srgbClr val="9966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 i="0" u="none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95" name="Text Box 45"/>
              <p:cNvSpPr txBox="1">
                <a:spLocks noChangeArrowheads="1"/>
              </p:cNvSpPr>
              <p:nvPr/>
            </p:nvSpPr>
            <p:spPr bwMode="auto">
              <a:xfrm>
                <a:off x="672" y="2352"/>
                <a:ext cx="20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0" u="none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</a:p>
            </p:txBody>
          </p:sp>
          <p:grpSp>
            <p:nvGrpSpPr>
              <p:cNvPr id="11296" name="Group 46"/>
              <p:cNvGrpSpPr>
                <a:grpSpLocks/>
              </p:cNvGrpSpPr>
              <p:nvPr/>
            </p:nvGrpSpPr>
            <p:grpSpPr bwMode="auto">
              <a:xfrm>
                <a:off x="607" y="2112"/>
                <a:ext cx="1265" cy="1440"/>
                <a:chOff x="751" y="2112"/>
                <a:chExt cx="1265" cy="1440"/>
              </a:xfrm>
            </p:grpSpPr>
            <p:sp>
              <p:nvSpPr>
                <p:cNvPr id="11297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1392" y="2112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98" name="Line 48"/>
                <p:cNvSpPr>
                  <a:spLocks noChangeShapeType="1"/>
                </p:cNvSpPr>
                <p:nvPr/>
              </p:nvSpPr>
              <p:spPr bwMode="auto">
                <a:xfrm>
                  <a:off x="1392" y="3264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99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768" y="2880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00" name="Line 50"/>
                <p:cNvSpPr>
                  <a:spLocks noChangeShapeType="1"/>
                </p:cNvSpPr>
                <p:nvPr/>
              </p:nvSpPr>
              <p:spPr bwMode="auto">
                <a:xfrm>
                  <a:off x="1728" y="2880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271" name="Object 7"/>
                    <p:cNvSpPr txBox="1"/>
                    <p:nvPr/>
                  </p:nvSpPr>
                  <p:spPr bwMode="auto">
                    <a:xfrm>
                      <a:off x="751" y="2916"/>
                      <a:ext cx="257" cy="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acc>
                              <m:accPr>
                                <m:chr m:val="⃑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11271" name="Object 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51" y="2916"/>
                      <a:ext cx="257" cy="3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5128" r="-10448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1289" name="AutoShape 52"/>
            <p:cNvSpPr>
              <a:spLocks noChangeArrowheads="1"/>
            </p:cNvSpPr>
            <p:nvPr/>
          </p:nvSpPr>
          <p:spPr bwMode="auto">
            <a:xfrm>
              <a:off x="864" y="2448"/>
              <a:ext cx="96" cy="192"/>
            </a:xfrm>
            <a:prstGeom prst="upArrow">
              <a:avLst>
                <a:gd name="adj1" fmla="val 50000"/>
                <a:gd name="adj2" fmla="val 13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FFFFFF"/>
                </a:gs>
              </a:gsLst>
              <a:lin ang="5400000" scaled="1"/>
            </a:gradFill>
            <a:ln w="1905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i="0" u="none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877" name="Object 2"/>
              <p:cNvSpPr txBox="1"/>
              <p:nvPr/>
            </p:nvSpPr>
            <p:spPr bwMode="auto">
              <a:xfrm>
                <a:off x="7400895" y="5473412"/>
                <a:ext cx="3755230" cy="750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nor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787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0895" y="5473412"/>
                <a:ext cx="3755230" cy="750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78" name="Object 3"/>
              <p:cNvSpPr txBox="1"/>
              <p:nvPr/>
            </p:nvSpPr>
            <p:spPr bwMode="auto">
              <a:xfrm>
                <a:off x="2128896" y="5750449"/>
                <a:ext cx="3219449" cy="479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nor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787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8896" y="5750449"/>
                <a:ext cx="3219449" cy="4794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79" name="Text Box 55"/>
          <p:cNvSpPr txBox="1">
            <a:spLocks noChangeArrowheads="1"/>
          </p:cNvSpPr>
          <p:nvPr/>
        </p:nvSpPr>
        <p:spPr bwMode="auto">
          <a:xfrm>
            <a:off x="2196365" y="2491670"/>
            <a:ext cx="22860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稳定平衡</a:t>
            </a:r>
          </a:p>
        </p:txBody>
      </p:sp>
      <p:sp>
        <p:nvSpPr>
          <p:cNvPr id="77880" name="Rectangle 56"/>
          <p:cNvSpPr>
            <a:spLocks noChangeArrowheads="1"/>
          </p:cNvSpPr>
          <p:nvPr/>
        </p:nvSpPr>
        <p:spPr bwMode="auto">
          <a:xfrm>
            <a:off x="4992833" y="2494122"/>
            <a:ext cx="24384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稳定平衡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85" name="Text Box 61"/>
              <p:cNvSpPr txBox="1">
                <a:spLocks noChangeArrowheads="1"/>
              </p:cNvSpPr>
              <p:nvPr/>
            </p:nvSpPr>
            <p:spPr bwMode="auto">
              <a:xfrm>
                <a:off x="1739164" y="1799164"/>
                <a:ext cx="3581400" cy="5754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b="0" i="1" u="none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u="none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u="none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方向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0" i="1" u="none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u="none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与相同</a:t>
                </a:r>
              </a:p>
            </p:txBody>
          </p:sp>
        </mc:Choice>
        <mc:Fallback xmlns="">
          <p:sp>
            <p:nvSpPr>
              <p:cNvPr id="11285" name="Text 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9164" y="1799164"/>
                <a:ext cx="3581400" cy="575479"/>
              </a:xfrm>
              <a:prstGeom prst="rect">
                <a:avLst/>
              </a:prstGeom>
              <a:blipFill>
                <a:blip r:embed="rId8"/>
                <a:stretch>
                  <a:fillRect l="-3401" t="-1053" b="-284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88" name="Text Box 64"/>
          <p:cNvSpPr txBox="1">
            <a:spLocks noChangeArrowheads="1"/>
          </p:cNvSpPr>
          <p:nvPr/>
        </p:nvSpPr>
        <p:spPr bwMode="auto">
          <a:xfrm>
            <a:off x="5025287" y="1845993"/>
            <a:ext cx="235267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2）方向相反</a:t>
            </a:r>
          </a:p>
        </p:txBody>
      </p:sp>
      <p:sp>
        <p:nvSpPr>
          <p:cNvPr id="77889" name="Text Box 65"/>
          <p:cNvSpPr txBox="1">
            <a:spLocks noChangeArrowheads="1"/>
          </p:cNvSpPr>
          <p:nvPr/>
        </p:nvSpPr>
        <p:spPr bwMode="auto">
          <a:xfrm>
            <a:off x="7654187" y="1841837"/>
            <a:ext cx="226695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3）方向垂直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90" name="Object 4"/>
              <p:cNvSpPr txBox="1"/>
              <p:nvPr/>
            </p:nvSpPr>
            <p:spPr bwMode="auto">
              <a:xfrm>
                <a:off x="4973431" y="5757411"/>
                <a:ext cx="3068553" cy="402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nor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789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3431" y="5757411"/>
                <a:ext cx="3068553" cy="402001"/>
              </a:xfrm>
              <a:prstGeom prst="rect">
                <a:avLst/>
              </a:prstGeom>
              <a:blipFill>
                <a:blip r:embed="rId9"/>
                <a:stretch>
                  <a:fillRect b="-60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91" name="Text Box 67"/>
          <p:cNvSpPr txBox="1">
            <a:spLocks noChangeArrowheads="1"/>
          </p:cNvSpPr>
          <p:nvPr/>
        </p:nvSpPr>
        <p:spPr bwMode="auto">
          <a:xfrm>
            <a:off x="7758964" y="2492232"/>
            <a:ext cx="22098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力矩最大</a:t>
            </a:r>
          </a:p>
        </p:txBody>
      </p:sp>
      <p:sp>
        <p:nvSpPr>
          <p:cNvPr id="63" name="标题 2">
            <a:extLst>
              <a:ext uri="{FF2B5EF4-FFF2-40B4-BE49-F238E27FC236}">
                <a16:creationId xmlns:a16="http://schemas.microsoft.com/office/drawing/2014/main" id="{86313E0C-ACA5-407F-9629-9EA37FB19E31}"/>
              </a:ext>
            </a:extLst>
          </p:cNvPr>
          <p:cNvSpPr txBox="1">
            <a:spLocks/>
          </p:cNvSpPr>
          <p:nvPr/>
        </p:nvSpPr>
        <p:spPr>
          <a:xfrm>
            <a:off x="677444" y="586170"/>
            <a:ext cx="9591040" cy="12521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载流线圈在均匀磁场中受的磁力矩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Box 61">
                <a:extLst>
                  <a:ext uri="{FF2B5EF4-FFF2-40B4-BE49-F238E27FC236}">
                    <a16:creationId xmlns:a16="http://schemas.microsoft.com/office/drawing/2014/main" id="{8FD2DD65-7487-4539-8E8B-E8570F84C7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298" y="1199959"/>
                <a:ext cx="524086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u="none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b="0" i="1" u="none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u="none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zh-CN" sz="2800" b="0" i="1" u="none"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b="0" i="0" u="none" dirty="0">
                    <a:latin typeface="+mn-ea"/>
                    <a:ea typeface="+mn-ea"/>
                    <a:cs typeface="Times New Roman" panose="02020603050405020304" pitchFamily="18" charset="0"/>
                  </a:rPr>
                  <a:t>：线圈平面的法线方向</a:t>
                </a:r>
                <a:endParaRPr lang="zh-CN" altLang="en-US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 Box 61">
                <a:extLst>
                  <a:ext uri="{FF2B5EF4-FFF2-40B4-BE49-F238E27FC236}">
                    <a16:creationId xmlns:a16="http://schemas.microsoft.com/office/drawing/2014/main" id="{8FD2DD65-7487-4539-8E8B-E8570F84C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1298" y="1199959"/>
                <a:ext cx="5240866" cy="523220"/>
              </a:xfrm>
              <a:prstGeom prst="rect">
                <a:avLst/>
              </a:prstGeom>
              <a:blipFill>
                <a:blip r:embed="rId10"/>
                <a:stretch>
                  <a:fillRect t="-12791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62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77" grpId="0"/>
      <p:bldP spid="77878" grpId="0"/>
      <p:bldP spid="77879" grpId="0"/>
      <p:bldP spid="77880" grpId="0"/>
      <p:bldP spid="77888" grpId="0" autoUpdateAnimBg="0"/>
      <p:bldP spid="77889" grpId="0" autoUpdateAnimBg="0"/>
      <p:bldP spid="77890" grpId="0"/>
      <p:bldP spid="7789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60400" y="34367"/>
            <a:ext cx="9591040" cy="125218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载流线圈在均匀磁场中受的磁力矩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949960" y="996883"/>
                <a:ext cx="6151549" cy="1493256"/>
              </a:xfrm>
            </p:spPr>
            <p:txBody>
              <a:bodyPr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均匀磁场中有一矩形载流线圈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MNOP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𝑀𝑃</m:t>
                          </m:r>
                        </m:e>
                      </m:acc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,  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𝑀𝑁</m:t>
                          </m:r>
                        </m:e>
                      </m:acc>
                      <m:r>
                        <a:rPr lang="en-US" altLang="zh-CN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9960" y="996883"/>
                <a:ext cx="6151549" cy="1493256"/>
              </a:xfrm>
              <a:blipFill>
                <a:blip r:embed="rId2"/>
                <a:stretch>
                  <a:fillRect l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292990" y="5459362"/>
                <a:ext cx="5029200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𝐵𝐼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𝐵𝐼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990" y="5459362"/>
                <a:ext cx="5029200" cy="1384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2">
            <a:extLst>
              <a:ext uri="{FF2B5EF4-FFF2-40B4-BE49-F238E27FC236}">
                <a16:creationId xmlns:a16="http://schemas.microsoft.com/office/drawing/2014/main" id="{16F2CF6C-EA05-4735-B431-7BFC8E017FB1}"/>
              </a:ext>
            </a:extLst>
          </p:cNvPr>
          <p:cNvSpPr txBox="1">
            <a:spLocks/>
          </p:cNvSpPr>
          <p:nvPr/>
        </p:nvSpPr>
        <p:spPr>
          <a:xfrm>
            <a:off x="6581483" y="3600939"/>
            <a:ext cx="2453640" cy="1387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</a:rPr>
              <a:t>力矩</a:t>
            </a:r>
            <a:endParaRPr lang="zh-CN" altLang="en-US" sz="2800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44E1A2-7E59-4B74-9832-02B61619887E}"/>
                  </a:ext>
                </a:extLst>
              </p:cNvPr>
              <p:cNvSpPr txBox="1"/>
              <p:nvPr/>
            </p:nvSpPr>
            <p:spPr>
              <a:xfrm>
                <a:off x="7808303" y="6260176"/>
                <a:ext cx="31364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𝐵𝐼𝑆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𝑠𝑖𝑛</m:t>
                          </m:r>
                        </m:fName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44E1A2-7E59-4B74-9832-02B616198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303" y="6260176"/>
                <a:ext cx="313649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1B98A48-875D-414D-8064-307D41135DD0}"/>
                  </a:ext>
                </a:extLst>
              </p:cNvPr>
              <p:cNvSpPr txBox="1"/>
              <p:nvPr/>
            </p:nvSpPr>
            <p:spPr>
              <a:xfrm>
                <a:off x="6328549" y="4580535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𝐵𝐼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𝑐𝑜𝑠</m:t>
                          </m:r>
                        </m:fName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1B98A48-875D-414D-8064-307D4113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549" y="4580535"/>
                <a:ext cx="60960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182ED3-DDB3-4EAF-B48A-7086F44C1729}"/>
                  </a:ext>
                </a:extLst>
              </p:cNvPr>
              <p:cNvSpPr txBox="1"/>
              <p:nvPr/>
            </p:nvSpPr>
            <p:spPr>
              <a:xfrm>
                <a:off x="6164171" y="5154562"/>
                <a:ext cx="62189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𝐵𝐼𝑆</m:t>
                      </m:r>
                      <m:func>
                        <m:func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𝑐𝑜𝑠</m:t>
                          </m:r>
                        </m:fName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en-US" altLang="zh-CN" sz="2800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182ED3-DDB3-4EAF-B48A-7086F44C1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171" y="5154562"/>
                <a:ext cx="621890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5864C3-9346-468F-A1E6-821855636BE9}"/>
                  </a:ext>
                </a:extLst>
              </p:cNvPr>
              <p:cNvSpPr txBox="1"/>
              <p:nvPr/>
            </p:nvSpPr>
            <p:spPr>
              <a:xfrm>
                <a:off x="8178571" y="5560335"/>
                <a:ext cx="2052549" cy="824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𝜃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+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𝜑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5864C3-9346-468F-A1E6-821855636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571" y="5560335"/>
                <a:ext cx="2052549" cy="8244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">
            <a:extLst>
              <a:ext uri="{FF2B5EF4-FFF2-40B4-BE49-F238E27FC236}">
                <a16:creationId xmlns:a16="http://schemas.microsoft.com/office/drawing/2014/main" id="{9321B7E3-3D1F-D2B0-E447-DA577BCB33FD}"/>
              </a:ext>
            </a:extLst>
          </p:cNvPr>
          <p:cNvGrpSpPr/>
          <p:nvPr/>
        </p:nvGrpSpPr>
        <p:grpSpPr>
          <a:xfrm>
            <a:off x="2196934" y="4849762"/>
            <a:ext cx="3657600" cy="609600"/>
            <a:chOff x="3360" y="3495"/>
            <a:chExt cx="2304" cy="384"/>
          </a:xfrm>
          <a:noFill/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9F92142-8997-1B44-C3ED-02F425D33DF6}"/>
                </a:ext>
              </a:extLst>
            </p:cNvPr>
            <p:cNvGrpSpPr/>
            <p:nvPr/>
          </p:nvGrpSpPr>
          <p:grpSpPr>
            <a:xfrm>
              <a:off x="3360" y="3495"/>
              <a:ext cx="2304" cy="384"/>
              <a:chOff x="3360" y="3495"/>
              <a:chExt cx="2304" cy="384"/>
            </a:xfrm>
            <a:grpFill/>
          </p:grpSpPr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B304B7E2-3DFF-498E-8C27-9D91E3E36682}"/>
                  </a:ext>
                </a:extLst>
              </p:cNvPr>
              <p:cNvSpPr/>
              <p:nvPr/>
            </p:nvSpPr>
            <p:spPr>
              <a:xfrm>
                <a:off x="3360" y="3504"/>
                <a:ext cx="1920" cy="336"/>
              </a:xfrm>
              <a:prstGeom prst="rect">
                <a:avLst/>
              </a:prstGeom>
              <a:grpFill/>
              <a:ln w="952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bject 8">
                    <a:extLst>
                      <a:ext uri="{FF2B5EF4-FFF2-40B4-BE49-F238E27FC236}">
                        <a16:creationId xmlns:a16="http://schemas.microsoft.com/office/drawing/2014/main" id="{DAA11CA4-1550-0DC4-EA96-1BD25F0FDD64}"/>
                      </a:ext>
                    </a:extLst>
                  </p:cNvPr>
                  <p:cNvSpPr txBox="1"/>
                  <p:nvPr/>
                </p:nvSpPr>
                <p:spPr>
                  <a:xfrm>
                    <a:off x="3425" y="3495"/>
                    <a:ext cx="353" cy="384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17" name="Object 8">
                    <a:extLst>
                      <a:ext uri="{FF2B5EF4-FFF2-40B4-BE49-F238E27FC236}">
                        <a16:creationId xmlns:a16="http://schemas.microsoft.com/office/drawing/2014/main" id="{DAA11CA4-1550-0DC4-EA96-1BD25F0FDD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5" y="3495"/>
                    <a:ext cx="353" cy="38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Text Box 9">
                <a:extLst>
                  <a:ext uri="{FF2B5EF4-FFF2-40B4-BE49-F238E27FC236}">
                    <a16:creationId xmlns:a16="http://schemas.microsoft.com/office/drawing/2014/main" id="{3100F20C-7BC5-42D5-43CC-367F5384BB58}"/>
                  </a:ext>
                </a:extLst>
              </p:cNvPr>
              <p:cNvSpPr txBox="1"/>
              <p:nvPr/>
            </p:nvSpPr>
            <p:spPr>
              <a:xfrm>
                <a:off x="3696" y="3504"/>
                <a:ext cx="1968" cy="327"/>
              </a:xfrm>
              <a:prstGeom prst="rect">
                <a:avLst/>
              </a:prstGeom>
              <a:grp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与</a:t>
                </a:r>
                <a:r>
                  <a:rPr lang="zh-CN" altLang="en-US" sz="2800" dirty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  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成</a:t>
                </a:r>
                <a:r>
                  <a:rPr lang="zh-CN" altLang="en-US" sz="2800" dirty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右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螺旋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0">
                  <a:extLst>
                    <a:ext uri="{FF2B5EF4-FFF2-40B4-BE49-F238E27FC236}">
                      <a16:creationId xmlns:a16="http://schemas.microsoft.com/office/drawing/2014/main" id="{700B9F7C-7E2D-D308-4C1F-4308863C0B90}"/>
                    </a:ext>
                  </a:extLst>
                </p:cNvPr>
                <p:cNvSpPr txBox="1"/>
                <p:nvPr/>
              </p:nvSpPr>
              <p:spPr>
                <a:xfrm>
                  <a:off x="3986" y="3504"/>
                  <a:ext cx="173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Object 10">
                  <a:extLst>
                    <a:ext uri="{FF2B5EF4-FFF2-40B4-BE49-F238E27FC236}">
                      <a16:creationId xmlns:a16="http://schemas.microsoft.com/office/drawing/2014/main" id="{700B9F7C-7E2D-D308-4C1F-4308863C0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6" y="3504"/>
                  <a:ext cx="173" cy="240"/>
                </a:xfrm>
                <a:prstGeom prst="rect">
                  <a:avLst/>
                </a:prstGeom>
                <a:blipFill>
                  <a:blip r:embed="rId12"/>
                  <a:stretch>
                    <a:fillRect b="-32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2">
            <a:extLst>
              <a:ext uri="{FF2B5EF4-FFF2-40B4-BE49-F238E27FC236}">
                <a16:creationId xmlns:a16="http://schemas.microsoft.com/office/drawing/2014/main" id="{BF6D5C07-41D9-CB31-789F-B755D965F5F8}"/>
              </a:ext>
            </a:extLst>
          </p:cNvPr>
          <p:cNvGrpSpPr/>
          <p:nvPr/>
        </p:nvGrpSpPr>
        <p:grpSpPr>
          <a:xfrm>
            <a:off x="2032293" y="2316652"/>
            <a:ext cx="3422650" cy="2408238"/>
            <a:chOff x="578" y="727"/>
            <a:chExt cx="2156" cy="1517"/>
          </a:xfrm>
        </p:grpSpPr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6D84D12A-CA9A-1041-0BFC-29E836D99715}"/>
                </a:ext>
              </a:extLst>
            </p:cNvPr>
            <p:cNvSpPr/>
            <p:nvPr/>
          </p:nvSpPr>
          <p:spPr>
            <a:xfrm>
              <a:off x="770" y="888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BA38EA65-A7C7-F0C7-30C3-6E10E77ECC60}"/>
                </a:ext>
              </a:extLst>
            </p:cNvPr>
            <p:cNvSpPr/>
            <p:nvPr/>
          </p:nvSpPr>
          <p:spPr>
            <a:xfrm>
              <a:off x="674" y="1080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C44180AB-D018-6FF9-159E-3A470D6BD1DE}"/>
                </a:ext>
              </a:extLst>
            </p:cNvPr>
            <p:cNvSpPr/>
            <p:nvPr/>
          </p:nvSpPr>
          <p:spPr>
            <a:xfrm>
              <a:off x="578" y="1272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1D80054C-DDA9-C2F8-84DC-95975DBF630D}"/>
                </a:ext>
              </a:extLst>
            </p:cNvPr>
            <p:cNvSpPr/>
            <p:nvPr/>
          </p:nvSpPr>
          <p:spPr>
            <a:xfrm>
              <a:off x="770" y="1464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C61DBC70-B5D2-DC11-1E04-10EB0483DAC8}"/>
                </a:ext>
              </a:extLst>
            </p:cNvPr>
            <p:cNvSpPr/>
            <p:nvPr/>
          </p:nvSpPr>
          <p:spPr>
            <a:xfrm>
              <a:off x="674" y="1656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042110D1-55B0-B66F-3A88-E932E564C263}"/>
                </a:ext>
              </a:extLst>
            </p:cNvPr>
            <p:cNvSpPr/>
            <p:nvPr/>
          </p:nvSpPr>
          <p:spPr>
            <a:xfrm>
              <a:off x="578" y="1848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D75B9B02-0B50-1DBE-A406-824D16E970E1}"/>
                </a:ext>
              </a:extLst>
            </p:cNvPr>
            <p:cNvSpPr/>
            <p:nvPr/>
          </p:nvSpPr>
          <p:spPr>
            <a:xfrm>
              <a:off x="722" y="2040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21">
                  <a:extLst>
                    <a:ext uri="{FF2B5EF4-FFF2-40B4-BE49-F238E27FC236}">
                      <a16:creationId xmlns:a16="http://schemas.microsoft.com/office/drawing/2014/main" id="{B5B59CB5-7630-4042-AB85-5D52F6BE080A}"/>
                    </a:ext>
                  </a:extLst>
                </p:cNvPr>
                <p:cNvSpPr txBox="1"/>
                <p:nvPr/>
              </p:nvSpPr>
              <p:spPr>
                <a:xfrm>
                  <a:off x="2496" y="1344"/>
                  <a:ext cx="238" cy="3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28" name="Object 21">
                  <a:extLst>
                    <a:ext uri="{FF2B5EF4-FFF2-40B4-BE49-F238E27FC236}">
                      <a16:creationId xmlns:a16="http://schemas.microsoft.com/office/drawing/2014/main" id="{B5B59CB5-7630-4042-AB85-5D52F6BE0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" y="1344"/>
                  <a:ext cx="238" cy="3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Group 22">
              <a:extLst>
                <a:ext uri="{FF2B5EF4-FFF2-40B4-BE49-F238E27FC236}">
                  <a16:creationId xmlns:a16="http://schemas.microsoft.com/office/drawing/2014/main" id="{1938858A-061C-F0F9-E550-1ECB789FFDDB}"/>
                </a:ext>
              </a:extLst>
            </p:cNvPr>
            <p:cNvGrpSpPr/>
            <p:nvPr/>
          </p:nvGrpSpPr>
          <p:grpSpPr>
            <a:xfrm>
              <a:off x="720" y="1608"/>
              <a:ext cx="530" cy="384"/>
              <a:chOff x="3312" y="2088"/>
              <a:chExt cx="530" cy="384"/>
            </a:xfrm>
          </p:grpSpPr>
          <p:sp>
            <p:nvSpPr>
              <p:cNvPr id="55" name="Line 23">
                <a:extLst>
                  <a:ext uri="{FF2B5EF4-FFF2-40B4-BE49-F238E27FC236}">
                    <a16:creationId xmlns:a16="http://schemas.microsoft.com/office/drawing/2014/main" id="{ECF2A37E-82CF-D0F3-5508-4F1787334D7F}"/>
                  </a:ext>
                </a:extLst>
              </p:cNvPr>
              <p:cNvSpPr/>
              <p:nvPr/>
            </p:nvSpPr>
            <p:spPr>
              <a:xfrm flipH="1">
                <a:off x="3506" y="2088"/>
                <a:ext cx="336" cy="19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Object 24">
                    <a:extLst>
                      <a:ext uri="{FF2B5EF4-FFF2-40B4-BE49-F238E27FC236}">
                        <a16:creationId xmlns:a16="http://schemas.microsoft.com/office/drawing/2014/main" id="{DA065871-4BE2-468B-0AC3-40E71D4D9576}"/>
                      </a:ext>
                    </a:extLst>
                  </p:cNvPr>
                  <p:cNvSpPr txBox="1"/>
                  <p:nvPr/>
                </p:nvSpPr>
                <p:spPr>
                  <a:xfrm>
                    <a:off x="3312" y="2112"/>
                    <a:ext cx="25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56" name="Object 24">
                    <a:extLst>
                      <a:ext uri="{FF2B5EF4-FFF2-40B4-BE49-F238E27FC236}">
                        <a16:creationId xmlns:a16="http://schemas.microsoft.com/office/drawing/2014/main" id="{DA065871-4BE2-468B-0AC3-40E71D4D95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2" y="2112"/>
                    <a:ext cx="258" cy="36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5">
              <a:extLst>
                <a:ext uri="{FF2B5EF4-FFF2-40B4-BE49-F238E27FC236}">
                  <a16:creationId xmlns:a16="http://schemas.microsoft.com/office/drawing/2014/main" id="{0E305D5B-7EDF-7AB4-4731-C81747C37CD2}"/>
                </a:ext>
              </a:extLst>
            </p:cNvPr>
            <p:cNvGrpSpPr/>
            <p:nvPr/>
          </p:nvGrpSpPr>
          <p:grpSpPr>
            <a:xfrm>
              <a:off x="1258" y="727"/>
              <a:ext cx="280" cy="401"/>
              <a:chOff x="3850" y="1207"/>
              <a:chExt cx="280" cy="401"/>
            </a:xfrm>
          </p:grpSpPr>
          <p:sp>
            <p:nvSpPr>
              <p:cNvPr id="53" name="Line 26">
                <a:extLst>
                  <a:ext uri="{FF2B5EF4-FFF2-40B4-BE49-F238E27FC236}">
                    <a16:creationId xmlns:a16="http://schemas.microsoft.com/office/drawing/2014/main" id="{CEAF2B75-E3A5-2DF3-D03C-F92DAB9FADEA}"/>
                  </a:ext>
                </a:extLst>
              </p:cNvPr>
              <p:cNvSpPr/>
              <p:nvPr/>
            </p:nvSpPr>
            <p:spPr>
              <a:xfrm flipH="1" flipV="1">
                <a:off x="4128" y="1248"/>
                <a:ext cx="2" cy="360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Object 27">
                    <a:extLst>
                      <a:ext uri="{FF2B5EF4-FFF2-40B4-BE49-F238E27FC236}">
                        <a16:creationId xmlns:a16="http://schemas.microsoft.com/office/drawing/2014/main" id="{4A8C7231-B784-49CB-363E-FEAF92236136}"/>
                      </a:ext>
                    </a:extLst>
                  </p:cNvPr>
                  <p:cNvSpPr txBox="1"/>
                  <p:nvPr/>
                </p:nvSpPr>
                <p:spPr>
                  <a:xfrm>
                    <a:off x="3850" y="1207"/>
                    <a:ext cx="278" cy="377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54" name="Object 27">
                    <a:extLst>
                      <a:ext uri="{FF2B5EF4-FFF2-40B4-BE49-F238E27FC236}">
                        <a16:creationId xmlns:a16="http://schemas.microsoft.com/office/drawing/2014/main" id="{4A8C7231-B784-49CB-363E-FEAF922361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0" y="1207"/>
                    <a:ext cx="278" cy="37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28">
              <a:extLst>
                <a:ext uri="{FF2B5EF4-FFF2-40B4-BE49-F238E27FC236}">
                  <a16:creationId xmlns:a16="http://schemas.microsoft.com/office/drawing/2014/main" id="{EDE3BDC9-AF17-A669-AB73-CAAEF7A81B31}"/>
                </a:ext>
              </a:extLst>
            </p:cNvPr>
            <p:cNvGrpSpPr/>
            <p:nvPr/>
          </p:nvGrpSpPr>
          <p:grpSpPr>
            <a:xfrm>
              <a:off x="1250" y="1032"/>
              <a:ext cx="576" cy="912"/>
              <a:chOff x="1920" y="1824"/>
              <a:chExt cx="576" cy="912"/>
            </a:xfrm>
          </p:grpSpPr>
          <p:sp>
            <p:nvSpPr>
              <p:cNvPr id="49" name="Line 29">
                <a:extLst>
                  <a:ext uri="{FF2B5EF4-FFF2-40B4-BE49-F238E27FC236}">
                    <a16:creationId xmlns:a16="http://schemas.microsoft.com/office/drawing/2014/main" id="{78DC8E8D-A9D3-38A0-1650-94C5A2F1DADF}"/>
                  </a:ext>
                </a:extLst>
              </p:cNvPr>
              <p:cNvSpPr/>
              <p:nvPr/>
            </p:nvSpPr>
            <p:spPr>
              <a:xfrm>
                <a:off x="1920" y="2016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0" name="Line 30">
                <a:extLst>
                  <a:ext uri="{FF2B5EF4-FFF2-40B4-BE49-F238E27FC236}">
                    <a16:creationId xmlns:a16="http://schemas.microsoft.com/office/drawing/2014/main" id="{354F0701-5B83-346A-E200-761896314C5F}"/>
                  </a:ext>
                </a:extLst>
              </p:cNvPr>
              <p:cNvSpPr/>
              <p:nvPr/>
            </p:nvSpPr>
            <p:spPr>
              <a:xfrm>
                <a:off x="2496" y="1824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1" name="Line 31">
                <a:extLst>
                  <a:ext uri="{FF2B5EF4-FFF2-40B4-BE49-F238E27FC236}">
                    <a16:creationId xmlns:a16="http://schemas.microsoft.com/office/drawing/2014/main" id="{8E228E8C-F975-E9F7-D49C-B18CABDCB76E}"/>
                  </a:ext>
                </a:extLst>
              </p:cNvPr>
              <p:cNvSpPr/>
              <p:nvPr/>
            </p:nvSpPr>
            <p:spPr>
              <a:xfrm flipV="1">
                <a:off x="1920" y="1824"/>
                <a:ext cx="576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52" name="Line 32">
                <a:extLst>
                  <a:ext uri="{FF2B5EF4-FFF2-40B4-BE49-F238E27FC236}">
                    <a16:creationId xmlns:a16="http://schemas.microsoft.com/office/drawing/2014/main" id="{405028DB-EE1B-F205-FAFB-14FB96509CE3}"/>
                  </a:ext>
                </a:extLst>
              </p:cNvPr>
              <p:cNvSpPr/>
              <p:nvPr/>
            </p:nvSpPr>
            <p:spPr>
              <a:xfrm flipV="1">
                <a:off x="1920" y="2544"/>
                <a:ext cx="576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32" name="Text Box 33">
              <a:extLst>
                <a:ext uri="{FF2B5EF4-FFF2-40B4-BE49-F238E27FC236}">
                  <a16:creationId xmlns:a16="http://schemas.microsoft.com/office/drawing/2014/main" id="{6276F254-6C15-6DBD-2361-E62173EAAE3B}"/>
                </a:ext>
              </a:extLst>
            </p:cNvPr>
            <p:cNvSpPr txBox="1"/>
            <p:nvPr/>
          </p:nvSpPr>
          <p:spPr>
            <a:xfrm>
              <a:off x="988" y="1056"/>
              <a:ext cx="21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3" name="Text Box 34">
              <a:extLst>
                <a:ext uri="{FF2B5EF4-FFF2-40B4-BE49-F238E27FC236}">
                  <a16:creationId xmlns:a16="http://schemas.microsoft.com/office/drawing/2014/main" id="{A1C0E3A1-5B2A-82B8-2F99-8A8EE2A15235}"/>
                </a:ext>
              </a:extLst>
            </p:cNvPr>
            <p:cNvSpPr txBox="1"/>
            <p:nvPr/>
          </p:nvSpPr>
          <p:spPr>
            <a:xfrm>
              <a:off x="1079" y="1881"/>
              <a:ext cx="257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2B5FCD2F-75C7-78B8-CF78-502F7E8755A4}"/>
                </a:ext>
              </a:extLst>
            </p:cNvPr>
            <p:cNvSpPr txBox="1"/>
            <p:nvPr/>
          </p:nvSpPr>
          <p:spPr>
            <a:xfrm>
              <a:off x="1776" y="1584"/>
              <a:ext cx="26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A23DDEED-B2C1-3958-B814-B8E2EE1FB668}"/>
                </a:ext>
              </a:extLst>
            </p:cNvPr>
            <p:cNvSpPr txBox="1"/>
            <p:nvPr/>
          </p:nvSpPr>
          <p:spPr>
            <a:xfrm>
              <a:off x="1811" y="825"/>
              <a:ext cx="245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74D826DB-2348-D6BD-9340-C466DF52445A}"/>
                </a:ext>
              </a:extLst>
            </p:cNvPr>
            <p:cNvSpPr/>
            <p:nvPr/>
          </p:nvSpPr>
          <p:spPr>
            <a:xfrm>
              <a:off x="1250" y="1440"/>
              <a:ext cx="1" cy="9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53999271-E922-0A19-2A0B-26C7C3102546}"/>
                </a:ext>
              </a:extLst>
            </p:cNvPr>
            <p:cNvSpPr txBox="1"/>
            <p:nvPr/>
          </p:nvSpPr>
          <p:spPr>
            <a:xfrm>
              <a:off x="1250" y="1392"/>
              <a:ext cx="18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8" name="Line 39">
              <a:extLst>
                <a:ext uri="{FF2B5EF4-FFF2-40B4-BE49-F238E27FC236}">
                  <a16:creationId xmlns:a16="http://schemas.microsoft.com/office/drawing/2014/main" id="{871C5EDC-AC7E-E2C0-409F-5DCA6DB52AD3}"/>
                </a:ext>
              </a:extLst>
            </p:cNvPr>
            <p:cNvSpPr/>
            <p:nvPr/>
          </p:nvSpPr>
          <p:spPr>
            <a:xfrm>
              <a:off x="1538" y="1464"/>
              <a:ext cx="334" cy="504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40">
                  <a:extLst>
                    <a:ext uri="{FF2B5EF4-FFF2-40B4-BE49-F238E27FC236}">
                      <a16:creationId xmlns:a16="http://schemas.microsoft.com/office/drawing/2014/main" id="{CE9787ED-9D33-CF30-D280-C35BD70783E7}"/>
                    </a:ext>
                  </a:extLst>
                </p:cNvPr>
                <p:cNvSpPr txBox="1"/>
                <p:nvPr/>
              </p:nvSpPr>
              <p:spPr>
                <a:xfrm>
                  <a:off x="1872" y="1836"/>
                  <a:ext cx="308" cy="40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39" name="Object 40">
                  <a:extLst>
                    <a:ext uri="{FF2B5EF4-FFF2-40B4-BE49-F238E27FC236}">
                      <a16:creationId xmlns:a16="http://schemas.microsoft.com/office/drawing/2014/main" id="{CE9787ED-9D33-CF30-D280-C35BD7078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2" y="1836"/>
                  <a:ext cx="308" cy="40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41">
              <a:extLst>
                <a:ext uri="{FF2B5EF4-FFF2-40B4-BE49-F238E27FC236}">
                  <a16:creationId xmlns:a16="http://schemas.microsoft.com/office/drawing/2014/main" id="{0891003C-31CE-6093-7E06-7303F1AFB686}"/>
                </a:ext>
              </a:extLst>
            </p:cNvPr>
            <p:cNvGrpSpPr/>
            <p:nvPr/>
          </p:nvGrpSpPr>
          <p:grpSpPr>
            <a:xfrm>
              <a:off x="1826" y="1032"/>
              <a:ext cx="574" cy="360"/>
              <a:chOff x="4418" y="1512"/>
              <a:chExt cx="574" cy="360"/>
            </a:xfrm>
          </p:grpSpPr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D8AD941F-0513-73CA-F427-30DECF192D2F}"/>
                  </a:ext>
                </a:extLst>
              </p:cNvPr>
              <p:cNvSpPr/>
              <p:nvPr/>
            </p:nvSpPr>
            <p:spPr>
              <a:xfrm flipV="1">
                <a:off x="4418" y="1632"/>
                <a:ext cx="336" cy="19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bject 43">
                    <a:extLst>
                      <a:ext uri="{FF2B5EF4-FFF2-40B4-BE49-F238E27FC236}">
                        <a16:creationId xmlns:a16="http://schemas.microsoft.com/office/drawing/2014/main" id="{3E10DF1A-5BFE-76C1-50E5-CA0D128FB807}"/>
                      </a:ext>
                    </a:extLst>
                  </p:cNvPr>
                  <p:cNvSpPr txBox="1"/>
                  <p:nvPr/>
                </p:nvSpPr>
                <p:spPr>
                  <a:xfrm>
                    <a:off x="4714" y="1512"/>
                    <a:ext cx="27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48" name="Object 43">
                    <a:extLst>
                      <a:ext uri="{FF2B5EF4-FFF2-40B4-BE49-F238E27FC236}">
                        <a16:creationId xmlns:a16="http://schemas.microsoft.com/office/drawing/2014/main" id="{3E10DF1A-5BFE-76C1-50E5-CA0D128FB8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4" y="1512"/>
                    <a:ext cx="278" cy="36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523554FB-134D-DD08-6A65-8D8075355AE3}"/>
                </a:ext>
              </a:extLst>
            </p:cNvPr>
            <p:cNvSpPr/>
            <p:nvPr/>
          </p:nvSpPr>
          <p:spPr>
            <a:xfrm>
              <a:off x="1536" y="1464"/>
              <a:ext cx="912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E6F79AAF-1760-6947-ABCD-E317BA4A19C0}"/>
                </a:ext>
              </a:extLst>
            </p:cNvPr>
            <p:cNvSpPr/>
            <p:nvPr/>
          </p:nvSpPr>
          <p:spPr>
            <a:xfrm flipV="1">
              <a:off x="1826" y="1392"/>
              <a:ext cx="1" cy="9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bject 46">
                  <a:extLst>
                    <a:ext uri="{FF2B5EF4-FFF2-40B4-BE49-F238E27FC236}">
                      <a16:creationId xmlns:a16="http://schemas.microsoft.com/office/drawing/2014/main" id="{8165D952-8B65-1570-C8CE-116983F6702E}"/>
                    </a:ext>
                  </a:extLst>
                </p:cNvPr>
                <p:cNvSpPr txBox="1"/>
                <p:nvPr/>
              </p:nvSpPr>
              <p:spPr>
                <a:xfrm>
                  <a:off x="1632" y="1433"/>
                  <a:ext cx="210" cy="29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43" name="Object 46">
                  <a:extLst>
                    <a:ext uri="{FF2B5EF4-FFF2-40B4-BE49-F238E27FC236}">
                      <a16:creationId xmlns:a16="http://schemas.microsoft.com/office/drawing/2014/main" id="{8165D952-8B65-1570-C8CE-116983F67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2" y="1433"/>
                  <a:ext cx="210" cy="295"/>
                </a:xfrm>
                <a:prstGeom prst="rect">
                  <a:avLst/>
                </a:prstGeom>
                <a:blipFill>
                  <a:blip r:embed="rId18"/>
                  <a:stretch>
                    <a:fillRect l="-5455" r="-9091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4" name="Group 47">
              <a:extLst>
                <a:ext uri="{FF2B5EF4-FFF2-40B4-BE49-F238E27FC236}">
                  <a16:creationId xmlns:a16="http://schemas.microsoft.com/office/drawing/2014/main" id="{B8FCEED4-BC11-5301-C255-15859F6016A1}"/>
                </a:ext>
              </a:extLst>
            </p:cNvPr>
            <p:cNvGrpSpPr/>
            <p:nvPr/>
          </p:nvGrpSpPr>
          <p:grpSpPr>
            <a:xfrm>
              <a:off x="1296" y="1831"/>
              <a:ext cx="278" cy="384"/>
              <a:chOff x="3898" y="2352"/>
              <a:chExt cx="278" cy="408"/>
            </a:xfrm>
          </p:grpSpPr>
          <p:sp>
            <p:nvSpPr>
              <p:cNvPr id="45" name="Line 48">
                <a:extLst>
                  <a:ext uri="{FF2B5EF4-FFF2-40B4-BE49-F238E27FC236}">
                    <a16:creationId xmlns:a16="http://schemas.microsoft.com/office/drawing/2014/main" id="{E2940274-65E7-20BB-6AFA-1273DB7514A8}"/>
                  </a:ext>
                </a:extLst>
              </p:cNvPr>
              <p:cNvSpPr/>
              <p:nvPr/>
            </p:nvSpPr>
            <p:spPr>
              <a:xfrm flipH="1">
                <a:off x="4176" y="2352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Object 49">
                    <a:extLst>
                      <a:ext uri="{FF2B5EF4-FFF2-40B4-BE49-F238E27FC236}">
                        <a16:creationId xmlns:a16="http://schemas.microsoft.com/office/drawing/2014/main" id="{B3139629-52EE-5C48-1E31-CD9FB66174C3}"/>
                      </a:ext>
                    </a:extLst>
                  </p:cNvPr>
                  <p:cNvSpPr txBox="1"/>
                  <p:nvPr/>
                </p:nvSpPr>
                <p:spPr>
                  <a:xfrm>
                    <a:off x="3898" y="2400"/>
                    <a:ext cx="27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46" name="Object 49">
                    <a:extLst>
                      <a:ext uri="{FF2B5EF4-FFF2-40B4-BE49-F238E27FC236}">
                        <a16:creationId xmlns:a16="http://schemas.microsoft.com/office/drawing/2014/main" id="{B3139629-52EE-5C48-1E31-CD9FB66174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8" y="2400"/>
                    <a:ext cx="278" cy="36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7" name="Group 50">
            <a:extLst>
              <a:ext uri="{FF2B5EF4-FFF2-40B4-BE49-F238E27FC236}">
                <a16:creationId xmlns:a16="http://schemas.microsoft.com/office/drawing/2014/main" id="{1A4D8F36-C6D5-B111-3B79-DAC292C71425}"/>
              </a:ext>
            </a:extLst>
          </p:cNvPr>
          <p:cNvGrpSpPr/>
          <p:nvPr/>
        </p:nvGrpSpPr>
        <p:grpSpPr>
          <a:xfrm>
            <a:off x="7140484" y="1868947"/>
            <a:ext cx="3505200" cy="1973263"/>
            <a:chOff x="3024" y="797"/>
            <a:chExt cx="2208" cy="12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bject 52">
                  <a:extLst>
                    <a:ext uri="{FF2B5EF4-FFF2-40B4-BE49-F238E27FC236}">
                      <a16:creationId xmlns:a16="http://schemas.microsoft.com/office/drawing/2014/main" id="{64EA4F46-1C43-8F58-EFEF-5F9E2ECB588E}"/>
                    </a:ext>
                  </a:extLst>
                </p:cNvPr>
                <p:cNvSpPr txBox="1"/>
                <p:nvPr/>
              </p:nvSpPr>
              <p:spPr>
                <a:xfrm>
                  <a:off x="4259" y="1440"/>
                  <a:ext cx="205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59" name="Object 52">
                  <a:extLst>
                    <a:ext uri="{FF2B5EF4-FFF2-40B4-BE49-F238E27FC236}">
                      <a16:creationId xmlns:a16="http://schemas.microsoft.com/office/drawing/2014/main" id="{64EA4F46-1C43-8F58-EFEF-5F9E2ECB5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9" y="1440"/>
                  <a:ext cx="205" cy="288"/>
                </a:xfrm>
                <a:prstGeom prst="rect">
                  <a:avLst/>
                </a:prstGeom>
                <a:blipFill>
                  <a:blip r:embed="rId20"/>
                  <a:stretch>
                    <a:fillRect l="-5660" r="-1320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53">
                  <a:extLst>
                    <a:ext uri="{FF2B5EF4-FFF2-40B4-BE49-F238E27FC236}">
                      <a16:creationId xmlns:a16="http://schemas.microsoft.com/office/drawing/2014/main" id="{757741D3-B0B6-BDCB-3B35-39D2D9331809}"/>
                    </a:ext>
                  </a:extLst>
                </p:cNvPr>
                <p:cNvSpPr txBox="1"/>
                <p:nvPr/>
              </p:nvSpPr>
              <p:spPr>
                <a:xfrm>
                  <a:off x="4444" y="1632"/>
                  <a:ext cx="308" cy="40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60" name="Object 53">
                  <a:extLst>
                    <a:ext uri="{FF2B5EF4-FFF2-40B4-BE49-F238E27FC236}">
                      <a16:creationId xmlns:a16="http://schemas.microsoft.com/office/drawing/2014/main" id="{757741D3-B0B6-BDCB-3B35-39D2D9331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4" y="1632"/>
                  <a:ext cx="308" cy="40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54">
              <a:extLst>
                <a:ext uri="{FF2B5EF4-FFF2-40B4-BE49-F238E27FC236}">
                  <a16:creationId xmlns:a16="http://schemas.microsoft.com/office/drawing/2014/main" id="{8E30D023-B81B-CF04-016F-A9D225C74B81}"/>
                </a:ext>
              </a:extLst>
            </p:cNvPr>
            <p:cNvGrpSpPr/>
            <p:nvPr/>
          </p:nvGrpSpPr>
          <p:grpSpPr>
            <a:xfrm>
              <a:off x="3552" y="1104"/>
              <a:ext cx="1035" cy="634"/>
              <a:chOff x="3504" y="3168"/>
              <a:chExt cx="1035" cy="634"/>
            </a:xfrm>
          </p:grpSpPr>
          <p:sp>
            <p:nvSpPr>
              <p:cNvPr id="75" name="Oval 55">
                <a:extLst>
                  <a:ext uri="{FF2B5EF4-FFF2-40B4-BE49-F238E27FC236}">
                    <a16:creationId xmlns:a16="http://schemas.microsoft.com/office/drawing/2014/main" id="{7ED8BA7B-5FCE-1FE8-36BE-91AF3AB22BDD}"/>
                  </a:ext>
                </a:extLst>
              </p:cNvPr>
              <p:cNvSpPr/>
              <p:nvPr/>
            </p:nvSpPr>
            <p:spPr>
              <a:xfrm>
                <a:off x="3504" y="3696"/>
                <a:ext cx="96" cy="96"/>
              </a:xfrm>
              <a:prstGeom prst="ellipse">
                <a:avLst/>
              </a:prstGeom>
              <a:noFill/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Line 56">
                <a:extLst>
                  <a:ext uri="{FF2B5EF4-FFF2-40B4-BE49-F238E27FC236}">
                    <a16:creationId xmlns:a16="http://schemas.microsoft.com/office/drawing/2014/main" id="{9BEEDB3A-F144-97A5-D713-642E59E996FB}"/>
                  </a:ext>
                </a:extLst>
              </p:cNvPr>
              <p:cNvSpPr/>
              <p:nvPr/>
            </p:nvSpPr>
            <p:spPr>
              <a:xfrm flipV="1">
                <a:off x="3531" y="3168"/>
                <a:ext cx="1008" cy="53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77" name="Line 57">
                <a:extLst>
                  <a:ext uri="{FF2B5EF4-FFF2-40B4-BE49-F238E27FC236}">
                    <a16:creationId xmlns:a16="http://schemas.microsoft.com/office/drawing/2014/main" id="{D0A0833C-20B9-EDAB-D12F-6E9EA9B5AA3E}"/>
                  </a:ext>
                </a:extLst>
              </p:cNvPr>
              <p:cNvSpPr/>
              <p:nvPr/>
            </p:nvSpPr>
            <p:spPr>
              <a:xfrm flipV="1">
                <a:off x="3531" y="3264"/>
                <a:ext cx="1008" cy="53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62" name="Line 58">
              <a:extLst>
                <a:ext uri="{FF2B5EF4-FFF2-40B4-BE49-F238E27FC236}">
                  <a16:creationId xmlns:a16="http://schemas.microsoft.com/office/drawing/2014/main" id="{72AFDF3D-DB01-53F6-8249-FA2DE4CD89B7}"/>
                </a:ext>
              </a:extLst>
            </p:cNvPr>
            <p:cNvSpPr/>
            <p:nvPr/>
          </p:nvSpPr>
          <p:spPr>
            <a:xfrm>
              <a:off x="3218" y="1440"/>
              <a:ext cx="1632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3" name="Line 59">
              <a:extLst>
                <a:ext uri="{FF2B5EF4-FFF2-40B4-BE49-F238E27FC236}">
                  <a16:creationId xmlns:a16="http://schemas.microsoft.com/office/drawing/2014/main" id="{BC078E46-2078-61EF-573F-7C11CE68DF6E}"/>
                </a:ext>
              </a:extLst>
            </p:cNvPr>
            <p:cNvSpPr/>
            <p:nvPr/>
          </p:nvSpPr>
          <p:spPr>
            <a:xfrm>
              <a:off x="4130" y="1440"/>
              <a:ext cx="334" cy="48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bject 60">
                  <a:extLst>
                    <a:ext uri="{FF2B5EF4-FFF2-40B4-BE49-F238E27FC236}">
                      <a16:creationId xmlns:a16="http://schemas.microsoft.com/office/drawing/2014/main" id="{7314C627-5EBF-C49D-9F69-7E6F6ED6BFAC}"/>
                    </a:ext>
                  </a:extLst>
                </p:cNvPr>
                <p:cNvSpPr txBox="1"/>
                <p:nvPr/>
              </p:nvSpPr>
              <p:spPr>
                <a:xfrm>
                  <a:off x="4418" y="1200"/>
                  <a:ext cx="180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64" name="Object 60">
                  <a:extLst>
                    <a:ext uri="{FF2B5EF4-FFF2-40B4-BE49-F238E27FC236}">
                      <a16:creationId xmlns:a16="http://schemas.microsoft.com/office/drawing/2014/main" id="{7314C627-5EBF-C49D-9F69-7E6F6ED6B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" y="1200"/>
                  <a:ext cx="180" cy="288"/>
                </a:xfrm>
                <a:prstGeom prst="rect">
                  <a:avLst/>
                </a:prstGeom>
                <a:blipFill>
                  <a:blip r:embed="rId22"/>
                  <a:stretch>
                    <a:fillRect l="-2128" r="-34043" b="-4000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Text Box 61">
              <a:extLst>
                <a:ext uri="{FF2B5EF4-FFF2-40B4-BE49-F238E27FC236}">
                  <a16:creationId xmlns:a16="http://schemas.microsoft.com/office/drawing/2014/main" id="{1E188AE3-A9A0-5321-4951-9E100DD38E35}"/>
                </a:ext>
              </a:extLst>
            </p:cNvPr>
            <p:cNvSpPr txBox="1"/>
            <p:nvPr/>
          </p:nvSpPr>
          <p:spPr>
            <a:xfrm>
              <a:off x="3024" y="1545"/>
              <a:ext cx="72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600" b="0" i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M,N</a:t>
              </a:r>
            </a:p>
          </p:txBody>
        </p:sp>
        <p:sp>
          <p:nvSpPr>
            <p:cNvPr id="66" name="Text Box 62">
              <a:extLst>
                <a:ext uri="{FF2B5EF4-FFF2-40B4-BE49-F238E27FC236}">
                  <a16:creationId xmlns:a16="http://schemas.microsoft.com/office/drawing/2014/main" id="{1600747F-2BE2-E1B1-5C5D-210A2BF2E961}"/>
                </a:ext>
              </a:extLst>
            </p:cNvPr>
            <p:cNvSpPr txBox="1"/>
            <p:nvPr/>
          </p:nvSpPr>
          <p:spPr>
            <a:xfrm>
              <a:off x="4560" y="912"/>
              <a:ext cx="67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O,P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bject 63">
                  <a:extLst>
                    <a:ext uri="{FF2B5EF4-FFF2-40B4-BE49-F238E27FC236}">
                      <a16:creationId xmlns:a16="http://schemas.microsoft.com/office/drawing/2014/main" id="{49EBD613-332F-49AE-076B-5BBA3FB64D3D}"/>
                    </a:ext>
                  </a:extLst>
                </p:cNvPr>
                <p:cNvSpPr txBox="1"/>
                <p:nvPr/>
              </p:nvSpPr>
              <p:spPr>
                <a:xfrm>
                  <a:off x="4850" y="1344"/>
                  <a:ext cx="238" cy="3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67" name="Object 63">
                  <a:extLst>
                    <a:ext uri="{FF2B5EF4-FFF2-40B4-BE49-F238E27FC236}">
                      <a16:creationId xmlns:a16="http://schemas.microsoft.com/office/drawing/2014/main" id="{49EBD613-332F-49AE-076B-5BBA3FB64D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0" y="1344"/>
                  <a:ext cx="238" cy="30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Oval 64">
              <a:extLst>
                <a:ext uri="{FF2B5EF4-FFF2-40B4-BE49-F238E27FC236}">
                  <a16:creationId xmlns:a16="http://schemas.microsoft.com/office/drawing/2014/main" id="{1C700286-E5AA-AF29-1DCA-D0871CBDA329}"/>
                </a:ext>
              </a:extLst>
            </p:cNvPr>
            <p:cNvSpPr/>
            <p:nvPr/>
          </p:nvSpPr>
          <p:spPr>
            <a:xfrm>
              <a:off x="4536" y="1104"/>
              <a:ext cx="96" cy="96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9" name="Group 65">
              <a:extLst>
                <a:ext uri="{FF2B5EF4-FFF2-40B4-BE49-F238E27FC236}">
                  <a16:creationId xmlns:a16="http://schemas.microsoft.com/office/drawing/2014/main" id="{0C7B43BD-03BA-3CD5-583A-E7D30CBDE45D}"/>
                </a:ext>
              </a:extLst>
            </p:cNvPr>
            <p:cNvGrpSpPr/>
            <p:nvPr/>
          </p:nvGrpSpPr>
          <p:grpSpPr>
            <a:xfrm>
              <a:off x="3600" y="1680"/>
              <a:ext cx="288" cy="336"/>
              <a:chOff x="3504" y="3744"/>
              <a:chExt cx="288" cy="336"/>
            </a:xfrm>
          </p:grpSpPr>
          <p:sp>
            <p:nvSpPr>
              <p:cNvPr id="73" name="Line 66">
                <a:extLst>
                  <a:ext uri="{FF2B5EF4-FFF2-40B4-BE49-F238E27FC236}">
                    <a16:creationId xmlns:a16="http://schemas.microsoft.com/office/drawing/2014/main" id="{C5C5470E-743D-F802-387B-4999AC72514F}"/>
                  </a:ext>
                </a:extLst>
              </p:cNvPr>
              <p:cNvSpPr/>
              <p:nvPr/>
            </p:nvSpPr>
            <p:spPr>
              <a:xfrm>
                <a:off x="3504" y="3744"/>
                <a:ext cx="0" cy="288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Object 67">
                    <a:extLst>
                      <a:ext uri="{FF2B5EF4-FFF2-40B4-BE49-F238E27FC236}">
                        <a16:creationId xmlns:a16="http://schemas.microsoft.com/office/drawing/2014/main" id="{C7C9ABC1-D95D-F61F-171B-596C54EE6852}"/>
                      </a:ext>
                    </a:extLst>
                  </p:cNvPr>
                  <p:cNvSpPr txBox="1"/>
                  <p:nvPr/>
                </p:nvSpPr>
                <p:spPr>
                  <a:xfrm>
                    <a:off x="3552" y="3744"/>
                    <a:ext cx="240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74" name="Object 67">
                    <a:extLst>
                      <a:ext uri="{FF2B5EF4-FFF2-40B4-BE49-F238E27FC236}">
                        <a16:creationId xmlns:a16="http://schemas.microsoft.com/office/drawing/2014/main" id="{C7C9ABC1-D95D-F61F-171B-596C54EE68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2" y="3744"/>
                    <a:ext cx="240" cy="336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0" name="Group 68">
              <a:extLst>
                <a:ext uri="{FF2B5EF4-FFF2-40B4-BE49-F238E27FC236}">
                  <a16:creationId xmlns:a16="http://schemas.microsoft.com/office/drawing/2014/main" id="{81C74949-65C4-252E-8FA0-FF4DF42D45B6}"/>
                </a:ext>
              </a:extLst>
            </p:cNvPr>
            <p:cNvGrpSpPr/>
            <p:nvPr/>
          </p:nvGrpSpPr>
          <p:grpSpPr>
            <a:xfrm>
              <a:off x="4257" y="797"/>
              <a:ext cx="336" cy="378"/>
              <a:chOff x="4272" y="2790"/>
              <a:chExt cx="336" cy="378"/>
            </a:xfrm>
          </p:grpSpPr>
          <p:sp>
            <p:nvSpPr>
              <p:cNvPr id="71" name="Line 69">
                <a:extLst>
                  <a:ext uri="{FF2B5EF4-FFF2-40B4-BE49-F238E27FC236}">
                    <a16:creationId xmlns:a16="http://schemas.microsoft.com/office/drawing/2014/main" id="{8AD3175C-4EA6-B5DB-AD31-549C3081719C}"/>
                  </a:ext>
                </a:extLst>
              </p:cNvPr>
              <p:cNvSpPr/>
              <p:nvPr/>
            </p:nvSpPr>
            <p:spPr>
              <a:xfrm flipV="1">
                <a:off x="4608" y="2844"/>
                <a:ext cx="0" cy="324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Object 70">
                    <a:extLst>
                      <a:ext uri="{FF2B5EF4-FFF2-40B4-BE49-F238E27FC236}">
                        <a16:creationId xmlns:a16="http://schemas.microsoft.com/office/drawing/2014/main" id="{9B1BF614-18AE-8EA0-13B1-F4FF3A80C99C}"/>
                      </a:ext>
                    </a:extLst>
                  </p:cNvPr>
                  <p:cNvSpPr txBox="1"/>
                  <p:nvPr/>
                </p:nvSpPr>
                <p:spPr>
                  <a:xfrm>
                    <a:off x="4272" y="2790"/>
                    <a:ext cx="258" cy="33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72" name="Object 70">
                    <a:extLst>
                      <a:ext uri="{FF2B5EF4-FFF2-40B4-BE49-F238E27FC236}">
                        <a16:creationId xmlns:a16="http://schemas.microsoft.com/office/drawing/2014/main" id="{9B1BF614-18AE-8EA0-13B1-F4FF3A80C9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2" y="2790"/>
                    <a:ext cx="258" cy="33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bject 49">
                <a:extLst>
                  <a:ext uri="{FF2B5EF4-FFF2-40B4-BE49-F238E27FC236}">
                    <a16:creationId xmlns:a16="http://schemas.microsoft.com/office/drawing/2014/main" id="{00ECCE94-B837-7122-ABB6-F51C24397670}"/>
                  </a:ext>
                </a:extLst>
              </p:cNvPr>
              <p:cNvSpPr txBox="1"/>
              <p:nvPr/>
            </p:nvSpPr>
            <p:spPr>
              <a:xfrm>
                <a:off x="300278" y="5561676"/>
                <a:ext cx="1752600" cy="6985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8" name="Object 49">
                <a:extLst>
                  <a:ext uri="{FF2B5EF4-FFF2-40B4-BE49-F238E27FC236}">
                    <a16:creationId xmlns:a16="http://schemas.microsoft.com/office/drawing/2014/main" id="{00ECCE94-B837-7122-ABB6-F51C24397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78" y="5561676"/>
                <a:ext cx="1752600" cy="6985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20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4" grpId="0"/>
      <p:bldP spid="16" grpId="0"/>
      <p:bldP spid="7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08" name="Text Box 9"/>
              <p:cNvSpPr txBox="1">
                <a:spLocks noChangeArrowheads="1"/>
              </p:cNvSpPr>
              <p:nvPr/>
            </p:nvSpPr>
            <p:spPr bwMode="auto">
              <a:xfrm>
                <a:off x="709159" y="1461367"/>
                <a:ext cx="7875875" cy="3722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若线圈有</a:t>
                </a:r>
                <a14:m>
                  <m:oMath xmlns:m="http://schemas.openxmlformats.org/officeDocument/2006/math">
                    <m:r>
                      <a:rPr lang="en-US" altLang="zh-CN" sz="2800" b="0" u="none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匝，则</a:t>
                </a:r>
                <a:endParaRPr lang="en-US" altLang="zh-CN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800" b="0" u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𝑁𝐵𝐼𝑆</m:t>
                      </m:r>
                      <m:func>
                        <m:funcPr>
                          <m:ctrlPr>
                            <a:rPr lang="en-US" altLang="zh-CN" sz="2800" b="0" i="1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𝜃</m:t>
                          </m:r>
                        </m:e>
                      </m:func>
                      <m:r>
                        <a:rPr lang="en-US" altLang="zh-CN" sz="2800" b="0" u="none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u="none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𝑚𝐵</m:t>
                      </m:r>
                      <m:func>
                        <m:funcPr>
                          <m:ctrlPr>
                            <a:rPr lang="en-US" altLang="zh-CN" sz="2800" b="0" i="1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zh-CN" sz="2800" b="0" i="0" u="none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𝑁𝐼𝑆</m:t>
                      </m:r>
                      <m:r>
                        <a:rPr lang="en-US" altLang="zh-CN" sz="2800" b="0" i="1" u="none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线圈的磁矩，方向为平面的法线方向</m:t>
                      </m:r>
                      <m:r>
                        <a:rPr lang="en-US" altLang="zh-CN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i="0" u="none" dirty="0">
                  <a:solidFill>
                    <a:srgbClr val="0066FF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u="none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𝜃</m:t>
                    </m:r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与磁感应强度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的夹角，故</a:t>
                </a:r>
                <a:endParaRPr lang="en-US" altLang="zh-CN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u="none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</m:acc>
                      <m:r>
                        <a:rPr lang="en-US" altLang="zh-CN" sz="2800" b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800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𝒎</m:t>
                          </m:r>
                        </m:e>
                      </m:acc>
                      <m:r>
                        <a:rPr lang="en-US" altLang="zh-CN" sz="2800" b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2800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altLang="zh-CN" sz="2800" i="0" u="none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0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159" y="1461367"/>
                <a:ext cx="7875875" cy="3722429"/>
              </a:xfrm>
              <a:prstGeom prst="rect">
                <a:avLst/>
              </a:prstGeom>
              <a:blipFill>
                <a:blip r:embed="rId2"/>
                <a:stretch>
                  <a:fillRect l="-15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2EC01EC-6106-430D-AD35-BE41B4BF29FB}"/>
              </a:ext>
            </a:extLst>
          </p:cNvPr>
          <p:cNvSpPr txBox="1">
            <a:spLocks/>
          </p:cNvSpPr>
          <p:nvPr/>
        </p:nvSpPr>
        <p:spPr>
          <a:xfrm>
            <a:off x="610704" y="302723"/>
            <a:ext cx="9591040" cy="12521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载流线圈在均匀磁场中受的磁力矩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E91499C-9630-0A75-4592-AE287848D071}"/>
                  </a:ext>
                </a:extLst>
              </p:cNvPr>
              <p:cNvSpPr txBox="1"/>
              <p:nvPr/>
            </p:nvSpPr>
            <p:spPr>
              <a:xfrm>
                <a:off x="3475789" y="1031689"/>
                <a:ext cx="31364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𝐵𝐼𝑆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𝑠𝑖𝑛</m:t>
                          </m:r>
                        </m:fName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E91499C-9630-0A75-4592-AE287848D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789" y="1031689"/>
                <a:ext cx="313649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0357D30-87B7-8B6D-1544-4942CC9F39E3}"/>
              </a:ext>
            </a:extLst>
          </p:cNvPr>
          <p:cNvSpPr txBox="1"/>
          <p:nvPr/>
        </p:nvSpPr>
        <p:spPr>
          <a:xfrm>
            <a:off x="1284515" y="5204501"/>
            <a:ext cx="949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适用于任意形状的平面线圈，包括带电粒子沿闭合回路的运动以及带电粒子的自旋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4EFEBBF2-AE92-AAE7-A0B7-771BB14AB2B4}"/>
              </a:ext>
            </a:extLst>
          </p:cNvPr>
          <p:cNvGrpSpPr/>
          <p:nvPr/>
        </p:nvGrpSpPr>
        <p:grpSpPr>
          <a:xfrm>
            <a:off x="8331493" y="971467"/>
            <a:ext cx="3422650" cy="2408238"/>
            <a:chOff x="578" y="727"/>
            <a:chExt cx="2156" cy="1517"/>
          </a:xfrm>
        </p:grpSpPr>
        <p:sp>
          <p:nvSpPr>
            <p:cNvPr id="5" name="Line 14">
              <a:extLst>
                <a:ext uri="{FF2B5EF4-FFF2-40B4-BE49-F238E27FC236}">
                  <a16:creationId xmlns:a16="http://schemas.microsoft.com/office/drawing/2014/main" id="{71036BE7-043C-6ECC-49B2-8454C7FAEB18}"/>
                </a:ext>
              </a:extLst>
            </p:cNvPr>
            <p:cNvSpPr/>
            <p:nvPr/>
          </p:nvSpPr>
          <p:spPr>
            <a:xfrm>
              <a:off x="770" y="888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ABB00D90-C54C-3F86-9FBD-1D135F047951}"/>
                </a:ext>
              </a:extLst>
            </p:cNvPr>
            <p:cNvSpPr/>
            <p:nvPr/>
          </p:nvSpPr>
          <p:spPr>
            <a:xfrm>
              <a:off x="674" y="1080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CFC7AB27-C9D4-7B6E-FDB8-E31DE71C3DA5}"/>
                </a:ext>
              </a:extLst>
            </p:cNvPr>
            <p:cNvSpPr/>
            <p:nvPr/>
          </p:nvSpPr>
          <p:spPr>
            <a:xfrm>
              <a:off x="578" y="1272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0F80AE32-E95C-6AA1-AE30-7125B8DF56B3}"/>
                </a:ext>
              </a:extLst>
            </p:cNvPr>
            <p:cNvSpPr/>
            <p:nvPr/>
          </p:nvSpPr>
          <p:spPr>
            <a:xfrm>
              <a:off x="770" y="1464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98004542-FCB6-99AF-D3AB-C17B54E882DE}"/>
                </a:ext>
              </a:extLst>
            </p:cNvPr>
            <p:cNvSpPr/>
            <p:nvPr/>
          </p:nvSpPr>
          <p:spPr>
            <a:xfrm>
              <a:off x="674" y="1656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2898B9A9-8B3F-1A01-489C-4A3E62EF72C9}"/>
                </a:ext>
              </a:extLst>
            </p:cNvPr>
            <p:cNvSpPr/>
            <p:nvPr/>
          </p:nvSpPr>
          <p:spPr>
            <a:xfrm>
              <a:off x="578" y="1848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3A53742C-30A5-80A0-F3E6-D6060D8008DD}"/>
                </a:ext>
              </a:extLst>
            </p:cNvPr>
            <p:cNvSpPr/>
            <p:nvPr/>
          </p:nvSpPr>
          <p:spPr>
            <a:xfrm>
              <a:off x="722" y="2040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1">
                  <a:extLst>
                    <a:ext uri="{FF2B5EF4-FFF2-40B4-BE49-F238E27FC236}">
                      <a16:creationId xmlns:a16="http://schemas.microsoft.com/office/drawing/2014/main" id="{45B971C9-C70B-1D25-A3F1-18D7EF5FA13A}"/>
                    </a:ext>
                  </a:extLst>
                </p:cNvPr>
                <p:cNvSpPr txBox="1"/>
                <p:nvPr/>
              </p:nvSpPr>
              <p:spPr>
                <a:xfrm>
                  <a:off x="2496" y="1344"/>
                  <a:ext cx="238" cy="3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12" name="Object 21">
                  <a:extLst>
                    <a:ext uri="{FF2B5EF4-FFF2-40B4-BE49-F238E27FC236}">
                      <a16:creationId xmlns:a16="http://schemas.microsoft.com/office/drawing/2014/main" id="{45B971C9-C70B-1D25-A3F1-18D7EF5FA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" y="1344"/>
                  <a:ext cx="238" cy="3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22">
              <a:extLst>
                <a:ext uri="{FF2B5EF4-FFF2-40B4-BE49-F238E27FC236}">
                  <a16:creationId xmlns:a16="http://schemas.microsoft.com/office/drawing/2014/main" id="{A230B691-3686-BC6A-53B6-8A067A7E183C}"/>
                </a:ext>
              </a:extLst>
            </p:cNvPr>
            <p:cNvGrpSpPr/>
            <p:nvPr/>
          </p:nvGrpSpPr>
          <p:grpSpPr>
            <a:xfrm>
              <a:off x="720" y="1608"/>
              <a:ext cx="530" cy="384"/>
              <a:chOff x="3312" y="2088"/>
              <a:chExt cx="530" cy="384"/>
            </a:xfrm>
          </p:grpSpPr>
          <p:sp>
            <p:nvSpPr>
              <p:cNvPr id="41" name="Line 23">
                <a:extLst>
                  <a:ext uri="{FF2B5EF4-FFF2-40B4-BE49-F238E27FC236}">
                    <a16:creationId xmlns:a16="http://schemas.microsoft.com/office/drawing/2014/main" id="{40DAE0B4-49D0-91E3-AB41-42E87FBEA8A3}"/>
                  </a:ext>
                </a:extLst>
              </p:cNvPr>
              <p:cNvSpPr/>
              <p:nvPr/>
            </p:nvSpPr>
            <p:spPr>
              <a:xfrm flipH="1">
                <a:off x="3506" y="2088"/>
                <a:ext cx="336" cy="19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Object 24">
                    <a:extLst>
                      <a:ext uri="{FF2B5EF4-FFF2-40B4-BE49-F238E27FC236}">
                        <a16:creationId xmlns:a16="http://schemas.microsoft.com/office/drawing/2014/main" id="{286732FF-E70D-B8B7-7BB5-A78C4672939C}"/>
                      </a:ext>
                    </a:extLst>
                  </p:cNvPr>
                  <p:cNvSpPr txBox="1"/>
                  <p:nvPr/>
                </p:nvSpPr>
                <p:spPr>
                  <a:xfrm>
                    <a:off x="3312" y="2112"/>
                    <a:ext cx="25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42" name="Object 24">
                    <a:extLst>
                      <a:ext uri="{FF2B5EF4-FFF2-40B4-BE49-F238E27FC236}">
                        <a16:creationId xmlns:a16="http://schemas.microsoft.com/office/drawing/2014/main" id="{286732FF-E70D-B8B7-7BB5-A78C467293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2" y="2112"/>
                    <a:ext cx="258" cy="36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25">
              <a:extLst>
                <a:ext uri="{FF2B5EF4-FFF2-40B4-BE49-F238E27FC236}">
                  <a16:creationId xmlns:a16="http://schemas.microsoft.com/office/drawing/2014/main" id="{A6665C71-B4ED-C127-F159-475346AB2849}"/>
                </a:ext>
              </a:extLst>
            </p:cNvPr>
            <p:cNvGrpSpPr/>
            <p:nvPr/>
          </p:nvGrpSpPr>
          <p:grpSpPr>
            <a:xfrm>
              <a:off x="1258" y="727"/>
              <a:ext cx="280" cy="401"/>
              <a:chOff x="3850" y="1207"/>
              <a:chExt cx="280" cy="401"/>
            </a:xfrm>
          </p:grpSpPr>
          <p:sp>
            <p:nvSpPr>
              <p:cNvPr id="39" name="Line 26">
                <a:extLst>
                  <a:ext uri="{FF2B5EF4-FFF2-40B4-BE49-F238E27FC236}">
                    <a16:creationId xmlns:a16="http://schemas.microsoft.com/office/drawing/2014/main" id="{84DCB4F2-88E9-270D-4749-3BAACF269803}"/>
                  </a:ext>
                </a:extLst>
              </p:cNvPr>
              <p:cNvSpPr/>
              <p:nvPr/>
            </p:nvSpPr>
            <p:spPr>
              <a:xfrm flipH="1" flipV="1">
                <a:off x="4128" y="1248"/>
                <a:ext cx="2" cy="360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Object 27">
                    <a:extLst>
                      <a:ext uri="{FF2B5EF4-FFF2-40B4-BE49-F238E27FC236}">
                        <a16:creationId xmlns:a16="http://schemas.microsoft.com/office/drawing/2014/main" id="{4C1062D8-1326-E213-EF47-FC7F73AA2E41}"/>
                      </a:ext>
                    </a:extLst>
                  </p:cNvPr>
                  <p:cNvSpPr txBox="1"/>
                  <p:nvPr/>
                </p:nvSpPr>
                <p:spPr>
                  <a:xfrm>
                    <a:off x="3850" y="1207"/>
                    <a:ext cx="278" cy="377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40" name="Object 27">
                    <a:extLst>
                      <a:ext uri="{FF2B5EF4-FFF2-40B4-BE49-F238E27FC236}">
                        <a16:creationId xmlns:a16="http://schemas.microsoft.com/office/drawing/2014/main" id="{4C1062D8-1326-E213-EF47-FC7F73AA2E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0" y="1207"/>
                    <a:ext cx="278" cy="3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28">
              <a:extLst>
                <a:ext uri="{FF2B5EF4-FFF2-40B4-BE49-F238E27FC236}">
                  <a16:creationId xmlns:a16="http://schemas.microsoft.com/office/drawing/2014/main" id="{851CE11B-C1C2-934E-4422-3E8FE1E9CD71}"/>
                </a:ext>
              </a:extLst>
            </p:cNvPr>
            <p:cNvGrpSpPr/>
            <p:nvPr/>
          </p:nvGrpSpPr>
          <p:grpSpPr>
            <a:xfrm>
              <a:off x="1250" y="1032"/>
              <a:ext cx="576" cy="912"/>
              <a:chOff x="1920" y="1824"/>
              <a:chExt cx="576" cy="912"/>
            </a:xfrm>
          </p:grpSpPr>
          <p:sp>
            <p:nvSpPr>
              <p:cNvPr id="35" name="Line 29">
                <a:extLst>
                  <a:ext uri="{FF2B5EF4-FFF2-40B4-BE49-F238E27FC236}">
                    <a16:creationId xmlns:a16="http://schemas.microsoft.com/office/drawing/2014/main" id="{710F1588-9ABB-1446-62F0-FBDAFF8C7727}"/>
                  </a:ext>
                </a:extLst>
              </p:cNvPr>
              <p:cNvSpPr/>
              <p:nvPr/>
            </p:nvSpPr>
            <p:spPr>
              <a:xfrm>
                <a:off x="1920" y="2016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6" name="Line 30">
                <a:extLst>
                  <a:ext uri="{FF2B5EF4-FFF2-40B4-BE49-F238E27FC236}">
                    <a16:creationId xmlns:a16="http://schemas.microsoft.com/office/drawing/2014/main" id="{976C6FC6-05A2-DD0E-2B5C-9C020A2CA9E2}"/>
                  </a:ext>
                </a:extLst>
              </p:cNvPr>
              <p:cNvSpPr/>
              <p:nvPr/>
            </p:nvSpPr>
            <p:spPr>
              <a:xfrm>
                <a:off x="2496" y="1824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7" name="Line 31">
                <a:extLst>
                  <a:ext uri="{FF2B5EF4-FFF2-40B4-BE49-F238E27FC236}">
                    <a16:creationId xmlns:a16="http://schemas.microsoft.com/office/drawing/2014/main" id="{8DDC7406-10E2-81AD-F575-7839A9638B9C}"/>
                  </a:ext>
                </a:extLst>
              </p:cNvPr>
              <p:cNvSpPr/>
              <p:nvPr/>
            </p:nvSpPr>
            <p:spPr>
              <a:xfrm flipV="1">
                <a:off x="1920" y="1824"/>
                <a:ext cx="576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8" name="Line 32">
                <a:extLst>
                  <a:ext uri="{FF2B5EF4-FFF2-40B4-BE49-F238E27FC236}">
                    <a16:creationId xmlns:a16="http://schemas.microsoft.com/office/drawing/2014/main" id="{332DA609-A0C6-7687-C943-56C1A50197BA}"/>
                  </a:ext>
                </a:extLst>
              </p:cNvPr>
              <p:cNvSpPr/>
              <p:nvPr/>
            </p:nvSpPr>
            <p:spPr>
              <a:xfrm flipV="1">
                <a:off x="1920" y="2544"/>
                <a:ext cx="576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18" name="Text Box 33">
              <a:extLst>
                <a:ext uri="{FF2B5EF4-FFF2-40B4-BE49-F238E27FC236}">
                  <a16:creationId xmlns:a16="http://schemas.microsoft.com/office/drawing/2014/main" id="{9F33D88E-F280-F628-3372-B91213A4D0F1}"/>
                </a:ext>
              </a:extLst>
            </p:cNvPr>
            <p:cNvSpPr txBox="1"/>
            <p:nvPr/>
          </p:nvSpPr>
          <p:spPr>
            <a:xfrm>
              <a:off x="988" y="1056"/>
              <a:ext cx="21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9" name="Text Box 34">
              <a:extLst>
                <a:ext uri="{FF2B5EF4-FFF2-40B4-BE49-F238E27FC236}">
                  <a16:creationId xmlns:a16="http://schemas.microsoft.com/office/drawing/2014/main" id="{5DAB21C0-D249-B0F0-9A0D-06C810E7C5AB}"/>
                </a:ext>
              </a:extLst>
            </p:cNvPr>
            <p:cNvSpPr txBox="1"/>
            <p:nvPr/>
          </p:nvSpPr>
          <p:spPr>
            <a:xfrm>
              <a:off x="1079" y="1881"/>
              <a:ext cx="257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0" name="Text Box 35">
              <a:extLst>
                <a:ext uri="{FF2B5EF4-FFF2-40B4-BE49-F238E27FC236}">
                  <a16:creationId xmlns:a16="http://schemas.microsoft.com/office/drawing/2014/main" id="{9331B78B-E5E9-A7F0-97E7-FF92928F8047}"/>
                </a:ext>
              </a:extLst>
            </p:cNvPr>
            <p:cNvSpPr txBox="1"/>
            <p:nvPr/>
          </p:nvSpPr>
          <p:spPr>
            <a:xfrm>
              <a:off x="1776" y="1584"/>
              <a:ext cx="26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1" name="Text Box 36">
              <a:extLst>
                <a:ext uri="{FF2B5EF4-FFF2-40B4-BE49-F238E27FC236}">
                  <a16:creationId xmlns:a16="http://schemas.microsoft.com/office/drawing/2014/main" id="{469F5F26-7525-FFF4-F88D-13DD7FDEE713}"/>
                </a:ext>
              </a:extLst>
            </p:cNvPr>
            <p:cNvSpPr txBox="1"/>
            <p:nvPr/>
          </p:nvSpPr>
          <p:spPr>
            <a:xfrm>
              <a:off x="1811" y="825"/>
              <a:ext cx="245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2" name="Line 37">
              <a:extLst>
                <a:ext uri="{FF2B5EF4-FFF2-40B4-BE49-F238E27FC236}">
                  <a16:creationId xmlns:a16="http://schemas.microsoft.com/office/drawing/2014/main" id="{16C2EAC4-8531-689F-7329-3CA33E3F374E}"/>
                </a:ext>
              </a:extLst>
            </p:cNvPr>
            <p:cNvSpPr/>
            <p:nvPr/>
          </p:nvSpPr>
          <p:spPr>
            <a:xfrm>
              <a:off x="1250" y="1440"/>
              <a:ext cx="1" cy="9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" name="Text Box 38">
              <a:extLst>
                <a:ext uri="{FF2B5EF4-FFF2-40B4-BE49-F238E27FC236}">
                  <a16:creationId xmlns:a16="http://schemas.microsoft.com/office/drawing/2014/main" id="{AD98C397-7CA4-FC22-E5C2-D0F3E5FB6BCB}"/>
                </a:ext>
              </a:extLst>
            </p:cNvPr>
            <p:cNvSpPr txBox="1"/>
            <p:nvPr/>
          </p:nvSpPr>
          <p:spPr>
            <a:xfrm>
              <a:off x="1250" y="1392"/>
              <a:ext cx="18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4" name="Line 39">
              <a:extLst>
                <a:ext uri="{FF2B5EF4-FFF2-40B4-BE49-F238E27FC236}">
                  <a16:creationId xmlns:a16="http://schemas.microsoft.com/office/drawing/2014/main" id="{415357F5-26FF-6865-160E-134D85078989}"/>
                </a:ext>
              </a:extLst>
            </p:cNvPr>
            <p:cNvSpPr/>
            <p:nvPr/>
          </p:nvSpPr>
          <p:spPr>
            <a:xfrm>
              <a:off x="1538" y="1464"/>
              <a:ext cx="334" cy="504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40">
                  <a:extLst>
                    <a:ext uri="{FF2B5EF4-FFF2-40B4-BE49-F238E27FC236}">
                      <a16:creationId xmlns:a16="http://schemas.microsoft.com/office/drawing/2014/main" id="{4A73D506-6611-35BC-01E5-7B91FE4E3853}"/>
                    </a:ext>
                  </a:extLst>
                </p:cNvPr>
                <p:cNvSpPr txBox="1"/>
                <p:nvPr/>
              </p:nvSpPr>
              <p:spPr>
                <a:xfrm>
                  <a:off x="1872" y="1836"/>
                  <a:ext cx="308" cy="40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25" name="Object 40">
                  <a:extLst>
                    <a:ext uri="{FF2B5EF4-FFF2-40B4-BE49-F238E27FC236}">
                      <a16:creationId xmlns:a16="http://schemas.microsoft.com/office/drawing/2014/main" id="{4A73D506-6611-35BC-01E5-7B91FE4E3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2" y="1836"/>
                  <a:ext cx="308" cy="4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oup 41">
              <a:extLst>
                <a:ext uri="{FF2B5EF4-FFF2-40B4-BE49-F238E27FC236}">
                  <a16:creationId xmlns:a16="http://schemas.microsoft.com/office/drawing/2014/main" id="{EF5CEE56-5C24-4060-BAC6-9457DF60D7D7}"/>
                </a:ext>
              </a:extLst>
            </p:cNvPr>
            <p:cNvGrpSpPr/>
            <p:nvPr/>
          </p:nvGrpSpPr>
          <p:grpSpPr>
            <a:xfrm>
              <a:off x="1826" y="1032"/>
              <a:ext cx="574" cy="360"/>
              <a:chOff x="4418" y="1512"/>
              <a:chExt cx="574" cy="360"/>
            </a:xfrm>
          </p:grpSpPr>
          <p:sp>
            <p:nvSpPr>
              <p:cNvPr id="33" name="Line 42">
                <a:extLst>
                  <a:ext uri="{FF2B5EF4-FFF2-40B4-BE49-F238E27FC236}">
                    <a16:creationId xmlns:a16="http://schemas.microsoft.com/office/drawing/2014/main" id="{6ECC68FA-3D46-3062-9D3B-0C29836CD58B}"/>
                  </a:ext>
                </a:extLst>
              </p:cNvPr>
              <p:cNvSpPr/>
              <p:nvPr/>
            </p:nvSpPr>
            <p:spPr>
              <a:xfrm flipV="1">
                <a:off x="4418" y="1632"/>
                <a:ext cx="336" cy="19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bject 43">
                    <a:extLst>
                      <a:ext uri="{FF2B5EF4-FFF2-40B4-BE49-F238E27FC236}">
                        <a16:creationId xmlns:a16="http://schemas.microsoft.com/office/drawing/2014/main" id="{A589F1F0-2DC4-3C23-277F-2EC10B7E6633}"/>
                      </a:ext>
                    </a:extLst>
                  </p:cNvPr>
                  <p:cNvSpPr txBox="1"/>
                  <p:nvPr/>
                </p:nvSpPr>
                <p:spPr>
                  <a:xfrm>
                    <a:off x="4714" y="1512"/>
                    <a:ext cx="27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34" name="Object 43">
                    <a:extLst>
                      <a:ext uri="{FF2B5EF4-FFF2-40B4-BE49-F238E27FC236}">
                        <a16:creationId xmlns:a16="http://schemas.microsoft.com/office/drawing/2014/main" id="{A589F1F0-2DC4-3C23-277F-2EC10B7E66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4" y="1512"/>
                    <a:ext cx="278" cy="36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Line 44">
              <a:extLst>
                <a:ext uri="{FF2B5EF4-FFF2-40B4-BE49-F238E27FC236}">
                  <a16:creationId xmlns:a16="http://schemas.microsoft.com/office/drawing/2014/main" id="{ABE1E0B5-5785-3B59-BA1B-B154D689FEE2}"/>
                </a:ext>
              </a:extLst>
            </p:cNvPr>
            <p:cNvSpPr/>
            <p:nvPr/>
          </p:nvSpPr>
          <p:spPr>
            <a:xfrm>
              <a:off x="1536" y="1464"/>
              <a:ext cx="912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8" name="Line 45">
              <a:extLst>
                <a:ext uri="{FF2B5EF4-FFF2-40B4-BE49-F238E27FC236}">
                  <a16:creationId xmlns:a16="http://schemas.microsoft.com/office/drawing/2014/main" id="{83405936-15C9-08C2-D1BF-E4028479F1AF}"/>
                </a:ext>
              </a:extLst>
            </p:cNvPr>
            <p:cNvSpPr/>
            <p:nvPr/>
          </p:nvSpPr>
          <p:spPr>
            <a:xfrm flipV="1">
              <a:off x="1826" y="1392"/>
              <a:ext cx="1" cy="9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46">
                  <a:extLst>
                    <a:ext uri="{FF2B5EF4-FFF2-40B4-BE49-F238E27FC236}">
                      <a16:creationId xmlns:a16="http://schemas.microsoft.com/office/drawing/2014/main" id="{12B9311C-2015-0104-C859-5207BB774946}"/>
                    </a:ext>
                  </a:extLst>
                </p:cNvPr>
                <p:cNvSpPr txBox="1"/>
                <p:nvPr/>
              </p:nvSpPr>
              <p:spPr>
                <a:xfrm>
                  <a:off x="1632" y="1433"/>
                  <a:ext cx="210" cy="29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29" name="Object 46">
                  <a:extLst>
                    <a:ext uri="{FF2B5EF4-FFF2-40B4-BE49-F238E27FC236}">
                      <a16:creationId xmlns:a16="http://schemas.microsoft.com/office/drawing/2014/main" id="{12B9311C-2015-0104-C859-5207BB774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2" y="1433"/>
                  <a:ext cx="210" cy="295"/>
                </a:xfrm>
                <a:prstGeom prst="rect">
                  <a:avLst/>
                </a:prstGeom>
                <a:blipFill>
                  <a:blip r:embed="rId9"/>
                  <a:stretch>
                    <a:fillRect l="-3636" r="-10909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Group 47">
              <a:extLst>
                <a:ext uri="{FF2B5EF4-FFF2-40B4-BE49-F238E27FC236}">
                  <a16:creationId xmlns:a16="http://schemas.microsoft.com/office/drawing/2014/main" id="{DCB26491-701F-2D9A-7906-65B68E96B243}"/>
                </a:ext>
              </a:extLst>
            </p:cNvPr>
            <p:cNvGrpSpPr/>
            <p:nvPr/>
          </p:nvGrpSpPr>
          <p:grpSpPr>
            <a:xfrm>
              <a:off x="1296" y="1831"/>
              <a:ext cx="278" cy="384"/>
              <a:chOff x="3898" y="2352"/>
              <a:chExt cx="278" cy="408"/>
            </a:xfrm>
          </p:grpSpPr>
          <p:sp>
            <p:nvSpPr>
              <p:cNvPr id="31" name="Line 48">
                <a:extLst>
                  <a:ext uri="{FF2B5EF4-FFF2-40B4-BE49-F238E27FC236}">
                    <a16:creationId xmlns:a16="http://schemas.microsoft.com/office/drawing/2014/main" id="{E74633F8-2629-C429-079D-A1CFF4867A94}"/>
                  </a:ext>
                </a:extLst>
              </p:cNvPr>
              <p:cNvSpPr/>
              <p:nvPr/>
            </p:nvSpPr>
            <p:spPr>
              <a:xfrm flipH="1">
                <a:off x="4176" y="2352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Object 49">
                    <a:extLst>
                      <a:ext uri="{FF2B5EF4-FFF2-40B4-BE49-F238E27FC236}">
                        <a16:creationId xmlns:a16="http://schemas.microsoft.com/office/drawing/2014/main" id="{1A074AEA-ACB2-AD1B-4C47-87815FA905BF}"/>
                      </a:ext>
                    </a:extLst>
                  </p:cNvPr>
                  <p:cNvSpPr txBox="1"/>
                  <p:nvPr/>
                </p:nvSpPr>
                <p:spPr>
                  <a:xfrm>
                    <a:off x="3898" y="2400"/>
                    <a:ext cx="27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32" name="Object 49">
                    <a:extLst>
                      <a:ext uri="{FF2B5EF4-FFF2-40B4-BE49-F238E27FC236}">
                        <a16:creationId xmlns:a16="http://schemas.microsoft.com/office/drawing/2014/main" id="{1A074AEA-ACB2-AD1B-4C47-87815FA905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8" y="2400"/>
                    <a:ext cx="278" cy="36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52226732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/>
          <p:nvPr/>
        </p:nvGrpSpPr>
        <p:grpSpPr>
          <a:xfrm>
            <a:off x="7897586" y="1876199"/>
            <a:ext cx="3276600" cy="3338513"/>
            <a:chOff x="3448" y="1469"/>
            <a:chExt cx="2064" cy="2103"/>
          </a:xfrm>
        </p:grpSpPr>
        <p:sp>
          <p:nvSpPr>
            <p:cNvPr id="29724" name="Freeform 4"/>
            <p:cNvSpPr/>
            <p:nvPr/>
          </p:nvSpPr>
          <p:spPr>
            <a:xfrm>
              <a:off x="4356" y="1572"/>
              <a:ext cx="3" cy="1099"/>
            </a:xfrm>
            <a:custGeom>
              <a:avLst/>
              <a:gdLst/>
              <a:ahLst/>
              <a:cxnLst>
                <a:cxn ang="0">
                  <a:pos x="3" y="1099"/>
                </a:cxn>
                <a:cxn ang="0">
                  <a:pos x="0" y="0"/>
                </a:cxn>
              </a:cxnLst>
              <a:rect l="0" t="0" r="0" b="0"/>
              <a:pathLst>
                <a:path w="3" h="1099">
                  <a:moveTo>
                    <a:pt x="3" y="1099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9725" name="AutoShape 5"/>
            <p:cNvSpPr/>
            <p:nvPr/>
          </p:nvSpPr>
          <p:spPr>
            <a:xfrm>
              <a:off x="3752" y="2056"/>
              <a:ext cx="1214" cy="1241"/>
            </a:xfrm>
            <a:custGeom>
              <a:avLst/>
              <a:gdLst>
                <a:gd name="txL" fmla="*/ 3167 w 21600"/>
                <a:gd name="txT" fmla="*/ 3168 h 21600"/>
                <a:gd name="txR" fmla="*/ 18433 w 21600"/>
                <a:gd name="txB" fmla="*/ 18432 h 21600"/>
              </a:gdLst>
              <a:ahLst/>
              <a:cxnLst>
                <a:cxn ang="0">
                  <a:pos x="607" y="0"/>
                </a:cxn>
                <a:cxn ang="0">
                  <a:pos x="178" y="182"/>
                </a:cxn>
                <a:cxn ang="0">
                  <a:pos x="0" y="621"/>
                </a:cxn>
                <a:cxn ang="0">
                  <a:pos x="178" y="1059"/>
                </a:cxn>
                <a:cxn ang="0">
                  <a:pos x="607" y="1241"/>
                </a:cxn>
                <a:cxn ang="0">
                  <a:pos x="1036" y="1059"/>
                </a:cxn>
                <a:cxn ang="0">
                  <a:pos x="1214" y="621"/>
                </a:cxn>
                <a:cxn ang="0">
                  <a:pos x="1036" y="182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35" y="10800"/>
                  </a:moveTo>
                  <a:cubicBezTo>
                    <a:pt x="1035" y="16193"/>
                    <a:pt x="5407" y="20565"/>
                    <a:pt x="10800" y="20565"/>
                  </a:cubicBezTo>
                  <a:cubicBezTo>
                    <a:pt x="16193" y="20565"/>
                    <a:pt x="20565" y="16193"/>
                    <a:pt x="20565" y="10800"/>
                  </a:cubicBezTo>
                  <a:cubicBezTo>
                    <a:pt x="20565" y="5407"/>
                    <a:pt x="16193" y="1035"/>
                    <a:pt x="10800" y="1035"/>
                  </a:cubicBezTo>
                  <a:cubicBezTo>
                    <a:pt x="5407" y="1035"/>
                    <a:pt x="1035" y="5407"/>
                    <a:pt x="1035" y="10800"/>
                  </a:cubicBez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9726" name="Line 6"/>
            <p:cNvSpPr/>
            <p:nvPr/>
          </p:nvSpPr>
          <p:spPr>
            <a:xfrm>
              <a:off x="4359" y="2670"/>
              <a:ext cx="115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27" name="Line 7"/>
            <p:cNvSpPr/>
            <p:nvPr/>
          </p:nvSpPr>
          <p:spPr>
            <a:xfrm>
              <a:off x="3544" y="1805"/>
              <a:ext cx="1821" cy="0"/>
            </a:xfrm>
            <a:prstGeom prst="line">
              <a:avLst/>
            </a:prstGeom>
            <a:ln w="19050" cap="flat" cmpd="sng">
              <a:solidFill>
                <a:srgbClr val="0066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28" name="Text Box 8"/>
            <p:cNvSpPr txBox="1"/>
            <p:nvPr/>
          </p:nvSpPr>
          <p:spPr>
            <a:xfrm>
              <a:off x="3448" y="2189"/>
              <a:ext cx="18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A50021"/>
                  </a:solidFill>
                  <a:latin typeface="PMingLiU" panose="02020500000000000000" pitchFamily="18" charset="-120"/>
                  <a:ea typeface="PMingLiU" panose="02020500000000000000" pitchFamily="18" charset="-120"/>
                </a:rPr>
                <a:t>I</a:t>
              </a:r>
              <a:endParaRPr lang="en-US" altLang="zh-CN" sz="2800" i="1" dirty="0">
                <a:latin typeface="PMingLiU" panose="02020500000000000000" pitchFamily="18" charset="-120"/>
                <a:ea typeface="PMingLiU" panose="02020500000000000000" pitchFamily="18" charset="-120"/>
              </a:endParaRPr>
            </a:p>
          </p:txBody>
        </p:sp>
        <p:sp>
          <p:nvSpPr>
            <p:cNvPr id="29729" name="Text Box 9"/>
            <p:cNvSpPr txBox="1"/>
            <p:nvPr/>
          </p:nvSpPr>
          <p:spPr>
            <a:xfrm>
              <a:off x="3994" y="1626"/>
              <a:ext cx="1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30" name="Object 10"/>
                <p:cNvSpPr txBox="1"/>
                <p:nvPr/>
              </p:nvSpPr>
              <p:spPr>
                <a:xfrm>
                  <a:off x="5136" y="1469"/>
                  <a:ext cx="248" cy="30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730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6" y="1469"/>
                  <a:ext cx="248" cy="30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31" name="Line 11"/>
            <p:cNvSpPr/>
            <p:nvPr/>
          </p:nvSpPr>
          <p:spPr>
            <a:xfrm flipV="1">
              <a:off x="4359" y="2381"/>
              <a:ext cx="481" cy="28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32" name="Line 12"/>
            <p:cNvSpPr/>
            <p:nvPr/>
          </p:nvSpPr>
          <p:spPr>
            <a:xfrm flipH="1" flipV="1">
              <a:off x="3456" y="2669"/>
              <a:ext cx="903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33" name="Text Box 13"/>
            <p:cNvSpPr txBox="1"/>
            <p:nvPr/>
          </p:nvSpPr>
          <p:spPr>
            <a:xfrm>
              <a:off x="4648" y="2381"/>
              <a:ext cx="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34" name="Object 14"/>
                <p:cNvSpPr txBox="1"/>
                <p:nvPr/>
              </p:nvSpPr>
              <p:spPr>
                <a:xfrm>
                  <a:off x="4085" y="1517"/>
                  <a:ext cx="227" cy="2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29734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5" y="1517"/>
                  <a:ext cx="227" cy="267"/>
                </a:xfrm>
                <a:prstGeom prst="rect">
                  <a:avLst/>
                </a:prstGeom>
                <a:blipFill>
                  <a:blip r:embed="rId3"/>
                  <a:stretch>
                    <a:fillRect l="-5000" r="-1667" b="-21429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35" name="Object 15"/>
                <p:cNvSpPr txBox="1"/>
                <p:nvPr/>
              </p:nvSpPr>
              <p:spPr>
                <a:xfrm>
                  <a:off x="3648" y="3245"/>
                  <a:ext cx="207" cy="20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2973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8" y="3245"/>
                  <a:ext cx="207" cy="205"/>
                </a:xfrm>
                <a:prstGeom prst="rect">
                  <a:avLst/>
                </a:prstGeom>
                <a:blipFill>
                  <a:blip r:embed="rId4"/>
                  <a:stretch>
                    <a:fillRect b="-259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36" name="Text Box 16"/>
            <p:cNvSpPr txBox="1"/>
            <p:nvPr/>
          </p:nvSpPr>
          <p:spPr>
            <a:xfrm>
              <a:off x="3504" y="2582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37" name="Text Box 17"/>
            <p:cNvSpPr txBox="1"/>
            <p:nvPr/>
          </p:nvSpPr>
          <p:spPr>
            <a:xfrm>
              <a:off x="4145" y="1814"/>
              <a:ext cx="31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29738" name="Text Box 18"/>
            <p:cNvSpPr txBox="1"/>
            <p:nvPr/>
          </p:nvSpPr>
          <p:spPr>
            <a:xfrm>
              <a:off x="4896" y="2621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9739" name="Text Box 19"/>
            <p:cNvSpPr txBox="1"/>
            <p:nvPr/>
          </p:nvSpPr>
          <p:spPr>
            <a:xfrm>
              <a:off x="4254" y="3245"/>
              <a:ext cx="3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9740" name="Line 20"/>
            <p:cNvSpPr/>
            <p:nvPr/>
          </p:nvSpPr>
          <p:spPr>
            <a:xfrm flipH="1">
              <a:off x="3648" y="2669"/>
              <a:ext cx="720" cy="6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9741" name="Text Box 21"/>
            <p:cNvSpPr txBox="1"/>
            <p:nvPr/>
          </p:nvSpPr>
          <p:spPr>
            <a:xfrm>
              <a:off x="4032" y="2573"/>
              <a:ext cx="2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42" name="Object 22"/>
                <p:cNvSpPr txBox="1"/>
                <p:nvPr/>
              </p:nvSpPr>
              <p:spPr>
                <a:xfrm>
                  <a:off x="5272" y="2669"/>
                  <a:ext cx="220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9742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2" y="2669"/>
                  <a:ext cx="220" cy="240"/>
                </a:xfrm>
                <a:prstGeom prst="rect">
                  <a:avLst/>
                </a:prstGeom>
                <a:blipFill>
                  <a:blip r:embed="rId5"/>
                  <a:stretch>
                    <a:fillRect b="-793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43" name="AutoShape 23"/>
            <p:cNvSpPr/>
            <p:nvPr/>
          </p:nvSpPr>
          <p:spPr>
            <a:xfrm rot="1402004">
              <a:off x="3648" y="2189"/>
              <a:ext cx="96" cy="384"/>
            </a:xfrm>
            <a:prstGeom prst="curvedRightArrow">
              <a:avLst>
                <a:gd name="adj1" fmla="val 80000"/>
                <a:gd name="adj2" fmla="val 160000"/>
                <a:gd name="adj3" fmla="val 33333"/>
              </a:avLst>
            </a:prstGeom>
            <a:solidFill>
              <a:schemeClr val="accent1"/>
            </a:solidFill>
            <a:ln w="19050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sz="2800" dirty="0">
                <a:solidFill>
                  <a:srgbClr val="FF33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9699" name="Text Box 24"/>
          <p:cNvSpPr txBox="1"/>
          <p:nvPr/>
        </p:nvSpPr>
        <p:spPr>
          <a:xfrm>
            <a:off x="1551669" y="592920"/>
            <a:ext cx="8626475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可绕</a:t>
            </a:r>
            <a:r>
              <a:rPr lang="en-US" altLang="zh-CN" sz="2800" dirty="0">
                <a:latin typeface="Times New Roman" panose="02020603050405020304" pitchFamily="18" charset="0"/>
              </a:rPr>
              <a:t>y</a:t>
            </a:r>
            <a:r>
              <a:rPr lang="zh-CN" altLang="en-US" sz="2800" dirty="0">
                <a:latin typeface="Times New Roman" panose="02020603050405020304" pitchFamily="18" charset="0"/>
              </a:rPr>
              <a:t>轴旋转的圆形载流线圈放在均匀磁场中 ，磁感应强度的方向沿 </a:t>
            </a:r>
            <a:r>
              <a:rPr lang="en-US" altLang="zh-CN" sz="2800" i="1" dirty="0">
                <a:latin typeface="Times New Roman" panose="02020603050405020304" pitchFamily="18" charset="0"/>
              </a:rPr>
              <a:t>x </a:t>
            </a:r>
            <a:r>
              <a:rPr lang="zh-CN" altLang="en-US" sz="2800" dirty="0">
                <a:latin typeface="Times New Roman" panose="02020603050405020304" pitchFamily="18" charset="0"/>
              </a:rPr>
              <a:t>轴正向。线圈所受的磁力矩为多少？</a:t>
            </a:r>
          </a:p>
        </p:txBody>
      </p:sp>
      <p:grpSp>
        <p:nvGrpSpPr>
          <p:cNvPr id="243738" name="Group 26"/>
          <p:cNvGrpSpPr/>
          <p:nvPr/>
        </p:nvGrpSpPr>
        <p:grpSpPr>
          <a:xfrm>
            <a:off x="9262836" y="3203349"/>
            <a:ext cx="393700" cy="414338"/>
            <a:chOff x="4308" y="2228"/>
            <a:chExt cx="248" cy="261"/>
          </a:xfrm>
        </p:grpSpPr>
        <p:sp>
          <p:nvSpPr>
            <p:cNvPr id="29721" name="Freeform 27"/>
            <p:cNvSpPr/>
            <p:nvPr/>
          </p:nvSpPr>
          <p:spPr>
            <a:xfrm>
              <a:off x="4359" y="2275"/>
              <a:ext cx="197" cy="8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06" y="11"/>
                </a:cxn>
                <a:cxn ang="0">
                  <a:pos x="197" y="80"/>
                </a:cxn>
              </a:cxnLst>
              <a:rect l="0" t="0" r="0" b="0"/>
              <a:pathLst>
                <a:path w="156" h="63">
                  <a:moveTo>
                    <a:pt x="0" y="9"/>
                  </a:moveTo>
                  <a:cubicBezTo>
                    <a:pt x="14" y="9"/>
                    <a:pt x="58" y="0"/>
                    <a:pt x="84" y="9"/>
                  </a:cubicBezTo>
                  <a:cubicBezTo>
                    <a:pt x="110" y="18"/>
                    <a:pt x="141" y="52"/>
                    <a:pt x="156" y="63"/>
                  </a:cubicBezTo>
                </a:path>
              </a:pathLst>
            </a:custGeom>
            <a:noFill/>
            <a:ln w="28575" cap="flat" cmpd="sng">
              <a:solidFill>
                <a:srgbClr val="FF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22" name="Object 28"/>
                <p:cNvSpPr txBox="1"/>
                <p:nvPr/>
              </p:nvSpPr>
              <p:spPr>
                <a:xfrm>
                  <a:off x="4308" y="2228"/>
                  <a:ext cx="188" cy="26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9722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8" y="2228"/>
                  <a:ext cx="188" cy="261"/>
                </a:xfrm>
                <a:prstGeom prst="rect">
                  <a:avLst/>
                </a:prstGeom>
                <a:blipFill>
                  <a:blip r:embed="rId6"/>
                  <a:stretch>
                    <a:fillRect l="-4082" r="-24490" b="-735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3741" name="Group 29"/>
          <p:cNvGrpSpPr/>
          <p:nvPr/>
        </p:nvGrpSpPr>
        <p:grpSpPr>
          <a:xfrm>
            <a:off x="9343800" y="2977924"/>
            <a:ext cx="763587" cy="804862"/>
            <a:chOff x="4359" y="2163"/>
            <a:chExt cx="481" cy="507"/>
          </a:xfrm>
        </p:grpSpPr>
        <p:sp>
          <p:nvSpPr>
            <p:cNvPr id="29719" name="Line 30"/>
            <p:cNvSpPr/>
            <p:nvPr/>
          </p:nvSpPr>
          <p:spPr>
            <a:xfrm flipV="1">
              <a:off x="4359" y="2241"/>
              <a:ext cx="364" cy="42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20" name="AutoShape 31"/>
            <p:cNvSpPr/>
            <p:nvPr/>
          </p:nvSpPr>
          <p:spPr>
            <a:xfrm rot="3030715" flipH="1">
              <a:off x="4668" y="2229"/>
              <a:ext cx="238" cy="106"/>
            </a:xfrm>
            <a:prstGeom prst="rightArrow">
              <a:avLst>
                <a:gd name="adj1" fmla="val 50000"/>
                <a:gd name="adj2" fmla="val 56132"/>
              </a:avLst>
            </a:prstGeom>
            <a:solidFill>
              <a:schemeClr val="folHlink"/>
            </a:solidFill>
            <a:ln w="28575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pPr algn="ctr"/>
              <a:endParaRPr lang="zh-CN" altLang="zh-CN" sz="2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3746" name="Group 34"/>
          <p:cNvGrpSpPr/>
          <p:nvPr/>
        </p:nvGrpSpPr>
        <p:grpSpPr>
          <a:xfrm>
            <a:off x="9345386" y="2942999"/>
            <a:ext cx="533400" cy="381000"/>
            <a:chOff x="4360" y="2141"/>
            <a:chExt cx="336" cy="240"/>
          </a:xfrm>
        </p:grpSpPr>
        <p:sp>
          <p:nvSpPr>
            <p:cNvPr id="29717" name="Line 35"/>
            <p:cNvSpPr/>
            <p:nvPr/>
          </p:nvSpPr>
          <p:spPr>
            <a:xfrm>
              <a:off x="4360" y="2237"/>
              <a:ext cx="336" cy="0"/>
            </a:xfrm>
            <a:prstGeom prst="line">
              <a:avLst/>
            </a:prstGeom>
            <a:ln w="12700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18" name="Object 36"/>
                <p:cNvSpPr txBox="1"/>
                <p:nvPr/>
              </p:nvSpPr>
              <p:spPr>
                <a:xfrm>
                  <a:off x="4416" y="2141"/>
                  <a:ext cx="220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9718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6" y="2141"/>
                  <a:ext cx="220" cy="240"/>
                </a:xfrm>
                <a:prstGeom prst="rect">
                  <a:avLst/>
                </a:prstGeom>
                <a:blipFill>
                  <a:blip r:embed="rId7"/>
                  <a:stretch>
                    <a:fillRect b="-967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3755" name="Group 43"/>
          <p:cNvGrpSpPr/>
          <p:nvPr/>
        </p:nvGrpSpPr>
        <p:grpSpPr>
          <a:xfrm>
            <a:off x="9358086" y="3438300"/>
            <a:ext cx="533400" cy="909637"/>
            <a:chOff x="4368" y="2376"/>
            <a:chExt cx="336" cy="573"/>
          </a:xfrm>
          <a:noFill/>
        </p:grpSpPr>
        <p:sp>
          <p:nvSpPr>
            <p:cNvPr id="29710" name="Freeform 44"/>
            <p:cNvSpPr/>
            <p:nvPr/>
          </p:nvSpPr>
          <p:spPr>
            <a:xfrm>
              <a:off x="4548" y="2376"/>
              <a:ext cx="66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8" y="12"/>
                </a:cxn>
                <a:cxn ang="0">
                  <a:pos x="66" y="60"/>
                </a:cxn>
              </a:cxnLst>
              <a:rect l="0" t="0" r="0" b="0"/>
              <a:pathLst>
                <a:path w="66" h="60">
                  <a:moveTo>
                    <a:pt x="0" y="0"/>
                  </a:moveTo>
                  <a:cubicBezTo>
                    <a:pt x="8" y="2"/>
                    <a:pt x="37" y="2"/>
                    <a:pt x="48" y="12"/>
                  </a:cubicBezTo>
                  <a:cubicBezTo>
                    <a:pt x="59" y="22"/>
                    <a:pt x="62" y="50"/>
                    <a:pt x="66" y="60"/>
                  </a:cubicBezTo>
                </a:path>
              </a:pathLst>
            </a:custGeom>
            <a:grp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grpSp>
          <p:nvGrpSpPr>
            <p:cNvPr id="29711" name="Group 45"/>
            <p:cNvGrpSpPr/>
            <p:nvPr/>
          </p:nvGrpSpPr>
          <p:grpSpPr>
            <a:xfrm>
              <a:off x="4368" y="2688"/>
              <a:ext cx="336" cy="261"/>
              <a:chOff x="4368" y="2688"/>
              <a:chExt cx="336" cy="261"/>
            </a:xfrm>
            <a:grpFill/>
          </p:grpSpPr>
          <p:sp>
            <p:nvSpPr>
              <p:cNvPr id="243758" name="AutoShape 46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336" cy="240"/>
              </a:xfrm>
              <a:prstGeom prst="wedgeRectCallout">
                <a:avLst>
                  <a:gd name="adj1" fmla="val 2083"/>
                  <a:gd name="adj2" fmla="val -167500"/>
                </a:avLst>
              </a:prstGeom>
              <a:grp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zh-CN" sz="2800" b="1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13" name="Object 47"/>
                  <p:cNvSpPr txBox="1"/>
                  <p:nvPr/>
                </p:nvSpPr>
                <p:spPr>
                  <a:xfrm>
                    <a:off x="4368" y="2688"/>
                    <a:ext cx="288" cy="261"/>
                  </a:xfrm>
                  <a:prstGeom prst="rect">
                    <a:avLst/>
                  </a:prstGeom>
                  <a:grp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29713" name="Object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8" y="2688"/>
                    <a:ext cx="288" cy="26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667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">
                <a:extLst>
                  <a:ext uri="{FF2B5EF4-FFF2-40B4-BE49-F238E27FC236}">
                    <a16:creationId xmlns:a16="http://schemas.microsoft.com/office/drawing/2014/main" id="{F1257523-3FF5-598D-3305-DB9C3BF4F7D1}"/>
                  </a:ext>
                </a:extLst>
              </p:cNvPr>
              <p:cNvSpPr txBox="1"/>
              <p:nvPr/>
            </p:nvSpPr>
            <p:spPr>
              <a:xfrm>
                <a:off x="1960789" y="3585937"/>
                <a:ext cx="4191000" cy="6302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𝐼𝐵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Object 2">
                <a:extLst>
                  <a:ext uri="{FF2B5EF4-FFF2-40B4-BE49-F238E27FC236}">
                    <a16:creationId xmlns:a16="http://schemas.microsoft.com/office/drawing/2014/main" id="{F1257523-3FF5-598D-3305-DB9C3BF4F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789" y="3585937"/>
                <a:ext cx="4191000" cy="6302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">
                <a:extLst>
                  <a:ext uri="{FF2B5EF4-FFF2-40B4-BE49-F238E27FC236}">
                    <a16:creationId xmlns:a16="http://schemas.microsoft.com/office/drawing/2014/main" id="{966B04EC-4C95-D4BC-A58C-59C677E5EBAA}"/>
                  </a:ext>
                </a:extLst>
              </p:cNvPr>
              <p:cNvSpPr txBox="1"/>
              <p:nvPr/>
            </p:nvSpPr>
            <p:spPr>
              <a:xfrm>
                <a:off x="1884589" y="4347937"/>
                <a:ext cx="4419600" cy="9525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𝐼𝐵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Object 3">
                <a:extLst>
                  <a:ext uri="{FF2B5EF4-FFF2-40B4-BE49-F238E27FC236}">
                    <a16:creationId xmlns:a16="http://schemas.microsoft.com/office/drawing/2014/main" id="{966B04EC-4C95-D4BC-A58C-59C677E5E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589" y="4347937"/>
                <a:ext cx="4419600" cy="952500"/>
              </a:xfrm>
              <a:prstGeom prst="rect">
                <a:avLst/>
              </a:prstGeom>
              <a:blipFill>
                <a:blip r:embed="rId10"/>
                <a:stretch>
                  <a:fillRect b="-641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7">
                <a:extLst>
                  <a:ext uri="{FF2B5EF4-FFF2-40B4-BE49-F238E27FC236}">
                    <a16:creationId xmlns:a16="http://schemas.microsoft.com/office/drawing/2014/main" id="{0C33906E-7EE5-0B0B-4B17-54615C61CE79}"/>
                  </a:ext>
                </a:extLst>
              </p:cNvPr>
              <p:cNvSpPr txBox="1"/>
              <p:nvPr/>
            </p:nvSpPr>
            <p:spPr>
              <a:xfrm>
                <a:off x="1808390" y="2061937"/>
                <a:ext cx="4645025" cy="4460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𝑙𝐵𝑥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Object 7">
                <a:extLst>
                  <a:ext uri="{FF2B5EF4-FFF2-40B4-BE49-F238E27FC236}">
                    <a16:creationId xmlns:a16="http://schemas.microsoft.com/office/drawing/2014/main" id="{0C33906E-7EE5-0B0B-4B17-54615C61C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390" y="2061937"/>
                <a:ext cx="4645025" cy="4460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8">
                <a:extLst>
                  <a:ext uri="{FF2B5EF4-FFF2-40B4-BE49-F238E27FC236}">
                    <a16:creationId xmlns:a16="http://schemas.microsoft.com/office/drawing/2014/main" id="{8F76205C-97B6-CB12-05B2-43DE7EA71769}"/>
                  </a:ext>
                </a:extLst>
              </p:cNvPr>
              <p:cNvSpPr txBox="1"/>
              <p:nvPr/>
            </p:nvSpPr>
            <p:spPr>
              <a:xfrm>
                <a:off x="2036989" y="2747737"/>
                <a:ext cx="4160838" cy="6477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Object 8">
                <a:extLst>
                  <a:ext uri="{FF2B5EF4-FFF2-40B4-BE49-F238E27FC236}">
                    <a16:creationId xmlns:a16="http://schemas.microsoft.com/office/drawing/2014/main" id="{8F76205C-97B6-CB12-05B2-43DE7EA71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989" y="2747737"/>
                <a:ext cx="4160838" cy="6477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4D12CABF-E788-A249-4FC4-3A44AE76BE0B}"/>
                  </a:ext>
                </a:extLst>
              </p:cNvPr>
              <p:cNvSpPr txBox="1"/>
              <p:nvPr/>
            </p:nvSpPr>
            <p:spPr>
              <a:xfrm>
                <a:off x="2243818" y="5706695"/>
                <a:ext cx="2438400" cy="698784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𝐼𝐵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Object 9">
                <a:extLst>
                  <a:ext uri="{FF2B5EF4-FFF2-40B4-BE49-F238E27FC236}">
                    <a16:creationId xmlns:a16="http://schemas.microsoft.com/office/drawing/2014/main" id="{4D12CABF-E788-A249-4FC4-3A44AE76B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818" y="5706695"/>
                <a:ext cx="2438400" cy="69878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0A2EBAA-4040-C5F3-DF15-BCAE887A162E}"/>
                  </a:ext>
                </a:extLst>
              </p:cNvPr>
              <p:cNvSpPr txBox="1"/>
              <p:nvPr/>
            </p:nvSpPr>
            <p:spPr>
              <a:xfrm>
                <a:off x="4540251" y="5751287"/>
                <a:ext cx="6096000" cy="817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u="none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</m:acc>
                      <m:r>
                        <a:rPr lang="en-US" altLang="zh-CN" sz="2800" b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800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𝒎</m:t>
                          </m:r>
                        </m:e>
                      </m:acc>
                      <m:r>
                        <a:rPr lang="en-US" altLang="zh-CN" sz="2800" b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2800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altLang="zh-CN" sz="2800" i="0" u="none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0A2EBAA-4040-C5F3-DF15-BCAE887A1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251" y="5751287"/>
                <a:ext cx="6096000" cy="8170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3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3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4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3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3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3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3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2565</TotalTime>
  <Words>2097</Words>
  <Application>Microsoft Office PowerPoint</Application>
  <PresentationFormat>宽屏</PresentationFormat>
  <Paragraphs>448</Paragraphs>
  <Slides>31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PMingLiU</vt:lpstr>
      <vt:lpstr>华文楷体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霍尔效应</vt:lpstr>
      <vt:lpstr>PowerPoint 演示文稿</vt:lpstr>
      <vt:lpstr>U_H=R_H  IB/d,  R_H=1/qn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载流线圈在均匀磁场中受的磁力矩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li</cp:lastModifiedBy>
  <cp:revision>56</cp:revision>
  <dcterms:created xsi:type="dcterms:W3CDTF">2021-11-10T02:13:51Z</dcterms:created>
  <dcterms:modified xsi:type="dcterms:W3CDTF">2024-04-30T04:40:33Z</dcterms:modified>
</cp:coreProperties>
</file>