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977" r:id="rId2"/>
    <p:sldId id="976" r:id="rId3"/>
    <p:sldId id="974" r:id="rId4"/>
    <p:sldId id="1274" r:id="rId5"/>
    <p:sldId id="441" r:id="rId6"/>
    <p:sldId id="982" r:id="rId7"/>
    <p:sldId id="983" r:id="rId8"/>
    <p:sldId id="437" r:id="rId9"/>
    <p:sldId id="438" r:id="rId10"/>
    <p:sldId id="308" r:id="rId11"/>
    <p:sldId id="1273" r:id="rId12"/>
    <p:sldId id="427" r:id="rId13"/>
    <p:sldId id="1272" r:id="rId14"/>
    <p:sldId id="1271" r:id="rId15"/>
    <p:sldId id="423" r:id="rId16"/>
    <p:sldId id="424" r:id="rId17"/>
    <p:sldId id="935" r:id="rId18"/>
    <p:sldId id="1143" r:id="rId19"/>
    <p:sldId id="1299" r:id="rId20"/>
    <p:sldId id="1300" r:id="rId21"/>
    <p:sldId id="1276" r:id="rId22"/>
    <p:sldId id="390" r:id="rId23"/>
    <p:sldId id="323" r:id="rId24"/>
    <p:sldId id="981" r:id="rId25"/>
    <p:sldId id="1302" r:id="rId26"/>
    <p:sldId id="980" r:id="rId27"/>
    <p:sldId id="288" r:id="rId28"/>
    <p:sldId id="1303" r:id="rId29"/>
    <p:sldId id="1286" r:id="rId30"/>
    <p:sldId id="938" r:id="rId31"/>
    <p:sldId id="1284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8" autoAdjust="0"/>
    <p:restoredTop sz="94660"/>
  </p:normalViewPr>
  <p:slideViewPr>
    <p:cSldViewPr snapToGrid="0">
      <p:cViewPr varScale="1">
        <p:scale>
          <a:sx n="163" d="100"/>
          <a:sy n="163" d="100"/>
        </p:scale>
        <p:origin x="228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7" Type="http://schemas.openxmlformats.org/officeDocument/2006/relationships/image" Target="../media/image8.emf"/><Relationship Id="rId2" Type="http://schemas.openxmlformats.org/officeDocument/2006/relationships/image" Target="../media/image3.emf"/><Relationship Id="rId1" Type="http://schemas.openxmlformats.org/officeDocument/2006/relationships/image" Target="../media/image2.emf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image" Target="../media/image11.wmf"/><Relationship Id="rId7" Type="http://schemas.openxmlformats.org/officeDocument/2006/relationships/image" Target="../media/image15.wmf"/><Relationship Id="rId2" Type="http://schemas.openxmlformats.org/officeDocument/2006/relationships/image" Target="../media/image10.wmf"/><Relationship Id="rId1" Type="http://schemas.openxmlformats.org/officeDocument/2006/relationships/image" Target="../media/image9.wmf"/><Relationship Id="rId6" Type="http://schemas.openxmlformats.org/officeDocument/2006/relationships/image" Target="../media/image14.wmf"/><Relationship Id="rId5" Type="http://schemas.openxmlformats.org/officeDocument/2006/relationships/image" Target="../media/image13.wmf"/><Relationship Id="rId4" Type="http://schemas.openxmlformats.org/officeDocument/2006/relationships/image" Target="../media/image1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59.wmf"/><Relationship Id="rId2" Type="http://schemas.openxmlformats.org/officeDocument/2006/relationships/image" Target="../media/image58.wmf"/><Relationship Id="rId1" Type="http://schemas.openxmlformats.org/officeDocument/2006/relationships/image" Target="../media/image57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61.wmf"/><Relationship Id="rId1" Type="http://schemas.openxmlformats.org/officeDocument/2006/relationships/image" Target="../media/image6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19DC8F-7E6E-4C86-AFD2-2FE7F1BB79EA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5F1264-27F5-4021-A6C2-F2408707AE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871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华文楷体" panose="02010600040101010101" pitchFamily="2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华文楷体" panose="02010600040101010101" pitchFamily="2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华文楷体" panose="02010600040101010101" pitchFamily="2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华文楷体" panose="02010600040101010101" pitchFamily="2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华文楷体" panose="0201060004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>
            <a:extLst>
              <a:ext uri="{FF2B5EF4-FFF2-40B4-BE49-F238E27FC236}">
                <a16:creationId xmlns:a16="http://schemas.microsoft.com/office/drawing/2014/main" id="{4BCFBF27-DCB4-4AA7-BFBC-CC7FD6DFC9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</a:extLst>
        </p:spPr>
        <p:txBody>
          <a:bodyPr/>
          <a:lstStyle>
            <a:lvl1pPr defTabSz="990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34E07186-318F-4F8F-BAEC-936D615F5211}" type="slidenum">
              <a:rPr lang="en-US" altLang="zh-CN" sz="1300" b="0" smtClean="0">
                <a:solidFill>
                  <a:srgbClr val="000000"/>
                </a:solidFill>
                <a:ea typeface="华文楷体" panose="02010600040101010101" pitchFamily="2" charset="-122"/>
              </a:rPr>
              <a:pPr/>
              <a:t>5</a:t>
            </a:fld>
            <a:endParaRPr lang="en-US" altLang="zh-CN" sz="1300" b="0" dirty="0">
              <a:solidFill>
                <a:srgbClr val="000000"/>
              </a:solidFill>
              <a:ea typeface="华文楷体" panose="02010600040101010101" pitchFamily="2" charset="-122"/>
            </a:endParaRPr>
          </a:p>
        </p:txBody>
      </p:sp>
      <p:sp>
        <p:nvSpPr>
          <p:cNvPr id="118787" name="Rectangle 2">
            <a:extLst>
              <a:ext uri="{FF2B5EF4-FFF2-40B4-BE49-F238E27FC236}">
                <a16:creationId xmlns:a16="http://schemas.microsoft.com/office/drawing/2014/main" id="{D131E142-C674-4C0A-9A50-03849E83BF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118788" name="Rectangle 3">
            <a:extLst>
              <a:ext uri="{FF2B5EF4-FFF2-40B4-BE49-F238E27FC236}">
                <a16:creationId xmlns:a16="http://schemas.microsoft.com/office/drawing/2014/main" id="{93D8697D-F0DA-441A-AFFA-A1F1060C14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4453C749-997C-483B-88AE-1E46F407B26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4303E0A-56A3-4768-87D2-90C898A11325}" type="slidenum">
              <a:rPr lang="en-US" altLang="zh-CN" smtClean="0">
                <a:ea typeface="华文楷体" panose="02010600040101010101" pitchFamily="2" charset="-122"/>
              </a:rPr>
              <a:pPr>
                <a:spcBef>
                  <a:spcPct val="0"/>
                </a:spcBef>
              </a:pPr>
              <a:t>23</a:t>
            </a:fld>
            <a:endParaRPr lang="en-US" altLang="zh-CN" dirty="0">
              <a:ea typeface="华文楷体" panose="02010600040101010101" pitchFamily="2" charset="-122"/>
            </a:endParaRPr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D2DB1535-02F0-4628-872D-2026ED5F99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859BADFC-22B1-4CA2-8546-6D38D1A2CA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DF9372-3186-49D2-BE14-0F2C2664DD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5DD0190-32C5-4A23-A679-9158527C42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720DE7-EC50-4261-83A2-7A1C56433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BEF70-6723-4DF9-B7F5-82CA1ED1A29A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81791F-D5D8-4441-A509-22FD7FBDF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63E3BF8-181F-4F11-9F53-FD1AC33CF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C8F7F-5684-4C5E-8C56-E17787921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545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07ACBE-5096-4CBF-9597-4518D8F47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AF6E69-C5FD-4D8F-BBE9-A30A1DED7E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1CD208-620C-4935-A3F2-1512713A0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BEF70-6723-4DF9-B7F5-82CA1ED1A29A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6FEA9E-3B66-46FC-AFD7-598CDB31C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90EC5F-9549-4C7C-8972-6DD064618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C8F7F-5684-4C5E-8C56-E17787921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606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2608F6-A982-4F8A-B888-47419D36A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8042824-92E4-4518-92F2-A9EC9A35C4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A972EB-3B2D-419F-AE65-D86FB3444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BEF70-6723-4DF9-B7F5-82CA1ED1A29A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D91898-82F3-4255-A8F3-088DEBAAF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42DA89-36C9-4F20-A733-EF67D9E88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C8F7F-5684-4C5E-8C56-E17787921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231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E1E200-362B-4BA1-AEC5-8C055D16A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F7B3EF-2134-4727-88A1-171F20F2F7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F90DCB7-B15E-4A5F-979F-F80D906131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5BC6BE-7250-48F0-8445-719E87322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BEF70-6723-4DF9-B7F5-82CA1ED1A29A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4FFF620-0C79-4A21-99AB-766A1435E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E178A5E-55AB-4860-A4C0-D4801E853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C8F7F-5684-4C5E-8C56-E17787921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938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C6E9C8-5B53-4B2F-AB78-78B0ED46A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379C18E-6370-4EE3-B5D3-766B963191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F2C69E3-AA9E-460C-A6FE-ACA904BF3E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68C27AE-A656-4AE3-BE93-17FB1D3A70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5E8AF52-2F56-48B7-BAA5-22982EB23E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AC1B7CD-C77D-41F3-B061-E8925EB31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BEF70-6723-4DF9-B7F5-82CA1ED1A29A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E0A0C25-B5E3-457D-86A8-FB234BAF7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91558B5-C5B9-468B-91D0-6C07F9444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C8F7F-5684-4C5E-8C56-E17787921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531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A559C4-2E06-4F50-8397-82E23170A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4DE4228-F2DF-44BD-91E7-288F0A35D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BEF70-6723-4DF9-B7F5-82CA1ED1A29A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07DA846-1818-46CA-8059-A5D81EA6A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A092C00-581C-4997-BA62-335933DCC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C8F7F-5684-4C5E-8C56-E17787921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258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7174687-FA5B-4962-A8D1-8162F98F6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BEF70-6723-4DF9-B7F5-82CA1ED1A29A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0FD31E-63D3-42BC-90FA-90F525EDD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89AE7DC-2839-4F53-821A-FAD567E03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C8F7F-5684-4C5E-8C56-E17787921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253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9A577C-00A9-4C2C-84D9-027A0DFE9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C97CA0-10D3-4D6E-B58E-1A074CC37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0C778BC-2386-42FA-8349-C4378EA0AF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4346933-85D0-4632-8624-D593E16D5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BEF70-6723-4DF9-B7F5-82CA1ED1A29A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2F85808-B7CF-4F23-BA45-A498E38CD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6F7176D-FF1A-4A99-9D1F-14FBCA8DB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C8F7F-5684-4C5E-8C56-E17787921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932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23ACCA-02D7-4C51-B0CE-3624A8739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C5821B6-FFD4-4FAA-95CC-E99188962A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12421ED-DDE6-4F65-A769-07FBA83152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CAF6AAF-8665-4C6A-B97E-4ACE74AD4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BEF70-6723-4DF9-B7F5-82CA1ED1A29A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8EDC923-6B04-4840-B38D-21C572C86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15CF2A-C5FA-4FAE-B3DE-752AC8A16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C8F7F-5684-4C5E-8C56-E17787921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959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68D44E-4CED-4B30-8881-96B2BB6CA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6F75B3E-7FA6-493D-B22F-E3CADE4EC6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7E4E1F-0E74-4D98-9188-1D6A34D5B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BEF70-6723-4DF9-B7F5-82CA1ED1A29A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1A9BB7-15F6-4768-AAFC-3DC6B7FB5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D937BF-79AA-4183-843E-0BA1E1993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C8F7F-5684-4C5E-8C56-E17787921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542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D6E7BDF-9716-40BF-9281-B043DC609A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4C84A71-1A7D-4474-8164-92B5DC233E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2BC74E-AEE3-449C-9B3B-643608EDB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BEF70-6723-4DF9-B7F5-82CA1ED1A29A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BB5688-D438-42DC-A276-C8215FF13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3682BB-5C1A-43BD-95BE-587CCC0B1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C8F7F-5684-4C5E-8C56-E17787921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402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DE2BFC8-DCA8-4B51-86E2-14A569BF4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A48A60C-B56D-4E5B-B99B-E5CA33CD89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425342-48A6-46C9-9307-FB2D8290BE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5BEF70-6723-4DF9-B7F5-82CA1ED1A29A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01B266-A39D-49B8-830D-9DA9F41694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7E6119-DBB6-48BC-86F1-2FE709E5E0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6C8F7F-5684-4C5E-8C56-E17787921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643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3.emf"/><Relationship Id="rId26" Type="http://schemas.openxmlformats.org/officeDocument/2006/relationships/image" Target="../media/image7.emf"/><Relationship Id="rId3" Type="http://schemas.openxmlformats.org/officeDocument/2006/relationships/image" Target="../media/image2.png"/><Relationship Id="rId21" Type="http://schemas.openxmlformats.org/officeDocument/2006/relationships/oleObject" Target="../embeddings/oleObject4.bin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oleObject" Target="../embeddings/oleObject2.bin"/><Relationship Id="rId25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emf"/><Relationship Id="rId20" Type="http://schemas.openxmlformats.org/officeDocument/2006/relationships/image" Target="../media/image4.e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6.emf"/><Relationship Id="rId5" Type="http://schemas.openxmlformats.org/officeDocument/2006/relationships/image" Target="../media/image3.png"/><Relationship Id="rId15" Type="http://schemas.openxmlformats.org/officeDocument/2006/relationships/oleObject" Target="../embeddings/oleObject1.bin"/><Relationship Id="rId23" Type="http://schemas.openxmlformats.org/officeDocument/2006/relationships/oleObject" Target="../embeddings/oleObject5.bin"/><Relationship Id="rId28" Type="http://schemas.openxmlformats.org/officeDocument/2006/relationships/image" Target="../media/image8.emf"/><Relationship Id="rId10" Type="http://schemas.openxmlformats.org/officeDocument/2006/relationships/image" Target="../media/image8.png"/><Relationship Id="rId19" Type="http://schemas.openxmlformats.org/officeDocument/2006/relationships/oleObject" Target="../embeddings/oleObject3.bin"/><Relationship Id="rId4" Type="http://schemas.openxmlformats.org/officeDocument/2006/relationships/image" Target="NULL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5.emf"/><Relationship Id="rId27" Type="http://schemas.openxmlformats.org/officeDocument/2006/relationships/oleObject" Target="../embeddings/oleObject7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13" Type="http://schemas.openxmlformats.org/officeDocument/2006/relationships/oleObject" Target="../embeddings/oleObject11.bin"/><Relationship Id="rId18" Type="http://schemas.openxmlformats.org/officeDocument/2006/relationships/image" Target="../media/image14.wmf"/><Relationship Id="rId3" Type="http://schemas.openxmlformats.org/officeDocument/2006/relationships/image" Target="../media/image20.png"/><Relationship Id="rId21" Type="http://schemas.openxmlformats.org/officeDocument/2006/relationships/oleObject" Target="../embeddings/oleObject15.bin"/><Relationship Id="rId7" Type="http://schemas.openxmlformats.org/officeDocument/2006/relationships/oleObject" Target="../embeddings/oleObject8.bin"/><Relationship Id="rId12" Type="http://schemas.openxmlformats.org/officeDocument/2006/relationships/image" Target="../media/image11.wmf"/><Relationship Id="rId17" Type="http://schemas.openxmlformats.org/officeDocument/2006/relationships/oleObject" Target="../embeddings/oleObject1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3.wmf"/><Relationship Id="rId20" Type="http://schemas.openxmlformats.org/officeDocument/2006/relationships/image" Target="../media/image15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70.png"/><Relationship Id="rId11" Type="http://schemas.openxmlformats.org/officeDocument/2006/relationships/oleObject" Target="../embeddings/oleObject10.bin"/><Relationship Id="rId5" Type="http://schemas.openxmlformats.org/officeDocument/2006/relationships/image" Target="../media/image13.png"/><Relationship Id="rId15" Type="http://schemas.openxmlformats.org/officeDocument/2006/relationships/oleObject" Target="../embeddings/oleObject12.bin"/><Relationship Id="rId23" Type="http://schemas.openxmlformats.org/officeDocument/2006/relationships/image" Target="../media/image22.png"/><Relationship Id="rId10" Type="http://schemas.openxmlformats.org/officeDocument/2006/relationships/image" Target="../media/image10.wmf"/><Relationship Id="rId19" Type="http://schemas.openxmlformats.org/officeDocument/2006/relationships/oleObject" Target="../embeddings/oleObject14.bin"/><Relationship Id="rId4" Type="http://schemas.openxmlformats.org/officeDocument/2006/relationships/image" Target="../media/image21.png"/><Relationship Id="rId9" Type="http://schemas.openxmlformats.org/officeDocument/2006/relationships/oleObject" Target="../embeddings/oleObject9.bin"/><Relationship Id="rId14" Type="http://schemas.openxmlformats.org/officeDocument/2006/relationships/image" Target="../media/image12.wmf"/><Relationship Id="rId22" Type="http://schemas.openxmlformats.org/officeDocument/2006/relationships/image" Target="../media/image16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13" Type="http://schemas.openxmlformats.org/officeDocument/2006/relationships/image" Target="../media/image35.png"/><Relationship Id="rId18" Type="http://schemas.openxmlformats.org/officeDocument/2006/relationships/image" Target="../media/image162.png"/><Relationship Id="rId12" Type="http://schemas.openxmlformats.org/officeDocument/2006/relationships/image" Target="../media/image124.png"/><Relationship Id="rId7" Type="http://schemas.openxmlformats.org/officeDocument/2006/relationships/image" Target="../media/image159.png"/><Relationship Id="rId17" Type="http://schemas.openxmlformats.org/officeDocument/2006/relationships/image" Target="../media/image161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123.png"/><Relationship Id="rId6" Type="http://schemas.openxmlformats.org/officeDocument/2006/relationships/image" Target="../media/image155.png"/><Relationship Id="rId15" Type="http://schemas.openxmlformats.org/officeDocument/2006/relationships/image" Target="../media/image37.png"/><Relationship Id="rId10" Type="http://schemas.openxmlformats.org/officeDocument/2006/relationships/image" Target="../media/image122.png"/><Relationship Id="rId19" Type="http://schemas.openxmlformats.org/officeDocument/2006/relationships/image" Target="../media/image163.png"/><Relationship Id="rId9" Type="http://schemas.openxmlformats.org/officeDocument/2006/relationships/image" Target="../media/image121.png"/><Relationship Id="rId14" Type="http://schemas.openxmlformats.org/officeDocument/2006/relationships/image" Target="../media/image3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png"/><Relationship Id="rId3" Type="http://schemas.openxmlformats.org/officeDocument/2006/relationships/image" Target="../media/image141.png"/><Relationship Id="rId7" Type="http://schemas.openxmlformats.org/officeDocument/2006/relationships/image" Target="../media/image145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4.png"/><Relationship Id="rId5" Type="http://schemas.openxmlformats.org/officeDocument/2006/relationships/image" Target="../media/image143.png"/><Relationship Id="rId10" Type="http://schemas.openxmlformats.org/officeDocument/2006/relationships/image" Target="../media/image148.png"/><Relationship Id="rId4" Type="http://schemas.openxmlformats.org/officeDocument/2006/relationships/image" Target="../media/image142.png"/><Relationship Id="rId9" Type="http://schemas.openxmlformats.org/officeDocument/2006/relationships/image" Target="../media/image14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gi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530.png"/><Relationship Id="rId18" Type="http://schemas.openxmlformats.org/officeDocument/2006/relationships/image" Target="../media/image580.png"/><Relationship Id="rId3" Type="http://schemas.openxmlformats.org/officeDocument/2006/relationships/image" Target="../media/image430.png"/><Relationship Id="rId7" Type="http://schemas.openxmlformats.org/officeDocument/2006/relationships/image" Target="../media/image60.png"/><Relationship Id="rId12" Type="http://schemas.openxmlformats.org/officeDocument/2006/relationships/image" Target="../media/image520.png"/><Relationship Id="rId17" Type="http://schemas.openxmlformats.org/officeDocument/2006/relationships/image" Target="../media/image570.png"/><Relationship Id="rId2" Type="http://schemas.openxmlformats.org/officeDocument/2006/relationships/image" Target="../media/image421.png"/><Relationship Id="rId16" Type="http://schemas.openxmlformats.org/officeDocument/2006/relationships/image" Target="../media/image5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0.png"/><Relationship Id="rId5" Type="http://schemas.openxmlformats.org/officeDocument/2006/relationships/image" Target="../media/image582.png"/><Relationship Id="rId15" Type="http://schemas.openxmlformats.org/officeDocument/2006/relationships/image" Target="../media/image550.png"/><Relationship Id="rId10" Type="http://schemas.openxmlformats.org/officeDocument/2006/relationships/image" Target="../media/image63.png"/><Relationship Id="rId19" Type="http://schemas.openxmlformats.org/officeDocument/2006/relationships/image" Target="../media/image64.png"/><Relationship Id="rId4" Type="http://schemas.openxmlformats.org/officeDocument/2006/relationships/image" Target="../media/image440.png"/><Relationship Id="rId9" Type="http://schemas.openxmlformats.org/officeDocument/2006/relationships/image" Target="../media/image62.png"/><Relationship Id="rId14" Type="http://schemas.openxmlformats.org/officeDocument/2006/relationships/image" Target="../media/image540.pn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30.png"/><Relationship Id="rId18" Type="http://schemas.openxmlformats.org/officeDocument/2006/relationships/image" Target="../media/image580.png"/><Relationship Id="rId3" Type="http://schemas.openxmlformats.org/officeDocument/2006/relationships/image" Target="../media/image430.png"/><Relationship Id="rId21" Type="http://schemas.openxmlformats.org/officeDocument/2006/relationships/image" Target="../media/image670.png"/><Relationship Id="rId12" Type="http://schemas.openxmlformats.org/officeDocument/2006/relationships/image" Target="../media/image520.png"/><Relationship Id="rId17" Type="http://schemas.openxmlformats.org/officeDocument/2006/relationships/image" Target="../media/image570.png"/><Relationship Id="rId2" Type="http://schemas.openxmlformats.org/officeDocument/2006/relationships/image" Target="../media/image421.png"/><Relationship Id="rId16" Type="http://schemas.openxmlformats.org/officeDocument/2006/relationships/image" Target="../media/image560.png"/><Relationship Id="rId20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15" Type="http://schemas.openxmlformats.org/officeDocument/2006/relationships/image" Target="../media/image550.png"/><Relationship Id="rId19" Type="http://schemas.openxmlformats.org/officeDocument/2006/relationships/image" Target="../media/image65.png"/><Relationship Id="rId4" Type="http://schemas.openxmlformats.org/officeDocument/2006/relationships/image" Target="../media/image440.png"/><Relationship Id="rId14" Type="http://schemas.openxmlformats.org/officeDocument/2006/relationships/image" Target="../media/image540.pn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30.png"/><Relationship Id="rId18" Type="http://schemas.openxmlformats.org/officeDocument/2006/relationships/image" Target="../media/image580.png"/><Relationship Id="rId3" Type="http://schemas.openxmlformats.org/officeDocument/2006/relationships/image" Target="../media/image430.png"/><Relationship Id="rId21" Type="http://schemas.openxmlformats.org/officeDocument/2006/relationships/image" Target="../media/image710.png"/><Relationship Id="rId12" Type="http://schemas.openxmlformats.org/officeDocument/2006/relationships/image" Target="../media/image520.png"/><Relationship Id="rId17" Type="http://schemas.openxmlformats.org/officeDocument/2006/relationships/image" Target="../media/image570.png"/><Relationship Id="rId2" Type="http://schemas.openxmlformats.org/officeDocument/2006/relationships/image" Target="../media/image421.png"/><Relationship Id="rId16" Type="http://schemas.openxmlformats.org/officeDocument/2006/relationships/image" Target="../media/image560.png"/><Relationship Id="rId20" Type="http://schemas.openxmlformats.org/officeDocument/2006/relationships/image" Target="../media/image70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80.png"/><Relationship Id="rId15" Type="http://schemas.openxmlformats.org/officeDocument/2006/relationships/image" Target="../media/image550.png"/><Relationship Id="rId23" Type="http://schemas.openxmlformats.org/officeDocument/2006/relationships/image" Target="../media/image73.png"/><Relationship Id="rId19" Type="http://schemas.openxmlformats.org/officeDocument/2006/relationships/image" Target="../media/image690.png"/><Relationship Id="rId4" Type="http://schemas.openxmlformats.org/officeDocument/2006/relationships/image" Target="../media/image440.png"/><Relationship Id="rId14" Type="http://schemas.openxmlformats.org/officeDocument/2006/relationships/image" Target="../media/image540.png"/><Relationship Id="rId22" Type="http://schemas.openxmlformats.org/officeDocument/2006/relationships/image" Target="../media/image7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2.png"/><Relationship Id="rId13" Type="http://schemas.openxmlformats.org/officeDocument/2006/relationships/image" Target="../media/image74.png"/><Relationship Id="rId18" Type="http://schemas.openxmlformats.org/officeDocument/2006/relationships/image" Target="../media/image243.png"/><Relationship Id="rId3" Type="http://schemas.openxmlformats.org/officeDocument/2006/relationships/image" Target="../media/image226.png"/><Relationship Id="rId7" Type="http://schemas.openxmlformats.org/officeDocument/2006/relationships/image" Target="../media/image231.png"/><Relationship Id="rId12" Type="http://schemas.openxmlformats.org/officeDocument/2006/relationships/image" Target="../media/image236.png"/><Relationship Id="rId17" Type="http://schemas.openxmlformats.org/officeDocument/2006/relationships/image" Target="../media/image242.png"/><Relationship Id="rId2" Type="http://schemas.openxmlformats.org/officeDocument/2006/relationships/image" Target="../media/image225.png"/><Relationship Id="rId16" Type="http://schemas.openxmlformats.org/officeDocument/2006/relationships/image" Target="../media/image7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9.png"/><Relationship Id="rId11" Type="http://schemas.openxmlformats.org/officeDocument/2006/relationships/image" Target="../media/image235.png"/><Relationship Id="rId5" Type="http://schemas.openxmlformats.org/officeDocument/2006/relationships/image" Target="../media/image228.png"/><Relationship Id="rId15" Type="http://schemas.openxmlformats.org/officeDocument/2006/relationships/image" Target="../media/image239.png"/><Relationship Id="rId10" Type="http://schemas.openxmlformats.org/officeDocument/2006/relationships/image" Target="../media/image234.png"/><Relationship Id="rId19" Type="http://schemas.openxmlformats.org/officeDocument/2006/relationships/image" Target="../media/image244.png"/><Relationship Id="rId4" Type="http://schemas.openxmlformats.org/officeDocument/2006/relationships/image" Target="../media/image227.png"/><Relationship Id="rId9" Type="http://schemas.openxmlformats.org/officeDocument/2006/relationships/image" Target="../media/image233.png"/><Relationship Id="rId14" Type="http://schemas.openxmlformats.org/officeDocument/2006/relationships/image" Target="../media/image23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6.png"/><Relationship Id="rId18" Type="http://schemas.openxmlformats.org/officeDocument/2006/relationships/image" Target="../media/image243.png"/><Relationship Id="rId3" Type="http://schemas.openxmlformats.org/officeDocument/2006/relationships/image" Target="../media/image246.png"/><Relationship Id="rId7" Type="http://schemas.openxmlformats.org/officeDocument/2006/relationships/image" Target="../media/image225.png"/><Relationship Id="rId17" Type="http://schemas.openxmlformats.org/officeDocument/2006/relationships/image" Target="../media/image242.png"/><Relationship Id="rId2" Type="http://schemas.openxmlformats.org/officeDocument/2006/relationships/image" Target="../media/image245.png"/><Relationship Id="rId16" Type="http://schemas.openxmlformats.org/officeDocument/2006/relationships/image" Target="../media/image7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9.png"/><Relationship Id="rId11" Type="http://schemas.openxmlformats.org/officeDocument/2006/relationships/image" Target="../media/image74.png"/><Relationship Id="rId5" Type="http://schemas.openxmlformats.org/officeDocument/2006/relationships/image" Target="../media/image248.png"/><Relationship Id="rId15" Type="http://schemas.openxmlformats.org/officeDocument/2006/relationships/image" Target="../media/image239.png"/><Relationship Id="rId10" Type="http://schemas.openxmlformats.org/officeDocument/2006/relationships/image" Target="../media/image228.png"/><Relationship Id="rId19" Type="http://schemas.openxmlformats.org/officeDocument/2006/relationships/image" Target="../media/image244.png"/><Relationship Id="rId4" Type="http://schemas.openxmlformats.org/officeDocument/2006/relationships/image" Target="../media/image247.png"/><Relationship Id="rId9" Type="http://schemas.openxmlformats.org/officeDocument/2006/relationships/image" Target="../media/image227.png"/><Relationship Id="rId14" Type="http://schemas.openxmlformats.org/officeDocument/2006/relationships/image" Target="../media/image23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0.png"/><Relationship Id="rId7" Type="http://schemas.openxmlformats.org/officeDocument/2006/relationships/image" Target="../media/image32.pn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50.png"/><Relationship Id="rId5" Type="http://schemas.openxmlformats.org/officeDocument/2006/relationships/image" Target="../media/image1140.png"/><Relationship Id="rId4" Type="http://schemas.openxmlformats.org/officeDocument/2006/relationships/image" Target="../media/image112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0.png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50.png"/><Relationship Id="rId5" Type="http://schemas.openxmlformats.org/officeDocument/2006/relationships/image" Target="../media/image42.gif"/><Relationship Id="rId4" Type="http://schemas.openxmlformats.org/officeDocument/2006/relationships/image" Target="../media/image41.gi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210.png"/><Relationship Id="rId7" Type="http://schemas.openxmlformats.org/officeDocument/2006/relationships/image" Target="../media/image610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510.png"/><Relationship Id="rId11" Type="http://schemas.openxmlformats.org/officeDocument/2006/relationships/image" Target="../media/image51.wmf"/><Relationship Id="rId5" Type="http://schemas.openxmlformats.org/officeDocument/2006/relationships/image" Target="../media/image522.png"/><Relationship Id="rId10" Type="http://schemas.openxmlformats.org/officeDocument/2006/relationships/oleObject" Target="../embeddings/oleObject16.bin"/><Relationship Id="rId4" Type="http://schemas.openxmlformats.org/officeDocument/2006/relationships/image" Target="../media/image52.png"/><Relationship Id="rId9" Type="http://schemas.openxmlformats.org/officeDocument/2006/relationships/image" Target="../media/image54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0.png"/><Relationship Id="rId3" Type="http://schemas.openxmlformats.org/officeDocument/2006/relationships/image" Target="../media/image53.jpeg"/><Relationship Id="rId7" Type="http://schemas.openxmlformats.org/officeDocument/2006/relationships/image" Target="../media/image35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0.png"/><Relationship Id="rId5" Type="http://schemas.openxmlformats.org/officeDocument/2006/relationships/image" Target="../media/image320.png"/><Relationship Id="rId10" Type="http://schemas.openxmlformats.org/officeDocument/2006/relationships/image" Target="../media/image380.png"/><Relationship Id="rId4" Type="http://schemas.openxmlformats.org/officeDocument/2006/relationships/image" Target="../media/image54.jpeg"/><Relationship Id="rId9" Type="http://schemas.openxmlformats.org/officeDocument/2006/relationships/image" Target="../media/image37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7" Type="http://schemas.openxmlformats.org/officeDocument/2006/relationships/image" Target="../media/image76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3" Type="http://schemas.openxmlformats.org/officeDocument/2006/relationships/image" Target="../media/image480.png"/><Relationship Id="rId7" Type="http://schemas.openxmlformats.org/officeDocument/2006/relationships/image" Target="../media/image5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7.bin"/><Relationship Id="rId11" Type="http://schemas.openxmlformats.org/officeDocument/2006/relationships/image" Target="../media/image59.wmf"/><Relationship Id="rId5" Type="http://schemas.openxmlformats.org/officeDocument/2006/relationships/image" Target="../media/image500.png"/><Relationship Id="rId10" Type="http://schemas.openxmlformats.org/officeDocument/2006/relationships/oleObject" Target="../embeddings/oleObject19.bin"/><Relationship Id="rId4" Type="http://schemas.openxmlformats.org/officeDocument/2006/relationships/image" Target="../media/image490.png"/><Relationship Id="rId9" Type="http://schemas.openxmlformats.org/officeDocument/2006/relationships/image" Target="../media/image58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61.w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60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0.png"/><Relationship Id="rId4" Type="http://schemas.openxmlformats.org/officeDocument/2006/relationships/image" Target="../media/image25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gif"/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8C2B31D-6590-4FF5-8A1D-E5BDA6006C25}"/>
              </a:ext>
            </a:extLst>
          </p:cNvPr>
          <p:cNvSpPr/>
          <p:nvPr/>
        </p:nvSpPr>
        <p:spPr>
          <a:xfrm>
            <a:off x="58049" y="974966"/>
            <a:ext cx="12075902" cy="60442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0">
                <a:srgbClr val="98D109"/>
              </a:gs>
              <a:gs pos="52000">
                <a:srgbClr val="498D3B"/>
              </a:gs>
              <a:gs pos="97000">
                <a:srgbClr val="005825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Text Box 13">
            <a:extLst>
              <a:ext uri="{FF2B5EF4-FFF2-40B4-BE49-F238E27FC236}">
                <a16:creationId xmlns:a16="http://schemas.microsoft.com/office/drawing/2014/main" id="{AFA0A3EB-F728-4376-B314-3CBC41359D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7841" y="211325"/>
            <a:ext cx="594772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6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第</a:t>
            </a:r>
            <a:r>
              <a:rPr lang="en-US" altLang="zh-CN" sz="36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18</a:t>
            </a:r>
            <a:r>
              <a:rPr lang="zh-CN" altLang="en-US" sz="36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 章     磁力</a:t>
            </a:r>
            <a:endParaRPr lang="zh-CN" altLang="en-US" sz="3200" b="1" dirty="0">
              <a:solidFill>
                <a:schemeClr val="tx1"/>
              </a:solidFill>
              <a:latin typeface="Arial" panose="020B0604020202020204" pitchFamily="34" charset="0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25" name="Rectangle 16">
            <a:hlinkClick r:id="" action="ppaction://noaction"/>
            <a:extLst>
              <a:ext uri="{FF2B5EF4-FFF2-40B4-BE49-F238E27FC236}">
                <a16:creationId xmlns:a16="http://schemas.microsoft.com/office/drawing/2014/main" id="{A0014B31-1C4D-4F7E-80C8-CA7A195F6E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6700" y="1857518"/>
            <a:ext cx="5231995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1  </a:t>
            </a:r>
            <a:r>
              <a:rPr lang="zh-CN" altLang="en-US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带电粒子在磁场中的运动</a:t>
            </a:r>
          </a:p>
        </p:txBody>
      </p:sp>
      <p:sp>
        <p:nvSpPr>
          <p:cNvPr id="27" name="Text Box 18">
            <a:hlinkClick r:id="" action="ppaction://noaction"/>
            <a:extLst>
              <a:ext uri="{FF2B5EF4-FFF2-40B4-BE49-F238E27FC236}">
                <a16:creationId xmlns:a16="http://schemas.microsoft.com/office/drawing/2014/main" id="{48306CEC-1F29-4EDE-9B28-0F8312ACF2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6701" y="3152918"/>
            <a:ext cx="553883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3  </a:t>
            </a:r>
            <a:r>
              <a:rPr lang="zh-CN" altLang="en-US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载流导线在磁场中受的磁力</a:t>
            </a:r>
          </a:p>
        </p:txBody>
      </p:sp>
      <p:sp>
        <p:nvSpPr>
          <p:cNvPr id="28" name="Text Box 19">
            <a:hlinkClick r:id="" action="ppaction://noaction"/>
            <a:extLst>
              <a:ext uri="{FF2B5EF4-FFF2-40B4-BE49-F238E27FC236}">
                <a16:creationId xmlns:a16="http://schemas.microsoft.com/office/drawing/2014/main" id="{ECF120C4-50E2-4E26-B5D3-6D094BEFC2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5700" y="3802204"/>
            <a:ext cx="597471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 dirty="0">
                <a:solidFill>
                  <a:srgbClr val="0066FF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4  </a:t>
            </a:r>
            <a:r>
              <a:rPr lang="zh-CN" altLang="en-US" sz="3200" b="1" dirty="0">
                <a:solidFill>
                  <a:srgbClr val="0066FF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载流线圈在磁场中受的磁力矩</a:t>
            </a:r>
          </a:p>
        </p:txBody>
      </p:sp>
      <p:sp>
        <p:nvSpPr>
          <p:cNvPr id="32" name="Rectangle 16">
            <a:hlinkClick r:id="" action="ppaction://noaction"/>
            <a:extLst>
              <a:ext uri="{FF2B5EF4-FFF2-40B4-BE49-F238E27FC236}">
                <a16:creationId xmlns:a16="http://schemas.microsoft.com/office/drawing/2014/main" id="{690E4B17-0680-49D8-B393-01C57F5D0C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6702" y="2505218"/>
            <a:ext cx="6154243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2  </a:t>
            </a:r>
            <a:r>
              <a:rPr lang="zh-CN" altLang="en-US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霍尔效应</a:t>
            </a:r>
          </a:p>
        </p:txBody>
      </p:sp>
      <p:sp>
        <p:nvSpPr>
          <p:cNvPr id="35" name="Rectangle 20">
            <a:hlinkClick r:id="" action="ppaction://noaction"/>
            <a:extLst>
              <a:ext uri="{FF2B5EF4-FFF2-40B4-BE49-F238E27FC236}">
                <a16:creationId xmlns:a16="http://schemas.microsoft.com/office/drawing/2014/main" id="{0264BFE7-0025-4536-83F4-1ECBBD36D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5700" y="4466008"/>
            <a:ext cx="6283480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0066FF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5   </a:t>
            </a:r>
            <a:r>
              <a:rPr lang="zh-CN" altLang="en-US" sz="3200" b="1" dirty="0">
                <a:solidFill>
                  <a:srgbClr val="0066FF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平行载流导线间的相互作用力</a:t>
            </a:r>
          </a:p>
        </p:txBody>
      </p:sp>
      <p:pic>
        <p:nvPicPr>
          <p:cNvPr id="3" name="Picture 2" descr="https://pic2.zhimg.com/80/v2-5b58c3c1c6ee7a806bebc4cc51895a01_1440w.jpg">
            <a:extLst>
              <a:ext uri="{FF2B5EF4-FFF2-40B4-BE49-F238E27FC236}">
                <a16:creationId xmlns:a16="http://schemas.microsoft.com/office/drawing/2014/main" id="{78915DB0-1C38-53D0-7A0D-5ACDFFB90F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928" y="1748115"/>
            <a:ext cx="4958833" cy="3303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4348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标题 1">
                <a:extLst>
                  <a:ext uri="{FF2B5EF4-FFF2-40B4-BE49-F238E27FC236}">
                    <a16:creationId xmlns:a16="http://schemas.microsoft.com/office/drawing/2014/main" id="{CD61AAAF-2F45-4537-B024-17BBAB9E6A5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77580" y="1531696"/>
                <a:ext cx="2026078" cy="531142"/>
              </a:xfrm>
              <a:prstGeom prst="rect">
                <a:avLst/>
              </a:prstGeom>
            </p:spPr>
            <p:txBody>
              <a:bodyPr/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r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kumimoji="1" lang="en-US" altLang="zh-CN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accPr>
                        <m:e>
                          <m:r>
                            <a:rPr kumimoji="1" lang="en-US" altLang="zh-CN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𝑭</m:t>
                          </m:r>
                        </m:e>
                      </m:acc>
                      <m:r>
                        <a:rPr kumimoji="1" lang="en-US" altLang="zh-CN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=</m:t>
                      </m:r>
                      <m:r>
                        <a:rPr kumimoji="1" lang="en-US" altLang="zh-CN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𝒒</m:t>
                      </m:r>
                      <m:acc>
                        <m:accPr>
                          <m:chr m:val="⃗"/>
                          <m:ctrlPr>
                            <a:rPr kumimoji="1" lang="en-US" altLang="zh-CN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accPr>
                        <m:e>
                          <m:r>
                            <a:rPr kumimoji="1" lang="en-US" altLang="zh-CN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𝒗</m:t>
                          </m:r>
                        </m:e>
                      </m:acc>
                      <m:r>
                        <a:rPr kumimoji="1" lang="en-US" altLang="zh-CN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kumimoji="1" lang="en-US" altLang="zh-CN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accPr>
                        <m:e>
                          <m:r>
                            <a:rPr kumimoji="1" lang="en-US" altLang="zh-CN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𝑩</m:t>
                          </m:r>
                        </m:e>
                      </m:acc>
                    </m:oMath>
                  </m:oMathPara>
                </a14:m>
                <a:endParaRPr lang="zh-CN" altLang="en-US" sz="2800" dirty="0">
                  <a:solidFill>
                    <a:srgbClr val="FF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5" name="标题 1">
                <a:extLst>
                  <a:ext uri="{FF2B5EF4-FFF2-40B4-BE49-F238E27FC236}">
                    <a16:creationId xmlns:a16="http://schemas.microsoft.com/office/drawing/2014/main" id="{CD61AAAF-2F45-4537-B024-17BBAB9E6A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7580" y="1531696"/>
                <a:ext cx="2026078" cy="531142"/>
              </a:xfrm>
              <a:prstGeom prst="rect">
                <a:avLst/>
              </a:prstGeom>
              <a:blipFill>
                <a:blip r:embed="rId3"/>
                <a:stretch>
                  <a:fillRect b="-45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>
            <a:extLst>
              <a:ext uri="{FF2B5EF4-FFF2-40B4-BE49-F238E27FC236}">
                <a16:creationId xmlns:a16="http://schemas.microsoft.com/office/drawing/2014/main" id="{0740A65A-19C1-4343-B41D-E3B7E6437F53}"/>
              </a:ext>
            </a:extLst>
          </p:cNvPr>
          <p:cNvSpPr/>
          <p:nvPr/>
        </p:nvSpPr>
        <p:spPr>
          <a:xfrm>
            <a:off x="585305" y="664449"/>
            <a:ext cx="342392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洛伦兹力</a:t>
            </a:r>
            <a:endParaRPr lang="en-US" altLang="zh-CN" sz="3200" b="1" dirty="0">
              <a:solidFill>
                <a:srgbClr val="0066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2093D20-8EE0-48B6-A7D4-F079543F27C2}"/>
              </a:ext>
            </a:extLst>
          </p:cNvPr>
          <p:cNvSpPr/>
          <p:nvPr/>
        </p:nvSpPr>
        <p:spPr>
          <a:xfrm>
            <a:off x="4054295" y="1142594"/>
            <a:ext cx="685595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2800" dirty="0">
                <a:latin typeface="华文楷体" panose="02010600040101010101" pitchFamily="2" charset="-122"/>
              </a:rPr>
              <a:t>- </a:t>
            </a:r>
            <a:r>
              <a:rPr kumimoji="1" lang="zh-CN" altLang="en-US" sz="2800" dirty="0">
                <a:latin typeface="华文楷体" panose="02010600040101010101" pitchFamily="2" charset="-122"/>
              </a:rPr>
              <a:t>洛伦兹力只改变带电粒子运动方向，</a:t>
            </a:r>
            <a:r>
              <a:rPr lang="zh-CN" altLang="en-US" sz="2800" dirty="0">
                <a:latin typeface="Times New Roman" panose="02020603050405020304" pitchFamily="18" charset="0"/>
              </a:rPr>
              <a:t>不会改变速度的大小</a:t>
            </a:r>
            <a:endParaRPr lang="en-US" sz="28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DC91CE0-5934-4599-910D-AD8D787D727D}"/>
              </a:ext>
            </a:extLst>
          </p:cNvPr>
          <p:cNvSpPr/>
          <p:nvPr/>
        </p:nvSpPr>
        <p:spPr>
          <a:xfrm>
            <a:off x="4006668" y="2162266"/>
            <a:ext cx="290015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800" dirty="0">
                <a:latin typeface="华文楷体" panose="02010600040101010101" pitchFamily="2" charset="-122"/>
              </a:rPr>
              <a:t>- </a:t>
            </a:r>
            <a:r>
              <a:rPr kumimoji="1" lang="zh-CN" altLang="en-US" sz="2800" dirty="0">
                <a:latin typeface="华文楷体" panose="02010600040101010101" pitchFamily="2" charset="-122"/>
              </a:rPr>
              <a:t>洛伦兹力不做功</a:t>
            </a:r>
            <a:endParaRPr lang="en-US" sz="2800" dirty="0"/>
          </a:p>
        </p:txBody>
      </p:sp>
      <p:grpSp>
        <p:nvGrpSpPr>
          <p:cNvPr id="2" name="Group 48">
            <a:extLst>
              <a:ext uri="{FF2B5EF4-FFF2-40B4-BE49-F238E27FC236}">
                <a16:creationId xmlns:a16="http://schemas.microsoft.com/office/drawing/2014/main" id="{5E9ECCB2-C58B-ED9D-34C9-C5ADDDC386DA}"/>
              </a:ext>
            </a:extLst>
          </p:cNvPr>
          <p:cNvGrpSpPr>
            <a:grpSpLocks/>
          </p:cNvGrpSpPr>
          <p:nvPr/>
        </p:nvGrpSpPr>
        <p:grpSpPr bwMode="auto">
          <a:xfrm rot="10800000">
            <a:off x="3693931" y="5139600"/>
            <a:ext cx="360363" cy="360362"/>
            <a:chOff x="4286" y="1979"/>
            <a:chExt cx="227" cy="227"/>
          </a:xfrm>
        </p:grpSpPr>
        <p:sp>
          <p:nvSpPr>
            <p:cNvPr id="3" name="Oval 49">
              <a:extLst>
                <a:ext uri="{FF2B5EF4-FFF2-40B4-BE49-F238E27FC236}">
                  <a16:creationId xmlns:a16="http://schemas.microsoft.com/office/drawing/2014/main" id="{4C9F2630-4797-5D4F-F641-041FA4D58A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6" y="1979"/>
              <a:ext cx="227" cy="227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FF0000"/>
                </a:gs>
              </a:gsLst>
              <a:path path="shape">
                <a:fillToRect l="50000" t="50000" r="50000" b="50000"/>
              </a:path>
            </a:gradFill>
            <a:ln w="25400">
              <a:solidFill>
                <a:srgbClr val="00FF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 b="1" dirty="0">
                <a:solidFill>
                  <a:srgbClr val="000000"/>
                </a:solidFill>
                <a:ea typeface="华文楷体" panose="02010600040101010101" pitchFamily="2" charset="-122"/>
              </a:endParaRPr>
            </a:p>
          </p:txBody>
        </p:sp>
        <p:grpSp>
          <p:nvGrpSpPr>
            <p:cNvPr id="6" name="Group 50">
              <a:extLst>
                <a:ext uri="{FF2B5EF4-FFF2-40B4-BE49-F238E27FC236}">
                  <a16:creationId xmlns:a16="http://schemas.microsoft.com/office/drawing/2014/main" id="{6AEFFDAA-D58C-054B-478A-B27DF979AF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32" y="2024"/>
              <a:ext cx="136" cy="136"/>
              <a:chOff x="3243" y="3022"/>
              <a:chExt cx="408" cy="453"/>
            </a:xfrm>
          </p:grpSpPr>
          <p:sp>
            <p:nvSpPr>
              <p:cNvPr id="10" name="Line 51">
                <a:extLst>
                  <a:ext uri="{FF2B5EF4-FFF2-40B4-BE49-F238E27FC236}">
                    <a16:creationId xmlns:a16="http://schemas.microsoft.com/office/drawing/2014/main" id="{A12E839B-C7FA-792C-DEB0-B153092539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43" y="3249"/>
                <a:ext cx="408" cy="0"/>
              </a:xfrm>
              <a:prstGeom prst="line">
                <a:avLst/>
              </a:prstGeom>
              <a:noFill/>
              <a:ln w="25400">
                <a:solidFill>
                  <a:srgbClr val="3399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b="1" dirty="0">
                  <a:solidFill>
                    <a:srgbClr val="000000"/>
                  </a:solidFill>
                  <a:ea typeface="华文楷体" panose="02010600040101010101" pitchFamily="2" charset="-122"/>
                </a:endParaRPr>
              </a:p>
            </p:txBody>
          </p:sp>
          <p:sp>
            <p:nvSpPr>
              <p:cNvPr id="11" name="Line 52">
                <a:extLst>
                  <a:ext uri="{FF2B5EF4-FFF2-40B4-BE49-F238E27FC236}">
                    <a16:creationId xmlns:a16="http://schemas.microsoft.com/office/drawing/2014/main" id="{07749466-719E-F7F4-7AB5-EE4529755C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43" y="3022"/>
                <a:ext cx="0" cy="453"/>
              </a:xfrm>
              <a:prstGeom prst="line">
                <a:avLst/>
              </a:prstGeom>
              <a:noFill/>
              <a:ln w="25400">
                <a:solidFill>
                  <a:srgbClr val="3399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b="1" dirty="0">
                  <a:solidFill>
                    <a:srgbClr val="000000"/>
                  </a:solidFill>
                  <a:ea typeface="华文楷体" panose="02010600040101010101" pitchFamily="2" charset="-122"/>
                </a:endParaRPr>
              </a:p>
            </p:txBody>
          </p:sp>
        </p:grpSp>
      </p:grpSp>
      <p:sp>
        <p:nvSpPr>
          <p:cNvPr id="13" name="Line 53">
            <a:extLst>
              <a:ext uri="{FF2B5EF4-FFF2-40B4-BE49-F238E27FC236}">
                <a16:creationId xmlns:a16="http://schemas.microsoft.com/office/drawing/2014/main" id="{8E5AD5E8-44DD-265E-F31F-54F6A434CF4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09831" y="4563337"/>
            <a:ext cx="0" cy="792163"/>
          </a:xfrm>
          <a:prstGeom prst="line">
            <a:avLst/>
          </a:prstGeom>
          <a:noFill/>
          <a:ln w="31750">
            <a:solidFill>
              <a:srgbClr val="FF00FF"/>
            </a:solidFill>
            <a:prstDash val="dash"/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b="1" dirty="0">
              <a:solidFill>
                <a:srgbClr val="000000"/>
              </a:solidFill>
              <a:ea typeface="华文楷体" panose="02010600040101010101" pitchFamily="2" charset="-122"/>
            </a:endParaRPr>
          </a:p>
        </p:txBody>
      </p:sp>
      <p:sp>
        <p:nvSpPr>
          <p:cNvPr id="14" name="Oval 54">
            <a:extLst>
              <a:ext uri="{FF2B5EF4-FFF2-40B4-BE49-F238E27FC236}">
                <a16:creationId xmlns:a16="http://schemas.microsoft.com/office/drawing/2014/main" id="{C9FB3E3B-148F-4718-9469-92160C8861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5109" y="4476468"/>
            <a:ext cx="1657350" cy="1584325"/>
          </a:xfrm>
          <a:prstGeom prst="ellipse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 b="1" dirty="0">
              <a:solidFill>
                <a:srgbClr val="000000"/>
              </a:solidFill>
              <a:ea typeface="华文楷体" panose="02010600040101010101" pitchFamily="2" charset="-122"/>
            </a:endParaRPr>
          </a:p>
        </p:txBody>
      </p:sp>
      <p:grpSp>
        <p:nvGrpSpPr>
          <p:cNvPr id="15" name="Group 57">
            <a:extLst>
              <a:ext uri="{FF2B5EF4-FFF2-40B4-BE49-F238E27FC236}">
                <a16:creationId xmlns:a16="http://schemas.microsoft.com/office/drawing/2014/main" id="{00DF7DBD-EBC6-898F-2A80-3643AB1CEA72}"/>
              </a:ext>
            </a:extLst>
          </p:cNvPr>
          <p:cNvGrpSpPr>
            <a:grpSpLocks/>
          </p:cNvGrpSpPr>
          <p:nvPr/>
        </p:nvGrpSpPr>
        <p:grpSpPr bwMode="auto">
          <a:xfrm>
            <a:off x="4738716" y="5195605"/>
            <a:ext cx="561975" cy="649288"/>
            <a:chOff x="4422" y="1570"/>
            <a:chExt cx="354" cy="409"/>
          </a:xfrm>
        </p:grpSpPr>
        <p:sp>
          <p:nvSpPr>
            <p:cNvPr id="16" name="Line 55">
              <a:extLst>
                <a:ext uri="{FF2B5EF4-FFF2-40B4-BE49-F238E27FC236}">
                  <a16:creationId xmlns:a16="http://schemas.microsoft.com/office/drawing/2014/main" id="{B395F865-FEE4-6A90-69E8-F4419395BC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2" y="1570"/>
              <a:ext cx="318" cy="40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 dirty="0">
                <a:solidFill>
                  <a:srgbClr val="000000"/>
                </a:solidFill>
                <a:ea typeface="华文楷体" panose="02010600040101010101" pitchFamily="2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Object 6">
                  <a:extLst>
                    <a:ext uri="{FF2B5EF4-FFF2-40B4-BE49-F238E27FC236}">
                      <a16:creationId xmlns:a16="http://schemas.microsoft.com/office/drawing/2014/main" id="{A49FCCEF-6375-2E95-96B5-22CADBB2B348}"/>
                    </a:ext>
                  </a:extLst>
                </p:cNvPr>
                <p:cNvSpPr txBox="1"/>
                <p:nvPr/>
              </p:nvSpPr>
              <p:spPr bwMode="auto">
                <a:xfrm>
                  <a:off x="4561" y="1612"/>
                  <a:ext cx="215" cy="233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6" name="Object 6">
                  <a:extLst>
                    <a:ext uri="{FF2B5EF4-FFF2-40B4-BE49-F238E27FC236}">
                      <a16:creationId xmlns:a16="http://schemas.microsoft.com/office/drawing/2014/main" id="{C1F75424-3C07-4570-B114-83BF731A74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61" y="1612"/>
                  <a:ext cx="215" cy="233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  <a:effectLst/>
                <a:ex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Group 141">
            <a:extLst>
              <a:ext uri="{FF2B5EF4-FFF2-40B4-BE49-F238E27FC236}">
                <a16:creationId xmlns:a16="http://schemas.microsoft.com/office/drawing/2014/main" id="{88934B5E-EA34-ECE4-80FC-8C2B55121D4C}"/>
              </a:ext>
            </a:extLst>
          </p:cNvPr>
          <p:cNvGrpSpPr>
            <a:grpSpLocks/>
          </p:cNvGrpSpPr>
          <p:nvPr/>
        </p:nvGrpSpPr>
        <p:grpSpPr bwMode="auto">
          <a:xfrm>
            <a:off x="3508395" y="3971643"/>
            <a:ext cx="2381250" cy="2449512"/>
            <a:chOff x="3647" y="799"/>
            <a:chExt cx="1500" cy="1543"/>
          </a:xfrm>
        </p:grpSpPr>
        <p:grpSp>
          <p:nvGrpSpPr>
            <p:cNvPr id="19" name="Group 76">
              <a:extLst>
                <a:ext uri="{FF2B5EF4-FFF2-40B4-BE49-F238E27FC236}">
                  <a16:creationId xmlns:a16="http://schemas.microsoft.com/office/drawing/2014/main" id="{8C6630BE-C2F6-98CD-865A-76D0ED0996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51" y="799"/>
              <a:ext cx="1496" cy="182"/>
              <a:chOff x="3651" y="709"/>
              <a:chExt cx="1496" cy="182"/>
            </a:xfrm>
          </p:grpSpPr>
          <p:grpSp>
            <p:nvGrpSpPr>
              <p:cNvPr id="84" name="Group 60">
                <a:extLst>
                  <a:ext uri="{FF2B5EF4-FFF2-40B4-BE49-F238E27FC236}">
                    <a16:creationId xmlns:a16="http://schemas.microsoft.com/office/drawing/2014/main" id="{F7351B6A-C393-533F-7341-DAB3AB2AE45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51" y="709"/>
                <a:ext cx="180" cy="182"/>
                <a:chOff x="3108" y="1978"/>
                <a:chExt cx="180" cy="182"/>
              </a:xfrm>
            </p:grpSpPr>
            <p:sp>
              <p:nvSpPr>
                <p:cNvPr id="97" name="Oval 58">
                  <a:extLst>
                    <a:ext uri="{FF2B5EF4-FFF2-40B4-BE49-F238E27FC236}">
                      <a16:creationId xmlns:a16="http://schemas.microsoft.com/office/drawing/2014/main" id="{468F6519-3030-F313-4423-32A4468F29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8" y="1978"/>
                  <a:ext cx="180" cy="182"/>
                </a:xfrm>
                <a:prstGeom prst="ellipse">
                  <a:avLst/>
                </a:prstGeom>
                <a:noFill/>
                <a:ln w="25400">
                  <a:solidFill>
                    <a:srgbClr val="3399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98" name="Oval 59">
                  <a:extLst>
                    <a:ext uri="{FF2B5EF4-FFF2-40B4-BE49-F238E27FC236}">
                      <a16:creationId xmlns:a16="http://schemas.microsoft.com/office/drawing/2014/main" id="{A9D2AAD2-CCDA-0F5A-9CE0-B371462760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76" y="2047"/>
                  <a:ext cx="44" cy="44"/>
                </a:xfrm>
                <a:prstGeom prst="ellipse">
                  <a:avLst/>
                </a:prstGeom>
                <a:solidFill>
                  <a:srgbClr val="FF0000"/>
                </a:solidFill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85" name="Group 61">
                <a:extLst>
                  <a:ext uri="{FF2B5EF4-FFF2-40B4-BE49-F238E27FC236}">
                    <a16:creationId xmlns:a16="http://schemas.microsoft.com/office/drawing/2014/main" id="{3F32B562-02D1-ECD9-75F5-C098C80551E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13" y="709"/>
                <a:ext cx="180" cy="182"/>
                <a:chOff x="3108" y="1978"/>
                <a:chExt cx="180" cy="182"/>
              </a:xfrm>
            </p:grpSpPr>
            <p:sp>
              <p:nvSpPr>
                <p:cNvPr id="95" name="Oval 62">
                  <a:extLst>
                    <a:ext uri="{FF2B5EF4-FFF2-40B4-BE49-F238E27FC236}">
                      <a16:creationId xmlns:a16="http://schemas.microsoft.com/office/drawing/2014/main" id="{AB9C15C3-C965-2609-4FAF-1B0A830627D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8" y="1978"/>
                  <a:ext cx="180" cy="182"/>
                </a:xfrm>
                <a:prstGeom prst="ellipse">
                  <a:avLst/>
                </a:prstGeom>
                <a:noFill/>
                <a:ln w="25400">
                  <a:solidFill>
                    <a:srgbClr val="3399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96" name="Oval 63">
                  <a:extLst>
                    <a:ext uri="{FF2B5EF4-FFF2-40B4-BE49-F238E27FC236}">
                      <a16:creationId xmlns:a16="http://schemas.microsoft.com/office/drawing/2014/main" id="{A0E264E5-287B-6D56-FD98-3422F32635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76" y="2047"/>
                  <a:ext cx="44" cy="44"/>
                </a:xfrm>
                <a:prstGeom prst="ellipse">
                  <a:avLst/>
                </a:prstGeom>
                <a:solidFill>
                  <a:srgbClr val="FF0000"/>
                </a:solidFill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86" name="Group 64">
                <a:extLst>
                  <a:ext uri="{FF2B5EF4-FFF2-40B4-BE49-F238E27FC236}">
                    <a16:creationId xmlns:a16="http://schemas.microsoft.com/office/drawing/2014/main" id="{5AC26022-84AE-419A-4ADA-39940C44E2E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78" y="709"/>
                <a:ext cx="180" cy="182"/>
                <a:chOff x="3108" y="1978"/>
                <a:chExt cx="180" cy="182"/>
              </a:xfrm>
            </p:grpSpPr>
            <p:sp>
              <p:nvSpPr>
                <p:cNvPr id="93" name="Oval 65">
                  <a:extLst>
                    <a:ext uri="{FF2B5EF4-FFF2-40B4-BE49-F238E27FC236}">
                      <a16:creationId xmlns:a16="http://schemas.microsoft.com/office/drawing/2014/main" id="{2B3C1945-7B29-CCD8-B00B-E01D306BDB5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8" y="1978"/>
                  <a:ext cx="180" cy="182"/>
                </a:xfrm>
                <a:prstGeom prst="ellipse">
                  <a:avLst/>
                </a:prstGeom>
                <a:noFill/>
                <a:ln w="25400">
                  <a:solidFill>
                    <a:srgbClr val="3399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94" name="Oval 66">
                  <a:extLst>
                    <a:ext uri="{FF2B5EF4-FFF2-40B4-BE49-F238E27FC236}">
                      <a16:creationId xmlns:a16="http://schemas.microsoft.com/office/drawing/2014/main" id="{DE0D2BA9-B5B7-DBF0-7B39-E46CD164243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76" y="2047"/>
                  <a:ext cx="44" cy="44"/>
                </a:xfrm>
                <a:prstGeom prst="ellipse">
                  <a:avLst/>
                </a:prstGeom>
                <a:solidFill>
                  <a:srgbClr val="FF0000"/>
                </a:solidFill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87" name="Group 67">
                <a:extLst>
                  <a:ext uri="{FF2B5EF4-FFF2-40B4-BE49-F238E27FC236}">
                    <a16:creationId xmlns:a16="http://schemas.microsoft.com/office/drawing/2014/main" id="{043C2F19-0B11-1CB4-B036-AD733C91DA3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49" y="709"/>
                <a:ext cx="180" cy="182"/>
                <a:chOff x="3108" y="1978"/>
                <a:chExt cx="180" cy="182"/>
              </a:xfrm>
            </p:grpSpPr>
            <p:sp>
              <p:nvSpPr>
                <p:cNvPr id="91" name="Oval 68">
                  <a:extLst>
                    <a:ext uri="{FF2B5EF4-FFF2-40B4-BE49-F238E27FC236}">
                      <a16:creationId xmlns:a16="http://schemas.microsoft.com/office/drawing/2014/main" id="{D4B7D766-E578-75AA-1F74-1DF6B7F7354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8" y="1978"/>
                  <a:ext cx="180" cy="182"/>
                </a:xfrm>
                <a:prstGeom prst="ellipse">
                  <a:avLst/>
                </a:prstGeom>
                <a:noFill/>
                <a:ln w="25400">
                  <a:solidFill>
                    <a:srgbClr val="3399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92" name="Oval 69">
                  <a:extLst>
                    <a:ext uri="{FF2B5EF4-FFF2-40B4-BE49-F238E27FC236}">
                      <a16:creationId xmlns:a16="http://schemas.microsoft.com/office/drawing/2014/main" id="{A534EB6D-0C27-5B98-E776-D608F8142F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76" y="2047"/>
                  <a:ext cx="44" cy="44"/>
                </a:xfrm>
                <a:prstGeom prst="ellipse">
                  <a:avLst/>
                </a:prstGeom>
                <a:solidFill>
                  <a:srgbClr val="FF0000"/>
                </a:solidFill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88" name="Group 70">
                <a:extLst>
                  <a:ext uri="{FF2B5EF4-FFF2-40B4-BE49-F238E27FC236}">
                    <a16:creationId xmlns:a16="http://schemas.microsoft.com/office/drawing/2014/main" id="{546DA1B1-9C80-9A00-870F-89D5ABE1E80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967" y="709"/>
                <a:ext cx="180" cy="182"/>
                <a:chOff x="3108" y="1978"/>
                <a:chExt cx="180" cy="182"/>
              </a:xfrm>
            </p:grpSpPr>
            <p:sp>
              <p:nvSpPr>
                <p:cNvPr id="89" name="Oval 71">
                  <a:extLst>
                    <a:ext uri="{FF2B5EF4-FFF2-40B4-BE49-F238E27FC236}">
                      <a16:creationId xmlns:a16="http://schemas.microsoft.com/office/drawing/2014/main" id="{C6DBC949-3300-B08C-4C54-9D10A09A870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8" y="1978"/>
                  <a:ext cx="180" cy="182"/>
                </a:xfrm>
                <a:prstGeom prst="ellipse">
                  <a:avLst/>
                </a:prstGeom>
                <a:noFill/>
                <a:ln w="25400">
                  <a:solidFill>
                    <a:srgbClr val="3399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90" name="Oval 72">
                  <a:extLst>
                    <a:ext uri="{FF2B5EF4-FFF2-40B4-BE49-F238E27FC236}">
                      <a16:creationId xmlns:a16="http://schemas.microsoft.com/office/drawing/2014/main" id="{2635F989-FE32-9708-21F4-B8BE5F8D48B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76" y="2047"/>
                  <a:ext cx="44" cy="44"/>
                </a:xfrm>
                <a:prstGeom prst="ellipse">
                  <a:avLst/>
                </a:prstGeom>
                <a:solidFill>
                  <a:srgbClr val="FF0000"/>
                </a:solidFill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</p:grpSp>
        </p:grpSp>
        <p:grpSp>
          <p:nvGrpSpPr>
            <p:cNvPr id="20" name="Group 77">
              <a:extLst>
                <a:ext uri="{FF2B5EF4-FFF2-40B4-BE49-F238E27FC236}">
                  <a16:creationId xmlns:a16="http://schemas.microsoft.com/office/drawing/2014/main" id="{1750E5E9-743D-70BF-C164-749DB46A0C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47" y="1162"/>
              <a:ext cx="1494" cy="182"/>
              <a:chOff x="3692" y="709"/>
              <a:chExt cx="1494" cy="182"/>
            </a:xfrm>
          </p:grpSpPr>
          <p:grpSp>
            <p:nvGrpSpPr>
              <p:cNvPr id="69" name="Group 78">
                <a:extLst>
                  <a:ext uri="{FF2B5EF4-FFF2-40B4-BE49-F238E27FC236}">
                    <a16:creationId xmlns:a16="http://schemas.microsoft.com/office/drawing/2014/main" id="{D907AC2F-87E3-9A1B-768A-C5D57D1CDFA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92" y="709"/>
                <a:ext cx="180" cy="182"/>
                <a:chOff x="3149" y="1978"/>
                <a:chExt cx="180" cy="182"/>
              </a:xfrm>
            </p:grpSpPr>
            <p:sp>
              <p:nvSpPr>
                <p:cNvPr id="82" name="Oval 79">
                  <a:extLst>
                    <a:ext uri="{FF2B5EF4-FFF2-40B4-BE49-F238E27FC236}">
                      <a16:creationId xmlns:a16="http://schemas.microsoft.com/office/drawing/2014/main" id="{D30443E3-0596-4C04-FE34-F82BDA739A7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49" y="1978"/>
                  <a:ext cx="180" cy="182"/>
                </a:xfrm>
                <a:prstGeom prst="ellipse">
                  <a:avLst/>
                </a:prstGeom>
                <a:noFill/>
                <a:ln w="25400">
                  <a:solidFill>
                    <a:srgbClr val="3399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83" name="Oval 80">
                  <a:extLst>
                    <a:ext uri="{FF2B5EF4-FFF2-40B4-BE49-F238E27FC236}">
                      <a16:creationId xmlns:a16="http://schemas.microsoft.com/office/drawing/2014/main" id="{E3CC3CDF-1A76-86BC-56C5-24DFB3B0DB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28" y="2047"/>
                  <a:ext cx="44" cy="44"/>
                </a:xfrm>
                <a:prstGeom prst="ellipse">
                  <a:avLst/>
                </a:prstGeom>
                <a:solidFill>
                  <a:srgbClr val="FF0000"/>
                </a:solidFill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70" name="Group 81">
                <a:extLst>
                  <a:ext uri="{FF2B5EF4-FFF2-40B4-BE49-F238E27FC236}">
                    <a16:creationId xmlns:a16="http://schemas.microsoft.com/office/drawing/2014/main" id="{4800382C-9057-FBD3-C942-2259BA58A6D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54" y="709"/>
                <a:ext cx="180" cy="182"/>
                <a:chOff x="3149" y="1978"/>
                <a:chExt cx="180" cy="182"/>
              </a:xfrm>
            </p:grpSpPr>
            <p:sp>
              <p:nvSpPr>
                <p:cNvPr id="80" name="Oval 82">
                  <a:extLst>
                    <a:ext uri="{FF2B5EF4-FFF2-40B4-BE49-F238E27FC236}">
                      <a16:creationId xmlns:a16="http://schemas.microsoft.com/office/drawing/2014/main" id="{3312E303-D1A5-A3FC-4453-D0C288CB8FA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49" y="1978"/>
                  <a:ext cx="180" cy="182"/>
                </a:xfrm>
                <a:prstGeom prst="ellipse">
                  <a:avLst/>
                </a:prstGeom>
                <a:noFill/>
                <a:ln w="25400">
                  <a:solidFill>
                    <a:srgbClr val="3399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81" name="Oval 83">
                  <a:extLst>
                    <a:ext uri="{FF2B5EF4-FFF2-40B4-BE49-F238E27FC236}">
                      <a16:creationId xmlns:a16="http://schemas.microsoft.com/office/drawing/2014/main" id="{345C5E12-6F03-6FBE-86BE-0807527B61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18" y="2047"/>
                  <a:ext cx="44" cy="44"/>
                </a:xfrm>
                <a:prstGeom prst="ellipse">
                  <a:avLst/>
                </a:prstGeom>
                <a:solidFill>
                  <a:srgbClr val="FF0000"/>
                </a:solidFill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71" name="Group 84">
                <a:extLst>
                  <a:ext uri="{FF2B5EF4-FFF2-40B4-BE49-F238E27FC236}">
                    <a16:creationId xmlns:a16="http://schemas.microsoft.com/office/drawing/2014/main" id="{4795312F-ABE2-6443-042F-98263AF8D2C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14" y="709"/>
                <a:ext cx="180" cy="182"/>
                <a:chOff x="3144" y="1978"/>
                <a:chExt cx="180" cy="182"/>
              </a:xfrm>
            </p:grpSpPr>
            <p:sp>
              <p:nvSpPr>
                <p:cNvPr id="78" name="Oval 85">
                  <a:extLst>
                    <a:ext uri="{FF2B5EF4-FFF2-40B4-BE49-F238E27FC236}">
                      <a16:creationId xmlns:a16="http://schemas.microsoft.com/office/drawing/2014/main" id="{F35AE68B-7B29-C1E8-2081-9A1DC4E558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44" y="1978"/>
                  <a:ext cx="180" cy="182"/>
                </a:xfrm>
                <a:prstGeom prst="ellipse">
                  <a:avLst/>
                </a:prstGeom>
                <a:noFill/>
                <a:ln w="25400">
                  <a:solidFill>
                    <a:srgbClr val="3399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79" name="Oval 86">
                  <a:extLst>
                    <a:ext uri="{FF2B5EF4-FFF2-40B4-BE49-F238E27FC236}">
                      <a16:creationId xmlns:a16="http://schemas.microsoft.com/office/drawing/2014/main" id="{31653A98-90B8-82A8-1C80-B6AF3FFD39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13" y="2047"/>
                  <a:ext cx="44" cy="44"/>
                </a:xfrm>
                <a:prstGeom prst="ellipse">
                  <a:avLst/>
                </a:prstGeom>
                <a:solidFill>
                  <a:srgbClr val="FF0000"/>
                </a:solidFill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72" name="Group 87">
                <a:extLst>
                  <a:ext uri="{FF2B5EF4-FFF2-40B4-BE49-F238E27FC236}">
                    <a16:creationId xmlns:a16="http://schemas.microsoft.com/office/drawing/2014/main" id="{5DFD2B7C-4C83-064A-B88A-DF41998487E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84" y="709"/>
                <a:ext cx="180" cy="182"/>
                <a:chOff x="3143" y="1978"/>
                <a:chExt cx="180" cy="182"/>
              </a:xfrm>
            </p:grpSpPr>
            <p:sp>
              <p:nvSpPr>
                <p:cNvPr id="76" name="Oval 88">
                  <a:extLst>
                    <a:ext uri="{FF2B5EF4-FFF2-40B4-BE49-F238E27FC236}">
                      <a16:creationId xmlns:a16="http://schemas.microsoft.com/office/drawing/2014/main" id="{9137AD2B-D681-BFD1-FAFF-2074183677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43" y="1978"/>
                  <a:ext cx="180" cy="182"/>
                </a:xfrm>
                <a:prstGeom prst="ellipse">
                  <a:avLst/>
                </a:prstGeom>
                <a:noFill/>
                <a:ln w="25400">
                  <a:solidFill>
                    <a:srgbClr val="3399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77" name="Oval 89">
                  <a:extLst>
                    <a:ext uri="{FF2B5EF4-FFF2-40B4-BE49-F238E27FC236}">
                      <a16:creationId xmlns:a16="http://schemas.microsoft.com/office/drawing/2014/main" id="{5925D2D8-53AB-6B0F-8192-99D64497A7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22" y="2047"/>
                  <a:ext cx="44" cy="44"/>
                </a:xfrm>
                <a:prstGeom prst="ellipse">
                  <a:avLst/>
                </a:prstGeom>
                <a:solidFill>
                  <a:srgbClr val="FF0000"/>
                </a:solidFill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73" name="Group 90">
                <a:extLst>
                  <a:ext uri="{FF2B5EF4-FFF2-40B4-BE49-F238E27FC236}">
                    <a16:creationId xmlns:a16="http://schemas.microsoft.com/office/drawing/2014/main" id="{F2527265-3C61-5C4C-69E7-F957CB43CCD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006" y="709"/>
                <a:ext cx="180" cy="182"/>
                <a:chOff x="3147" y="1978"/>
                <a:chExt cx="180" cy="182"/>
              </a:xfrm>
            </p:grpSpPr>
            <p:sp>
              <p:nvSpPr>
                <p:cNvPr id="74" name="Oval 91">
                  <a:extLst>
                    <a:ext uri="{FF2B5EF4-FFF2-40B4-BE49-F238E27FC236}">
                      <a16:creationId xmlns:a16="http://schemas.microsoft.com/office/drawing/2014/main" id="{86D4319C-0C95-DA9A-E079-FE0CF5CC96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47" y="1978"/>
                  <a:ext cx="180" cy="182"/>
                </a:xfrm>
                <a:prstGeom prst="ellipse">
                  <a:avLst/>
                </a:prstGeom>
                <a:noFill/>
                <a:ln w="25400">
                  <a:solidFill>
                    <a:srgbClr val="3399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75" name="Oval 92">
                  <a:extLst>
                    <a:ext uri="{FF2B5EF4-FFF2-40B4-BE49-F238E27FC236}">
                      <a16:creationId xmlns:a16="http://schemas.microsoft.com/office/drawing/2014/main" id="{3231593D-8C1E-1027-1565-B678F875064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16" y="2047"/>
                  <a:ext cx="44" cy="44"/>
                </a:xfrm>
                <a:prstGeom prst="ellipse">
                  <a:avLst/>
                </a:prstGeom>
                <a:solidFill>
                  <a:srgbClr val="FF0000"/>
                </a:solidFill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</p:grpSp>
        </p:grpSp>
        <p:grpSp>
          <p:nvGrpSpPr>
            <p:cNvPr id="21" name="Group 93">
              <a:extLst>
                <a:ext uri="{FF2B5EF4-FFF2-40B4-BE49-F238E27FC236}">
                  <a16:creationId xmlns:a16="http://schemas.microsoft.com/office/drawing/2014/main" id="{C21FC0B6-ED7A-654B-40CF-0A8C9E6B3F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51" y="1480"/>
              <a:ext cx="1496" cy="182"/>
              <a:chOff x="3651" y="709"/>
              <a:chExt cx="1496" cy="182"/>
            </a:xfrm>
          </p:grpSpPr>
          <p:grpSp>
            <p:nvGrpSpPr>
              <p:cNvPr id="54" name="Group 94">
                <a:extLst>
                  <a:ext uri="{FF2B5EF4-FFF2-40B4-BE49-F238E27FC236}">
                    <a16:creationId xmlns:a16="http://schemas.microsoft.com/office/drawing/2014/main" id="{3316E4D3-5253-9960-AA29-5DA0D438A34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51" y="709"/>
                <a:ext cx="180" cy="182"/>
                <a:chOff x="3108" y="1978"/>
                <a:chExt cx="180" cy="182"/>
              </a:xfrm>
            </p:grpSpPr>
            <p:sp>
              <p:nvSpPr>
                <p:cNvPr id="67" name="Oval 95">
                  <a:extLst>
                    <a:ext uri="{FF2B5EF4-FFF2-40B4-BE49-F238E27FC236}">
                      <a16:creationId xmlns:a16="http://schemas.microsoft.com/office/drawing/2014/main" id="{255E7908-4359-D45C-BCA0-EC2B93F0F9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8" y="1978"/>
                  <a:ext cx="180" cy="182"/>
                </a:xfrm>
                <a:prstGeom prst="ellipse">
                  <a:avLst/>
                </a:prstGeom>
                <a:noFill/>
                <a:ln w="25400">
                  <a:solidFill>
                    <a:srgbClr val="3399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68" name="Oval 96">
                  <a:extLst>
                    <a:ext uri="{FF2B5EF4-FFF2-40B4-BE49-F238E27FC236}">
                      <a16:creationId xmlns:a16="http://schemas.microsoft.com/office/drawing/2014/main" id="{30039AAD-60F9-467C-06D3-ADC3769D338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76" y="2047"/>
                  <a:ext cx="44" cy="44"/>
                </a:xfrm>
                <a:prstGeom prst="ellipse">
                  <a:avLst/>
                </a:prstGeom>
                <a:solidFill>
                  <a:srgbClr val="FF0000"/>
                </a:solidFill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55" name="Group 97">
                <a:extLst>
                  <a:ext uri="{FF2B5EF4-FFF2-40B4-BE49-F238E27FC236}">
                    <a16:creationId xmlns:a16="http://schemas.microsoft.com/office/drawing/2014/main" id="{5CE94342-018C-ADBB-6FA9-E1F0F088362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13" y="709"/>
                <a:ext cx="180" cy="182"/>
                <a:chOff x="3108" y="1978"/>
                <a:chExt cx="180" cy="182"/>
              </a:xfrm>
            </p:grpSpPr>
            <p:sp>
              <p:nvSpPr>
                <p:cNvPr id="65" name="Oval 98">
                  <a:extLst>
                    <a:ext uri="{FF2B5EF4-FFF2-40B4-BE49-F238E27FC236}">
                      <a16:creationId xmlns:a16="http://schemas.microsoft.com/office/drawing/2014/main" id="{4B20D14E-5DFA-2D26-12E4-FCB12B30996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8" y="1978"/>
                  <a:ext cx="180" cy="182"/>
                </a:xfrm>
                <a:prstGeom prst="ellipse">
                  <a:avLst/>
                </a:prstGeom>
                <a:noFill/>
                <a:ln w="25400">
                  <a:solidFill>
                    <a:srgbClr val="3399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66" name="Oval 99">
                  <a:extLst>
                    <a:ext uri="{FF2B5EF4-FFF2-40B4-BE49-F238E27FC236}">
                      <a16:creationId xmlns:a16="http://schemas.microsoft.com/office/drawing/2014/main" id="{6E184502-7425-1B1F-00FD-8B8768687F7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76" y="2047"/>
                  <a:ext cx="44" cy="44"/>
                </a:xfrm>
                <a:prstGeom prst="ellipse">
                  <a:avLst/>
                </a:prstGeom>
                <a:solidFill>
                  <a:srgbClr val="FF0000"/>
                </a:solidFill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56" name="Group 100">
                <a:extLst>
                  <a:ext uri="{FF2B5EF4-FFF2-40B4-BE49-F238E27FC236}">
                    <a16:creationId xmlns:a16="http://schemas.microsoft.com/office/drawing/2014/main" id="{C35205ED-DC43-5C54-C7A9-E13930A4791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78" y="709"/>
                <a:ext cx="180" cy="182"/>
                <a:chOff x="3108" y="1978"/>
                <a:chExt cx="180" cy="182"/>
              </a:xfrm>
            </p:grpSpPr>
            <p:sp>
              <p:nvSpPr>
                <p:cNvPr id="63" name="Oval 101">
                  <a:extLst>
                    <a:ext uri="{FF2B5EF4-FFF2-40B4-BE49-F238E27FC236}">
                      <a16:creationId xmlns:a16="http://schemas.microsoft.com/office/drawing/2014/main" id="{AAF075E5-B9DD-C9E1-3B5E-A069736BAE3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8" y="1978"/>
                  <a:ext cx="180" cy="182"/>
                </a:xfrm>
                <a:prstGeom prst="ellipse">
                  <a:avLst/>
                </a:prstGeom>
                <a:noFill/>
                <a:ln w="25400">
                  <a:solidFill>
                    <a:srgbClr val="3399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64" name="Oval 102">
                  <a:extLst>
                    <a:ext uri="{FF2B5EF4-FFF2-40B4-BE49-F238E27FC236}">
                      <a16:creationId xmlns:a16="http://schemas.microsoft.com/office/drawing/2014/main" id="{5EECB481-59C5-0057-8966-65AF672890A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76" y="2047"/>
                  <a:ext cx="44" cy="44"/>
                </a:xfrm>
                <a:prstGeom prst="ellipse">
                  <a:avLst/>
                </a:prstGeom>
                <a:solidFill>
                  <a:srgbClr val="FF0000"/>
                </a:solidFill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57" name="Group 103">
                <a:extLst>
                  <a:ext uri="{FF2B5EF4-FFF2-40B4-BE49-F238E27FC236}">
                    <a16:creationId xmlns:a16="http://schemas.microsoft.com/office/drawing/2014/main" id="{A317D838-49F0-2516-22E4-C863B3E57B9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49" y="709"/>
                <a:ext cx="180" cy="182"/>
                <a:chOff x="3108" y="1978"/>
                <a:chExt cx="180" cy="182"/>
              </a:xfrm>
            </p:grpSpPr>
            <p:sp>
              <p:nvSpPr>
                <p:cNvPr id="61" name="Oval 104">
                  <a:extLst>
                    <a:ext uri="{FF2B5EF4-FFF2-40B4-BE49-F238E27FC236}">
                      <a16:creationId xmlns:a16="http://schemas.microsoft.com/office/drawing/2014/main" id="{AA8B43A3-2B66-8D5F-6220-E58457A369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8" y="1978"/>
                  <a:ext cx="180" cy="182"/>
                </a:xfrm>
                <a:prstGeom prst="ellipse">
                  <a:avLst/>
                </a:prstGeom>
                <a:noFill/>
                <a:ln w="25400">
                  <a:solidFill>
                    <a:srgbClr val="3399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62" name="Oval 105">
                  <a:extLst>
                    <a:ext uri="{FF2B5EF4-FFF2-40B4-BE49-F238E27FC236}">
                      <a16:creationId xmlns:a16="http://schemas.microsoft.com/office/drawing/2014/main" id="{08E2EACF-BD75-AE27-B8A3-CBFE205D5A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76" y="2047"/>
                  <a:ext cx="44" cy="44"/>
                </a:xfrm>
                <a:prstGeom prst="ellipse">
                  <a:avLst/>
                </a:prstGeom>
                <a:solidFill>
                  <a:srgbClr val="FF0000"/>
                </a:solidFill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58" name="Group 106">
                <a:extLst>
                  <a:ext uri="{FF2B5EF4-FFF2-40B4-BE49-F238E27FC236}">
                    <a16:creationId xmlns:a16="http://schemas.microsoft.com/office/drawing/2014/main" id="{7EE30491-7614-E326-61F7-E04CBE9D0DD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967" y="709"/>
                <a:ext cx="180" cy="182"/>
                <a:chOff x="3108" y="1978"/>
                <a:chExt cx="180" cy="182"/>
              </a:xfrm>
            </p:grpSpPr>
            <p:sp>
              <p:nvSpPr>
                <p:cNvPr id="59" name="Oval 107">
                  <a:extLst>
                    <a:ext uri="{FF2B5EF4-FFF2-40B4-BE49-F238E27FC236}">
                      <a16:creationId xmlns:a16="http://schemas.microsoft.com/office/drawing/2014/main" id="{DAFCBE23-FD22-AA7A-4BB7-6AB32BB7C47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8" y="1978"/>
                  <a:ext cx="180" cy="182"/>
                </a:xfrm>
                <a:prstGeom prst="ellipse">
                  <a:avLst/>
                </a:prstGeom>
                <a:noFill/>
                <a:ln w="25400">
                  <a:solidFill>
                    <a:srgbClr val="3399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60" name="Oval 108">
                  <a:extLst>
                    <a:ext uri="{FF2B5EF4-FFF2-40B4-BE49-F238E27FC236}">
                      <a16:creationId xmlns:a16="http://schemas.microsoft.com/office/drawing/2014/main" id="{9EA59F52-A6A5-50CC-178B-A1BB3A9D06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76" y="2047"/>
                  <a:ext cx="44" cy="44"/>
                </a:xfrm>
                <a:prstGeom prst="ellipse">
                  <a:avLst/>
                </a:prstGeom>
                <a:solidFill>
                  <a:srgbClr val="FF0000"/>
                </a:solidFill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</p:grpSp>
        </p:grpSp>
        <p:grpSp>
          <p:nvGrpSpPr>
            <p:cNvPr id="22" name="Group 109">
              <a:extLst>
                <a:ext uri="{FF2B5EF4-FFF2-40B4-BE49-F238E27FC236}">
                  <a16:creationId xmlns:a16="http://schemas.microsoft.com/office/drawing/2014/main" id="{FF8F8F3E-7D3C-0EE2-CA5E-A3001EC45B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51" y="1842"/>
              <a:ext cx="1496" cy="182"/>
              <a:chOff x="3651" y="709"/>
              <a:chExt cx="1496" cy="182"/>
            </a:xfrm>
          </p:grpSpPr>
          <p:grpSp>
            <p:nvGrpSpPr>
              <p:cNvPr id="39" name="Group 110">
                <a:extLst>
                  <a:ext uri="{FF2B5EF4-FFF2-40B4-BE49-F238E27FC236}">
                    <a16:creationId xmlns:a16="http://schemas.microsoft.com/office/drawing/2014/main" id="{1D71E3EC-A2D7-31A5-45A0-5796325978F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51" y="709"/>
                <a:ext cx="180" cy="182"/>
                <a:chOff x="3108" y="1978"/>
                <a:chExt cx="180" cy="182"/>
              </a:xfrm>
            </p:grpSpPr>
            <p:sp>
              <p:nvSpPr>
                <p:cNvPr id="52" name="Oval 111">
                  <a:extLst>
                    <a:ext uri="{FF2B5EF4-FFF2-40B4-BE49-F238E27FC236}">
                      <a16:creationId xmlns:a16="http://schemas.microsoft.com/office/drawing/2014/main" id="{878E9618-CD97-3F81-711D-FA9721B836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8" y="1978"/>
                  <a:ext cx="180" cy="182"/>
                </a:xfrm>
                <a:prstGeom prst="ellipse">
                  <a:avLst/>
                </a:prstGeom>
                <a:noFill/>
                <a:ln w="25400">
                  <a:solidFill>
                    <a:srgbClr val="3399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53" name="Oval 112">
                  <a:extLst>
                    <a:ext uri="{FF2B5EF4-FFF2-40B4-BE49-F238E27FC236}">
                      <a16:creationId xmlns:a16="http://schemas.microsoft.com/office/drawing/2014/main" id="{E978C505-622C-6275-61FF-42B8621552A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76" y="2047"/>
                  <a:ext cx="44" cy="44"/>
                </a:xfrm>
                <a:prstGeom prst="ellipse">
                  <a:avLst/>
                </a:prstGeom>
                <a:solidFill>
                  <a:srgbClr val="FF0000"/>
                </a:solidFill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40" name="Group 113">
                <a:extLst>
                  <a:ext uri="{FF2B5EF4-FFF2-40B4-BE49-F238E27FC236}">
                    <a16:creationId xmlns:a16="http://schemas.microsoft.com/office/drawing/2014/main" id="{D2AD88A0-63E0-E7F5-1D4D-EF12495247A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13" y="709"/>
                <a:ext cx="180" cy="182"/>
                <a:chOff x="3108" y="1978"/>
                <a:chExt cx="180" cy="182"/>
              </a:xfrm>
            </p:grpSpPr>
            <p:sp>
              <p:nvSpPr>
                <p:cNvPr id="50" name="Oval 114">
                  <a:extLst>
                    <a:ext uri="{FF2B5EF4-FFF2-40B4-BE49-F238E27FC236}">
                      <a16:creationId xmlns:a16="http://schemas.microsoft.com/office/drawing/2014/main" id="{9F268213-5344-3169-B057-83EF94CA79F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8" y="1978"/>
                  <a:ext cx="180" cy="182"/>
                </a:xfrm>
                <a:prstGeom prst="ellipse">
                  <a:avLst/>
                </a:prstGeom>
                <a:noFill/>
                <a:ln w="25400">
                  <a:solidFill>
                    <a:srgbClr val="3399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51" name="Oval 115">
                  <a:extLst>
                    <a:ext uri="{FF2B5EF4-FFF2-40B4-BE49-F238E27FC236}">
                      <a16:creationId xmlns:a16="http://schemas.microsoft.com/office/drawing/2014/main" id="{D107542C-6656-EE32-0BD1-1A167073559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76" y="2047"/>
                  <a:ext cx="44" cy="44"/>
                </a:xfrm>
                <a:prstGeom prst="ellipse">
                  <a:avLst/>
                </a:prstGeom>
                <a:solidFill>
                  <a:srgbClr val="FF0000"/>
                </a:solidFill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41" name="Group 116">
                <a:extLst>
                  <a:ext uri="{FF2B5EF4-FFF2-40B4-BE49-F238E27FC236}">
                    <a16:creationId xmlns:a16="http://schemas.microsoft.com/office/drawing/2014/main" id="{680CE03B-CA3B-E241-9E18-8AE3EC2D52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78" y="709"/>
                <a:ext cx="180" cy="182"/>
                <a:chOff x="3108" y="1978"/>
                <a:chExt cx="180" cy="182"/>
              </a:xfrm>
            </p:grpSpPr>
            <p:sp>
              <p:nvSpPr>
                <p:cNvPr id="48" name="Oval 117">
                  <a:extLst>
                    <a:ext uri="{FF2B5EF4-FFF2-40B4-BE49-F238E27FC236}">
                      <a16:creationId xmlns:a16="http://schemas.microsoft.com/office/drawing/2014/main" id="{733479A8-B59D-4F56-B9DC-2139FC000C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8" y="1978"/>
                  <a:ext cx="180" cy="182"/>
                </a:xfrm>
                <a:prstGeom prst="ellipse">
                  <a:avLst/>
                </a:prstGeom>
                <a:noFill/>
                <a:ln w="25400">
                  <a:solidFill>
                    <a:srgbClr val="3399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49" name="Oval 118">
                  <a:extLst>
                    <a:ext uri="{FF2B5EF4-FFF2-40B4-BE49-F238E27FC236}">
                      <a16:creationId xmlns:a16="http://schemas.microsoft.com/office/drawing/2014/main" id="{0963027B-815B-8959-182A-230E4644CD6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76" y="2047"/>
                  <a:ext cx="44" cy="44"/>
                </a:xfrm>
                <a:prstGeom prst="ellipse">
                  <a:avLst/>
                </a:prstGeom>
                <a:solidFill>
                  <a:srgbClr val="FF0000"/>
                </a:solidFill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42" name="Group 119">
                <a:extLst>
                  <a:ext uri="{FF2B5EF4-FFF2-40B4-BE49-F238E27FC236}">
                    <a16:creationId xmlns:a16="http://schemas.microsoft.com/office/drawing/2014/main" id="{42412672-E2FC-677A-2FAB-1548C2B54CA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49" y="709"/>
                <a:ext cx="180" cy="182"/>
                <a:chOff x="3108" y="1978"/>
                <a:chExt cx="180" cy="182"/>
              </a:xfrm>
            </p:grpSpPr>
            <p:sp>
              <p:nvSpPr>
                <p:cNvPr id="46" name="Oval 120">
                  <a:extLst>
                    <a:ext uri="{FF2B5EF4-FFF2-40B4-BE49-F238E27FC236}">
                      <a16:creationId xmlns:a16="http://schemas.microsoft.com/office/drawing/2014/main" id="{C60CF399-F9D5-EEEA-2216-35015B5613B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8" y="1978"/>
                  <a:ext cx="180" cy="182"/>
                </a:xfrm>
                <a:prstGeom prst="ellipse">
                  <a:avLst/>
                </a:prstGeom>
                <a:noFill/>
                <a:ln w="25400">
                  <a:solidFill>
                    <a:srgbClr val="3399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47" name="Oval 121">
                  <a:extLst>
                    <a:ext uri="{FF2B5EF4-FFF2-40B4-BE49-F238E27FC236}">
                      <a16:creationId xmlns:a16="http://schemas.microsoft.com/office/drawing/2014/main" id="{6C72CB82-CA32-8B26-618B-642943AD2D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76" y="2047"/>
                  <a:ext cx="44" cy="44"/>
                </a:xfrm>
                <a:prstGeom prst="ellipse">
                  <a:avLst/>
                </a:prstGeom>
                <a:solidFill>
                  <a:srgbClr val="FF0000"/>
                </a:solidFill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43" name="Group 122">
                <a:extLst>
                  <a:ext uri="{FF2B5EF4-FFF2-40B4-BE49-F238E27FC236}">
                    <a16:creationId xmlns:a16="http://schemas.microsoft.com/office/drawing/2014/main" id="{8316CE78-81A3-2973-5A6E-0A536E83955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967" y="709"/>
                <a:ext cx="180" cy="182"/>
                <a:chOff x="3108" y="1978"/>
                <a:chExt cx="180" cy="182"/>
              </a:xfrm>
            </p:grpSpPr>
            <p:sp>
              <p:nvSpPr>
                <p:cNvPr id="44" name="Oval 123">
                  <a:extLst>
                    <a:ext uri="{FF2B5EF4-FFF2-40B4-BE49-F238E27FC236}">
                      <a16:creationId xmlns:a16="http://schemas.microsoft.com/office/drawing/2014/main" id="{5E5FBCDA-1A86-4521-570A-E8EAF6B1662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8" y="1978"/>
                  <a:ext cx="180" cy="182"/>
                </a:xfrm>
                <a:prstGeom prst="ellipse">
                  <a:avLst/>
                </a:prstGeom>
                <a:noFill/>
                <a:ln w="25400">
                  <a:solidFill>
                    <a:srgbClr val="3399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45" name="Oval 124">
                  <a:extLst>
                    <a:ext uri="{FF2B5EF4-FFF2-40B4-BE49-F238E27FC236}">
                      <a16:creationId xmlns:a16="http://schemas.microsoft.com/office/drawing/2014/main" id="{A2EC3F6F-7D41-B80F-C9B6-C71E025FE60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76" y="2047"/>
                  <a:ext cx="44" cy="44"/>
                </a:xfrm>
                <a:prstGeom prst="ellipse">
                  <a:avLst/>
                </a:prstGeom>
                <a:solidFill>
                  <a:srgbClr val="FF0000"/>
                </a:solidFill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</p:grpSp>
        </p:grpSp>
        <p:grpSp>
          <p:nvGrpSpPr>
            <p:cNvPr id="23" name="Group 125">
              <a:extLst>
                <a:ext uri="{FF2B5EF4-FFF2-40B4-BE49-F238E27FC236}">
                  <a16:creationId xmlns:a16="http://schemas.microsoft.com/office/drawing/2014/main" id="{643B94ED-56DE-F242-9DEF-A7DD7F14F1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51" y="2160"/>
              <a:ext cx="1496" cy="182"/>
              <a:chOff x="3651" y="709"/>
              <a:chExt cx="1496" cy="182"/>
            </a:xfrm>
          </p:grpSpPr>
          <p:grpSp>
            <p:nvGrpSpPr>
              <p:cNvPr id="24" name="Group 126">
                <a:extLst>
                  <a:ext uri="{FF2B5EF4-FFF2-40B4-BE49-F238E27FC236}">
                    <a16:creationId xmlns:a16="http://schemas.microsoft.com/office/drawing/2014/main" id="{E81AD0DD-9CD1-B9F9-5F59-0994BB18455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51" y="709"/>
                <a:ext cx="180" cy="182"/>
                <a:chOff x="3108" y="1978"/>
                <a:chExt cx="180" cy="182"/>
              </a:xfrm>
            </p:grpSpPr>
            <p:sp>
              <p:nvSpPr>
                <p:cNvPr id="37" name="Oval 127">
                  <a:extLst>
                    <a:ext uri="{FF2B5EF4-FFF2-40B4-BE49-F238E27FC236}">
                      <a16:creationId xmlns:a16="http://schemas.microsoft.com/office/drawing/2014/main" id="{86B1C479-8B80-157F-8130-485C934B650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8" y="1978"/>
                  <a:ext cx="180" cy="182"/>
                </a:xfrm>
                <a:prstGeom prst="ellipse">
                  <a:avLst/>
                </a:prstGeom>
                <a:noFill/>
                <a:ln w="25400">
                  <a:solidFill>
                    <a:srgbClr val="3399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38" name="Oval 128">
                  <a:extLst>
                    <a:ext uri="{FF2B5EF4-FFF2-40B4-BE49-F238E27FC236}">
                      <a16:creationId xmlns:a16="http://schemas.microsoft.com/office/drawing/2014/main" id="{47F8F2DE-DEE8-2062-454E-E2FF0A002CF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76" y="2047"/>
                  <a:ext cx="44" cy="44"/>
                </a:xfrm>
                <a:prstGeom prst="ellipse">
                  <a:avLst/>
                </a:prstGeom>
                <a:solidFill>
                  <a:srgbClr val="FF0000"/>
                </a:solidFill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25" name="Group 129">
                <a:extLst>
                  <a:ext uri="{FF2B5EF4-FFF2-40B4-BE49-F238E27FC236}">
                    <a16:creationId xmlns:a16="http://schemas.microsoft.com/office/drawing/2014/main" id="{95D7E6C4-00BD-A7F7-D85E-126F97258F8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13" y="709"/>
                <a:ext cx="180" cy="182"/>
                <a:chOff x="3108" y="1978"/>
                <a:chExt cx="180" cy="182"/>
              </a:xfrm>
            </p:grpSpPr>
            <p:sp>
              <p:nvSpPr>
                <p:cNvPr id="35" name="Oval 130">
                  <a:extLst>
                    <a:ext uri="{FF2B5EF4-FFF2-40B4-BE49-F238E27FC236}">
                      <a16:creationId xmlns:a16="http://schemas.microsoft.com/office/drawing/2014/main" id="{80492F43-EF23-63C7-BFF0-2057FA33E71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8" y="1978"/>
                  <a:ext cx="180" cy="182"/>
                </a:xfrm>
                <a:prstGeom prst="ellipse">
                  <a:avLst/>
                </a:prstGeom>
                <a:noFill/>
                <a:ln w="25400">
                  <a:solidFill>
                    <a:srgbClr val="3399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36" name="Oval 131">
                  <a:extLst>
                    <a:ext uri="{FF2B5EF4-FFF2-40B4-BE49-F238E27FC236}">
                      <a16:creationId xmlns:a16="http://schemas.microsoft.com/office/drawing/2014/main" id="{80C831CC-740F-7771-731D-C560203C84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76" y="2047"/>
                  <a:ext cx="44" cy="44"/>
                </a:xfrm>
                <a:prstGeom prst="ellipse">
                  <a:avLst/>
                </a:prstGeom>
                <a:solidFill>
                  <a:srgbClr val="FF0000"/>
                </a:solidFill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26" name="Group 132">
                <a:extLst>
                  <a:ext uri="{FF2B5EF4-FFF2-40B4-BE49-F238E27FC236}">
                    <a16:creationId xmlns:a16="http://schemas.microsoft.com/office/drawing/2014/main" id="{96C9CBBD-6B92-44FB-C25A-9311E39828C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78" y="709"/>
                <a:ext cx="180" cy="182"/>
                <a:chOff x="3108" y="1978"/>
                <a:chExt cx="180" cy="182"/>
              </a:xfrm>
            </p:grpSpPr>
            <p:sp>
              <p:nvSpPr>
                <p:cNvPr id="33" name="Oval 133">
                  <a:extLst>
                    <a:ext uri="{FF2B5EF4-FFF2-40B4-BE49-F238E27FC236}">
                      <a16:creationId xmlns:a16="http://schemas.microsoft.com/office/drawing/2014/main" id="{EB852E35-53ED-2148-9E15-EFBB4ACDD6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8" y="1978"/>
                  <a:ext cx="180" cy="182"/>
                </a:xfrm>
                <a:prstGeom prst="ellipse">
                  <a:avLst/>
                </a:prstGeom>
                <a:noFill/>
                <a:ln w="25400">
                  <a:solidFill>
                    <a:srgbClr val="3399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34" name="Oval 134">
                  <a:extLst>
                    <a:ext uri="{FF2B5EF4-FFF2-40B4-BE49-F238E27FC236}">
                      <a16:creationId xmlns:a16="http://schemas.microsoft.com/office/drawing/2014/main" id="{0ADB3AB0-072B-AA2D-F0BA-73E0FCE8E48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76" y="2047"/>
                  <a:ext cx="44" cy="44"/>
                </a:xfrm>
                <a:prstGeom prst="ellipse">
                  <a:avLst/>
                </a:prstGeom>
                <a:solidFill>
                  <a:srgbClr val="FF0000"/>
                </a:solidFill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27" name="Group 135">
                <a:extLst>
                  <a:ext uri="{FF2B5EF4-FFF2-40B4-BE49-F238E27FC236}">
                    <a16:creationId xmlns:a16="http://schemas.microsoft.com/office/drawing/2014/main" id="{D49A4AD5-B5AA-0022-64B6-DF1B9D33C36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49" y="709"/>
                <a:ext cx="180" cy="182"/>
                <a:chOff x="3108" y="1978"/>
                <a:chExt cx="180" cy="182"/>
              </a:xfrm>
            </p:grpSpPr>
            <p:sp>
              <p:nvSpPr>
                <p:cNvPr id="31" name="Oval 136">
                  <a:extLst>
                    <a:ext uri="{FF2B5EF4-FFF2-40B4-BE49-F238E27FC236}">
                      <a16:creationId xmlns:a16="http://schemas.microsoft.com/office/drawing/2014/main" id="{B5EE7D9F-C348-7693-0570-CB18AB2CE26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8" y="1978"/>
                  <a:ext cx="180" cy="182"/>
                </a:xfrm>
                <a:prstGeom prst="ellipse">
                  <a:avLst/>
                </a:prstGeom>
                <a:noFill/>
                <a:ln w="25400">
                  <a:solidFill>
                    <a:srgbClr val="3399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32" name="Oval 137">
                  <a:extLst>
                    <a:ext uri="{FF2B5EF4-FFF2-40B4-BE49-F238E27FC236}">
                      <a16:creationId xmlns:a16="http://schemas.microsoft.com/office/drawing/2014/main" id="{4F0A262E-0351-25A9-CEA7-C5F3E19A1B8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76" y="2047"/>
                  <a:ext cx="44" cy="44"/>
                </a:xfrm>
                <a:prstGeom prst="ellipse">
                  <a:avLst/>
                </a:prstGeom>
                <a:solidFill>
                  <a:srgbClr val="FF0000"/>
                </a:solidFill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28" name="Group 138">
                <a:extLst>
                  <a:ext uri="{FF2B5EF4-FFF2-40B4-BE49-F238E27FC236}">
                    <a16:creationId xmlns:a16="http://schemas.microsoft.com/office/drawing/2014/main" id="{09411952-A72C-667C-EB71-A8A3B4BAE8B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967" y="709"/>
                <a:ext cx="180" cy="182"/>
                <a:chOff x="3108" y="1978"/>
                <a:chExt cx="180" cy="182"/>
              </a:xfrm>
            </p:grpSpPr>
            <p:sp>
              <p:nvSpPr>
                <p:cNvPr id="29" name="Oval 139">
                  <a:extLst>
                    <a:ext uri="{FF2B5EF4-FFF2-40B4-BE49-F238E27FC236}">
                      <a16:creationId xmlns:a16="http://schemas.microsoft.com/office/drawing/2014/main" id="{3092C9C0-02AB-4F2A-C151-C18E7A1FCDB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8" y="1978"/>
                  <a:ext cx="180" cy="182"/>
                </a:xfrm>
                <a:prstGeom prst="ellipse">
                  <a:avLst/>
                </a:prstGeom>
                <a:noFill/>
                <a:ln w="25400">
                  <a:solidFill>
                    <a:srgbClr val="3399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30" name="Oval 140">
                  <a:extLst>
                    <a:ext uri="{FF2B5EF4-FFF2-40B4-BE49-F238E27FC236}">
                      <a16:creationId xmlns:a16="http://schemas.microsoft.com/office/drawing/2014/main" id="{07B400A7-C6DC-71E8-4371-C29602A821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76" y="2047"/>
                  <a:ext cx="44" cy="44"/>
                </a:xfrm>
                <a:prstGeom prst="ellipse">
                  <a:avLst/>
                </a:prstGeom>
                <a:solidFill>
                  <a:srgbClr val="FF0000"/>
                </a:solidFill>
                <a:ln w="254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 b="1" dirty="0">
                    <a:solidFill>
                      <a:srgbClr val="000000"/>
                    </a:solidFill>
                    <a:ea typeface="华文楷体" panose="02010600040101010101" pitchFamily="2" charset="-122"/>
                  </a:endParaRPr>
                </a:p>
              </p:txBody>
            </p:sp>
          </p:grp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矩形 98">
                <a:extLst>
                  <a:ext uri="{FF2B5EF4-FFF2-40B4-BE49-F238E27FC236}">
                    <a16:creationId xmlns:a16="http://schemas.microsoft.com/office/drawing/2014/main" id="{1B5CA42E-B2E8-D812-7BE5-FC221A88CAB4}"/>
                  </a:ext>
                </a:extLst>
              </p:cNvPr>
              <p:cNvSpPr/>
              <p:nvPr/>
            </p:nvSpPr>
            <p:spPr>
              <a:xfrm>
                <a:off x="473510" y="3612555"/>
                <a:ext cx="2668038" cy="8510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kumimoji="1" lang="en-US" altLang="zh-C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accPr>
                        <m:e>
                          <m: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𝑭</m:t>
                          </m:r>
                        </m:e>
                      </m:acc>
                      <m:r>
                        <a:rPr kumimoji="1" lang="en-US" altLang="zh-C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=</m:t>
                      </m:r>
                      <m:r>
                        <a:rPr lang="zh-CN" alt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zh-CN" alt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zh-CN" alt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zh-CN" altLang="en-US" sz="24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zh-CN" alt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  <m:sup>
                              <m:r>
                                <a:rPr lang="zh-CN" alt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bSup>
                        </m:num>
                        <m:den>
                          <m:r>
                            <a:rPr lang="zh-CN" alt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9" name="矩形 98">
                <a:extLst>
                  <a:ext uri="{FF2B5EF4-FFF2-40B4-BE49-F238E27FC236}">
                    <a16:creationId xmlns:a16="http://schemas.microsoft.com/office/drawing/2014/main" id="{1B5CA42E-B2E8-D812-7BE5-FC221A88CA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510" y="3612555"/>
                <a:ext cx="2668038" cy="85100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矩形 99">
                <a:extLst>
                  <a:ext uri="{FF2B5EF4-FFF2-40B4-BE49-F238E27FC236}">
                    <a16:creationId xmlns:a16="http://schemas.microsoft.com/office/drawing/2014/main" id="{7E7C509F-E142-0373-AD10-A029022D07F8}"/>
                  </a:ext>
                </a:extLst>
              </p:cNvPr>
              <p:cNvSpPr/>
              <p:nvPr/>
            </p:nvSpPr>
            <p:spPr>
              <a:xfrm>
                <a:off x="833425" y="4578170"/>
                <a:ext cx="1493679" cy="79252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b="1" i="1" smtClean="0"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zh-CN" altLang="en-US" sz="2400" b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b="1" i="1">
                              <a:latin typeface="Cambria Math" panose="02040503050406030204" pitchFamily="18" charset="0"/>
                            </a:rPr>
                            <m:t>𝒎</m:t>
                          </m:r>
                          <m:sSub>
                            <m:sSub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2400" b="1" i="1">
                              <a:latin typeface="Cambria Math" panose="02040503050406030204" pitchFamily="18" charset="0"/>
                            </a:rPr>
                            <m:t>𝒒𝑩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0" name="矩形 99">
                <a:extLst>
                  <a:ext uri="{FF2B5EF4-FFF2-40B4-BE49-F238E27FC236}">
                    <a16:creationId xmlns:a16="http://schemas.microsoft.com/office/drawing/2014/main" id="{7E7C509F-E142-0373-AD10-A029022D07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425" y="4578170"/>
                <a:ext cx="1493679" cy="79252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CF2CAD64-3116-E2E6-E217-36C5AA1429B9}"/>
                  </a:ext>
                </a:extLst>
              </p:cNvPr>
              <p:cNvSpPr/>
              <p:nvPr/>
            </p:nvSpPr>
            <p:spPr>
              <a:xfrm>
                <a:off x="589289" y="5497131"/>
                <a:ext cx="2546338" cy="107542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300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b="1" i="1" smtClean="0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zh-CN" altLang="en-US" sz="2400" b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zh-CN" altLang="en-US" sz="2400" b="1" i="1">
                              <a:latin typeface="Cambria Math" panose="02040503050406030204" pitchFamily="18" charset="0"/>
                            </a:rPr>
                            <m:t>𝝅</m:t>
                          </m:r>
                          <m:r>
                            <a:rPr lang="zh-CN" altLang="en-US" sz="2400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num>
                        <m:den>
                          <m:sSub>
                            <m:sSub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zh-CN" altLang="en-US" sz="2400" b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zh-CN" altLang="en-US" sz="2400" b="1" i="1">
                              <a:latin typeface="Cambria Math" panose="02040503050406030204" pitchFamily="18" charset="0"/>
                            </a:rPr>
                            <m:t>𝝅</m:t>
                          </m:r>
                          <m:r>
                            <a:rPr lang="zh-CN" altLang="en-US" sz="2400" b="1" i="1">
                              <a:latin typeface="Cambria Math" panose="02040503050406030204" pitchFamily="18" charset="0"/>
                            </a:rPr>
                            <m:t>𝒎</m:t>
                          </m:r>
                        </m:num>
                        <m:den>
                          <m:r>
                            <a:rPr lang="zh-CN" altLang="en-US" sz="2400" b="1" i="1">
                              <a:latin typeface="Cambria Math" panose="02040503050406030204" pitchFamily="18" charset="0"/>
                            </a:rPr>
                            <m:t>𝒒𝑩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CF2CAD64-3116-E2E6-E217-36C5AA1429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289" y="5497131"/>
                <a:ext cx="2546338" cy="107542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矩形 101">
                <a:extLst>
                  <a:ext uri="{FF2B5EF4-FFF2-40B4-BE49-F238E27FC236}">
                    <a16:creationId xmlns:a16="http://schemas.microsoft.com/office/drawing/2014/main" id="{AB04D89C-4D03-CF13-9F7B-8682B274DB6A}"/>
                  </a:ext>
                </a:extLst>
              </p:cNvPr>
              <p:cNvSpPr/>
              <p:nvPr/>
            </p:nvSpPr>
            <p:spPr>
              <a:xfrm>
                <a:off x="801461" y="2852745"/>
                <a:ext cx="3119187" cy="5410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kumimoji="1" lang="zh-CN" altLang="en-US" sz="26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运动</a:t>
                </a:r>
                <a14:m>
                  <m:oMath xmlns:m="http://schemas.openxmlformats.org/officeDocument/2006/math">
                    <m:r>
                      <a:rPr kumimoji="1" lang="zh-CN" altLang="en-US" sz="2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速度</m:t>
                    </m:r>
                    <m:sSub>
                      <m:sSubPr>
                        <m:ctrlPr>
                          <a:rPr kumimoji="1" lang="en-US" altLang="zh-CN" sz="2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kumimoji="1" lang="en-US" altLang="zh-CN" sz="2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zh-CN" sz="2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</m:acc>
                      </m:e>
                      <m:sub>
                        <m:r>
                          <a:rPr kumimoji="1" lang="en-US" altLang="zh-CN" sz="2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kumimoji="1" lang="zh-CN" altLang="en-US" sz="26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与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kumimoji="1" lang="en-US" altLang="zh-CN" sz="2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zh-CN" sz="2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acc>
                  </m:oMath>
                </a14:m>
                <a:r>
                  <a:rPr kumimoji="1" lang="zh-CN" altLang="en-US" sz="26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垂直</a:t>
                </a:r>
                <a:endParaRPr lang="en-US" sz="2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2" name="矩形 101">
                <a:extLst>
                  <a:ext uri="{FF2B5EF4-FFF2-40B4-BE49-F238E27FC236}">
                    <a16:creationId xmlns:a16="http://schemas.microsoft.com/office/drawing/2014/main" id="{AB04D89C-4D03-CF13-9F7B-8682B274DB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461" y="2852745"/>
                <a:ext cx="3119187" cy="541046"/>
              </a:xfrm>
              <a:prstGeom prst="rect">
                <a:avLst/>
              </a:prstGeom>
              <a:blipFill>
                <a:blip r:embed="rId8"/>
                <a:stretch>
                  <a:fillRect l="-3516" t="-1124" r="-2344" b="-269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" name="Line 53">
            <a:extLst>
              <a:ext uri="{FF2B5EF4-FFF2-40B4-BE49-F238E27FC236}">
                <a16:creationId xmlns:a16="http://schemas.microsoft.com/office/drawing/2014/main" id="{D123469E-294F-36EF-0CE0-E0A52F749A1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80933" y="5339830"/>
            <a:ext cx="638701" cy="236"/>
          </a:xfrm>
          <a:prstGeom prst="line">
            <a:avLst/>
          </a:prstGeom>
          <a:noFill/>
          <a:ln w="31750">
            <a:solidFill>
              <a:srgbClr val="FF0000"/>
            </a:solidFill>
            <a:prstDash val="dash"/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b="1" dirty="0">
              <a:solidFill>
                <a:srgbClr val="000000"/>
              </a:solidFill>
              <a:ea typeface="华文楷体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矩形 103">
                <a:extLst>
                  <a:ext uri="{FF2B5EF4-FFF2-40B4-BE49-F238E27FC236}">
                    <a16:creationId xmlns:a16="http://schemas.microsoft.com/office/drawing/2014/main" id="{D5C66B31-09C6-D5F8-B9B1-A56DA054C667}"/>
                  </a:ext>
                </a:extLst>
              </p:cNvPr>
              <p:cNvSpPr/>
              <p:nvPr/>
            </p:nvSpPr>
            <p:spPr>
              <a:xfrm>
                <a:off x="3761281" y="4224446"/>
                <a:ext cx="490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kumimoji="1"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4" name="矩形 103">
                <a:extLst>
                  <a:ext uri="{FF2B5EF4-FFF2-40B4-BE49-F238E27FC236}">
                    <a16:creationId xmlns:a16="http://schemas.microsoft.com/office/drawing/2014/main" id="{D5C66B31-09C6-D5F8-B9B1-A56DA054C6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1281" y="4224446"/>
                <a:ext cx="49077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矩形 104">
                <a:extLst>
                  <a:ext uri="{FF2B5EF4-FFF2-40B4-BE49-F238E27FC236}">
                    <a16:creationId xmlns:a16="http://schemas.microsoft.com/office/drawing/2014/main" id="{833722AF-073C-83D1-040F-AB78BB05139A}"/>
                  </a:ext>
                </a:extLst>
              </p:cNvPr>
              <p:cNvSpPr/>
              <p:nvPr/>
            </p:nvSpPr>
            <p:spPr>
              <a:xfrm>
                <a:off x="4300974" y="5334012"/>
                <a:ext cx="389850" cy="4029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kumimoji="1"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accPr>
                        <m:e>
                          <m:r>
                            <a:rPr kumimoji="1"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𝑭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5" name="矩形 104">
                <a:extLst>
                  <a:ext uri="{FF2B5EF4-FFF2-40B4-BE49-F238E27FC236}">
                    <a16:creationId xmlns:a16="http://schemas.microsoft.com/office/drawing/2014/main" id="{833722AF-073C-83D1-040F-AB78BB0513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0974" y="5334012"/>
                <a:ext cx="389850" cy="40293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B1FAC48F-400B-63C6-80CE-84CC885B682D}"/>
                  </a:ext>
                </a:extLst>
              </p:cNvPr>
              <p:cNvSpPr/>
              <p:nvPr/>
            </p:nvSpPr>
            <p:spPr>
              <a:xfrm>
                <a:off x="7473170" y="2152175"/>
                <a:ext cx="3959161" cy="5410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kumimoji="1" lang="zh-CN" altLang="en-US" sz="26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运动</a:t>
                </a:r>
                <a14:m>
                  <m:oMath xmlns:m="http://schemas.openxmlformats.org/officeDocument/2006/math">
                    <m:r>
                      <a:rPr kumimoji="1" lang="zh-CN" altLang="en-US" sz="2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速度</m:t>
                    </m:r>
                    <m:sSub>
                      <m:sSubPr>
                        <m:ctrlPr>
                          <a:rPr kumimoji="1" lang="en-US" altLang="zh-CN" sz="2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kumimoji="1" lang="en-US" altLang="zh-CN" sz="2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zh-CN" sz="2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</m:acc>
                      </m:e>
                      <m:sub>
                        <m:r>
                          <a:rPr kumimoji="1" lang="en-US" altLang="zh-CN" sz="2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kumimoji="1" lang="zh-CN" altLang="en-US" sz="26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与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kumimoji="1" lang="en-US" altLang="zh-CN" sz="2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zh-CN" sz="2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acc>
                  </m:oMath>
                </a14:m>
                <a:r>
                  <a:rPr kumimoji="1" lang="zh-CN" altLang="en-US" sz="26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斜交成</a:t>
                </a:r>
                <a14:m>
                  <m:oMath xmlns:m="http://schemas.openxmlformats.org/officeDocument/2006/math">
                    <m:r>
                      <a:rPr kumimoji="1" lang="zh-CN" altLang="en-US" sz="26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新魏" panose="02010800040101010101" pitchFamily="2" charset="-122"/>
                        <a:sym typeface="Symbol" panose="05050102010706020507" pitchFamily="18" charset="2"/>
                      </a:rPr>
                      <m:t></m:t>
                    </m:r>
                  </m:oMath>
                </a14:m>
                <a:r>
                  <a:rPr kumimoji="1" lang="zh-CN" altLang="en-US" sz="26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sym typeface="Symbol" panose="05050102010706020507" pitchFamily="18" charset="2"/>
                  </a:rPr>
                  <a:t>角</a:t>
                </a:r>
                <a:endParaRPr lang="en-US" sz="2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B1FAC48F-400B-63C6-80CE-84CC885B68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3170" y="2152175"/>
                <a:ext cx="3959161" cy="541046"/>
              </a:xfrm>
              <a:prstGeom prst="rect">
                <a:avLst/>
              </a:prstGeom>
              <a:blipFill>
                <a:blip r:embed="rId11"/>
                <a:stretch>
                  <a:fillRect l="-2773" t="-1124" r="-1695" b="-280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矩形 106">
                <a:extLst>
                  <a:ext uri="{FF2B5EF4-FFF2-40B4-BE49-F238E27FC236}">
                    <a16:creationId xmlns:a16="http://schemas.microsoft.com/office/drawing/2014/main" id="{F06FCE46-35E4-4DFC-7EEA-00DEB6525E61}"/>
                  </a:ext>
                </a:extLst>
              </p:cNvPr>
              <p:cNvSpPr/>
              <p:nvPr/>
            </p:nvSpPr>
            <p:spPr>
              <a:xfrm>
                <a:off x="7244130" y="2705534"/>
                <a:ext cx="311643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24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- </a:t>
                </a:r>
                <a:r>
                  <a:rPr kumimoji="1" lang="zh-CN" altLang="en-US" sz="24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半径：</a:t>
                </a:r>
                <a14:m>
                  <m:oMath xmlns:m="http://schemas.openxmlformats.org/officeDocument/2006/math">
                    <m:r>
                      <a:rPr kumimoji="1" lang="en-US" altLang="zh-CN" sz="2400" i="1"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𝑹</m:t>
                    </m:r>
                    <m:r>
                      <a:rPr kumimoji="1" lang="en-US" altLang="zh-CN" sz="2400" i="1"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=</m:t>
                    </m:r>
                    <m:f>
                      <m:fPr>
                        <m:type m:val="lin"/>
                        <m:ctrlPr>
                          <a:rPr kumimoji="1" lang="en-US" altLang="zh-CN" sz="2400" i="1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fPr>
                      <m:num>
                        <m:r>
                          <a:rPr kumimoji="1" lang="en-US" altLang="zh-CN" sz="2400" i="1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𝒎</m:t>
                        </m:r>
                        <m:sSub>
                          <m:sSubPr>
                            <m:ctrlPr>
                              <a:rPr kumimoji="1" lang="en-US" altLang="zh-CN" sz="2400" i="1"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  <m:t>𝒗</m:t>
                            </m:r>
                          </m:e>
                          <m:sub>
                            <m:r>
                              <a:rPr kumimoji="1" lang="en-US" altLang="zh-CN" sz="2400" i="1"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  <m:t>⊥</m:t>
                            </m:r>
                          </m:sub>
                        </m:sSub>
                      </m:num>
                      <m:den>
                        <m:r>
                          <a:rPr kumimoji="1" lang="en-US" altLang="zh-CN" sz="2400" i="1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𝑩𝒒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07" name="矩形 106">
                <a:extLst>
                  <a:ext uri="{FF2B5EF4-FFF2-40B4-BE49-F238E27FC236}">
                    <a16:creationId xmlns:a16="http://schemas.microsoft.com/office/drawing/2014/main" id="{F06FCE46-35E4-4DFC-7EEA-00DEB6525E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4130" y="2705534"/>
                <a:ext cx="3116431" cy="461665"/>
              </a:xfrm>
              <a:prstGeom prst="rect">
                <a:avLst/>
              </a:prstGeom>
              <a:blipFill>
                <a:blip r:embed="rId12"/>
                <a:stretch>
                  <a:fillRect l="-2930" t="-125000" r="-14063" b="-1907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矩形 107">
                <a:extLst>
                  <a:ext uri="{FF2B5EF4-FFF2-40B4-BE49-F238E27FC236}">
                    <a16:creationId xmlns:a16="http://schemas.microsoft.com/office/drawing/2014/main" id="{1006C29F-6CA1-5D74-79F8-8A23304F9BFF}"/>
                  </a:ext>
                </a:extLst>
              </p:cNvPr>
              <p:cNvSpPr/>
              <p:nvPr/>
            </p:nvSpPr>
            <p:spPr>
              <a:xfrm>
                <a:off x="7279823" y="3286560"/>
                <a:ext cx="147508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24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- </a:t>
                </a:r>
                <a:r>
                  <a:rPr kumimoji="1" lang="zh-CN" altLang="en-US" sz="24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螺距：</a:t>
                </a:r>
                <a14:m>
                  <m:oMath xmlns:m="http://schemas.openxmlformats.org/officeDocument/2006/math">
                    <m:r>
                      <a:rPr kumimoji="1" lang="en-US" altLang="zh-CN" sz="2400" i="1"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𝒉</m:t>
                    </m:r>
                  </m:oMath>
                </a14:m>
                <a:endParaRPr lang="zh-CN" altLang="en-US" sz="24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08" name="矩形 107">
                <a:extLst>
                  <a:ext uri="{FF2B5EF4-FFF2-40B4-BE49-F238E27FC236}">
                    <a16:creationId xmlns:a16="http://schemas.microsoft.com/office/drawing/2014/main" id="{1006C29F-6CA1-5D74-79F8-8A23304F9B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9823" y="3286560"/>
                <a:ext cx="1475084" cy="461665"/>
              </a:xfrm>
              <a:prstGeom prst="rect">
                <a:avLst/>
              </a:prstGeom>
              <a:blipFill>
                <a:blip r:embed="rId13"/>
                <a:stretch>
                  <a:fillRect l="-6198" t="-10526" r="-82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10677673-AE89-FF60-13EE-684C9A4BE5D0}"/>
                  </a:ext>
                </a:extLst>
              </p:cNvPr>
              <p:cNvSpPr/>
              <p:nvPr/>
            </p:nvSpPr>
            <p:spPr>
              <a:xfrm>
                <a:off x="8587725" y="3312086"/>
                <a:ext cx="289630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smtClean="0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fPr>
                        <m:num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𝟐</m:t>
                          </m:r>
                          <m:r>
                            <a:rPr kumimoji="1" lang="zh-CN" altLang="en-US" sz="240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𝝅</m:t>
                          </m:r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𝒎</m:t>
                          </m:r>
                          <m:sSub>
                            <m:sSubPr>
                              <m:ctrlPr>
                                <a:rPr kumimoji="1" lang="en-US" altLang="zh-CN" sz="2400" i="1"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i="1"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𝒗</m:t>
                              </m:r>
                            </m:e>
                            <m:sub>
                              <m:r>
                                <a:rPr kumimoji="1" lang="en-US" altLang="zh-CN" sz="2400" i="1"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𝟎</m:t>
                              </m:r>
                            </m:sub>
                          </m:sSub>
                          <m:func>
                            <m:funcPr>
                              <m:ctrlPr>
                                <a:rPr kumimoji="1" lang="en-US" altLang="zh-CN" sz="2400" i="1"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en-US" altLang="zh-CN" sz="2400"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cos</m:t>
                              </m:r>
                            </m:fName>
                            <m:e>
                              <m:r>
                                <a:rPr kumimoji="1" lang="zh-CN" altLang="en-US" sz="2400" i="1"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𝜽</m:t>
                              </m:r>
                            </m:e>
                          </m:func>
                        </m:num>
                        <m:den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𝑩𝒒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9" name="矩形 108">
                <a:extLst>
                  <a:ext uri="{FF2B5EF4-FFF2-40B4-BE49-F238E27FC236}">
                    <a16:creationId xmlns:a16="http://schemas.microsoft.com/office/drawing/2014/main" id="{10677673-AE89-FF60-13EE-684C9A4BE5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7725" y="3312086"/>
                <a:ext cx="2896306" cy="461665"/>
              </a:xfrm>
              <a:prstGeom prst="rect">
                <a:avLst/>
              </a:prstGeom>
              <a:blipFill>
                <a:blip r:embed="rId14"/>
                <a:stretch>
                  <a:fillRect t="-123684" r="-14526" b="-1921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0" name="Group 53">
            <a:extLst>
              <a:ext uri="{FF2B5EF4-FFF2-40B4-BE49-F238E27FC236}">
                <a16:creationId xmlns:a16="http://schemas.microsoft.com/office/drawing/2014/main" id="{3D46C262-0FCD-70AF-0515-CA29475793B3}"/>
              </a:ext>
            </a:extLst>
          </p:cNvPr>
          <p:cNvGrpSpPr>
            <a:grpSpLocks/>
          </p:cNvGrpSpPr>
          <p:nvPr/>
        </p:nvGrpSpPr>
        <p:grpSpPr bwMode="auto">
          <a:xfrm>
            <a:off x="6932595" y="4808044"/>
            <a:ext cx="360362" cy="360363"/>
            <a:chOff x="4286" y="1979"/>
            <a:chExt cx="227" cy="227"/>
          </a:xfrm>
        </p:grpSpPr>
        <p:sp>
          <p:nvSpPr>
            <p:cNvPr id="111" name="Oval 54">
              <a:extLst>
                <a:ext uri="{FF2B5EF4-FFF2-40B4-BE49-F238E27FC236}">
                  <a16:creationId xmlns:a16="http://schemas.microsoft.com/office/drawing/2014/main" id="{B0B3DBF3-0271-FAF5-42DF-4F32B49083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6" y="1979"/>
              <a:ext cx="227" cy="227"/>
            </a:xfrm>
            <a:prstGeom prst="ellipse">
              <a:avLst/>
            </a:prstGeom>
            <a:gradFill rotWithShape="1">
              <a:gsLst>
                <a:gs pos="0">
                  <a:srgbClr val="4F81BD">
                    <a:gamma/>
                    <a:tint val="0"/>
                    <a:invGamma/>
                  </a:srgbClr>
                </a:gs>
                <a:gs pos="100000">
                  <a:srgbClr val="4F81BD"/>
                </a:gs>
              </a:gsLst>
              <a:path path="shape">
                <a:fillToRect l="50000" t="50000" r="50000" b="50000"/>
              </a:path>
            </a:gradFill>
            <a:ln w="25400">
              <a:solidFill>
                <a:srgbClr val="00FF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kern="0">
                <a:solidFill>
                  <a:prstClr val="black"/>
                </a:solidFill>
              </a:endParaRPr>
            </a:p>
          </p:txBody>
        </p:sp>
        <p:grpSp>
          <p:nvGrpSpPr>
            <p:cNvPr id="112" name="Group 55">
              <a:extLst>
                <a:ext uri="{FF2B5EF4-FFF2-40B4-BE49-F238E27FC236}">
                  <a16:creationId xmlns:a16="http://schemas.microsoft.com/office/drawing/2014/main" id="{08816EA4-38DB-1E2A-649E-C82D3497AE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32" y="2024"/>
              <a:ext cx="136" cy="136"/>
              <a:chOff x="3243" y="3022"/>
              <a:chExt cx="408" cy="453"/>
            </a:xfrm>
          </p:grpSpPr>
          <p:sp>
            <p:nvSpPr>
              <p:cNvPr id="113" name="Line 56">
                <a:extLst>
                  <a:ext uri="{FF2B5EF4-FFF2-40B4-BE49-F238E27FC236}">
                    <a16:creationId xmlns:a16="http://schemas.microsoft.com/office/drawing/2014/main" id="{7A6C14FE-14CF-D184-88AB-96F290780E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43" y="3249"/>
                <a:ext cx="408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14" name="Line 57">
                <a:extLst>
                  <a:ext uri="{FF2B5EF4-FFF2-40B4-BE49-F238E27FC236}">
                    <a16:creationId xmlns:a16="http://schemas.microsoft.com/office/drawing/2014/main" id="{DB046D9C-F862-5D34-C1AD-C11A348EBF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43" y="3022"/>
                <a:ext cx="0" cy="453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kern="0">
                  <a:solidFill>
                    <a:prstClr val="black"/>
                  </a:solidFill>
                </a:endParaRPr>
              </a:p>
            </p:txBody>
          </p:sp>
        </p:grpSp>
      </p:grpSp>
      <p:grpSp>
        <p:nvGrpSpPr>
          <p:cNvPr id="115" name="Group 66">
            <a:extLst>
              <a:ext uri="{FF2B5EF4-FFF2-40B4-BE49-F238E27FC236}">
                <a16:creationId xmlns:a16="http://schemas.microsoft.com/office/drawing/2014/main" id="{059CA3EB-062A-6A4F-2D01-774579B9A2B5}"/>
              </a:ext>
            </a:extLst>
          </p:cNvPr>
          <p:cNvGrpSpPr>
            <a:grpSpLocks/>
          </p:cNvGrpSpPr>
          <p:nvPr/>
        </p:nvGrpSpPr>
        <p:grpSpPr bwMode="auto">
          <a:xfrm>
            <a:off x="7291370" y="3946032"/>
            <a:ext cx="3957637" cy="2520950"/>
            <a:chOff x="2653" y="391"/>
            <a:chExt cx="2493" cy="1588"/>
          </a:xfrm>
        </p:grpSpPr>
        <p:sp>
          <p:nvSpPr>
            <p:cNvPr id="116" name="Line 67">
              <a:extLst>
                <a:ext uri="{FF2B5EF4-FFF2-40B4-BE49-F238E27FC236}">
                  <a16:creationId xmlns:a16="http://schemas.microsoft.com/office/drawing/2014/main" id="{15DD9B48-FE09-A3BF-4411-557280DD5E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3" y="1525"/>
              <a:ext cx="0" cy="272"/>
            </a:xfrm>
            <a:prstGeom prst="line">
              <a:avLst/>
            </a:prstGeom>
            <a:noFill/>
            <a:ln w="254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kern="0">
                <a:solidFill>
                  <a:prstClr val="black"/>
                </a:solidFill>
              </a:endParaRPr>
            </a:p>
          </p:txBody>
        </p:sp>
        <p:sp>
          <p:nvSpPr>
            <p:cNvPr id="119" name="Line 68">
              <a:extLst>
                <a:ext uri="{FF2B5EF4-FFF2-40B4-BE49-F238E27FC236}">
                  <a16:creationId xmlns:a16="http://schemas.microsoft.com/office/drawing/2014/main" id="{5925A949-C573-9E18-8466-5476160364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50" y="1525"/>
              <a:ext cx="0" cy="272"/>
            </a:xfrm>
            <a:prstGeom prst="line">
              <a:avLst/>
            </a:prstGeom>
            <a:noFill/>
            <a:ln w="254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kern="0">
                <a:solidFill>
                  <a:prstClr val="black"/>
                </a:solidFill>
              </a:endParaRPr>
            </a:p>
          </p:txBody>
        </p:sp>
        <p:sp>
          <p:nvSpPr>
            <p:cNvPr id="120" name="Line 69">
              <a:extLst>
                <a:ext uri="{FF2B5EF4-FFF2-40B4-BE49-F238E27FC236}">
                  <a16:creationId xmlns:a16="http://schemas.microsoft.com/office/drawing/2014/main" id="{83527A49-F142-A94C-CEB1-2DE438548B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3" y="1661"/>
              <a:ext cx="317" cy="0"/>
            </a:xfrm>
            <a:prstGeom prst="line">
              <a:avLst/>
            </a:prstGeom>
            <a:noFill/>
            <a:ln w="31750">
              <a:solidFill>
                <a:srgbClr val="FF00FF"/>
              </a:solidFill>
              <a:prstDash val="dash"/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kern="0">
                <a:solidFill>
                  <a:prstClr val="black"/>
                </a:solidFill>
              </a:endParaRPr>
            </a:p>
          </p:txBody>
        </p:sp>
        <p:graphicFrame>
          <p:nvGraphicFramePr>
            <p:cNvPr id="154" name="Object 70">
              <a:extLst>
                <a:ext uri="{FF2B5EF4-FFF2-40B4-BE49-F238E27FC236}">
                  <a16:creationId xmlns:a16="http://schemas.microsoft.com/office/drawing/2014/main" id="{86C578FA-85B6-C7E5-A3A6-1DFA7C9E1B4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78" y="1752"/>
            <a:ext cx="162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0" name="公式" r:id="rId15" imgW="126720" imgH="177480" progId="Equation.3">
                    <p:embed/>
                  </p:oleObj>
                </mc:Choice>
                <mc:Fallback>
                  <p:oleObj name="公式" r:id="rId15" imgW="126720" imgH="177480" progId="Equation.3">
                    <p:embed/>
                    <p:pic>
                      <p:nvPicPr>
                        <p:cNvPr id="130" name="Object 70">
                          <a:extLst>
                            <a:ext uri="{FF2B5EF4-FFF2-40B4-BE49-F238E27FC236}">
                              <a16:creationId xmlns:a16="http://schemas.microsoft.com/office/drawing/2014/main" id="{E996F2E5-A71E-4567-8AF3-8A409CB3362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78" y="1752"/>
                          <a:ext cx="162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55" name="Group 71">
              <a:extLst>
                <a:ext uri="{FF2B5EF4-FFF2-40B4-BE49-F238E27FC236}">
                  <a16:creationId xmlns:a16="http://schemas.microsoft.com/office/drawing/2014/main" id="{2FB7DC39-4E93-9B60-E232-4391FC6324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53" y="391"/>
              <a:ext cx="2493" cy="1207"/>
              <a:chOff x="2653" y="391"/>
              <a:chExt cx="2493" cy="1207"/>
            </a:xfrm>
          </p:grpSpPr>
          <p:grpSp>
            <p:nvGrpSpPr>
              <p:cNvPr id="156" name="Group 72">
                <a:extLst>
                  <a:ext uri="{FF2B5EF4-FFF2-40B4-BE49-F238E27FC236}">
                    <a16:creationId xmlns:a16="http://schemas.microsoft.com/office/drawing/2014/main" id="{EFF0C344-08B8-CF04-80CD-DE75AC8C562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653" y="391"/>
                <a:ext cx="2326" cy="1207"/>
                <a:chOff x="2654" y="391"/>
                <a:chExt cx="2326" cy="1207"/>
              </a:xfrm>
            </p:grpSpPr>
            <p:sp>
              <p:nvSpPr>
                <p:cNvPr id="159" name="Arc 73">
                  <a:extLst>
                    <a:ext uri="{FF2B5EF4-FFF2-40B4-BE49-F238E27FC236}">
                      <a16:creationId xmlns:a16="http://schemas.microsoft.com/office/drawing/2014/main" id="{7B4076B8-8CF5-4337-F453-0B9AFE23826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9849712" flipH="1">
                  <a:off x="3597" y="545"/>
                  <a:ext cx="227" cy="1019"/>
                </a:xfrm>
                <a:custGeom>
                  <a:avLst/>
                  <a:gdLst>
                    <a:gd name="T0" fmla="*/ 0 w 21600"/>
                    <a:gd name="T1" fmla="*/ 0 h 36841"/>
                    <a:gd name="T2" fmla="*/ 0 w 21600"/>
                    <a:gd name="T3" fmla="*/ 0 h 36841"/>
                    <a:gd name="T4" fmla="*/ 0 w 21600"/>
                    <a:gd name="T5" fmla="*/ 0 h 36841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36841"/>
                    <a:gd name="T11" fmla="*/ 21600 w 21600"/>
                    <a:gd name="T12" fmla="*/ 36841 h 3684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36841" fill="none" extrusionOk="0">
                      <a:moveTo>
                        <a:pt x="13619" y="0"/>
                      </a:moveTo>
                      <a:cubicBezTo>
                        <a:pt x="18668" y="4101"/>
                        <a:pt x="21600" y="10260"/>
                        <a:pt x="21600" y="16765"/>
                      </a:cubicBezTo>
                      <a:cubicBezTo>
                        <a:pt x="21600" y="25618"/>
                        <a:pt x="16197" y="33574"/>
                        <a:pt x="7969" y="36841"/>
                      </a:cubicBezTo>
                    </a:path>
                    <a:path w="21600" h="36841" stroke="0" extrusionOk="0">
                      <a:moveTo>
                        <a:pt x="13619" y="0"/>
                      </a:moveTo>
                      <a:cubicBezTo>
                        <a:pt x="18668" y="4101"/>
                        <a:pt x="21600" y="10260"/>
                        <a:pt x="21600" y="16765"/>
                      </a:cubicBezTo>
                      <a:cubicBezTo>
                        <a:pt x="21600" y="25618"/>
                        <a:pt x="16197" y="33574"/>
                        <a:pt x="7969" y="36841"/>
                      </a:cubicBezTo>
                      <a:lnTo>
                        <a:pt x="0" y="16765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00CCFF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zh-CN" altLang="en-US" kern="0">
                    <a:solidFill>
                      <a:prstClr val="black"/>
                    </a:solidFill>
                  </a:endParaRPr>
                </a:p>
              </p:txBody>
            </p:sp>
            <p:grpSp>
              <p:nvGrpSpPr>
                <p:cNvPr id="160" name="Group 74">
                  <a:extLst>
                    <a:ext uri="{FF2B5EF4-FFF2-40B4-BE49-F238E27FC236}">
                      <a16:creationId xmlns:a16="http://schemas.microsoft.com/office/drawing/2014/main" id="{8D81B708-4DC6-FA83-02C0-F9C3CE8D120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654" y="391"/>
                  <a:ext cx="2326" cy="1207"/>
                  <a:chOff x="2654" y="391"/>
                  <a:chExt cx="2326" cy="1207"/>
                </a:xfrm>
              </p:grpSpPr>
              <p:grpSp>
                <p:nvGrpSpPr>
                  <p:cNvPr id="161" name="Group 75">
                    <a:extLst>
                      <a:ext uri="{FF2B5EF4-FFF2-40B4-BE49-F238E27FC236}">
                        <a16:creationId xmlns:a16="http://schemas.microsoft.com/office/drawing/2014/main" id="{5DEB58ED-6F96-0A84-0E23-C4CD8CF4110A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654" y="445"/>
                    <a:ext cx="875" cy="1153"/>
                    <a:chOff x="2654" y="445"/>
                    <a:chExt cx="875" cy="1153"/>
                  </a:xfrm>
                </p:grpSpPr>
                <p:grpSp>
                  <p:nvGrpSpPr>
                    <p:cNvPr id="172" name="Group 76">
                      <a:extLst>
                        <a:ext uri="{FF2B5EF4-FFF2-40B4-BE49-F238E27FC236}">
                          <a16:creationId xmlns:a16="http://schemas.microsoft.com/office/drawing/2014/main" id="{74AE53A3-754F-F97F-AFB5-265154D6E010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 rot="10039617" flipH="1">
                      <a:off x="2879" y="445"/>
                      <a:ext cx="240" cy="1153"/>
                      <a:chOff x="1392" y="1008"/>
                      <a:chExt cx="313" cy="1153"/>
                    </a:xfrm>
                  </p:grpSpPr>
                  <p:sp>
                    <p:nvSpPr>
                      <p:cNvPr id="176" name="Arc 77">
                        <a:extLst>
                          <a:ext uri="{FF2B5EF4-FFF2-40B4-BE49-F238E27FC236}">
                            <a16:creationId xmlns:a16="http://schemas.microsoft.com/office/drawing/2014/main" id="{845FD52C-80BD-0B6A-781F-1C5EDA0CA82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 rot="706296">
                        <a:off x="1392" y="1008"/>
                        <a:ext cx="202" cy="1153"/>
                      </a:xfrm>
                      <a:custGeom>
                        <a:avLst/>
                        <a:gdLst>
                          <a:gd name="T0" fmla="*/ 0 w 21600"/>
                          <a:gd name="T1" fmla="*/ 0 h 41676"/>
                          <a:gd name="T2" fmla="*/ 0 w 21600"/>
                          <a:gd name="T3" fmla="*/ 0 h 41676"/>
                          <a:gd name="T4" fmla="*/ 0 w 21600"/>
                          <a:gd name="T5" fmla="*/ 0 h 41676"/>
                          <a:gd name="T6" fmla="*/ 0 60000 65536"/>
                          <a:gd name="T7" fmla="*/ 0 60000 65536"/>
                          <a:gd name="T8" fmla="*/ 0 60000 65536"/>
                          <a:gd name="T9" fmla="*/ 0 w 21600"/>
                          <a:gd name="T10" fmla="*/ 0 h 41676"/>
                          <a:gd name="T11" fmla="*/ 21600 w 21600"/>
                          <a:gd name="T12" fmla="*/ 41676 h 41676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T9" t="T10" r="T11" b="T12"/>
                        <a:pathLst>
                          <a:path w="21600" h="41676" fill="none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  <a:cubicBezTo>
                              <a:pt x="21600" y="30453"/>
                              <a:pt x="16197" y="38409"/>
                              <a:pt x="7969" y="41676"/>
                            </a:cubicBezTo>
                          </a:path>
                          <a:path w="21600" h="41676" stroke="0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  <a:cubicBezTo>
                              <a:pt x="21600" y="30453"/>
                              <a:pt x="16197" y="38409"/>
                              <a:pt x="7969" y="41676"/>
                            </a:cubicBezTo>
                            <a:lnTo>
                              <a:pt x="0" y="21600"/>
                            </a:lnTo>
                            <a:close/>
                          </a:path>
                        </a:pathLst>
                      </a:custGeom>
                      <a:noFill/>
                      <a:ln w="38100">
                        <a:solidFill>
                          <a:srgbClr val="00CCFF"/>
                        </a:solidFill>
                        <a:prstDash val="dash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>
                        <a:spAutoFit/>
                      </a:bodyPr>
                      <a:lstStyle/>
                      <a:p>
                        <a:pPr fontAlgn="base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/>
                        </a:pPr>
                        <a:endParaRPr lang="zh-CN" altLang="en-US" kern="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77" name="Arc 78">
                        <a:extLst>
                          <a:ext uri="{FF2B5EF4-FFF2-40B4-BE49-F238E27FC236}">
                            <a16:creationId xmlns:a16="http://schemas.microsoft.com/office/drawing/2014/main" id="{D28A3B73-9B6D-B321-A53C-FC203F750C67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 rot="20886301" flipH="1">
                        <a:off x="1496" y="1008"/>
                        <a:ext cx="209" cy="1025"/>
                      </a:xfrm>
                      <a:custGeom>
                        <a:avLst/>
                        <a:gdLst>
                          <a:gd name="T0" fmla="*/ 0 w 29086"/>
                          <a:gd name="T1" fmla="*/ 0 h 43200"/>
                          <a:gd name="T2" fmla="*/ 0 w 29086"/>
                          <a:gd name="T3" fmla="*/ 0 h 43200"/>
                          <a:gd name="T4" fmla="*/ 0 w 29086"/>
                          <a:gd name="T5" fmla="*/ 0 h 43200"/>
                          <a:gd name="T6" fmla="*/ 0 60000 65536"/>
                          <a:gd name="T7" fmla="*/ 0 60000 65536"/>
                          <a:gd name="T8" fmla="*/ 0 60000 65536"/>
                          <a:gd name="T9" fmla="*/ 0 w 29086"/>
                          <a:gd name="T10" fmla="*/ 0 h 43200"/>
                          <a:gd name="T11" fmla="*/ 29086 w 29086"/>
                          <a:gd name="T12" fmla="*/ 43200 h 43200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T9" t="T10" r="T11" b="T12"/>
                        <a:pathLst>
                          <a:path w="29086" h="43200" fill="none" extrusionOk="0">
                            <a:moveTo>
                              <a:pt x="7485" y="0"/>
                            </a:moveTo>
                            <a:cubicBezTo>
                              <a:pt x="19415" y="0"/>
                              <a:pt x="29086" y="9670"/>
                              <a:pt x="29086" y="21600"/>
                            </a:cubicBezTo>
                            <a:cubicBezTo>
                              <a:pt x="29086" y="33529"/>
                              <a:pt x="19415" y="43200"/>
                              <a:pt x="7486" y="43200"/>
                            </a:cubicBezTo>
                            <a:cubicBezTo>
                              <a:pt x="4931" y="43200"/>
                              <a:pt x="2396" y="42746"/>
                              <a:pt x="-1" y="41861"/>
                            </a:cubicBezTo>
                          </a:path>
                          <a:path w="29086" h="43200" stroke="0" extrusionOk="0">
                            <a:moveTo>
                              <a:pt x="7485" y="0"/>
                            </a:moveTo>
                            <a:cubicBezTo>
                              <a:pt x="19415" y="0"/>
                              <a:pt x="29086" y="9670"/>
                              <a:pt x="29086" y="21600"/>
                            </a:cubicBezTo>
                            <a:cubicBezTo>
                              <a:pt x="29086" y="33529"/>
                              <a:pt x="19415" y="43200"/>
                              <a:pt x="7486" y="43200"/>
                            </a:cubicBezTo>
                            <a:cubicBezTo>
                              <a:pt x="4931" y="43200"/>
                              <a:pt x="2396" y="42746"/>
                              <a:pt x="-1" y="41861"/>
                            </a:cubicBezTo>
                            <a:lnTo>
                              <a:pt x="7486" y="21600"/>
                            </a:lnTo>
                            <a:close/>
                          </a:path>
                        </a:pathLst>
                      </a:custGeom>
                      <a:noFill/>
                      <a:ln w="38100">
                        <a:solidFill>
                          <a:srgbClr val="00CCFF"/>
                        </a:solidFill>
                        <a:round/>
                        <a:headEnd/>
                        <a:tailEnd type="none" w="sm" len="lg"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>
                        <a:spAutoFit/>
                      </a:bodyPr>
                      <a:lstStyle/>
                      <a:p>
                        <a:pPr fontAlgn="base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/>
                        </a:pPr>
                        <a:endParaRPr lang="zh-CN" altLang="en-US" kern="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</p:grpSp>
                <p:sp>
                  <p:nvSpPr>
                    <p:cNvPr id="173" name="Arc 79">
                      <a:extLst>
                        <a:ext uri="{FF2B5EF4-FFF2-40B4-BE49-F238E27FC236}">
                          <a16:creationId xmlns:a16="http://schemas.microsoft.com/office/drawing/2014/main" id="{C4380137-7B1B-E53A-8F1F-94AA8F75AE7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rot="9626271" flipH="1">
                      <a:off x="3192" y="527"/>
                      <a:ext cx="227" cy="1019"/>
                    </a:xfrm>
                    <a:custGeom>
                      <a:avLst/>
                      <a:gdLst>
                        <a:gd name="T0" fmla="*/ 0 w 21600"/>
                        <a:gd name="T1" fmla="*/ 0 h 36841"/>
                        <a:gd name="T2" fmla="*/ 0 w 21600"/>
                        <a:gd name="T3" fmla="*/ 0 h 36841"/>
                        <a:gd name="T4" fmla="*/ 0 w 21600"/>
                        <a:gd name="T5" fmla="*/ 0 h 36841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36841"/>
                        <a:gd name="T11" fmla="*/ 21600 w 21600"/>
                        <a:gd name="T12" fmla="*/ 36841 h 36841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36841" fill="none" extrusionOk="0">
                          <a:moveTo>
                            <a:pt x="13619" y="0"/>
                          </a:moveTo>
                          <a:cubicBezTo>
                            <a:pt x="18668" y="4101"/>
                            <a:pt x="21600" y="10260"/>
                            <a:pt x="21600" y="16765"/>
                          </a:cubicBezTo>
                          <a:cubicBezTo>
                            <a:pt x="21600" y="25618"/>
                            <a:pt x="16197" y="33574"/>
                            <a:pt x="7969" y="36841"/>
                          </a:cubicBezTo>
                        </a:path>
                        <a:path w="21600" h="36841" stroke="0" extrusionOk="0">
                          <a:moveTo>
                            <a:pt x="13619" y="0"/>
                          </a:moveTo>
                          <a:cubicBezTo>
                            <a:pt x="18668" y="4101"/>
                            <a:pt x="21600" y="10260"/>
                            <a:pt x="21600" y="16765"/>
                          </a:cubicBezTo>
                          <a:cubicBezTo>
                            <a:pt x="21600" y="25618"/>
                            <a:pt x="16197" y="33574"/>
                            <a:pt x="7969" y="36841"/>
                          </a:cubicBezTo>
                          <a:lnTo>
                            <a:pt x="0" y="16765"/>
                          </a:lnTo>
                          <a:close/>
                        </a:path>
                      </a:pathLst>
                    </a:custGeom>
                    <a:noFill/>
                    <a:ln w="38100">
                      <a:solidFill>
                        <a:srgbClr val="00CCFF"/>
                      </a:solidFill>
                      <a:prstDash val="dash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anchor="ctr">
                      <a:spAutoFit/>
                    </a:bodyPr>
                    <a:lstStyle/>
                    <a:p>
                      <a: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174" name="Arc 80">
                      <a:extLst>
                        <a:ext uri="{FF2B5EF4-FFF2-40B4-BE49-F238E27FC236}">
                          <a16:creationId xmlns:a16="http://schemas.microsoft.com/office/drawing/2014/main" id="{145A1BBA-57E7-6A05-05BA-A50F6BBE490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rot="-10635448">
                      <a:off x="3369" y="558"/>
                      <a:ext cx="160" cy="1025"/>
                    </a:xfrm>
                    <a:custGeom>
                      <a:avLst/>
                      <a:gdLst>
                        <a:gd name="T0" fmla="*/ 0 w 29086"/>
                        <a:gd name="T1" fmla="*/ 0 h 43200"/>
                        <a:gd name="T2" fmla="*/ 0 w 29086"/>
                        <a:gd name="T3" fmla="*/ 0 h 43200"/>
                        <a:gd name="T4" fmla="*/ 0 w 29086"/>
                        <a:gd name="T5" fmla="*/ 0 h 43200"/>
                        <a:gd name="T6" fmla="*/ 0 60000 65536"/>
                        <a:gd name="T7" fmla="*/ 0 60000 65536"/>
                        <a:gd name="T8" fmla="*/ 0 60000 65536"/>
                        <a:gd name="T9" fmla="*/ 0 w 29086"/>
                        <a:gd name="T10" fmla="*/ 0 h 43200"/>
                        <a:gd name="T11" fmla="*/ 29086 w 29086"/>
                        <a:gd name="T12" fmla="*/ 43200 h 432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9086" h="43200" fill="none" extrusionOk="0">
                          <a:moveTo>
                            <a:pt x="7485" y="0"/>
                          </a:moveTo>
                          <a:cubicBezTo>
                            <a:pt x="19415" y="0"/>
                            <a:pt x="29086" y="9670"/>
                            <a:pt x="29086" y="21600"/>
                          </a:cubicBezTo>
                          <a:cubicBezTo>
                            <a:pt x="29086" y="33529"/>
                            <a:pt x="19415" y="43200"/>
                            <a:pt x="7486" y="43200"/>
                          </a:cubicBezTo>
                          <a:cubicBezTo>
                            <a:pt x="4931" y="43200"/>
                            <a:pt x="2396" y="42746"/>
                            <a:pt x="-1" y="41861"/>
                          </a:cubicBezTo>
                        </a:path>
                        <a:path w="29086" h="43200" stroke="0" extrusionOk="0">
                          <a:moveTo>
                            <a:pt x="7485" y="0"/>
                          </a:moveTo>
                          <a:cubicBezTo>
                            <a:pt x="19415" y="0"/>
                            <a:pt x="29086" y="9670"/>
                            <a:pt x="29086" y="21600"/>
                          </a:cubicBezTo>
                          <a:cubicBezTo>
                            <a:pt x="29086" y="33529"/>
                            <a:pt x="19415" y="43200"/>
                            <a:pt x="7486" y="43200"/>
                          </a:cubicBezTo>
                          <a:cubicBezTo>
                            <a:pt x="4931" y="43200"/>
                            <a:pt x="2396" y="42746"/>
                            <a:pt x="-1" y="41861"/>
                          </a:cubicBezTo>
                          <a:lnTo>
                            <a:pt x="7486" y="21600"/>
                          </a:lnTo>
                          <a:close/>
                        </a:path>
                      </a:pathLst>
                    </a:custGeom>
                    <a:noFill/>
                    <a:ln w="38100">
                      <a:solidFill>
                        <a:srgbClr val="00CCFF"/>
                      </a:solidFill>
                      <a:round/>
                      <a:headEnd/>
                      <a:tailEnd type="none" w="sm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>
                      <a:spAutoFit/>
                    </a:bodyPr>
                    <a:lstStyle/>
                    <a:p>
                      <a: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175" name="Arc 81">
                      <a:extLst>
                        <a:ext uri="{FF2B5EF4-FFF2-40B4-BE49-F238E27FC236}">
                          <a16:creationId xmlns:a16="http://schemas.microsoft.com/office/drawing/2014/main" id="{5F17D32E-0995-6194-BF5F-F00D5937AFD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rot="10753316">
                      <a:off x="2654" y="567"/>
                      <a:ext cx="161" cy="1025"/>
                    </a:xfrm>
                    <a:custGeom>
                      <a:avLst/>
                      <a:gdLst>
                        <a:gd name="T0" fmla="*/ 0 w 29086"/>
                        <a:gd name="T1" fmla="*/ 0 h 43200"/>
                        <a:gd name="T2" fmla="*/ 0 w 29086"/>
                        <a:gd name="T3" fmla="*/ 0 h 43200"/>
                        <a:gd name="T4" fmla="*/ 0 w 29086"/>
                        <a:gd name="T5" fmla="*/ 0 h 43200"/>
                        <a:gd name="T6" fmla="*/ 0 60000 65536"/>
                        <a:gd name="T7" fmla="*/ 0 60000 65536"/>
                        <a:gd name="T8" fmla="*/ 0 60000 65536"/>
                        <a:gd name="T9" fmla="*/ 0 w 29086"/>
                        <a:gd name="T10" fmla="*/ 0 h 43200"/>
                        <a:gd name="T11" fmla="*/ 29086 w 29086"/>
                        <a:gd name="T12" fmla="*/ 43200 h 432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9086" h="43200" fill="none" extrusionOk="0">
                          <a:moveTo>
                            <a:pt x="7485" y="0"/>
                          </a:moveTo>
                          <a:cubicBezTo>
                            <a:pt x="19415" y="0"/>
                            <a:pt x="29086" y="9670"/>
                            <a:pt x="29086" y="21600"/>
                          </a:cubicBezTo>
                          <a:cubicBezTo>
                            <a:pt x="29086" y="33529"/>
                            <a:pt x="19415" y="43200"/>
                            <a:pt x="7486" y="43200"/>
                          </a:cubicBezTo>
                          <a:cubicBezTo>
                            <a:pt x="4931" y="43200"/>
                            <a:pt x="2396" y="42746"/>
                            <a:pt x="-1" y="41861"/>
                          </a:cubicBezTo>
                        </a:path>
                        <a:path w="29086" h="43200" stroke="0" extrusionOk="0">
                          <a:moveTo>
                            <a:pt x="7485" y="0"/>
                          </a:moveTo>
                          <a:cubicBezTo>
                            <a:pt x="19415" y="0"/>
                            <a:pt x="29086" y="9670"/>
                            <a:pt x="29086" y="21600"/>
                          </a:cubicBezTo>
                          <a:cubicBezTo>
                            <a:pt x="29086" y="33529"/>
                            <a:pt x="19415" y="43200"/>
                            <a:pt x="7486" y="43200"/>
                          </a:cubicBezTo>
                          <a:cubicBezTo>
                            <a:pt x="4931" y="43200"/>
                            <a:pt x="2396" y="42746"/>
                            <a:pt x="-1" y="41861"/>
                          </a:cubicBezTo>
                          <a:lnTo>
                            <a:pt x="7486" y="21600"/>
                          </a:lnTo>
                          <a:close/>
                        </a:path>
                      </a:pathLst>
                    </a:custGeom>
                    <a:noFill/>
                    <a:ln w="38100">
                      <a:solidFill>
                        <a:srgbClr val="00CCFF"/>
                      </a:solidFill>
                      <a:round/>
                      <a:headEnd/>
                      <a:tailEnd type="none" w="sm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>
                      <a:spAutoFit/>
                    </a:bodyPr>
                    <a:lstStyle/>
                    <a:p>
                      <a: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</a:endParaRPr>
                    </a:p>
                  </p:txBody>
                </p:sp>
              </p:grpSp>
              <p:grpSp>
                <p:nvGrpSpPr>
                  <p:cNvPr id="162" name="Group 82">
                    <a:extLst>
                      <a:ext uri="{FF2B5EF4-FFF2-40B4-BE49-F238E27FC236}">
                        <a16:creationId xmlns:a16="http://schemas.microsoft.com/office/drawing/2014/main" id="{3D8850C0-468E-E706-C5C0-43CF0D163FF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696" y="391"/>
                    <a:ext cx="875" cy="1153"/>
                    <a:chOff x="2654" y="445"/>
                    <a:chExt cx="875" cy="1153"/>
                  </a:xfrm>
                </p:grpSpPr>
                <p:grpSp>
                  <p:nvGrpSpPr>
                    <p:cNvPr id="166" name="Group 83">
                      <a:extLst>
                        <a:ext uri="{FF2B5EF4-FFF2-40B4-BE49-F238E27FC236}">
                          <a16:creationId xmlns:a16="http://schemas.microsoft.com/office/drawing/2014/main" id="{05CAA88E-277D-AB6C-69FC-962CBF50B40B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 rot="10039617" flipH="1">
                      <a:off x="2879" y="445"/>
                      <a:ext cx="240" cy="1153"/>
                      <a:chOff x="1392" y="1008"/>
                      <a:chExt cx="313" cy="1153"/>
                    </a:xfrm>
                  </p:grpSpPr>
                  <p:sp>
                    <p:nvSpPr>
                      <p:cNvPr id="170" name="Arc 84">
                        <a:extLst>
                          <a:ext uri="{FF2B5EF4-FFF2-40B4-BE49-F238E27FC236}">
                            <a16:creationId xmlns:a16="http://schemas.microsoft.com/office/drawing/2014/main" id="{D57CB60F-189F-34BA-5578-AFFB7C94D97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 rot="706296">
                        <a:off x="1392" y="1008"/>
                        <a:ext cx="202" cy="1153"/>
                      </a:xfrm>
                      <a:custGeom>
                        <a:avLst/>
                        <a:gdLst>
                          <a:gd name="T0" fmla="*/ 0 w 21600"/>
                          <a:gd name="T1" fmla="*/ 0 h 41676"/>
                          <a:gd name="T2" fmla="*/ 0 w 21600"/>
                          <a:gd name="T3" fmla="*/ 0 h 41676"/>
                          <a:gd name="T4" fmla="*/ 0 w 21600"/>
                          <a:gd name="T5" fmla="*/ 0 h 41676"/>
                          <a:gd name="T6" fmla="*/ 0 60000 65536"/>
                          <a:gd name="T7" fmla="*/ 0 60000 65536"/>
                          <a:gd name="T8" fmla="*/ 0 60000 65536"/>
                          <a:gd name="T9" fmla="*/ 0 w 21600"/>
                          <a:gd name="T10" fmla="*/ 0 h 41676"/>
                          <a:gd name="T11" fmla="*/ 21600 w 21600"/>
                          <a:gd name="T12" fmla="*/ 41676 h 41676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T9" t="T10" r="T11" b="T12"/>
                        <a:pathLst>
                          <a:path w="21600" h="41676" fill="none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  <a:cubicBezTo>
                              <a:pt x="21600" y="30453"/>
                              <a:pt x="16197" y="38409"/>
                              <a:pt x="7969" y="41676"/>
                            </a:cubicBezTo>
                          </a:path>
                          <a:path w="21600" h="41676" stroke="0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  <a:cubicBezTo>
                              <a:pt x="21600" y="30453"/>
                              <a:pt x="16197" y="38409"/>
                              <a:pt x="7969" y="41676"/>
                            </a:cubicBezTo>
                            <a:lnTo>
                              <a:pt x="0" y="21600"/>
                            </a:lnTo>
                            <a:close/>
                          </a:path>
                        </a:pathLst>
                      </a:custGeom>
                      <a:noFill/>
                      <a:ln w="38100">
                        <a:solidFill>
                          <a:srgbClr val="00CCFF"/>
                        </a:solidFill>
                        <a:prstDash val="dash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>
                        <a:spAutoFit/>
                      </a:bodyPr>
                      <a:lstStyle/>
                      <a:p>
                        <a:pPr fontAlgn="base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/>
                        </a:pPr>
                        <a:endParaRPr lang="zh-CN" altLang="en-US" kern="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  <p:sp>
                    <p:nvSpPr>
                      <p:cNvPr id="171" name="Arc 85">
                        <a:extLst>
                          <a:ext uri="{FF2B5EF4-FFF2-40B4-BE49-F238E27FC236}">
                            <a16:creationId xmlns:a16="http://schemas.microsoft.com/office/drawing/2014/main" id="{188934B5-ABF4-374E-B3A4-2D9E74F5B1D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 rot="20886301" flipH="1">
                        <a:off x="1496" y="1008"/>
                        <a:ext cx="209" cy="1025"/>
                      </a:xfrm>
                      <a:custGeom>
                        <a:avLst/>
                        <a:gdLst>
                          <a:gd name="T0" fmla="*/ 0 w 29086"/>
                          <a:gd name="T1" fmla="*/ 0 h 43200"/>
                          <a:gd name="T2" fmla="*/ 0 w 29086"/>
                          <a:gd name="T3" fmla="*/ 0 h 43200"/>
                          <a:gd name="T4" fmla="*/ 0 w 29086"/>
                          <a:gd name="T5" fmla="*/ 0 h 43200"/>
                          <a:gd name="T6" fmla="*/ 0 60000 65536"/>
                          <a:gd name="T7" fmla="*/ 0 60000 65536"/>
                          <a:gd name="T8" fmla="*/ 0 60000 65536"/>
                          <a:gd name="T9" fmla="*/ 0 w 29086"/>
                          <a:gd name="T10" fmla="*/ 0 h 43200"/>
                          <a:gd name="T11" fmla="*/ 29086 w 29086"/>
                          <a:gd name="T12" fmla="*/ 43200 h 43200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T9" t="T10" r="T11" b="T12"/>
                        <a:pathLst>
                          <a:path w="29086" h="43200" fill="none" extrusionOk="0">
                            <a:moveTo>
                              <a:pt x="7485" y="0"/>
                            </a:moveTo>
                            <a:cubicBezTo>
                              <a:pt x="19415" y="0"/>
                              <a:pt x="29086" y="9670"/>
                              <a:pt x="29086" y="21600"/>
                            </a:cubicBezTo>
                            <a:cubicBezTo>
                              <a:pt x="29086" y="33529"/>
                              <a:pt x="19415" y="43200"/>
                              <a:pt x="7486" y="43200"/>
                            </a:cubicBezTo>
                            <a:cubicBezTo>
                              <a:pt x="4931" y="43200"/>
                              <a:pt x="2396" y="42746"/>
                              <a:pt x="-1" y="41861"/>
                            </a:cubicBezTo>
                          </a:path>
                          <a:path w="29086" h="43200" stroke="0" extrusionOk="0">
                            <a:moveTo>
                              <a:pt x="7485" y="0"/>
                            </a:moveTo>
                            <a:cubicBezTo>
                              <a:pt x="19415" y="0"/>
                              <a:pt x="29086" y="9670"/>
                              <a:pt x="29086" y="21600"/>
                            </a:cubicBezTo>
                            <a:cubicBezTo>
                              <a:pt x="29086" y="33529"/>
                              <a:pt x="19415" y="43200"/>
                              <a:pt x="7486" y="43200"/>
                            </a:cubicBezTo>
                            <a:cubicBezTo>
                              <a:pt x="4931" y="43200"/>
                              <a:pt x="2396" y="42746"/>
                              <a:pt x="-1" y="41861"/>
                            </a:cubicBezTo>
                            <a:lnTo>
                              <a:pt x="7486" y="21600"/>
                            </a:lnTo>
                            <a:close/>
                          </a:path>
                        </a:pathLst>
                      </a:custGeom>
                      <a:noFill/>
                      <a:ln w="38100">
                        <a:solidFill>
                          <a:srgbClr val="00CCFF"/>
                        </a:solidFill>
                        <a:round/>
                        <a:headEnd/>
                        <a:tailEnd type="none" w="sm" len="lg"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>
                        <a:spAutoFit/>
                      </a:bodyPr>
                      <a:lstStyle/>
                      <a:p>
                        <a:pPr fontAlgn="base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/>
                        </a:pPr>
                        <a:endParaRPr lang="zh-CN" altLang="en-US" kern="0">
                          <a:solidFill>
                            <a:prstClr val="black"/>
                          </a:solidFill>
                        </a:endParaRPr>
                      </a:p>
                    </p:txBody>
                  </p:sp>
                </p:grpSp>
                <p:sp>
                  <p:nvSpPr>
                    <p:cNvPr id="167" name="Arc 86">
                      <a:extLst>
                        <a:ext uri="{FF2B5EF4-FFF2-40B4-BE49-F238E27FC236}">
                          <a16:creationId xmlns:a16="http://schemas.microsoft.com/office/drawing/2014/main" id="{F8AB0925-9157-2DF1-600B-4C03656F2DB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rot="9626271" flipH="1">
                      <a:off x="3192" y="527"/>
                      <a:ext cx="227" cy="1019"/>
                    </a:xfrm>
                    <a:custGeom>
                      <a:avLst/>
                      <a:gdLst>
                        <a:gd name="T0" fmla="*/ 0 w 21600"/>
                        <a:gd name="T1" fmla="*/ 0 h 36841"/>
                        <a:gd name="T2" fmla="*/ 0 w 21600"/>
                        <a:gd name="T3" fmla="*/ 0 h 36841"/>
                        <a:gd name="T4" fmla="*/ 0 w 21600"/>
                        <a:gd name="T5" fmla="*/ 0 h 36841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36841"/>
                        <a:gd name="T11" fmla="*/ 21600 w 21600"/>
                        <a:gd name="T12" fmla="*/ 36841 h 36841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36841" fill="none" extrusionOk="0">
                          <a:moveTo>
                            <a:pt x="13619" y="0"/>
                          </a:moveTo>
                          <a:cubicBezTo>
                            <a:pt x="18668" y="4101"/>
                            <a:pt x="21600" y="10260"/>
                            <a:pt x="21600" y="16765"/>
                          </a:cubicBezTo>
                          <a:cubicBezTo>
                            <a:pt x="21600" y="25618"/>
                            <a:pt x="16197" y="33574"/>
                            <a:pt x="7969" y="36841"/>
                          </a:cubicBezTo>
                        </a:path>
                        <a:path w="21600" h="36841" stroke="0" extrusionOk="0">
                          <a:moveTo>
                            <a:pt x="13619" y="0"/>
                          </a:moveTo>
                          <a:cubicBezTo>
                            <a:pt x="18668" y="4101"/>
                            <a:pt x="21600" y="10260"/>
                            <a:pt x="21600" y="16765"/>
                          </a:cubicBezTo>
                          <a:cubicBezTo>
                            <a:pt x="21600" y="25618"/>
                            <a:pt x="16197" y="33574"/>
                            <a:pt x="7969" y="36841"/>
                          </a:cubicBezTo>
                          <a:lnTo>
                            <a:pt x="0" y="16765"/>
                          </a:lnTo>
                          <a:close/>
                        </a:path>
                      </a:pathLst>
                    </a:custGeom>
                    <a:noFill/>
                    <a:ln w="38100">
                      <a:solidFill>
                        <a:srgbClr val="00CCFF"/>
                      </a:solidFill>
                      <a:prstDash val="dash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anchor="ctr">
                      <a:spAutoFit/>
                    </a:bodyPr>
                    <a:lstStyle/>
                    <a:p>
                      <a: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168" name="Arc 87">
                      <a:extLst>
                        <a:ext uri="{FF2B5EF4-FFF2-40B4-BE49-F238E27FC236}">
                          <a16:creationId xmlns:a16="http://schemas.microsoft.com/office/drawing/2014/main" id="{E6298B84-C656-561C-3263-F3629FC0392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rot="-10635448">
                      <a:off x="3369" y="558"/>
                      <a:ext cx="160" cy="1025"/>
                    </a:xfrm>
                    <a:custGeom>
                      <a:avLst/>
                      <a:gdLst>
                        <a:gd name="T0" fmla="*/ 0 w 29086"/>
                        <a:gd name="T1" fmla="*/ 0 h 43200"/>
                        <a:gd name="T2" fmla="*/ 0 w 29086"/>
                        <a:gd name="T3" fmla="*/ 0 h 43200"/>
                        <a:gd name="T4" fmla="*/ 0 w 29086"/>
                        <a:gd name="T5" fmla="*/ 0 h 43200"/>
                        <a:gd name="T6" fmla="*/ 0 60000 65536"/>
                        <a:gd name="T7" fmla="*/ 0 60000 65536"/>
                        <a:gd name="T8" fmla="*/ 0 60000 65536"/>
                        <a:gd name="T9" fmla="*/ 0 w 29086"/>
                        <a:gd name="T10" fmla="*/ 0 h 43200"/>
                        <a:gd name="T11" fmla="*/ 29086 w 29086"/>
                        <a:gd name="T12" fmla="*/ 43200 h 432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9086" h="43200" fill="none" extrusionOk="0">
                          <a:moveTo>
                            <a:pt x="7485" y="0"/>
                          </a:moveTo>
                          <a:cubicBezTo>
                            <a:pt x="19415" y="0"/>
                            <a:pt x="29086" y="9670"/>
                            <a:pt x="29086" y="21600"/>
                          </a:cubicBezTo>
                          <a:cubicBezTo>
                            <a:pt x="29086" y="33529"/>
                            <a:pt x="19415" y="43200"/>
                            <a:pt x="7486" y="43200"/>
                          </a:cubicBezTo>
                          <a:cubicBezTo>
                            <a:pt x="4931" y="43200"/>
                            <a:pt x="2396" y="42746"/>
                            <a:pt x="-1" y="41861"/>
                          </a:cubicBezTo>
                        </a:path>
                        <a:path w="29086" h="43200" stroke="0" extrusionOk="0">
                          <a:moveTo>
                            <a:pt x="7485" y="0"/>
                          </a:moveTo>
                          <a:cubicBezTo>
                            <a:pt x="19415" y="0"/>
                            <a:pt x="29086" y="9670"/>
                            <a:pt x="29086" y="21600"/>
                          </a:cubicBezTo>
                          <a:cubicBezTo>
                            <a:pt x="29086" y="33529"/>
                            <a:pt x="19415" y="43200"/>
                            <a:pt x="7486" y="43200"/>
                          </a:cubicBezTo>
                          <a:cubicBezTo>
                            <a:pt x="4931" y="43200"/>
                            <a:pt x="2396" y="42746"/>
                            <a:pt x="-1" y="41861"/>
                          </a:cubicBezTo>
                          <a:lnTo>
                            <a:pt x="7486" y="21600"/>
                          </a:lnTo>
                          <a:close/>
                        </a:path>
                      </a:pathLst>
                    </a:custGeom>
                    <a:noFill/>
                    <a:ln w="38100">
                      <a:solidFill>
                        <a:srgbClr val="00CCFF"/>
                      </a:solidFill>
                      <a:round/>
                      <a:headEnd/>
                      <a:tailEnd type="none" w="sm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>
                      <a:spAutoFit/>
                    </a:bodyPr>
                    <a:lstStyle/>
                    <a:p>
                      <a: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169" name="Arc 88">
                      <a:extLst>
                        <a:ext uri="{FF2B5EF4-FFF2-40B4-BE49-F238E27FC236}">
                          <a16:creationId xmlns:a16="http://schemas.microsoft.com/office/drawing/2014/main" id="{C02A08CD-BB74-5F2E-B119-CC1C5055B73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rot="10753316">
                      <a:off x="2654" y="567"/>
                      <a:ext cx="161" cy="1025"/>
                    </a:xfrm>
                    <a:custGeom>
                      <a:avLst/>
                      <a:gdLst>
                        <a:gd name="T0" fmla="*/ 0 w 29086"/>
                        <a:gd name="T1" fmla="*/ 0 h 43200"/>
                        <a:gd name="T2" fmla="*/ 0 w 29086"/>
                        <a:gd name="T3" fmla="*/ 0 h 43200"/>
                        <a:gd name="T4" fmla="*/ 0 w 29086"/>
                        <a:gd name="T5" fmla="*/ 0 h 43200"/>
                        <a:gd name="T6" fmla="*/ 0 60000 65536"/>
                        <a:gd name="T7" fmla="*/ 0 60000 65536"/>
                        <a:gd name="T8" fmla="*/ 0 60000 65536"/>
                        <a:gd name="T9" fmla="*/ 0 w 29086"/>
                        <a:gd name="T10" fmla="*/ 0 h 43200"/>
                        <a:gd name="T11" fmla="*/ 29086 w 29086"/>
                        <a:gd name="T12" fmla="*/ 43200 h 432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9086" h="43200" fill="none" extrusionOk="0">
                          <a:moveTo>
                            <a:pt x="7485" y="0"/>
                          </a:moveTo>
                          <a:cubicBezTo>
                            <a:pt x="19415" y="0"/>
                            <a:pt x="29086" y="9670"/>
                            <a:pt x="29086" y="21600"/>
                          </a:cubicBezTo>
                          <a:cubicBezTo>
                            <a:pt x="29086" y="33529"/>
                            <a:pt x="19415" y="43200"/>
                            <a:pt x="7486" y="43200"/>
                          </a:cubicBezTo>
                          <a:cubicBezTo>
                            <a:pt x="4931" y="43200"/>
                            <a:pt x="2396" y="42746"/>
                            <a:pt x="-1" y="41861"/>
                          </a:cubicBezTo>
                        </a:path>
                        <a:path w="29086" h="43200" stroke="0" extrusionOk="0">
                          <a:moveTo>
                            <a:pt x="7485" y="0"/>
                          </a:moveTo>
                          <a:cubicBezTo>
                            <a:pt x="19415" y="0"/>
                            <a:pt x="29086" y="9670"/>
                            <a:pt x="29086" y="21600"/>
                          </a:cubicBezTo>
                          <a:cubicBezTo>
                            <a:pt x="29086" y="33529"/>
                            <a:pt x="19415" y="43200"/>
                            <a:pt x="7486" y="43200"/>
                          </a:cubicBezTo>
                          <a:cubicBezTo>
                            <a:pt x="4931" y="43200"/>
                            <a:pt x="2396" y="42746"/>
                            <a:pt x="-1" y="41861"/>
                          </a:cubicBezTo>
                          <a:lnTo>
                            <a:pt x="7486" y="21600"/>
                          </a:lnTo>
                          <a:close/>
                        </a:path>
                      </a:pathLst>
                    </a:custGeom>
                    <a:noFill/>
                    <a:ln w="38100">
                      <a:solidFill>
                        <a:srgbClr val="00CCFF"/>
                      </a:solidFill>
                      <a:round/>
                      <a:headEnd/>
                      <a:tailEnd type="none" w="sm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>
                      <a:spAutoFit/>
                    </a:bodyPr>
                    <a:lstStyle/>
                    <a:p>
                      <a: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</a:endParaRPr>
                    </a:p>
                  </p:txBody>
                </p:sp>
              </p:grpSp>
              <p:grpSp>
                <p:nvGrpSpPr>
                  <p:cNvPr id="163" name="Group 89">
                    <a:extLst>
                      <a:ext uri="{FF2B5EF4-FFF2-40B4-BE49-F238E27FC236}">
                        <a16:creationId xmlns:a16="http://schemas.microsoft.com/office/drawing/2014/main" id="{9CB457CE-7D05-62A7-1A07-67A86466AEC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 rot="10039617" flipH="1">
                    <a:off x="4740" y="436"/>
                    <a:ext cx="240" cy="1153"/>
                    <a:chOff x="1392" y="1008"/>
                    <a:chExt cx="313" cy="1153"/>
                  </a:xfrm>
                </p:grpSpPr>
                <p:sp>
                  <p:nvSpPr>
                    <p:cNvPr id="164" name="Arc 90">
                      <a:extLst>
                        <a:ext uri="{FF2B5EF4-FFF2-40B4-BE49-F238E27FC236}">
                          <a16:creationId xmlns:a16="http://schemas.microsoft.com/office/drawing/2014/main" id="{07652E10-4BAE-F952-5F58-E07D202FAFA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rot="706296">
                      <a:off x="1392" y="1008"/>
                      <a:ext cx="202" cy="1153"/>
                    </a:xfrm>
                    <a:custGeom>
                      <a:avLst/>
                      <a:gdLst>
                        <a:gd name="T0" fmla="*/ 0 w 21600"/>
                        <a:gd name="T1" fmla="*/ 0 h 41676"/>
                        <a:gd name="T2" fmla="*/ 0 w 21600"/>
                        <a:gd name="T3" fmla="*/ 0 h 41676"/>
                        <a:gd name="T4" fmla="*/ 0 w 21600"/>
                        <a:gd name="T5" fmla="*/ 0 h 41676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41676"/>
                        <a:gd name="T11" fmla="*/ 21600 w 21600"/>
                        <a:gd name="T12" fmla="*/ 41676 h 4167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41676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cubicBezTo>
                            <a:pt x="21600" y="30453"/>
                            <a:pt x="16197" y="38409"/>
                            <a:pt x="7969" y="41676"/>
                          </a:cubicBezTo>
                        </a:path>
                        <a:path w="21600" h="41676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cubicBezTo>
                            <a:pt x="21600" y="30453"/>
                            <a:pt x="16197" y="38409"/>
                            <a:pt x="7969" y="41676"/>
                          </a:cubicBezTo>
                          <a:lnTo>
                            <a:pt x="0" y="21600"/>
                          </a:lnTo>
                          <a:close/>
                        </a:path>
                      </a:pathLst>
                    </a:custGeom>
                    <a:noFill/>
                    <a:ln w="38100">
                      <a:solidFill>
                        <a:srgbClr val="00CCFF"/>
                      </a:solidFill>
                      <a:prstDash val="dash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>
                      <a:spAutoFit/>
                    </a:bodyPr>
                    <a:lstStyle/>
                    <a:p>
                      <a: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</a:endParaRPr>
                    </a:p>
                  </p:txBody>
                </p:sp>
                <p:sp>
                  <p:nvSpPr>
                    <p:cNvPr id="165" name="Arc 91">
                      <a:extLst>
                        <a:ext uri="{FF2B5EF4-FFF2-40B4-BE49-F238E27FC236}">
                          <a16:creationId xmlns:a16="http://schemas.microsoft.com/office/drawing/2014/main" id="{8719F75A-B374-BCBC-5611-44DB09E0E9D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rot="20886301" flipH="1">
                      <a:off x="1496" y="1008"/>
                      <a:ext cx="209" cy="1025"/>
                    </a:xfrm>
                    <a:custGeom>
                      <a:avLst/>
                      <a:gdLst>
                        <a:gd name="T0" fmla="*/ 0 w 29086"/>
                        <a:gd name="T1" fmla="*/ 0 h 43200"/>
                        <a:gd name="T2" fmla="*/ 0 w 29086"/>
                        <a:gd name="T3" fmla="*/ 0 h 43200"/>
                        <a:gd name="T4" fmla="*/ 0 w 29086"/>
                        <a:gd name="T5" fmla="*/ 0 h 43200"/>
                        <a:gd name="T6" fmla="*/ 0 60000 65536"/>
                        <a:gd name="T7" fmla="*/ 0 60000 65536"/>
                        <a:gd name="T8" fmla="*/ 0 60000 65536"/>
                        <a:gd name="T9" fmla="*/ 0 w 29086"/>
                        <a:gd name="T10" fmla="*/ 0 h 43200"/>
                        <a:gd name="T11" fmla="*/ 29086 w 29086"/>
                        <a:gd name="T12" fmla="*/ 43200 h 432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9086" h="43200" fill="none" extrusionOk="0">
                          <a:moveTo>
                            <a:pt x="7485" y="0"/>
                          </a:moveTo>
                          <a:cubicBezTo>
                            <a:pt x="19415" y="0"/>
                            <a:pt x="29086" y="9670"/>
                            <a:pt x="29086" y="21600"/>
                          </a:cubicBezTo>
                          <a:cubicBezTo>
                            <a:pt x="29086" y="33529"/>
                            <a:pt x="19415" y="43200"/>
                            <a:pt x="7486" y="43200"/>
                          </a:cubicBezTo>
                          <a:cubicBezTo>
                            <a:pt x="4931" y="43200"/>
                            <a:pt x="2396" y="42746"/>
                            <a:pt x="-1" y="41861"/>
                          </a:cubicBezTo>
                        </a:path>
                        <a:path w="29086" h="43200" stroke="0" extrusionOk="0">
                          <a:moveTo>
                            <a:pt x="7485" y="0"/>
                          </a:moveTo>
                          <a:cubicBezTo>
                            <a:pt x="19415" y="0"/>
                            <a:pt x="29086" y="9670"/>
                            <a:pt x="29086" y="21600"/>
                          </a:cubicBezTo>
                          <a:cubicBezTo>
                            <a:pt x="29086" y="33529"/>
                            <a:pt x="19415" y="43200"/>
                            <a:pt x="7486" y="43200"/>
                          </a:cubicBezTo>
                          <a:cubicBezTo>
                            <a:pt x="4931" y="43200"/>
                            <a:pt x="2396" y="42746"/>
                            <a:pt x="-1" y="41861"/>
                          </a:cubicBezTo>
                          <a:lnTo>
                            <a:pt x="7486" y="21600"/>
                          </a:lnTo>
                          <a:close/>
                        </a:path>
                      </a:pathLst>
                    </a:custGeom>
                    <a:noFill/>
                    <a:ln w="38100">
                      <a:solidFill>
                        <a:srgbClr val="00CCFF"/>
                      </a:solidFill>
                      <a:round/>
                      <a:headEnd/>
                      <a:tailEnd type="none" w="sm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>
                      <a:spAutoFit/>
                    </a:bodyPr>
                    <a:lstStyle/>
                    <a:p>
                      <a:pPr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</a:endParaRPr>
                    </a:p>
                  </p:txBody>
                </p:sp>
              </p:grpSp>
            </p:grpSp>
          </p:grpSp>
          <p:sp>
            <p:nvSpPr>
              <p:cNvPr id="157" name="Line 92">
                <a:extLst>
                  <a:ext uri="{FF2B5EF4-FFF2-40B4-BE49-F238E27FC236}">
                    <a16:creationId xmlns:a16="http://schemas.microsoft.com/office/drawing/2014/main" id="{2110EF03-3F05-E9F4-76CC-BBFD76E002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939" y="527"/>
                <a:ext cx="0" cy="544"/>
              </a:xfrm>
              <a:prstGeom prst="line">
                <a:avLst/>
              </a:prstGeom>
              <a:noFill/>
              <a:ln w="31750">
                <a:solidFill>
                  <a:srgbClr val="FF00FF"/>
                </a:solidFill>
                <a:prstDash val="dash"/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kern="0">
                  <a:solidFill>
                    <a:prstClr val="black"/>
                  </a:solidFill>
                </a:endParaRPr>
              </a:p>
            </p:txBody>
          </p:sp>
          <p:graphicFrame>
            <p:nvGraphicFramePr>
              <p:cNvPr id="158" name="Object 93">
                <a:extLst>
                  <a:ext uri="{FF2B5EF4-FFF2-40B4-BE49-F238E27FC236}">
                    <a16:creationId xmlns:a16="http://schemas.microsoft.com/office/drawing/2014/main" id="{88FF1BDB-4A8D-1DCB-F3A6-90D389810D8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951" y="717"/>
              <a:ext cx="195" cy="21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41" name="公式" r:id="rId17" imgW="152280" imgH="164880" progId="Equation.3">
                      <p:embed/>
                    </p:oleObj>
                  </mc:Choice>
                  <mc:Fallback>
                    <p:oleObj name="公式" r:id="rId17" imgW="152280" imgH="164880" progId="Equation.3">
                      <p:embed/>
                      <p:pic>
                        <p:nvPicPr>
                          <p:cNvPr id="134" name="Object 93">
                            <a:extLst>
                              <a:ext uri="{FF2B5EF4-FFF2-40B4-BE49-F238E27FC236}">
                                <a16:creationId xmlns:a16="http://schemas.microsoft.com/office/drawing/2014/main" id="{EF6C0AB4-FF98-400A-9E53-DB57D750DB14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51" y="717"/>
                            <a:ext cx="195" cy="21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178" name="Group 96">
            <a:extLst>
              <a:ext uri="{FF2B5EF4-FFF2-40B4-BE49-F238E27FC236}">
                <a16:creationId xmlns:a16="http://schemas.microsoft.com/office/drawing/2014/main" id="{4E3B4201-D4D7-3A0C-4696-87E8CC0BB29F}"/>
              </a:ext>
            </a:extLst>
          </p:cNvPr>
          <p:cNvGrpSpPr>
            <a:grpSpLocks/>
          </p:cNvGrpSpPr>
          <p:nvPr/>
        </p:nvGrpSpPr>
        <p:grpSpPr bwMode="auto">
          <a:xfrm>
            <a:off x="6931007" y="3514232"/>
            <a:ext cx="4970463" cy="2806700"/>
            <a:chOff x="2290" y="981"/>
            <a:chExt cx="3131" cy="1768"/>
          </a:xfrm>
        </p:grpSpPr>
        <p:grpSp>
          <p:nvGrpSpPr>
            <p:cNvPr id="179" name="Group 47">
              <a:extLst>
                <a:ext uri="{FF2B5EF4-FFF2-40B4-BE49-F238E27FC236}">
                  <a16:creationId xmlns:a16="http://schemas.microsoft.com/office/drawing/2014/main" id="{05A3231A-9934-4602-BB48-2EF62B67F9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90" y="1207"/>
              <a:ext cx="3131" cy="1542"/>
              <a:chOff x="2199" y="346"/>
              <a:chExt cx="3131" cy="1542"/>
            </a:xfrm>
          </p:grpSpPr>
          <p:sp>
            <p:nvSpPr>
              <p:cNvPr id="181" name="Line 48">
                <a:extLst>
                  <a:ext uri="{FF2B5EF4-FFF2-40B4-BE49-F238E27FC236}">
                    <a16:creationId xmlns:a16="http://schemas.microsoft.com/office/drawing/2014/main" id="{36D0D924-70AA-16E0-6E25-3E3445A7D9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45" y="346"/>
                <a:ext cx="308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82" name="Line 49">
                <a:extLst>
                  <a:ext uri="{FF2B5EF4-FFF2-40B4-BE49-F238E27FC236}">
                    <a16:creationId xmlns:a16="http://schemas.microsoft.com/office/drawing/2014/main" id="{22CD0795-3FE5-2617-BEA6-9DD1424571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9" y="1480"/>
                <a:ext cx="308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83" name="Line 50">
                <a:extLst>
                  <a:ext uri="{FF2B5EF4-FFF2-40B4-BE49-F238E27FC236}">
                    <a16:creationId xmlns:a16="http://schemas.microsoft.com/office/drawing/2014/main" id="{CEE44F0F-8F3C-892F-DB08-2B67F06C63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0" y="709"/>
                <a:ext cx="308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84" name="Line 51">
                <a:extLst>
                  <a:ext uri="{FF2B5EF4-FFF2-40B4-BE49-F238E27FC236}">
                    <a16:creationId xmlns:a16="http://schemas.microsoft.com/office/drawing/2014/main" id="{0264D9A1-3320-EC61-B62E-D6199262A1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27" y="1071"/>
                <a:ext cx="308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185" name="Line 52">
                <a:extLst>
                  <a:ext uri="{FF2B5EF4-FFF2-40B4-BE49-F238E27FC236}">
                    <a16:creationId xmlns:a16="http://schemas.microsoft.com/office/drawing/2014/main" id="{793F9294-9B39-6340-6A6B-E1F7A31089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99" y="1888"/>
                <a:ext cx="308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kern="0">
                  <a:solidFill>
                    <a:prstClr val="black"/>
                  </a:solidFill>
                </a:endParaRPr>
              </a:p>
            </p:txBody>
          </p:sp>
        </p:grpSp>
        <p:graphicFrame>
          <p:nvGraphicFramePr>
            <p:cNvPr id="180" name="Object 95">
              <a:extLst>
                <a:ext uri="{FF2B5EF4-FFF2-40B4-BE49-F238E27FC236}">
                  <a16:creationId xmlns:a16="http://schemas.microsoft.com/office/drawing/2014/main" id="{B82A1675-7035-4700-7216-42E8DCD14B2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85" y="981"/>
            <a:ext cx="184" cy="2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2" name="公式" r:id="rId19" imgW="152280" imgH="203040" progId="Equation.3">
                    <p:embed/>
                  </p:oleObj>
                </mc:Choice>
                <mc:Fallback>
                  <p:oleObj name="公式" r:id="rId19" imgW="152280" imgH="203040" progId="Equation.3">
                    <p:embed/>
                    <p:pic>
                      <p:nvPicPr>
                        <p:cNvPr id="156" name="Object 95">
                          <a:extLst>
                            <a:ext uri="{FF2B5EF4-FFF2-40B4-BE49-F238E27FC236}">
                              <a16:creationId xmlns:a16="http://schemas.microsoft.com/office/drawing/2014/main" id="{7ADD7A1F-7BB8-4C0E-9AEA-0DB078F4063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85" y="981"/>
                          <a:ext cx="184" cy="2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6" name="Group 58">
            <a:extLst>
              <a:ext uri="{FF2B5EF4-FFF2-40B4-BE49-F238E27FC236}">
                <a16:creationId xmlns:a16="http://schemas.microsoft.com/office/drawing/2014/main" id="{57483304-F10F-F2EF-E9FA-A5C12E84F23F}"/>
              </a:ext>
            </a:extLst>
          </p:cNvPr>
          <p:cNvGrpSpPr>
            <a:grpSpLocks/>
          </p:cNvGrpSpPr>
          <p:nvPr/>
        </p:nvGrpSpPr>
        <p:grpSpPr bwMode="auto">
          <a:xfrm>
            <a:off x="6807182" y="3819032"/>
            <a:ext cx="1293813" cy="1257300"/>
            <a:chOff x="2121" y="312"/>
            <a:chExt cx="815" cy="792"/>
          </a:xfrm>
        </p:grpSpPr>
        <p:sp>
          <p:nvSpPr>
            <p:cNvPr id="187" name="Line 59">
              <a:extLst>
                <a:ext uri="{FF2B5EF4-FFF2-40B4-BE49-F238E27FC236}">
                  <a16:creationId xmlns:a16="http://schemas.microsoft.com/office/drawing/2014/main" id="{F48E151B-CCF6-1740-D137-C7FA0902D9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36" y="572"/>
              <a:ext cx="317" cy="363"/>
            </a:xfrm>
            <a:prstGeom prst="line">
              <a:avLst/>
            </a:prstGeom>
            <a:noFill/>
            <a:ln w="25400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kern="0">
                <a:solidFill>
                  <a:prstClr val="black"/>
                </a:solidFill>
              </a:endParaRPr>
            </a:p>
          </p:txBody>
        </p:sp>
        <p:sp>
          <p:nvSpPr>
            <p:cNvPr id="188" name="Line 60">
              <a:extLst>
                <a:ext uri="{FF2B5EF4-FFF2-40B4-BE49-F238E27FC236}">
                  <a16:creationId xmlns:a16="http://schemas.microsoft.com/office/drawing/2014/main" id="{80B38CF8-DD30-B623-BCE6-ED44C47D1B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6" y="935"/>
              <a:ext cx="317" cy="0"/>
            </a:xfrm>
            <a:prstGeom prst="line">
              <a:avLst/>
            </a:prstGeom>
            <a:noFill/>
            <a:ln w="25400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kern="0">
                <a:solidFill>
                  <a:prstClr val="black"/>
                </a:solidFill>
              </a:endParaRPr>
            </a:p>
          </p:txBody>
        </p:sp>
        <p:sp>
          <p:nvSpPr>
            <p:cNvPr id="189" name="Line 61">
              <a:extLst>
                <a:ext uri="{FF2B5EF4-FFF2-40B4-BE49-F238E27FC236}">
                  <a16:creationId xmlns:a16="http://schemas.microsoft.com/office/drawing/2014/main" id="{D47238B8-076E-8DDE-6429-544823B0D9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36" y="527"/>
              <a:ext cx="0" cy="408"/>
            </a:xfrm>
            <a:prstGeom prst="line">
              <a:avLst/>
            </a:prstGeom>
            <a:noFill/>
            <a:ln w="25400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kern="0">
                <a:solidFill>
                  <a:prstClr val="black"/>
                </a:solidFill>
              </a:endParaRPr>
            </a:p>
          </p:txBody>
        </p:sp>
        <p:graphicFrame>
          <p:nvGraphicFramePr>
            <p:cNvPr id="190" name="Object 62">
              <a:extLst>
                <a:ext uri="{FF2B5EF4-FFF2-40B4-BE49-F238E27FC236}">
                  <a16:creationId xmlns:a16="http://schemas.microsoft.com/office/drawing/2014/main" id="{F3A77544-FA2D-5E4F-3D43-2D1B6F14207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00" y="727"/>
            <a:ext cx="169" cy="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3" name="公式" r:id="rId21" imgW="126720" imgH="177480" progId="Equation.3">
                    <p:embed/>
                  </p:oleObj>
                </mc:Choice>
                <mc:Fallback>
                  <p:oleObj name="公式" r:id="rId21" imgW="126720" imgH="177480" progId="Equation.3">
                    <p:embed/>
                    <p:pic>
                      <p:nvPicPr>
                        <p:cNvPr id="166" name="Object 62">
                          <a:extLst>
                            <a:ext uri="{FF2B5EF4-FFF2-40B4-BE49-F238E27FC236}">
                              <a16:creationId xmlns:a16="http://schemas.microsoft.com/office/drawing/2014/main" id="{BA4CC475-0014-49FE-8DB9-FDF80C76E30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0" y="727"/>
                          <a:ext cx="169" cy="2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1" name="Object 63">
              <a:extLst>
                <a:ext uri="{FF2B5EF4-FFF2-40B4-BE49-F238E27FC236}">
                  <a16:creationId xmlns:a16="http://schemas.microsoft.com/office/drawing/2014/main" id="{25738978-D471-E3D0-BA28-65A9C7459B1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99" y="799"/>
            <a:ext cx="237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4" name="公式" r:id="rId23" imgW="177480" imgH="228600" progId="Equation.3">
                    <p:embed/>
                  </p:oleObj>
                </mc:Choice>
                <mc:Fallback>
                  <p:oleObj name="公式" r:id="rId23" imgW="177480" imgH="228600" progId="Equation.3">
                    <p:embed/>
                    <p:pic>
                      <p:nvPicPr>
                        <p:cNvPr id="167" name="Object 63">
                          <a:extLst>
                            <a:ext uri="{FF2B5EF4-FFF2-40B4-BE49-F238E27FC236}">
                              <a16:creationId xmlns:a16="http://schemas.microsoft.com/office/drawing/2014/main" id="{B1301DD9-C8AA-4D3B-8262-CD375F8D55F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99" y="799"/>
                          <a:ext cx="237" cy="3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2" name="Object 64">
              <a:extLst>
                <a:ext uri="{FF2B5EF4-FFF2-40B4-BE49-F238E27FC236}">
                  <a16:creationId xmlns:a16="http://schemas.microsoft.com/office/drawing/2014/main" id="{F4B1ED69-9E89-040C-E5B2-AF347602C94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21" y="366"/>
            <a:ext cx="236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5" name="公式" r:id="rId25" imgW="177480" imgH="215640" progId="Equation.3">
                    <p:embed/>
                  </p:oleObj>
                </mc:Choice>
                <mc:Fallback>
                  <p:oleObj name="公式" r:id="rId25" imgW="177480" imgH="215640" progId="Equation.3">
                    <p:embed/>
                    <p:pic>
                      <p:nvPicPr>
                        <p:cNvPr id="168" name="Object 64">
                          <a:extLst>
                            <a:ext uri="{FF2B5EF4-FFF2-40B4-BE49-F238E27FC236}">
                              <a16:creationId xmlns:a16="http://schemas.microsoft.com/office/drawing/2014/main" id="{F74E6EC8-32D5-4D8A-A18C-537F2784055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21" y="366"/>
                          <a:ext cx="236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3" name="Object 65">
              <a:extLst>
                <a:ext uri="{FF2B5EF4-FFF2-40B4-BE49-F238E27FC236}">
                  <a16:creationId xmlns:a16="http://schemas.microsoft.com/office/drawing/2014/main" id="{6B602B46-E159-4D98-42E0-FD7176D1D5C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83" y="312"/>
            <a:ext cx="220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6" name="公式" r:id="rId27" imgW="164880" imgH="228600" progId="Equation.3">
                    <p:embed/>
                  </p:oleObj>
                </mc:Choice>
                <mc:Fallback>
                  <p:oleObj name="公式" r:id="rId27" imgW="164880" imgH="228600" progId="Equation.3">
                    <p:embed/>
                    <p:pic>
                      <p:nvPicPr>
                        <p:cNvPr id="169" name="Object 65">
                          <a:extLst>
                            <a:ext uri="{FF2B5EF4-FFF2-40B4-BE49-F238E27FC236}">
                              <a16:creationId xmlns:a16="http://schemas.microsoft.com/office/drawing/2014/main" id="{A8FECBE5-D5D8-4A40-BC06-42B876158F8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83" y="312"/>
                          <a:ext cx="220" cy="3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624338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9" grpId="0"/>
      <p:bldP spid="13" grpId="0" animBg="1"/>
      <p:bldP spid="14" grpId="0" animBg="1"/>
      <p:bldP spid="99" grpId="0"/>
      <p:bldP spid="100" grpId="0"/>
      <p:bldP spid="101" grpId="0"/>
      <p:bldP spid="102" grpId="0"/>
      <p:bldP spid="103" grpId="0" animBg="1"/>
      <p:bldP spid="104" grpId="0"/>
      <p:bldP spid="105" grpId="0"/>
      <p:bldP spid="106" grpId="0"/>
      <p:bldP spid="107" grpId="0"/>
      <p:bldP spid="108" grpId="0"/>
      <p:bldP spid="10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0438" name="Object 22">
                <a:extLst>
                  <a:ext uri="{FF2B5EF4-FFF2-40B4-BE49-F238E27FC236}">
                    <a16:creationId xmlns:a16="http://schemas.microsoft.com/office/drawing/2014/main" id="{050A90DD-7C86-4AD5-816C-18EBC900B61B}"/>
                  </a:ext>
                </a:extLst>
              </p:cNvPr>
              <p:cNvSpPr txBox="1"/>
              <p:nvPr/>
            </p:nvSpPr>
            <p:spPr bwMode="auto">
              <a:xfrm>
                <a:off x="7245232" y="2765427"/>
                <a:ext cx="1973263" cy="11191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𝐼𝐵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𝑛𝑞</m:t>
                          </m:r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0438" name="Object 22">
                <a:extLst>
                  <a:ext uri="{FF2B5EF4-FFF2-40B4-BE49-F238E27FC236}">
                    <a16:creationId xmlns:a16="http://schemas.microsoft.com/office/drawing/2014/main" id="{050A90DD-7C86-4AD5-816C-18EBC900B6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45232" y="2765427"/>
                <a:ext cx="1973263" cy="111918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439" name="Object 23">
                <a:extLst>
                  <a:ext uri="{FF2B5EF4-FFF2-40B4-BE49-F238E27FC236}">
                    <a16:creationId xmlns:a16="http://schemas.microsoft.com/office/drawing/2014/main" id="{DE0AD609-3B7F-4DC7-A551-78197875B7D2}"/>
                  </a:ext>
                </a:extLst>
              </p:cNvPr>
              <p:cNvSpPr txBox="1"/>
              <p:nvPr/>
            </p:nvSpPr>
            <p:spPr bwMode="auto">
              <a:xfrm>
                <a:off x="8944768" y="2821783"/>
                <a:ext cx="1465263" cy="10064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sub>
                      </m:sSub>
                      <m:f>
                        <m:fPr>
                          <m:ctrlPr>
                            <a:rPr lang="en-US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𝑰𝑩</m:t>
                          </m:r>
                        </m:num>
                        <m:den>
                          <m:r>
                            <a:rPr lang="en-US" sz="2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den>
                      </m:f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60439" name="Object 23">
                <a:extLst>
                  <a:ext uri="{FF2B5EF4-FFF2-40B4-BE49-F238E27FC236}">
                    <a16:creationId xmlns:a16="http://schemas.microsoft.com/office/drawing/2014/main" id="{DE0AD609-3B7F-4DC7-A551-78197875B7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944768" y="2821783"/>
                <a:ext cx="1465263" cy="10064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441" name="Object 25">
                <a:extLst>
                  <a:ext uri="{FF2B5EF4-FFF2-40B4-BE49-F238E27FC236}">
                    <a16:creationId xmlns:a16="http://schemas.microsoft.com/office/drawing/2014/main" id="{6C881D42-FFA8-42EB-A84A-54F5FF5EB73A}"/>
                  </a:ext>
                </a:extLst>
              </p:cNvPr>
              <p:cNvSpPr txBox="1"/>
              <p:nvPr/>
            </p:nvSpPr>
            <p:spPr bwMode="auto">
              <a:xfrm>
                <a:off x="5815923" y="4310858"/>
                <a:ext cx="1524000" cy="1035050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sub>
                      </m:sSub>
                      <m:r>
                        <a:rPr lang="en-US" sz="28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𝒏𝒒</m:t>
                          </m:r>
                        </m:den>
                      </m:f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60441" name="Object 25">
                <a:extLst>
                  <a:ext uri="{FF2B5EF4-FFF2-40B4-BE49-F238E27FC236}">
                    <a16:creationId xmlns:a16="http://schemas.microsoft.com/office/drawing/2014/main" id="{6C881D42-FFA8-42EB-A84A-54F5FF5EB7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15923" y="4310858"/>
                <a:ext cx="1524000" cy="10350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442" name="Text Box 26">
            <a:extLst>
              <a:ext uri="{FF2B5EF4-FFF2-40B4-BE49-F238E27FC236}">
                <a16:creationId xmlns:a16="http://schemas.microsoft.com/office/drawing/2014/main" id="{F07300E7-4D19-41DC-9381-C389F9E485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2710" y="4457246"/>
            <a:ext cx="35814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800" b="1" i="1" dirty="0">
                <a:solidFill>
                  <a:srgbClr val="0000FF"/>
                </a:solidFill>
                <a:ea typeface="华文楷体" panose="02010600040101010101" pitchFamily="2" charset="-122"/>
              </a:rPr>
              <a:t>R</a:t>
            </a:r>
            <a:r>
              <a:rPr lang="en-US" altLang="zh-CN" sz="2800" b="1" i="1" baseline="-25000" dirty="0">
                <a:solidFill>
                  <a:srgbClr val="0000FF"/>
                </a:solidFill>
                <a:ea typeface="华文楷体" panose="02010600040101010101" pitchFamily="2" charset="-122"/>
              </a:rPr>
              <a:t>H </a:t>
            </a:r>
            <a:r>
              <a:rPr lang="en-US" altLang="zh-CN" sz="2800" b="1" baseline="-25000" dirty="0">
                <a:solidFill>
                  <a:srgbClr val="0000FF"/>
                </a:solidFill>
                <a:ea typeface="华文楷体" panose="02010600040101010101" pitchFamily="2" charset="-122"/>
              </a:rPr>
              <a:t> </a:t>
            </a:r>
            <a:r>
              <a:rPr lang="en-US" altLang="zh-CN" sz="2800" b="1" dirty="0">
                <a:solidFill>
                  <a:srgbClr val="0000FF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  </a:t>
            </a:r>
            <a:r>
              <a:rPr lang="zh-CN" altLang="en-US" sz="2800" b="1" dirty="0">
                <a:solidFill>
                  <a:srgbClr val="0000FF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霍耳系数</a:t>
            </a:r>
            <a:endParaRPr lang="zh-CN" altLang="en-US" sz="2800" b="1" dirty="0">
              <a:solidFill>
                <a:srgbClr val="0000FF"/>
              </a:solidFill>
              <a:ea typeface="华文楷体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526" name="Object 110">
                <a:extLst>
                  <a:ext uri="{FF2B5EF4-FFF2-40B4-BE49-F238E27FC236}">
                    <a16:creationId xmlns:a16="http://schemas.microsoft.com/office/drawing/2014/main" id="{84D536E5-1251-467D-B681-B8628BC0AB92}"/>
                  </a:ext>
                </a:extLst>
              </p:cNvPr>
              <p:cNvSpPr txBox="1"/>
              <p:nvPr/>
            </p:nvSpPr>
            <p:spPr bwMode="auto">
              <a:xfrm>
                <a:off x="7568748" y="1603832"/>
                <a:ext cx="3123751" cy="5889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𝜐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0526" name="Object 110">
                <a:extLst>
                  <a:ext uri="{FF2B5EF4-FFF2-40B4-BE49-F238E27FC236}">
                    <a16:creationId xmlns:a16="http://schemas.microsoft.com/office/drawing/2014/main" id="{84D536E5-1251-467D-B681-B8628BC0AB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68748" y="1603832"/>
                <a:ext cx="3123751" cy="58896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" name="Text Box 4">
            <a:extLst>
              <a:ext uri="{FF2B5EF4-FFF2-40B4-BE49-F238E27FC236}">
                <a16:creationId xmlns:a16="http://schemas.microsoft.com/office/drawing/2014/main" id="{078DAE8D-2552-4455-BE56-E06314C084DA}"/>
              </a:ext>
            </a:extLst>
          </p:cNvPr>
          <p:cNvSpPr txBox="1">
            <a:spLocks noChangeArrowheads="1"/>
          </p:cNvSpPr>
          <p:nvPr/>
        </p:nvSpPr>
        <p:spPr>
          <a:xfrm>
            <a:off x="598871" y="620399"/>
            <a:ext cx="2823779" cy="101980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 algn="ctr"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</a:rPr>
              <a:t>霍尔效应</a:t>
            </a:r>
            <a:endParaRPr lang="zh-CN" altLang="en-US" sz="3200" b="1" dirty="0">
              <a:solidFill>
                <a:srgbClr val="0066FF"/>
              </a:solidFill>
              <a:ea typeface="华文楷体" panose="02010600040101010101" pitchFamily="2" charset="-122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D60E906-7C96-3B07-C7FF-AC83A4EA2226}"/>
              </a:ext>
            </a:extLst>
          </p:cNvPr>
          <p:cNvGrpSpPr/>
          <p:nvPr/>
        </p:nvGrpSpPr>
        <p:grpSpPr>
          <a:xfrm>
            <a:off x="525009" y="1551783"/>
            <a:ext cx="5029200" cy="2286000"/>
            <a:chOff x="528" y="768"/>
            <a:chExt cx="3168" cy="1440"/>
          </a:xfrm>
        </p:grpSpPr>
        <p:sp>
          <p:nvSpPr>
            <p:cNvPr id="5" name="AutoShape 4">
              <a:extLst>
                <a:ext uri="{FF2B5EF4-FFF2-40B4-BE49-F238E27FC236}">
                  <a16:creationId xmlns:a16="http://schemas.microsoft.com/office/drawing/2014/main" id="{37B0ABD7-87FD-C96E-261C-1630387A2629}"/>
                </a:ext>
              </a:extLst>
            </p:cNvPr>
            <p:cNvSpPr/>
            <p:nvPr/>
          </p:nvSpPr>
          <p:spPr>
            <a:xfrm>
              <a:off x="1200" y="1392"/>
              <a:ext cx="2400" cy="816"/>
            </a:xfrm>
            <a:prstGeom prst="cube">
              <a:avLst>
                <a:gd name="adj" fmla="val 82639"/>
              </a:avLst>
            </a:prstGeom>
            <a:solidFill>
              <a:srgbClr val="CCFFFF">
                <a:alpha val="50195"/>
              </a:srgbClr>
            </a:solidFill>
            <a:ln w="19050" cap="flat" cmpd="sng">
              <a:solidFill>
                <a:srgbClr val="66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6" name="Line 5">
              <a:extLst>
                <a:ext uri="{FF2B5EF4-FFF2-40B4-BE49-F238E27FC236}">
                  <a16:creationId xmlns:a16="http://schemas.microsoft.com/office/drawing/2014/main" id="{752CC63F-2E57-4974-5870-63B64826DBC8}"/>
                </a:ext>
              </a:extLst>
            </p:cNvPr>
            <p:cNvSpPr/>
            <p:nvPr/>
          </p:nvSpPr>
          <p:spPr>
            <a:xfrm flipH="1">
              <a:off x="1872" y="1536"/>
              <a:ext cx="1728" cy="0"/>
            </a:xfrm>
            <a:prstGeom prst="line">
              <a:avLst/>
            </a:prstGeom>
            <a:ln w="12700" cap="flat" cmpd="sng">
              <a:solidFill>
                <a:srgbClr val="6600FF"/>
              </a:solidFill>
              <a:prstDash val="dash"/>
              <a:headEnd type="none" w="sm" len="lg"/>
              <a:tailEnd type="none" w="sm" len="lg"/>
            </a:ln>
          </p:spPr>
        </p:sp>
        <p:sp>
          <p:nvSpPr>
            <p:cNvPr id="7" name="Line 6">
              <a:extLst>
                <a:ext uri="{FF2B5EF4-FFF2-40B4-BE49-F238E27FC236}">
                  <a16:creationId xmlns:a16="http://schemas.microsoft.com/office/drawing/2014/main" id="{AA420581-CD98-5847-4B97-4486972E1D58}"/>
                </a:ext>
              </a:extLst>
            </p:cNvPr>
            <p:cNvSpPr/>
            <p:nvPr/>
          </p:nvSpPr>
          <p:spPr>
            <a:xfrm flipV="1">
              <a:off x="1200" y="1536"/>
              <a:ext cx="672" cy="672"/>
            </a:xfrm>
            <a:prstGeom prst="line">
              <a:avLst/>
            </a:prstGeom>
            <a:ln w="12700" cap="flat" cmpd="sng">
              <a:solidFill>
                <a:srgbClr val="6600FF"/>
              </a:solidFill>
              <a:prstDash val="dash"/>
              <a:headEnd type="none" w="sm" len="lg"/>
              <a:tailEnd type="none" w="sm" len="lg"/>
            </a:ln>
          </p:spPr>
        </p:sp>
        <p:sp>
          <p:nvSpPr>
            <p:cNvPr id="8" name="Line 7">
              <a:extLst>
                <a:ext uri="{FF2B5EF4-FFF2-40B4-BE49-F238E27FC236}">
                  <a16:creationId xmlns:a16="http://schemas.microsoft.com/office/drawing/2014/main" id="{52557968-D8BF-8DF2-8019-AC10B82DBFA4}"/>
                </a:ext>
              </a:extLst>
            </p:cNvPr>
            <p:cNvSpPr/>
            <p:nvPr/>
          </p:nvSpPr>
          <p:spPr>
            <a:xfrm>
              <a:off x="1488" y="1152"/>
              <a:ext cx="0" cy="240"/>
            </a:xfrm>
            <a:prstGeom prst="line">
              <a:avLst/>
            </a:prstGeom>
            <a:ln w="12700" cap="flat" cmpd="sng">
              <a:solidFill>
                <a:srgbClr val="0000FF"/>
              </a:solidFill>
              <a:prstDash val="solid"/>
              <a:headEnd type="none" w="sm" len="lg"/>
              <a:tailEnd type="triangle" w="sm" len="lg"/>
            </a:ln>
          </p:spPr>
        </p:sp>
        <p:sp>
          <p:nvSpPr>
            <p:cNvPr id="9" name="Line 8">
              <a:extLst>
                <a:ext uri="{FF2B5EF4-FFF2-40B4-BE49-F238E27FC236}">
                  <a16:creationId xmlns:a16="http://schemas.microsoft.com/office/drawing/2014/main" id="{167C96CE-7778-580B-DC8A-DA49F71DEF47}"/>
                </a:ext>
              </a:extLst>
            </p:cNvPr>
            <p:cNvSpPr/>
            <p:nvPr/>
          </p:nvSpPr>
          <p:spPr>
            <a:xfrm flipV="1">
              <a:off x="1488" y="1536"/>
              <a:ext cx="0" cy="192"/>
            </a:xfrm>
            <a:prstGeom prst="line">
              <a:avLst/>
            </a:prstGeom>
            <a:ln w="12700" cap="flat" cmpd="sng">
              <a:solidFill>
                <a:srgbClr val="0000FF"/>
              </a:solidFill>
              <a:prstDash val="solid"/>
              <a:headEnd type="none" w="sm" len="lg"/>
              <a:tailEnd type="triangle" w="sm" len="lg"/>
            </a:ln>
          </p:spPr>
        </p:sp>
        <p:graphicFrame>
          <p:nvGraphicFramePr>
            <p:cNvPr id="10" name="Object 9">
              <a:extLst>
                <a:ext uri="{FF2B5EF4-FFF2-40B4-BE49-F238E27FC236}">
                  <a16:creationId xmlns:a16="http://schemas.microsoft.com/office/drawing/2014/main" id="{A14818C9-F865-929B-26F5-72BA85EE88B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40" y="1296"/>
            <a:ext cx="204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6" r:id="rId7" imgW="190500" imgH="254000" progId="Equation.3">
                    <p:embed/>
                  </p:oleObj>
                </mc:Choice>
                <mc:Fallback>
                  <p:oleObj r:id="rId7" imgW="190500" imgH="254000" progId="Equation.3">
                    <p:embed/>
                    <p:pic>
                      <p:nvPicPr>
                        <p:cNvPr id="65587" name="Object 9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440" y="1296"/>
                          <a:ext cx="204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1284B117-17B5-5F92-2490-17582AD0D772}"/>
                </a:ext>
              </a:extLst>
            </p:cNvPr>
            <p:cNvGrpSpPr/>
            <p:nvPr/>
          </p:nvGrpSpPr>
          <p:grpSpPr>
            <a:xfrm>
              <a:off x="2245" y="768"/>
              <a:ext cx="271" cy="576"/>
              <a:chOff x="2245" y="720"/>
              <a:chExt cx="271" cy="624"/>
            </a:xfrm>
          </p:grpSpPr>
          <p:sp>
            <p:nvSpPr>
              <p:cNvPr id="21" name="Line 11">
                <a:extLst>
                  <a:ext uri="{FF2B5EF4-FFF2-40B4-BE49-F238E27FC236}">
                    <a16:creationId xmlns:a16="http://schemas.microsoft.com/office/drawing/2014/main" id="{B2BFA006-CB2F-FFAA-3B84-4A08E5A6BF4E}"/>
                  </a:ext>
                </a:extLst>
              </p:cNvPr>
              <p:cNvSpPr/>
              <p:nvPr/>
            </p:nvSpPr>
            <p:spPr>
              <a:xfrm flipV="1">
                <a:off x="2245" y="720"/>
                <a:ext cx="0" cy="624"/>
              </a:xfrm>
              <a:prstGeom prst="line">
                <a:avLst/>
              </a:prstGeom>
              <a:ln w="38100" cap="flat" cmpd="sng">
                <a:solidFill>
                  <a:srgbClr val="D60093"/>
                </a:solidFill>
                <a:prstDash val="solid"/>
                <a:headEnd type="none" w="sm" len="lg"/>
                <a:tailEnd type="triangle" w="sm" len="lg"/>
              </a:ln>
            </p:spPr>
          </p:sp>
          <p:graphicFrame>
            <p:nvGraphicFramePr>
              <p:cNvPr id="22" name="Object 12">
                <a:extLst>
                  <a:ext uri="{FF2B5EF4-FFF2-40B4-BE49-F238E27FC236}">
                    <a16:creationId xmlns:a16="http://schemas.microsoft.com/office/drawing/2014/main" id="{BC20D056-A288-6800-802D-62D2E5DADC8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304" y="720"/>
              <a:ext cx="212" cy="2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67" r:id="rId9" imgW="215900" imgH="266065" progId="Equation.3">
                      <p:embed/>
                    </p:oleObj>
                  </mc:Choice>
                  <mc:Fallback>
                    <p:oleObj r:id="rId9" imgW="215900" imgH="266065" progId="Equation.3">
                      <p:embed/>
                      <p:pic>
                        <p:nvPicPr>
                          <p:cNvPr id="65599" name="Object 12"/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2304" y="720"/>
                            <a:ext cx="212" cy="26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2" name="Line 13">
              <a:extLst>
                <a:ext uri="{FF2B5EF4-FFF2-40B4-BE49-F238E27FC236}">
                  <a16:creationId xmlns:a16="http://schemas.microsoft.com/office/drawing/2014/main" id="{7975D5E8-13D4-A3F8-CA20-5AB2026A6491}"/>
                </a:ext>
              </a:extLst>
            </p:cNvPr>
            <p:cNvSpPr/>
            <p:nvPr/>
          </p:nvSpPr>
          <p:spPr>
            <a:xfrm flipH="1">
              <a:off x="624" y="1392"/>
              <a:ext cx="672" cy="672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dash"/>
              <a:headEnd type="triangle" w="sm" len="lg"/>
              <a:tailEnd type="triangle" w="sm" len="lg"/>
            </a:ln>
          </p:spPr>
        </p:sp>
        <p:sp>
          <p:nvSpPr>
            <p:cNvPr id="13" name="Line 14">
              <a:extLst>
                <a:ext uri="{FF2B5EF4-FFF2-40B4-BE49-F238E27FC236}">
                  <a16:creationId xmlns:a16="http://schemas.microsoft.com/office/drawing/2014/main" id="{15363DEB-146C-ED04-362E-429D83E23798}"/>
                </a:ext>
              </a:extLst>
            </p:cNvPr>
            <p:cNvSpPr/>
            <p:nvPr/>
          </p:nvSpPr>
          <p:spPr>
            <a:xfrm flipH="1">
              <a:off x="1104" y="1776"/>
              <a:ext cx="384" cy="0"/>
            </a:xfrm>
            <a:prstGeom prst="line">
              <a:avLst/>
            </a:prstGeom>
            <a:ln w="57150" cap="flat" cmpd="sng">
              <a:solidFill>
                <a:srgbClr val="FF0000"/>
              </a:solidFill>
              <a:prstDash val="solid"/>
              <a:headEnd type="none" w="sm" len="lg"/>
              <a:tailEnd type="triangle" w="sm" len="lg"/>
            </a:ln>
          </p:spPr>
        </p:sp>
        <p:sp>
          <p:nvSpPr>
            <p:cNvPr id="14" name="Line 15">
              <a:extLst>
                <a:ext uri="{FF2B5EF4-FFF2-40B4-BE49-F238E27FC236}">
                  <a16:creationId xmlns:a16="http://schemas.microsoft.com/office/drawing/2014/main" id="{394A0681-FACA-D5A8-9D35-F3C6F5F9894C}"/>
                </a:ext>
              </a:extLst>
            </p:cNvPr>
            <p:cNvSpPr/>
            <p:nvPr/>
          </p:nvSpPr>
          <p:spPr>
            <a:xfrm flipH="1">
              <a:off x="3264" y="1824"/>
              <a:ext cx="432" cy="0"/>
            </a:xfrm>
            <a:prstGeom prst="line">
              <a:avLst/>
            </a:prstGeom>
            <a:ln w="57150" cap="flat" cmpd="sng">
              <a:solidFill>
                <a:srgbClr val="FF0000"/>
              </a:solidFill>
              <a:prstDash val="solid"/>
              <a:headEnd type="none" w="sm" len="lg"/>
              <a:tailEnd type="triangle" w="sm" len="lg"/>
            </a:ln>
          </p:spPr>
        </p:sp>
        <p:sp>
          <p:nvSpPr>
            <p:cNvPr id="15" name="Text Box 16">
              <a:extLst>
                <a:ext uri="{FF2B5EF4-FFF2-40B4-BE49-F238E27FC236}">
                  <a16:creationId xmlns:a16="http://schemas.microsoft.com/office/drawing/2014/main" id="{A5CE0E9B-625C-C026-1D2B-2405156459BE}"/>
                </a:ext>
              </a:extLst>
            </p:cNvPr>
            <p:cNvSpPr txBox="1"/>
            <p:nvPr/>
          </p:nvSpPr>
          <p:spPr>
            <a:xfrm>
              <a:off x="3360" y="1824"/>
              <a:ext cx="336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0" i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16" name="Line 17">
              <a:extLst>
                <a:ext uri="{FF2B5EF4-FFF2-40B4-BE49-F238E27FC236}">
                  <a16:creationId xmlns:a16="http://schemas.microsoft.com/office/drawing/2014/main" id="{9F7E797C-DA61-F86E-8784-74CC651D192F}"/>
                </a:ext>
              </a:extLst>
            </p:cNvPr>
            <p:cNvSpPr/>
            <p:nvPr/>
          </p:nvSpPr>
          <p:spPr>
            <a:xfrm flipH="1" flipV="1">
              <a:off x="1104" y="1536"/>
              <a:ext cx="768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dash"/>
              <a:headEnd type="none" w="sm" len="lg"/>
              <a:tailEnd type="none" w="sm" len="lg"/>
            </a:ln>
          </p:spPr>
        </p:sp>
        <p:sp>
          <p:nvSpPr>
            <p:cNvPr id="17" name="Line 18">
              <a:extLst>
                <a:ext uri="{FF2B5EF4-FFF2-40B4-BE49-F238E27FC236}">
                  <a16:creationId xmlns:a16="http://schemas.microsoft.com/office/drawing/2014/main" id="{A656D19D-94B2-B4AE-070D-F036FEE6FABA}"/>
                </a:ext>
              </a:extLst>
            </p:cNvPr>
            <p:cNvSpPr/>
            <p:nvPr/>
          </p:nvSpPr>
          <p:spPr>
            <a:xfrm flipH="1">
              <a:off x="1104" y="1392"/>
              <a:ext cx="768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dash"/>
              <a:headEnd type="none" w="sm" len="lg"/>
              <a:tailEnd type="none" w="sm" len="lg"/>
            </a:ln>
          </p:spPr>
        </p:sp>
        <p:sp>
          <p:nvSpPr>
            <p:cNvPr id="18" name="Line 19">
              <a:extLst>
                <a:ext uri="{FF2B5EF4-FFF2-40B4-BE49-F238E27FC236}">
                  <a16:creationId xmlns:a16="http://schemas.microsoft.com/office/drawing/2014/main" id="{6B804322-D34F-A20C-E000-F82D0AE1685D}"/>
                </a:ext>
              </a:extLst>
            </p:cNvPr>
            <p:cNvSpPr/>
            <p:nvPr/>
          </p:nvSpPr>
          <p:spPr>
            <a:xfrm flipH="1">
              <a:off x="528" y="2064"/>
              <a:ext cx="672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dash"/>
              <a:headEnd type="none" w="sm" len="lg"/>
              <a:tailEnd type="none" w="sm" len="lg"/>
            </a:ln>
          </p:spPr>
        </p:sp>
        <p:sp>
          <p:nvSpPr>
            <p:cNvPr id="19" name="Line 20">
              <a:extLst>
                <a:ext uri="{FF2B5EF4-FFF2-40B4-BE49-F238E27FC236}">
                  <a16:creationId xmlns:a16="http://schemas.microsoft.com/office/drawing/2014/main" id="{1DC30B2E-9DEF-CEC9-2BA9-EBF710AAED95}"/>
                </a:ext>
              </a:extLst>
            </p:cNvPr>
            <p:cNvSpPr/>
            <p:nvPr/>
          </p:nvSpPr>
          <p:spPr>
            <a:xfrm>
              <a:off x="1872" y="1392"/>
              <a:ext cx="0" cy="144"/>
            </a:xfrm>
            <a:prstGeom prst="line">
              <a:avLst/>
            </a:prstGeom>
            <a:ln w="12700" cap="flat" cmpd="sng">
              <a:solidFill>
                <a:srgbClr val="6600FF"/>
              </a:solidFill>
              <a:prstDash val="dash"/>
              <a:headEnd type="none" w="sm" len="lg"/>
              <a:tailEnd type="none" w="sm" len="lg"/>
            </a:ln>
          </p:spPr>
        </p:sp>
        <p:graphicFrame>
          <p:nvGraphicFramePr>
            <p:cNvPr id="20" name="Object 21">
              <a:extLst>
                <a:ext uri="{FF2B5EF4-FFF2-40B4-BE49-F238E27FC236}">
                  <a16:creationId xmlns:a16="http://schemas.microsoft.com/office/drawing/2014/main" id="{FF2CE347-15CD-B5D2-5436-A999F241613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64" y="1440"/>
            <a:ext cx="187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8" r:id="rId11" imgW="165100" imgH="254000" progId="Equation.3">
                    <p:embed/>
                  </p:oleObj>
                </mc:Choice>
                <mc:Fallback>
                  <p:oleObj r:id="rId11" imgW="165100" imgH="254000" progId="Equation.3">
                    <p:embed/>
                    <p:pic>
                      <p:nvPicPr>
                        <p:cNvPr id="65597" name="Object 21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864" y="1440"/>
                          <a:ext cx="187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8F04233-30F1-EF93-71CA-456C99C53396}"/>
              </a:ext>
            </a:extLst>
          </p:cNvPr>
          <p:cNvGrpSpPr/>
          <p:nvPr/>
        </p:nvGrpSpPr>
        <p:grpSpPr>
          <a:xfrm>
            <a:off x="3496809" y="2085183"/>
            <a:ext cx="3429000" cy="2133600"/>
            <a:chOff x="2400" y="1104"/>
            <a:chExt cx="2160" cy="1344"/>
          </a:xfrm>
        </p:grpSpPr>
        <p:sp>
          <p:nvSpPr>
            <p:cNvPr id="24" name="Line 23">
              <a:extLst>
                <a:ext uri="{FF2B5EF4-FFF2-40B4-BE49-F238E27FC236}">
                  <a16:creationId xmlns:a16="http://schemas.microsoft.com/office/drawing/2014/main" id="{E2A3CF31-A2F8-B441-F52E-33DB6C99E14D}"/>
                </a:ext>
              </a:extLst>
            </p:cNvPr>
            <p:cNvSpPr/>
            <p:nvPr/>
          </p:nvSpPr>
          <p:spPr>
            <a:xfrm flipV="1">
              <a:off x="3120" y="1152"/>
              <a:ext cx="180" cy="24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sm" len="lg"/>
              <a:tailEnd type="none" w="sm" len="lg"/>
            </a:ln>
          </p:spPr>
        </p:sp>
        <p:sp>
          <p:nvSpPr>
            <p:cNvPr id="25" name="Line 24">
              <a:extLst>
                <a:ext uri="{FF2B5EF4-FFF2-40B4-BE49-F238E27FC236}">
                  <a16:creationId xmlns:a16="http://schemas.microsoft.com/office/drawing/2014/main" id="{73198B08-7017-C5CB-87F6-F8D52A08D59C}"/>
                </a:ext>
              </a:extLst>
            </p:cNvPr>
            <p:cNvSpPr/>
            <p:nvPr/>
          </p:nvSpPr>
          <p:spPr>
            <a:xfrm flipH="1">
              <a:off x="2400" y="2160"/>
              <a:ext cx="180" cy="24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sm" len="lg"/>
              <a:tailEnd type="none" w="sm" len="lg"/>
            </a:ln>
          </p:spPr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851F30F9-67AB-AB78-2547-C51EFE8A83FA}"/>
                </a:ext>
              </a:extLst>
            </p:cNvPr>
            <p:cNvGrpSpPr/>
            <p:nvPr/>
          </p:nvGrpSpPr>
          <p:grpSpPr>
            <a:xfrm>
              <a:off x="2400" y="2352"/>
              <a:ext cx="1440" cy="96"/>
              <a:chOff x="2256" y="2544"/>
              <a:chExt cx="1536" cy="96"/>
            </a:xfrm>
          </p:grpSpPr>
          <p:sp>
            <p:nvSpPr>
              <p:cNvPr id="33" name="Line 26">
                <a:extLst>
                  <a:ext uri="{FF2B5EF4-FFF2-40B4-BE49-F238E27FC236}">
                    <a16:creationId xmlns:a16="http://schemas.microsoft.com/office/drawing/2014/main" id="{E918C5B8-2F41-2166-5F3D-B06737672110}"/>
                  </a:ext>
                </a:extLst>
              </p:cNvPr>
              <p:cNvSpPr/>
              <p:nvPr/>
            </p:nvSpPr>
            <p:spPr>
              <a:xfrm>
                <a:off x="2256" y="2592"/>
                <a:ext cx="14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sm" len="lg"/>
                <a:tailEnd type="none" w="sm" len="lg"/>
              </a:ln>
            </p:spPr>
          </p:sp>
          <p:sp>
            <p:nvSpPr>
              <p:cNvPr id="34" name="Oval 27">
                <a:extLst>
                  <a:ext uri="{FF2B5EF4-FFF2-40B4-BE49-F238E27FC236}">
                    <a16:creationId xmlns:a16="http://schemas.microsoft.com/office/drawing/2014/main" id="{6CC905FB-FEFB-C7A7-C70F-0B234E46B9E9}"/>
                  </a:ext>
                </a:extLst>
              </p:cNvPr>
              <p:cNvSpPr/>
              <p:nvPr/>
            </p:nvSpPr>
            <p:spPr>
              <a:xfrm>
                <a:off x="3696" y="2544"/>
                <a:ext cx="96" cy="96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sz="28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7" name="Group 28">
              <a:extLst>
                <a:ext uri="{FF2B5EF4-FFF2-40B4-BE49-F238E27FC236}">
                  <a16:creationId xmlns:a16="http://schemas.microsoft.com/office/drawing/2014/main" id="{E453A0B5-551F-C8CB-3E27-56EEF3C9EBE0}"/>
                </a:ext>
              </a:extLst>
            </p:cNvPr>
            <p:cNvGrpSpPr/>
            <p:nvPr/>
          </p:nvGrpSpPr>
          <p:grpSpPr>
            <a:xfrm>
              <a:off x="3300" y="1104"/>
              <a:ext cx="1260" cy="96"/>
              <a:chOff x="3408" y="1104"/>
              <a:chExt cx="1344" cy="96"/>
            </a:xfrm>
          </p:grpSpPr>
          <p:sp>
            <p:nvSpPr>
              <p:cNvPr id="31" name="Line 29">
                <a:extLst>
                  <a:ext uri="{FF2B5EF4-FFF2-40B4-BE49-F238E27FC236}">
                    <a16:creationId xmlns:a16="http://schemas.microsoft.com/office/drawing/2014/main" id="{217B7928-50E9-FC94-C8A8-D89E6F04B0D5}"/>
                  </a:ext>
                </a:extLst>
              </p:cNvPr>
              <p:cNvSpPr/>
              <p:nvPr/>
            </p:nvSpPr>
            <p:spPr>
              <a:xfrm>
                <a:off x="3408" y="1152"/>
                <a:ext cx="1248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sm" len="lg"/>
                <a:tailEnd type="none" w="sm" len="lg"/>
              </a:ln>
            </p:spPr>
          </p:sp>
          <p:sp>
            <p:nvSpPr>
              <p:cNvPr id="32" name="Oval 30">
                <a:extLst>
                  <a:ext uri="{FF2B5EF4-FFF2-40B4-BE49-F238E27FC236}">
                    <a16:creationId xmlns:a16="http://schemas.microsoft.com/office/drawing/2014/main" id="{E041F0C9-1948-DBB0-2948-D63A3C38922B}"/>
                  </a:ext>
                </a:extLst>
              </p:cNvPr>
              <p:cNvSpPr/>
              <p:nvPr/>
            </p:nvSpPr>
            <p:spPr>
              <a:xfrm>
                <a:off x="4656" y="1104"/>
                <a:ext cx="96" cy="96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sz="2800" dirty="0">
                  <a:latin typeface="Times New Roman" panose="02020603050405020304" pitchFamily="18" charset="0"/>
                </a:endParaRPr>
              </a:p>
            </p:txBody>
          </p:sp>
        </p:grpSp>
        <p:graphicFrame>
          <p:nvGraphicFramePr>
            <p:cNvPr id="28" name="Object 31">
              <a:extLst>
                <a:ext uri="{FF2B5EF4-FFF2-40B4-BE49-F238E27FC236}">
                  <a16:creationId xmlns:a16="http://schemas.microsoft.com/office/drawing/2014/main" id="{059C8212-379A-195B-8CD8-D2668740B27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92" y="1632"/>
            <a:ext cx="333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9" r:id="rId13" imgW="393700" imgH="368300" progId="Equation.3">
                    <p:embed/>
                  </p:oleObj>
                </mc:Choice>
                <mc:Fallback>
                  <p:oleObj r:id="rId13" imgW="393700" imgH="368300" progId="Equation.3">
                    <p:embed/>
                    <p:pic>
                      <p:nvPicPr>
                        <p:cNvPr id="65574" name="Object 31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3792" y="1632"/>
                          <a:ext cx="333" cy="3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" name="Line 32">
              <a:extLst>
                <a:ext uri="{FF2B5EF4-FFF2-40B4-BE49-F238E27FC236}">
                  <a16:creationId xmlns:a16="http://schemas.microsoft.com/office/drawing/2014/main" id="{97F77DBD-AD73-A478-E737-EF8F39C6E024}"/>
                </a:ext>
              </a:extLst>
            </p:cNvPr>
            <p:cNvSpPr/>
            <p:nvPr/>
          </p:nvSpPr>
          <p:spPr>
            <a:xfrm flipV="1">
              <a:off x="3975" y="1152"/>
              <a:ext cx="315" cy="480"/>
            </a:xfrm>
            <a:prstGeom prst="line">
              <a:avLst/>
            </a:prstGeom>
            <a:ln w="34925" cap="flat" cmpd="sng">
              <a:solidFill>
                <a:srgbClr val="FF00FF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30" name="Line 33">
              <a:extLst>
                <a:ext uri="{FF2B5EF4-FFF2-40B4-BE49-F238E27FC236}">
                  <a16:creationId xmlns:a16="http://schemas.microsoft.com/office/drawing/2014/main" id="{6356B33A-1CC6-FB3E-5B07-F62FE91841DA}"/>
                </a:ext>
              </a:extLst>
            </p:cNvPr>
            <p:cNvSpPr/>
            <p:nvPr/>
          </p:nvSpPr>
          <p:spPr>
            <a:xfrm flipH="1">
              <a:off x="3570" y="1920"/>
              <a:ext cx="270" cy="480"/>
            </a:xfrm>
            <a:prstGeom prst="line">
              <a:avLst/>
            </a:prstGeom>
            <a:ln w="34925" cap="flat" cmpd="sng">
              <a:solidFill>
                <a:srgbClr val="FF00FF"/>
              </a:solidFill>
              <a:prstDash val="solid"/>
              <a:headEnd type="none" w="med" len="med"/>
              <a:tailEnd type="triangle" w="sm" len="lg"/>
            </a:ln>
          </p:spPr>
        </p:sp>
      </p:grpSp>
      <p:grpSp>
        <p:nvGrpSpPr>
          <p:cNvPr id="38" name="Group 45">
            <a:extLst>
              <a:ext uri="{FF2B5EF4-FFF2-40B4-BE49-F238E27FC236}">
                <a16:creationId xmlns:a16="http://schemas.microsoft.com/office/drawing/2014/main" id="{9B885B1A-0E74-55EF-1614-15C21C2380B4}"/>
              </a:ext>
            </a:extLst>
          </p:cNvPr>
          <p:cNvGrpSpPr/>
          <p:nvPr/>
        </p:nvGrpSpPr>
        <p:grpSpPr>
          <a:xfrm>
            <a:off x="2403022" y="2720183"/>
            <a:ext cx="1706562" cy="727075"/>
            <a:chOff x="1711" y="1504"/>
            <a:chExt cx="1075" cy="458"/>
          </a:xfrm>
        </p:grpSpPr>
        <p:sp>
          <p:nvSpPr>
            <p:cNvPr id="39" name="Oval 46">
              <a:extLst>
                <a:ext uri="{FF2B5EF4-FFF2-40B4-BE49-F238E27FC236}">
                  <a16:creationId xmlns:a16="http://schemas.microsoft.com/office/drawing/2014/main" id="{2ED6F0B3-7823-8EC5-8EAA-4E9D9F61D569}"/>
                </a:ext>
              </a:extLst>
            </p:cNvPr>
            <p:cNvSpPr/>
            <p:nvPr/>
          </p:nvSpPr>
          <p:spPr>
            <a:xfrm>
              <a:off x="2373" y="1680"/>
              <a:ext cx="192" cy="192"/>
            </a:xfrm>
            <a:prstGeom prst="ellipse">
              <a:avLst/>
            </a:prstGeom>
            <a:solidFill>
              <a:schemeClr val="accent2"/>
            </a:solidFill>
            <a:ln w="28575" cap="flat" cmpd="sng">
              <a:solidFill>
                <a:srgbClr val="FF0066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sz="28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40" name="Group 47">
              <a:extLst>
                <a:ext uri="{FF2B5EF4-FFF2-40B4-BE49-F238E27FC236}">
                  <a16:creationId xmlns:a16="http://schemas.microsoft.com/office/drawing/2014/main" id="{F04A2128-C879-D595-B80E-3DD023EF6D10}"/>
                </a:ext>
              </a:extLst>
            </p:cNvPr>
            <p:cNvGrpSpPr/>
            <p:nvPr/>
          </p:nvGrpSpPr>
          <p:grpSpPr>
            <a:xfrm>
              <a:off x="1711" y="1504"/>
              <a:ext cx="1075" cy="458"/>
              <a:chOff x="1711" y="1504"/>
              <a:chExt cx="1075" cy="458"/>
            </a:xfrm>
          </p:grpSpPr>
          <p:sp>
            <p:nvSpPr>
              <p:cNvPr id="41" name="Text Box 48">
                <a:extLst>
                  <a:ext uri="{FF2B5EF4-FFF2-40B4-BE49-F238E27FC236}">
                    <a16:creationId xmlns:a16="http://schemas.microsoft.com/office/drawing/2014/main" id="{FB963E76-E7BB-52AC-285A-63C53AE30794}"/>
                  </a:ext>
                </a:extLst>
              </p:cNvPr>
              <p:cNvSpPr txBox="1"/>
              <p:nvPr/>
            </p:nvSpPr>
            <p:spPr>
              <a:xfrm>
                <a:off x="2352" y="1632"/>
                <a:ext cx="336" cy="3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+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graphicFrame>
            <p:nvGraphicFramePr>
              <p:cNvPr id="42" name="Object 49">
                <a:extLst>
                  <a:ext uri="{FF2B5EF4-FFF2-40B4-BE49-F238E27FC236}">
                    <a16:creationId xmlns:a16="http://schemas.microsoft.com/office/drawing/2014/main" id="{91B91EB8-FFF5-B697-C49B-4A04F7F4DEC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565" y="1632"/>
              <a:ext cx="221" cy="2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70" r:id="rId15" imgW="127000" imgH="165100" progId="Equation.3">
                      <p:embed/>
                    </p:oleObj>
                  </mc:Choice>
                  <mc:Fallback>
                    <p:oleObj r:id="rId15" imgW="127000" imgH="165100" progId="Equation.3">
                      <p:embed/>
                      <p:pic>
                        <p:nvPicPr>
                          <p:cNvPr id="65562" name="Object 49"/>
                          <p:cNvPicPr/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2565" y="1632"/>
                            <a:ext cx="221" cy="28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3" name="Line 50">
                <a:extLst>
                  <a:ext uri="{FF2B5EF4-FFF2-40B4-BE49-F238E27FC236}">
                    <a16:creationId xmlns:a16="http://schemas.microsoft.com/office/drawing/2014/main" id="{079418B9-24C4-C7B6-DF10-9E23FFE598FD}"/>
                  </a:ext>
                </a:extLst>
              </p:cNvPr>
              <p:cNvSpPr/>
              <p:nvPr/>
            </p:nvSpPr>
            <p:spPr>
              <a:xfrm flipH="1">
                <a:off x="1989" y="1776"/>
                <a:ext cx="384" cy="0"/>
              </a:xfrm>
              <a:prstGeom prst="line">
                <a:avLst/>
              </a:prstGeom>
              <a:ln w="38100" cap="flat" cmpd="sng">
                <a:solidFill>
                  <a:srgbClr val="FF3399"/>
                </a:solidFill>
                <a:prstDash val="solid"/>
                <a:headEnd type="none" w="sm" len="lg"/>
                <a:tailEnd type="triangle" w="sm" len="lg"/>
              </a:ln>
            </p:spPr>
          </p:sp>
          <p:graphicFrame>
            <p:nvGraphicFramePr>
              <p:cNvPr id="44" name="Object 51">
                <a:extLst>
                  <a:ext uri="{FF2B5EF4-FFF2-40B4-BE49-F238E27FC236}">
                    <a16:creationId xmlns:a16="http://schemas.microsoft.com/office/drawing/2014/main" id="{7D7E4097-2139-6ED1-ED1A-DF46727A579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711" y="1504"/>
              <a:ext cx="255" cy="4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71" r:id="rId17" imgW="304800" imgH="381000" progId="Equation.3">
                      <p:embed/>
                    </p:oleObj>
                  </mc:Choice>
                  <mc:Fallback>
                    <p:oleObj r:id="rId17" imgW="304800" imgH="381000" progId="Equation.3">
                      <p:embed/>
                      <p:pic>
                        <p:nvPicPr>
                          <p:cNvPr id="65564" name="Object 51"/>
                          <p:cNvPicPr/>
                          <p:nvPr/>
                        </p:nvPicPr>
                        <p:blipFill>
                          <a:blip r:embed="rId18"/>
                          <a:stretch>
                            <a:fillRect/>
                          </a:stretch>
                        </p:blipFill>
                        <p:spPr>
                          <a:xfrm>
                            <a:off x="1711" y="1504"/>
                            <a:ext cx="255" cy="41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45" name="Group 52">
            <a:extLst>
              <a:ext uri="{FF2B5EF4-FFF2-40B4-BE49-F238E27FC236}">
                <a16:creationId xmlns:a16="http://schemas.microsoft.com/office/drawing/2014/main" id="{54100A85-EB0C-9092-6EFA-1721CAE0B42B}"/>
              </a:ext>
            </a:extLst>
          </p:cNvPr>
          <p:cNvGrpSpPr/>
          <p:nvPr/>
        </p:nvGrpSpPr>
        <p:grpSpPr>
          <a:xfrm>
            <a:off x="1591809" y="2389983"/>
            <a:ext cx="4800600" cy="1468438"/>
            <a:chOff x="1200" y="1305"/>
            <a:chExt cx="3024" cy="925"/>
          </a:xfrm>
        </p:grpSpPr>
        <p:sp>
          <p:nvSpPr>
            <p:cNvPr id="46" name="Text Box 53">
              <a:extLst>
                <a:ext uri="{FF2B5EF4-FFF2-40B4-BE49-F238E27FC236}">
                  <a16:creationId xmlns:a16="http://schemas.microsoft.com/office/drawing/2014/main" id="{518AC2FA-D364-2134-1C12-E8A498E758A1}"/>
                </a:ext>
              </a:extLst>
            </p:cNvPr>
            <p:cNvSpPr txBox="1"/>
            <p:nvPr/>
          </p:nvSpPr>
          <p:spPr>
            <a:xfrm>
              <a:off x="1872" y="1305"/>
              <a:ext cx="235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+    +    +</a:t>
              </a:r>
              <a:r>
                <a:rPr lang="en-US" altLang="zh-CN" sz="2800" dirty="0">
                  <a:solidFill>
                    <a:srgbClr val="BC7000"/>
                  </a:solidFill>
                  <a:latin typeface="Times New Roman" panose="02020603050405020304" pitchFamily="18" charset="0"/>
                </a:rPr>
                <a:t>    </a:t>
              </a:r>
              <a:r>
                <a:rPr lang="en-US" altLang="zh-CN" sz="28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BC7000"/>
                  </a:solidFill>
                  <a:latin typeface="Times New Roman" panose="02020603050405020304" pitchFamily="18" charset="0"/>
                </a:rPr>
                <a:t>    </a:t>
              </a:r>
              <a:r>
                <a:rPr lang="en-US" altLang="zh-CN" sz="28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47" name="Text Box 54">
              <a:extLst>
                <a:ext uri="{FF2B5EF4-FFF2-40B4-BE49-F238E27FC236}">
                  <a16:creationId xmlns:a16="http://schemas.microsoft.com/office/drawing/2014/main" id="{AD76A25F-7AC1-41CA-3F99-C5EA9E6B58A1}"/>
                </a:ext>
              </a:extLst>
            </p:cNvPr>
            <p:cNvSpPr txBox="1"/>
            <p:nvPr/>
          </p:nvSpPr>
          <p:spPr>
            <a:xfrm>
              <a:off x="1200" y="1900"/>
              <a:ext cx="2964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 -   -   -    -    -</a:t>
              </a:r>
            </a:p>
          </p:txBody>
        </p:sp>
      </p:grpSp>
      <p:grpSp>
        <p:nvGrpSpPr>
          <p:cNvPr id="48" name="Group 55">
            <a:extLst>
              <a:ext uri="{FF2B5EF4-FFF2-40B4-BE49-F238E27FC236}">
                <a16:creationId xmlns:a16="http://schemas.microsoft.com/office/drawing/2014/main" id="{2EE034AE-4B17-9DA7-32DF-70099BBED824}"/>
              </a:ext>
            </a:extLst>
          </p:cNvPr>
          <p:cNvGrpSpPr/>
          <p:nvPr/>
        </p:nvGrpSpPr>
        <p:grpSpPr>
          <a:xfrm>
            <a:off x="2804659" y="3304383"/>
            <a:ext cx="774700" cy="1006475"/>
            <a:chOff x="1964" y="1872"/>
            <a:chExt cx="488" cy="634"/>
          </a:xfrm>
        </p:grpSpPr>
        <p:sp>
          <p:nvSpPr>
            <p:cNvPr id="49" name="Line 56">
              <a:extLst>
                <a:ext uri="{FF2B5EF4-FFF2-40B4-BE49-F238E27FC236}">
                  <a16:creationId xmlns:a16="http://schemas.microsoft.com/office/drawing/2014/main" id="{A8A4CEC3-F7DA-E9DC-8C74-891C1A442A8C}"/>
                </a:ext>
              </a:extLst>
            </p:cNvPr>
            <p:cNvSpPr/>
            <p:nvPr/>
          </p:nvSpPr>
          <p:spPr>
            <a:xfrm flipH="1">
              <a:off x="2164" y="1872"/>
              <a:ext cx="288" cy="288"/>
            </a:xfrm>
            <a:prstGeom prst="line">
              <a:avLst/>
            </a:prstGeom>
            <a:ln w="38100" cap="flat" cmpd="sng">
              <a:solidFill>
                <a:srgbClr val="009900"/>
              </a:solidFill>
              <a:prstDash val="solid"/>
              <a:headEnd type="none" w="sm" len="lg"/>
              <a:tailEnd type="triangle" w="sm" len="lg"/>
            </a:ln>
          </p:spPr>
        </p:sp>
        <p:graphicFrame>
          <p:nvGraphicFramePr>
            <p:cNvPr id="50" name="Object 57">
              <a:extLst>
                <a:ext uri="{FF2B5EF4-FFF2-40B4-BE49-F238E27FC236}">
                  <a16:creationId xmlns:a16="http://schemas.microsoft.com/office/drawing/2014/main" id="{C2626E74-A378-D496-2ED0-40FA1A739D0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64" y="2112"/>
            <a:ext cx="292" cy="3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2" r:id="rId19" imgW="292100" imgH="393700" progId="Equation.3">
                    <p:embed/>
                  </p:oleObj>
                </mc:Choice>
                <mc:Fallback>
                  <p:oleObj r:id="rId19" imgW="292100" imgH="393700" progId="Equation.3">
                    <p:embed/>
                    <p:pic>
                      <p:nvPicPr>
                        <p:cNvPr id="65556" name="Object 57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1964" y="2112"/>
                          <a:ext cx="292" cy="39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1" name="Group 58">
            <a:extLst>
              <a:ext uri="{FF2B5EF4-FFF2-40B4-BE49-F238E27FC236}">
                <a16:creationId xmlns:a16="http://schemas.microsoft.com/office/drawing/2014/main" id="{F813A119-A72A-5587-B7F6-789D94F356BB}"/>
              </a:ext>
            </a:extLst>
          </p:cNvPr>
          <p:cNvGrpSpPr/>
          <p:nvPr/>
        </p:nvGrpSpPr>
        <p:grpSpPr>
          <a:xfrm>
            <a:off x="3725409" y="2008983"/>
            <a:ext cx="609600" cy="1066800"/>
            <a:chOff x="2544" y="1056"/>
            <a:chExt cx="384" cy="672"/>
          </a:xfrm>
        </p:grpSpPr>
        <p:sp>
          <p:nvSpPr>
            <p:cNvPr id="52" name="Line 59">
              <a:extLst>
                <a:ext uri="{FF2B5EF4-FFF2-40B4-BE49-F238E27FC236}">
                  <a16:creationId xmlns:a16="http://schemas.microsoft.com/office/drawing/2014/main" id="{4DC73169-EC68-193D-A74E-2BE152C84474}"/>
                </a:ext>
              </a:extLst>
            </p:cNvPr>
            <p:cNvSpPr/>
            <p:nvPr/>
          </p:nvSpPr>
          <p:spPr>
            <a:xfrm flipV="1">
              <a:off x="2544" y="1440"/>
              <a:ext cx="288" cy="288"/>
            </a:xfrm>
            <a:prstGeom prst="line">
              <a:avLst/>
            </a:prstGeom>
            <a:ln w="38100" cap="flat" cmpd="sng">
              <a:solidFill>
                <a:srgbClr val="990099"/>
              </a:solidFill>
              <a:prstDash val="solid"/>
              <a:headEnd type="none" w="sm" len="lg"/>
              <a:tailEnd type="triangle" w="sm" len="lg"/>
            </a:ln>
          </p:spPr>
        </p:sp>
        <p:graphicFrame>
          <p:nvGraphicFramePr>
            <p:cNvPr id="53" name="Object 60">
              <a:extLst>
                <a:ext uri="{FF2B5EF4-FFF2-40B4-BE49-F238E27FC236}">
                  <a16:creationId xmlns:a16="http://schemas.microsoft.com/office/drawing/2014/main" id="{82563F70-A7AA-20F5-3094-DBEB80EB7D2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69" y="1056"/>
            <a:ext cx="359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3" r:id="rId21" imgW="355600" imgH="381000" progId="Equation.3">
                    <p:embed/>
                  </p:oleObj>
                </mc:Choice>
                <mc:Fallback>
                  <p:oleObj r:id="rId21" imgW="355600" imgH="381000" progId="Equation.3">
                    <p:embed/>
                    <p:pic>
                      <p:nvPicPr>
                        <p:cNvPr id="65554" name="Object 60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2569" y="1056"/>
                          <a:ext cx="359" cy="3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81766426-F224-EFC1-19A1-21712303A025}"/>
                  </a:ext>
                </a:extLst>
              </p:cNvPr>
              <p:cNvSpPr txBox="1"/>
              <p:nvPr/>
            </p:nvSpPr>
            <p:spPr>
              <a:xfrm>
                <a:off x="5371144" y="5430932"/>
                <a:ext cx="5721438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altLang="zh-CN" sz="2600" dirty="0"/>
                  <a:t>: </a:t>
                </a:r>
                <a:r>
                  <a:rPr lang="zh-CN" altLang="en-US" sz="2600" dirty="0"/>
                  <a:t>载流子浓度，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zh-CN" altLang="en-US" sz="24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：</m:t>
                    </m:r>
                  </m:oMath>
                </a14:m>
                <a:r>
                  <a:rPr lang="zh-CN" altLang="en-US" sz="2600" dirty="0"/>
                  <a:t>载流子所带电荷量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81766426-F224-EFC1-19A1-21712303A0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1144" y="5430932"/>
                <a:ext cx="5721438" cy="492443"/>
              </a:xfrm>
              <a:prstGeom prst="rect">
                <a:avLst/>
              </a:prstGeom>
              <a:blipFill>
                <a:blip r:embed="rId23"/>
                <a:stretch>
                  <a:fillRect t="-13580" r="-639" b="-296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3120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38" grpId="0"/>
      <p:bldP spid="60439" grpId="0"/>
      <p:bldP spid="60441" grpId="0"/>
      <p:bldP spid="60442" grpId="0"/>
      <p:bldP spid="60526" grpId="0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>
            <a:extLst>
              <a:ext uri="{FF2B5EF4-FFF2-40B4-BE49-F238E27FC236}">
                <a16:creationId xmlns:a16="http://schemas.microsoft.com/office/drawing/2014/main" id="{5B094F5E-1513-4D82-A110-D891EFBC9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0380" y="5912939"/>
            <a:ext cx="7180426" cy="878547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046A5BFC-2F9A-70C2-CF5C-B436CFB7C0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1064" y="4138809"/>
            <a:ext cx="7877664" cy="898471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2C44CA6A-40BC-E3E4-161A-C7296689E0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0942" y="1786386"/>
            <a:ext cx="3030841" cy="227761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FD8DFC2-9D38-B116-BB5A-90C24DF22BDE}"/>
              </a:ext>
            </a:extLst>
          </p:cNvPr>
          <p:cNvSpPr txBox="1"/>
          <p:nvPr/>
        </p:nvSpPr>
        <p:spPr>
          <a:xfrm>
            <a:off x="566055" y="693395"/>
            <a:ext cx="1154544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一如图所示导体，</a:t>
            </a:r>
            <a:r>
              <a:rPr lang="en-US" altLang="zh-CN" sz="2800" dirty="0"/>
              <a:t>z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= 2cm</a:t>
            </a:r>
            <a:r>
              <a:rPr lang="zh-CN" altLang="en-US" sz="2800" dirty="0"/>
              <a:t>，</a:t>
            </a:r>
            <a:r>
              <a:rPr lang="en-US" altLang="zh-CN" sz="2800" dirty="0"/>
              <a:t>y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= 1mm</a:t>
            </a:r>
            <a:r>
              <a:rPr lang="zh-CN" altLang="en-US" sz="2800" dirty="0"/>
              <a:t>；置于</a:t>
            </a:r>
            <a:r>
              <a:rPr lang="en-US" altLang="zh-CN" sz="2800" dirty="0"/>
              <a:t>Y </a:t>
            </a:r>
            <a:r>
              <a:rPr lang="zh-CN" altLang="en-US" sz="2800" dirty="0"/>
              <a:t>方向的均匀磁场中，</a:t>
            </a:r>
            <a:r>
              <a:rPr lang="en-US" altLang="zh-CN" sz="2800" dirty="0"/>
              <a:t>B = 1.5T</a:t>
            </a:r>
            <a:r>
              <a:rPr lang="zh-CN" altLang="en-US" sz="2800" dirty="0"/>
              <a:t>。设电流强度</a:t>
            </a:r>
            <a:r>
              <a:rPr lang="en-US" altLang="zh-CN" sz="2800" dirty="0"/>
              <a:t>I = 200A</a:t>
            </a:r>
            <a:r>
              <a:rPr lang="zh-CN" altLang="en-US" sz="2800" dirty="0"/>
              <a:t>，自由电子数</a:t>
            </a:r>
            <a:r>
              <a:rPr lang="en-US" altLang="zh-CN" sz="2800" dirty="0"/>
              <a:t>n = 7.4×10</a:t>
            </a:r>
            <a:r>
              <a:rPr lang="en-US" altLang="zh-CN" sz="2800" baseline="30000" dirty="0"/>
              <a:t>28 </a:t>
            </a:r>
            <a:r>
              <a:rPr lang="zh-CN" altLang="en-US" sz="2800" dirty="0"/>
              <a:t>个</a:t>
            </a:r>
            <a:r>
              <a:rPr lang="en-US" altLang="zh-CN" sz="2800" dirty="0"/>
              <a:t>/m</a:t>
            </a:r>
            <a:r>
              <a:rPr lang="en-US" altLang="zh-CN" sz="2800" baseline="30000" dirty="0"/>
              <a:t>-3</a:t>
            </a:r>
            <a:r>
              <a:rPr lang="zh-CN" altLang="en-US" sz="2800" dirty="0"/>
              <a:t>，试求：</a:t>
            </a:r>
          </a:p>
          <a:p>
            <a:r>
              <a:rPr lang="zh-CN" altLang="en-US" sz="2800" dirty="0"/>
              <a:t>（</a:t>
            </a:r>
            <a:r>
              <a:rPr lang="en-US" altLang="zh-CN" sz="2800" dirty="0"/>
              <a:t>1</a:t>
            </a:r>
            <a:r>
              <a:rPr lang="zh-CN" altLang="en-US" sz="2800" dirty="0"/>
              <a:t>）电子的漂移速度；</a:t>
            </a:r>
          </a:p>
          <a:p>
            <a:r>
              <a:rPr lang="zh-CN" altLang="en-US" sz="2800" dirty="0"/>
              <a:t>（</a:t>
            </a:r>
            <a:r>
              <a:rPr lang="en-US" altLang="zh-CN" sz="2800" dirty="0"/>
              <a:t>2</a:t>
            </a:r>
            <a:r>
              <a:rPr lang="zh-CN" altLang="en-US" sz="2800" dirty="0"/>
              <a:t>）霍尔电压为多少？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15BCC5B-9935-82DA-DF71-6ACC6E8E0A58}"/>
              </a:ext>
            </a:extLst>
          </p:cNvPr>
          <p:cNvSpPr txBox="1"/>
          <p:nvPr/>
        </p:nvSpPr>
        <p:spPr>
          <a:xfrm>
            <a:off x="1164901" y="2672958"/>
            <a:ext cx="6096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b="0" i="0" u="none" strike="noStrike" baseline="0" dirty="0"/>
              <a:t>电流通过的横截面为 </a:t>
            </a:r>
            <a:r>
              <a:rPr lang="en-US" altLang="zh-CN" sz="2600" b="0" i="1" u="none" strike="noStrike" baseline="0" dirty="0"/>
              <a:t>S </a:t>
            </a:r>
            <a:r>
              <a:rPr lang="en-US" altLang="zh-CN" sz="2600" b="0" i="0" u="none" strike="noStrike" baseline="0" dirty="0"/>
              <a:t>= </a:t>
            </a:r>
            <a:r>
              <a:rPr lang="en-US" altLang="zh-CN" sz="2600" b="0" i="1" u="none" strike="noStrike" baseline="0" dirty="0"/>
              <a:t>y</a:t>
            </a:r>
            <a:r>
              <a:rPr lang="en-US" altLang="zh-CN" sz="2400" baseline="-25000" dirty="0"/>
              <a:t>1</a:t>
            </a:r>
            <a:r>
              <a:rPr lang="en-US" altLang="zh-CN" sz="2600" b="0" i="1" u="none" strike="noStrike" baseline="0" dirty="0"/>
              <a:t>z</a:t>
            </a:r>
            <a:r>
              <a:rPr lang="en-US" altLang="zh-CN" sz="2400" baseline="-25000" dirty="0"/>
              <a:t>1</a:t>
            </a:r>
            <a:endParaRPr lang="zh-CN" altLang="en-US" sz="26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152F266-4ED5-3BC3-C9EE-C73AA85F6AB8}"/>
              </a:ext>
            </a:extLst>
          </p:cNvPr>
          <p:cNvSpPr txBox="1"/>
          <p:nvPr/>
        </p:nvSpPr>
        <p:spPr>
          <a:xfrm>
            <a:off x="1102179" y="3188400"/>
            <a:ext cx="6096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b="0" i="0" u="none" strike="noStrike" baseline="0" dirty="0"/>
              <a:t>电流强度为 </a:t>
            </a:r>
            <a:r>
              <a:rPr lang="en-US" altLang="zh-CN" sz="2600" b="0" i="1" u="none" strike="noStrike" baseline="0" dirty="0"/>
              <a:t>I =</a:t>
            </a:r>
            <a:r>
              <a:rPr lang="en-US" altLang="zh-CN" sz="2600" b="0" i="1" u="none" strike="noStrike" baseline="0" dirty="0" err="1"/>
              <a:t>nevS</a:t>
            </a:r>
            <a:endParaRPr lang="zh-CN" altLang="en-US" sz="26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C477D1A-435F-1601-DB86-589FF25701F3}"/>
              </a:ext>
            </a:extLst>
          </p:cNvPr>
          <p:cNvSpPr txBox="1"/>
          <p:nvPr/>
        </p:nvSpPr>
        <p:spPr>
          <a:xfrm>
            <a:off x="716056" y="3786213"/>
            <a:ext cx="6096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b="0" i="0" u="none" strike="noStrike" baseline="0" dirty="0"/>
              <a:t>得电子的漂移速度为</a:t>
            </a:r>
            <a:endParaRPr lang="zh-CN" altLang="en-US" sz="2600" dirty="0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589B2582-FB87-2D6A-73EF-5E15CA7F62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3400" y="5066272"/>
            <a:ext cx="7394387" cy="894755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09CD439E-8623-B7AD-6C42-B95C9EB2AC8D}"/>
              </a:ext>
            </a:extLst>
          </p:cNvPr>
          <p:cNvSpPr txBox="1"/>
          <p:nvPr/>
        </p:nvSpPr>
        <p:spPr>
          <a:xfrm>
            <a:off x="1057463" y="5279305"/>
            <a:ext cx="6096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b="0" i="0" u="none" strike="noStrike" baseline="0" dirty="0"/>
              <a:t>霍尔系数为</a:t>
            </a:r>
            <a:endParaRPr lang="zh-CN" altLang="en-US" sz="2600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23E6120-C382-607D-AAC2-A47F3BBDBE11}"/>
              </a:ext>
            </a:extLst>
          </p:cNvPr>
          <p:cNvSpPr txBox="1"/>
          <p:nvPr/>
        </p:nvSpPr>
        <p:spPr>
          <a:xfrm>
            <a:off x="1102179" y="6154078"/>
            <a:ext cx="6096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b="0" i="0" u="none" strike="noStrike" baseline="0" dirty="0"/>
              <a:t>霍尔电压为</a:t>
            </a:r>
            <a:endParaRPr lang="zh-CN" altLang="en-US" sz="2600" dirty="0"/>
          </a:p>
        </p:txBody>
      </p:sp>
    </p:spTree>
    <p:extLst>
      <p:ext uri="{BB962C8B-B14F-4D97-AF65-F5344CB8AC3E}">
        <p14:creationId xmlns:p14="http://schemas.microsoft.com/office/powerpoint/2010/main" val="2222413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3" grpId="0"/>
      <p:bldP spid="21" grpId="0"/>
      <p:bldP spid="2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768" name="Group 10">
            <a:extLst>
              <a:ext uri="{FF2B5EF4-FFF2-40B4-BE49-F238E27FC236}">
                <a16:creationId xmlns:a16="http://schemas.microsoft.com/office/drawing/2014/main" id="{647B1DD0-9CC2-4522-B799-FB6127C6D7EB}"/>
              </a:ext>
            </a:extLst>
          </p:cNvPr>
          <p:cNvGrpSpPr>
            <a:grpSpLocks/>
          </p:cNvGrpSpPr>
          <p:nvPr/>
        </p:nvGrpSpPr>
        <p:grpSpPr bwMode="auto">
          <a:xfrm>
            <a:off x="2666854" y="1296267"/>
            <a:ext cx="3235325" cy="1793875"/>
            <a:chOff x="3518" y="168"/>
            <a:chExt cx="2038" cy="11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787" name="Object 11">
                  <a:extLst>
                    <a:ext uri="{FF2B5EF4-FFF2-40B4-BE49-F238E27FC236}">
                      <a16:creationId xmlns:a16="http://schemas.microsoft.com/office/drawing/2014/main" id="{D877CE61-F26F-415A-A660-153F0590D097}"/>
                    </a:ext>
                  </a:extLst>
                </p:cNvPr>
                <p:cNvSpPr txBox="1"/>
                <p:nvPr/>
              </p:nvSpPr>
              <p:spPr bwMode="auto">
                <a:xfrm>
                  <a:off x="4887" y="168"/>
                  <a:ext cx="246" cy="30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925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117787" name="Object 11">
                  <a:extLst>
                    <a:ext uri="{FF2B5EF4-FFF2-40B4-BE49-F238E27FC236}">
                      <a16:creationId xmlns:a16="http://schemas.microsoft.com/office/drawing/2014/main" id="{D877CE61-F26F-415A-A660-153F0590D0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887" y="168"/>
                  <a:ext cx="246" cy="30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788" name="Object 12">
                  <a:extLst>
                    <a:ext uri="{FF2B5EF4-FFF2-40B4-BE49-F238E27FC236}">
                      <a16:creationId xmlns:a16="http://schemas.microsoft.com/office/drawing/2014/main" id="{472CAEA6-C571-420F-BEB4-04737DBC5076}"/>
                    </a:ext>
                  </a:extLst>
                </p:cNvPr>
                <p:cNvSpPr txBox="1"/>
                <p:nvPr/>
              </p:nvSpPr>
              <p:spPr bwMode="auto">
                <a:xfrm>
                  <a:off x="4878" y="750"/>
                  <a:ext cx="188" cy="26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17788" name="Object 12">
                  <a:extLst>
                    <a:ext uri="{FF2B5EF4-FFF2-40B4-BE49-F238E27FC236}">
                      <a16:creationId xmlns:a16="http://schemas.microsoft.com/office/drawing/2014/main" id="{472CAEA6-C571-420F-BEB4-04737DBC50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878" y="750"/>
                  <a:ext cx="188" cy="266"/>
                </a:xfrm>
                <a:prstGeom prst="rect">
                  <a:avLst/>
                </a:prstGeom>
                <a:blipFill>
                  <a:blip r:embed="rId9"/>
                  <a:stretch>
                    <a:fillRect t="-20000" r="-38776" b="-1429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789" name="Object 13">
                  <a:extLst>
                    <a:ext uri="{FF2B5EF4-FFF2-40B4-BE49-F238E27FC236}">
                      <a16:creationId xmlns:a16="http://schemas.microsoft.com/office/drawing/2014/main" id="{0A520430-6E43-464E-BD0F-45586F921434}"/>
                    </a:ext>
                  </a:extLst>
                </p:cNvPr>
                <p:cNvSpPr txBox="1"/>
                <p:nvPr/>
              </p:nvSpPr>
              <p:spPr bwMode="auto">
                <a:xfrm>
                  <a:off x="4243" y="1026"/>
                  <a:ext cx="336" cy="27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𝐼𝑑</m:t>
                        </m:r>
                        <m:acc>
                          <m:accPr>
                            <m:chr m:val="⃗"/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17789" name="Object 13">
                  <a:extLst>
                    <a:ext uri="{FF2B5EF4-FFF2-40B4-BE49-F238E27FC236}">
                      <a16:creationId xmlns:a16="http://schemas.microsoft.com/office/drawing/2014/main" id="{0A520430-6E43-464E-BD0F-45586F9214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43" y="1026"/>
                  <a:ext cx="336" cy="27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790" name="Object 14">
                  <a:extLst>
                    <a:ext uri="{FF2B5EF4-FFF2-40B4-BE49-F238E27FC236}">
                      <a16:creationId xmlns:a16="http://schemas.microsoft.com/office/drawing/2014/main" id="{EB55C51E-603A-4052-8D53-654DD9F220CF}"/>
                    </a:ext>
                  </a:extLst>
                </p:cNvPr>
                <p:cNvSpPr txBox="1"/>
                <p:nvPr/>
              </p:nvSpPr>
              <p:spPr bwMode="auto">
                <a:xfrm>
                  <a:off x="5344" y="750"/>
                  <a:ext cx="212" cy="24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17790" name="Object 14">
                  <a:extLst>
                    <a:ext uri="{FF2B5EF4-FFF2-40B4-BE49-F238E27FC236}">
                      <a16:creationId xmlns:a16="http://schemas.microsoft.com/office/drawing/2014/main" id="{EB55C51E-603A-4052-8D53-654DD9F220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344" y="750"/>
                  <a:ext cx="212" cy="248"/>
                </a:xfrm>
                <a:prstGeom prst="rect">
                  <a:avLst/>
                </a:prstGeom>
                <a:blipFill>
                  <a:blip r:embed="rId11"/>
                  <a:stretch>
                    <a:fillRect l="-5455" r="-5455" b="-12308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7791" name="Arc 15">
              <a:extLst>
                <a:ext uri="{FF2B5EF4-FFF2-40B4-BE49-F238E27FC236}">
                  <a16:creationId xmlns:a16="http://schemas.microsoft.com/office/drawing/2014/main" id="{5DC01BE5-A8B8-4045-A22C-8C64FE55E57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4" y="789"/>
              <a:ext cx="45" cy="91"/>
            </a:xfrm>
            <a:custGeom>
              <a:avLst/>
              <a:gdLst>
                <a:gd name="T0" fmla="*/ 0 w 21600"/>
                <a:gd name="T1" fmla="*/ 0 h 21600"/>
                <a:gd name="T2" fmla="*/ 45 w 21600"/>
                <a:gd name="T3" fmla="*/ 91 h 21600"/>
                <a:gd name="T4" fmla="*/ 0 w 21600"/>
                <a:gd name="T5" fmla="*/ 91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1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EFEF0">
                      <a:alpha val="50195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en-US" sz="2400"/>
            </a:p>
          </p:txBody>
        </p:sp>
        <p:sp>
          <p:nvSpPr>
            <p:cNvPr id="117792" name="Oval 16">
              <a:extLst>
                <a:ext uri="{FF2B5EF4-FFF2-40B4-BE49-F238E27FC236}">
                  <a16:creationId xmlns:a16="http://schemas.microsoft.com/office/drawing/2014/main" id="{0D6CED12-BEFB-4728-8BE9-9DABEBA86A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1" y="744"/>
              <a:ext cx="90" cy="272"/>
            </a:xfrm>
            <a:prstGeom prst="ellipse">
              <a:avLst/>
            </a:prstGeom>
            <a:solidFill>
              <a:srgbClr val="FEFEF0">
                <a:alpha val="50195"/>
              </a:srgbClr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400" dirty="0">
                <a:solidFill>
                  <a:srgbClr val="000000"/>
                </a:solidFill>
                <a:ea typeface="华文楷体" panose="02010600040101010101" pitchFamily="2" charset="-122"/>
              </a:endParaRPr>
            </a:p>
          </p:txBody>
        </p:sp>
        <p:sp>
          <p:nvSpPr>
            <p:cNvPr id="117793" name="Oval 17">
              <a:extLst>
                <a:ext uri="{FF2B5EF4-FFF2-40B4-BE49-F238E27FC236}">
                  <a16:creationId xmlns:a16="http://schemas.microsoft.com/office/drawing/2014/main" id="{35B4EA8F-E7A8-4203-970F-796D5E1880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8" y="744"/>
              <a:ext cx="90" cy="272"/>
            </a:xfrm>
            <a:prstGeom prst="ellipse">
              <a:avLst/>
            </a:prstGeom>
            <a:solidFill>
              <a:srgbClr val="FEFEF0">
                <a:alpha val="0"/>
              </a:srgbClr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400" dirty="0">
                <a:solidFill>
                  <a:srgbClr val="000000"/>
                </a:solidFill>
                <a:ea typeface="华文楷体" panose="02010600040101010101" pitchFamily="2" charset="-122"/>
              </a:endParaRPr>
            </a:p>
          </p:txBody>
        </p:sp>
        <p:sp>
          <p:nvSpPr>
            <p:cNvPr id="117794" name="Oval 18">
              <a:extLst>
                <a:ext uri="{FF2B5EF4-FFF2-40B4-BE49-F238E27FC236}">
                  <a16:creationId xmlns:a16="http://schemas.microsoft.com/office/drawing/2014/main" id="{9B1294F9-4802-489B-B072-2AA1B6C5A3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0" y="744"/>
              <a:ext cx="90" cy="272"/>
            </a:xfrm>
            <a:prstGeom prst="ellipse">
              <a:avLst/>
            </a:prstGeom>
            <a:solidFill>
              <a:srgbClr val="FEFEF0"/>
            </a:solidFill>
            <a:ln w="28575">
              <a:solidFill>
                <a:srgbClr val="FF66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400" dirty="0">
                <a:solidFill>
                  <a:srgbClr val="000000"/>
                </a:solidFill>
                <a:ea typeface="华文楷体" panose="02010600040101010101" pitchFamily="2" charset="-122"/>
              </a:endParaRPr>
            </a:p>
          </p:txBody>
        </p:sp>
        <p:sp>
          <p:nvSpPr>
            <p:cNvPr id="117795" name="Line 19">
              <a:extLst>
                <a:ext uri="{FF2B5EF4-FFF2-40B4-BE49-F238E27FC236}">
                  <a16:creationId xmlns:a16="http://schemas.microsoft.com/office/drawing/2014/main" id="{80327BB7-881A-40EE-AD8E-6CB1831DF0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72" y="744"/>
              <a:ext cx="172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en-US" sz="2400"/>
            </a:p>
          </p:txBody>
        </p:sp>
        <p:sp>
          <p:nvSpPr>
            <p:cNvPr id="117796" name="Line 20">
              <a:extLst>
                <a:ext uri="{FF2B5EF4-FFF2-40B4-BE49-F238E27FC236}">
                  <a16:creationId xmlns:a16="http://schemas.microsoft.com/office/drawing/2014/main" id="{0B6A3DCE-4473-4871-9F17-EAE74BA6A9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72" y="1016"/>
              <a:ext cx="172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en-US" sz="2400"/>
            </a:p>
          </p:txBody>
        </p:sp>
        <p:sp>
          <p:nvSpPr>
            <p:cNvPr id="117797" name="Rectangle 21">
              <a:extLst>
                <a:ext uri="{FF2B5EF4-FFF2-40B4-BE49-F238E27FC236}">
                  <a16:creationId xmlns:a16="http://schemas.microsoft.com/office/drawing/2014/main" id="{88141103-6A27-4837-8406-5B852DB5CE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3" y="753"/>
              <a:ext cx="136" cy="245"/>
            </a:xfrm>
            <a:prstGeom prst="rect">
              <a:avLst/>
            </a:prstGeom>
            <a:solidFill>
              <a:srgbClr val="FEFEF0">
                <a:alpha val="8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400" dirty="0">
                <a:solidFill>
                  <a:srgbClr val="000000"/>
                </a:solidFill>
                <a:ea typeface="华文楷体" panose="02010600040101010101" pitchFamily="2" charset="-122"/>
              </a:endParaRPr>
            </a:p>
          </p:txBody>
        </p:sp>
        <p:sp>
          <p:nvSpPr>
            <p:cNvPr id="117798" name="Oval 22">
              <a:extLst>
                <a:ext uri="{FF2B5EF4-FFF2-40B4-BE49-F238E27FC236}">
                  <a16:creationId xmlns:a16="http://schemas.microsoft.com/office/drawing/2014/main" id="{A643FF35-068C-4BFA-92A4-B53B509192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6" y="744"/>
              <a:ext cx="90" cy="272"/>
            </a:xfrm>
            <a:prstGeom prst="ellipse">
              <a:avLst/>
            </a:prstGeom>
            <a:solidFill>
              <a:srgbClr val="FEFEF0"/>
            </a:solidFill>
            <a:ln w="28575">
              <a:solidFill>
                <a:srgbClr val="FF66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400" dirty="0">
                <a:solidFill>
                  <a:srgbClr val="000000"/>
                </a:solidFill>
                <a:ea typeface="华文楷体" panose="02010600040101010101" pitchFamily="2" charset="-122"/>
              </a:endParaRPr>
            </a:p>
          </p:txBody>
        </p:sp>
        <p:sp>
          <p:nvSpPr>
            <p:cNvPr id="117799" name="Rectangle 23">
              <a:extLst>
                <a:ext uri="{FF2B5EF4-FFF2-40B4-BE49-F238E27FC236}">
                  <a16:creationId xmlns:a16="http://schemas.microsoft.com/office/drawing/2014/main" id="{3FB14901-16F4-4CD7-9151-1BC4E702C2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762"/>
              <a:ext cx="136" cy="245"/>
            </a:xfrm>
            <a:prstGeom prst="rect">
              <a:avLst/>
            </a:prstGeom>
            <a:solidFill>
              <a:srgbClr val="FEFEF0">
                <a:alpha val="8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400" dirty="0">
                <a:solidFill>
                  <a:srgbClr val="000000"/>
                </a:solidFill>
                <a:ea typeface="华文楷体" panose="02010600040101010101" pitchFamily="2" charset="-122"/>
              </a:endParaRPr>
            </a:p>
          </p:txBody>
        </p:sp>
        <p:sp>
          <p:nvSpPr>
            <p:cNvPr id="117800" name="Rectangle 24">
              <a:extLst>
                <a:ext uri="{FF2B5EF4-FFF2-40B4-BE49-F238E27FC236}">
                  <a16:creationId xmlns:a16="http://schemas.microsoft.com/office/drawing/2014/main" id="{4FACE98B-6E49-4924-A9CA-3BA5557D24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753"/>
              <a:ext cx="136" cy="245"/>
            </a:xfrm>
            <a:prstGeom prst="rect">
              <a:avLst/>
            </a:prstGeom>
            <a:solidFill>
              <a:srgbClr val="FEFEF0">
                <a:alpha val="89803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400" dirty="0">
                <a:solidFill>
                  <a:srgbClr val="000000"/>
                </a:solidFill>
                <a:ea typeface="华文楷体" panose="02010600040101010101" pitchFamily="2" charset="-122"/>
              </a:endParaRPr>
            </a:p>
          </p:txBody>
        </p:sp>
        <p:sp>
          <p:nvSpPr>
            <p:cNvPr id="117801" name="Line 25">
              <a:extLst>
                <a:ext uri="{FF2B5EF4-FFF2-40B4-BE49-F238E27FC236}">
                  <a16:creationId xmlns:a16="http://schemas.microsoft.com/office/drawing/2014/main" id="{E0B09D42-2142-40CB-A79D-15A4AD1F4C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889"/>
              <a:ext cx="4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802" name="Object 26">
                  <a:extLst>
                    <a:ext uri="{FF2B5EF4-FFF2-40B4-BE49-F238E27FC236}">
                      <a16:creationId xmlns:a16="http://schemas.microsoft.com/office/drawing/2014/main" id="{8F364345-EFB4-4294-B1EB-C08A642CE45A}"/>
                    </a:ext>
                  </a:extLst>
                </p:cNvPr>
                <p:cNvSpPr txBox="1"/>
                <p:nvPr/>
              </p:nvSpPr>
              <p:spPr bwMode="auto">
                <a:xfrm>
                  <a:off x="4441" y="410"/>
                  <a:ext cx="178" cy="22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17802" name="Object 26">
                  <a:extLst>
                    <a:ext uri="{FF2B5EF4-FFF2-40B4-BE49-F238E27FC236}">
                      <a16:creationId xmlns:a16="http://schemas.microsoft.com/office/drawing/2014/main" id="{8F364345-EFB4-4294-B1EB-C08A642CE4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441" y="410"/>
                  <a:ext cx="178" cy="227"/>
                </a:xfrm>
                <a:prstGeom prst="rect">
                  <a:avLst/>
                </a:prstGeom>
                <a:blipFill>
                  <a:blip r:embed="rId12"/>
                  <a:stretch>
                    <a:fillRect l="-4255" r="-29787" b="-23729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7803" name="Line 27">
              <a:extLst>
                <a:ext uri="{FF2B5EF4-FFF2-40B4-BE49-F238E27FC236}">
                  <a16:creationId xmlns:a16="http://schemas.microsoft.com/office/drawing/2014/main" id="{D4073DA6-55B1-4F34-8EED-7B58FAEDAD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07" y="1016"/>
              <a:ext cx="454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en-US" sz="2400"/>
            </a:p>
          </p:txBody>
        </p:sp>
        <p:sp>
          <p:nvSpPr>
            <p:cNvPr id="117804" name="Line 28">
              <a:extLst>
                <a:ext uri="{FF2B5EF4-FFF2-40B4-BE49-F238E27FC236}">
                  <a16:creationId xmlns:a16="http://schemas.microsoft.com/office/drawing/2014/main" id="{0C0A4CAE-D3D8-418F-AC44-10E2DAE711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17" y="744"/>
              <a:ext cx="454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en-US" sz="2400"/>
            </a:p>
          </p:txBody>
        </p:sp>
        <p:sp>
          <p:nvSpPr>
            <p:cNvPr id="117805" name="Line 29">
              <a:extLst>
                <a:ext uri="{FF2B5EF4-FFF2-40B4-BE49-F238E27FC236}">
                  <a16:creationId xmlns:a16="http://schemas.microsoft.com/office/drawing/2014/main" id="{E29EC848-8773-4F21-B337-08A0ACF151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17" y="409"/>
              <a:ext cx="480" cy="4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arrow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23614" name="Object 30">
                <a:extLst>
                  <a:ext uri="{FF2B5EF4-FFF2-40B4-BE49-F238E27FC236}">
                    <a16:creationId xmlns:a16="http://schemas.microsoft.com/office/drawing/2014/main" id="{ED5EAECB-0FC8-4652-99AA-11D012D93100}"/>
                  </a:ext>
                </a:extLst>
              </p:cNvPr>
              <p:cNvSpPr txBox="1"/>
              <p:nvPr/>
            </p:nvSpPr>
            <p:spPr bwMode="auto">
              <a:xfrm>
                <a:off x="7269058" y="1421560"/>
                <a:ext cx="2466975" cy="571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acc>
                        <m:accPr>
                          <m:chr m:val="⃗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ac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𝐼𝑑</m:t>
                      </m:r>
                      <m:acc>
                        <m:accPr>
                          <m:chr m:val="⃗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ac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23614" name="Object 30">
                <a:extLst>
                  <a:ext uri="{FF2B5EF4-FFF2-40B4-BE49-F238E27FC236}">
                    <a16:creationId xmlns:a16="http://schemas.microsoft.com/office/drawing/2014/main" id="{ED5EAECB-0FC8-4652-99AA-11D012D931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69058" y="1421560"/>
                <a:ext cx="2466975" cy="5715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7776" name="Oval 46">
            <a:extLst>
              <a:ext uri="{FF2B5EF4-FFF2-40B4-BE49-F238E27FC236}">
                <a16:creationId xmlns:a16="http://schemas.microsoft.com/office/drawing/2014/main" id="{CE21F890-FBCE-4D0B-A7DE-6F98BAF759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4555" y="2403106"/>
            <a:ext cx="73025" cy="71438"/>
          </a:xfrm>
          <a:prstGeom prst="ellipse">
            <a:avLst/>
          </a:prstGeom>
          <a:gradFill rotWithShape="1">
            <a:gsLst>
              <a:gs pos="0">
                <a:srgbClr val="800080"/>
              </a:gs>
              <a:gs pos="100000">
                <a:srgbClr val="3B003B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solidFill>
                <a:srgbClr val="000000"/>
              </a:solidFill>
              <a:ea typeface="华文楷体" panose="02010600040101010101" pitchFamily="2" charset="-122"/>
            </a:endParaRPr>
          </a:p>
        </p:txBody>
      </p:sp>
      <p:sp>
        <p:nvSpPr>
          <p:cNvPr id="323633" name="Rectangle 49">
            <a:extLst>
              <a:ext uri="{FF2B5EF4-FFF2-40B4-BE49-F238E27FC236}">
                <a16:creationId xmlns:a16="http://schemas.microsoft.com/office/drawing/2014/main" id="{189A66FC-8575-4213-AF97-2F10737584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1687" y="1447754"/>
            <a:ext cx="14890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000000"/>
                </a:solidFill>
                <a:ea typeface="华文楷体" panose="02010600040101010101" pitchFamily="2" charset="-122"/>
              </a:rPr>
              <a:t>安培力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Object 5">
                <a:extLst>
                  <a:ext uri="{FF2B5EF4-FFF2-40B4-BE49-F238E27FC236}">
                    <a16:creationId xmlns:a16="http://schemas.microsoft.com/office/drawing/2014/main" id="{1F9F9008-DF87-46AF-AA53-9F7A9FAD58BF}"/>
                  </a:ext>
                </a:extLst>
              </p:cNvPr>
              <p:cNvSpPr txBox="1"/>
              <p:nvPr/>
            </p:nvSpPr>
            <p:spPr bwMode="auto">
              <a:xfrm>
                <a:off x="7567693" y="2158279"/>
                <a:ext cx="2559050" cy="10001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ac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  <m:sup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𝐼𝑑</m:t>
                          </m:r>
                          <m:acc>
                            <m:accPr>
                              <m:chr m:val="⃗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6" name="Object 5">
                <a:extLst>
                  <a:ext uri="{FF2B5EF4-FFF2-40B4-BE49-F238E27FC236}">
                    <a16:creationId xmlns:a16="http://schemas.microsoft.com/office/drawing/2014/main" id="{1F9F9008-DF87-46AF-AA53-9F7A9FAD58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67693" y="2158279"/>
                <a:ext cx="2559050" cy="1000125"/>
              </a:xfrm>
              <a:prstGeom prst="rect">
                <a:avLst/>
              </a:prstGeom>
              <a:blipFill>
                <a:blip r:embed="rId14"/>
                <a:stretch>
                  <a:fillRect b="-1646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Box 42">
            <a:extLst>
              <a:ext uri="{FF2B5EF4-FFF2-40B4-BE49-F238E27FC236}">
                <a16:creationId xmlns:a16="http://schemas.microsoft.com/office/drawing/2014/main" id="{4EDBAFB9-5ED6-CCD7-CDD1-7DECA789DB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975" y="534408"/>
            <a:ext cx="5421313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buFont typeface="Wingdings" panose="05000000000000000000" pitchFamily="2" charset="2"/>
              <a:buChar char="q"/>
            </a:pPr>
            <a:r>
              <a:rPr lang="zh-CN" altLang="en-US" sz="3200" dirty="0">
                <a:solidFill>
                  <a:srgbClr val="0066FF"/>
                </a:solidFill>
                <a:ea typeface="华文楷体" panose="02010600040101010101" pitchFamily="2" charset="-122"/>
              </a:rPr>
              <a:t>磁场对载流导线的作用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6">
                <a:extLst>
                  <a:ext uri="{FF2B5EF4-FFF2-40B4-BE49-F238E27FC236}">
                    <a16:creationId xmlns:a16="http://schemas.microsoft.com/office/drawing/2014/main" id="{FC4482DA-3AA6-2680-DE84-3C0A48A04278}"/>
                  </a:ext>
                </a:extLst>
              </p:cNvPr>
              <p:cNvSpPr txBox="1"/>
              <p:nvPr/>
            </p:nvSpPr>
            <p:spPr bwMode="auto">
              <a:xfrm>
                <a:off x="3634004" y="5209684"/>
                <a:ext cx="3043006" cy="5873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groupChr>
                        <m:groupChrPr>
                          <m:chr m:val="→"/>
                          <m:pos m:val="top"/>
                          <m:vertJc m:val="bot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𝑎𝑏</m:t>
                          </m:r>
                        </m:e>
                      </m:groupCh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" name="Object 6">
                <a:extLst>
                  <a:ext uri="{FF2B5EF4-FFF2-40B4-BE49-F238E27FC236}">
                    <a16:creationId xmlns:a16="http://schemas.microsoft.com/office/drawing/2014/main" id="{FC4482DA-3AA6-2680-DE84-3C0A48A042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34004" y="5209684"/>
                <a:ext cx="3043006" cy="58737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62">
                <a:extLst>
                  <a:ext uri="{FF2B5EF4-FFF2-40B4-BE49-F238E27FC236}">
                    <a16:creationId xmlns:a16="http://schemas.microsoft.com/office/drawing/2014/main" id="{71E8C3C7-C6D5-AC12-F740-0E72858E2B8D}"/>
                  </a:ext>
                </a:extLst>
              </p:cNvPr>
              <p:cNvSpPr txBox="1"/>
              <p:nvPr/>
            </p:nvSpPr>
            <p:spPr bwMode="auto">
              <a:xfrm>
                <a:off x="1185591" y="5088514"/>
                <a:ext cx="2744788" cy="10429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ac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𝑎𝑏</m:t>
                          </m:r>
                        </m:sub>
                        <m:sup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𝐼𝑑</m:t>
                          </m:r>
                          <m:acc>
                            <m:accPr>
                              <m:chr m:val="⃗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" name="Object 62">
                <a:extLst>
                  <a:ext uri="{FF2B5EF4-FFF2-40B4-BE49-F238E27FC236}">
                    <a16:creationId xmlns:a16="http://schemas.microsoft.com/office/drawing/2014/main" id="{71E8C3C7-C6D5-AC12-F740-0E72858E2B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85591" y="5088514"/>
                <a:ext cx="2744788" cy="1042987"/>
              </a:xfrm>
              <a:prstGeom prst="rect">
                <a:avLst/>
              </a:prstGeom>
              <a:blipFill>
                <a:blip r:embed="rId16"/>
                <a:stretch>
                  <a:fillRect b="-1169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79659A73-39D9-C919-990D-D3C1F30083A5}"/>
              </a:ext>
            </a:extLst>
          </p:cNvPr>
          <p:cNvSpPr/>
          <p:nvPr/>
        </p:nvSpPr>
        <p:spPr>
          <a:xfrm>
            <a:off x="531996" y="3539682"/>
            <a:ext cx="631176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 </a:t>
            </a:r>
            <a:r>
              <a: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任意平面载流导线在均匀磁场中所受的力 ,  与其始点和终点相同的载流直导线所受的磁场力相同</a:t>
            </a:r>
            <a:endParaRPr lang="en-US" sz="28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3687C22-60CA-46DD-7325-8668435817EE}"/>
              </a:ext>
            </a:extLst>
          </p:cNvPr>
          <p:cNvSpPr/>
          <p:nvPr/>
        </p:nvSpPr>
        <p:spPr>
          <a:xfrm>
            <a:off x="1557753" y="6316730"/>
            <a:ext cx="599010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 </a:t>
            </a:r>
            <a:r>
              <a: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闭合载流回路整体上不受力</a:t>
            </a:r>
            <a:endParaRPr lang="en-US" sz="2800" dirty="0"/>
          </a:p>
        </p:txBody>
      </p:sp>
      <p:grpSp>
        <p:nvGrpSpPr>
          <p:cNvPr id="8" name="Group 2">
            <a:extLst>
              <a:ext uri="{FF2B5EF4-FFF2-40B4-BE49-F238E27FC236}">
                <a16:creationId xmlns:a16="http://schemas.microsoft.com/office/drawing/2014/main" id="{50C7FE77-3FC9-1A63-38A5-E9E83CCA5F32}"/>
              </a:ext>
            </a:extLst>
          </p:cNvPr>
          <p:cNvGrpSpPr/>
          <p:nvPr/>
        </p:nvGrpSpPr>
        <p:grpSpPr>
          <a:xfrm>
            <a:off x="7640927" y="3821577"/>
            <a:ext cx="3505200" cy="2790825"/>
            <a:chOff x="3168" y="690"/>
            <a:chExt cx="2208" cy="1758"/>
          </a:xfrm>
        </p:grpSpPr>
        <p:sp>
          <p:nvSpPr>
            <p:cNvPr id="9" name="Line 4">
              <a:extLst>
                <a:ext uri="{FF2B5EF4-FFF2-40B4-BE49-F238E27FC236}">
                  <a16:creationId xmlns:a16="http://schemas.microsoft.com/office/drawing/2014/main" id="{5361893D-1829-FC3B-1E3C-7A8DF97A3201}"/>
                </a:ext>
              </a:extLst>
            </p:cNvPr>
            <p:cNvSpPr/>
            <p:nvPr/>
          </p:nvSpPr>
          <p:spPr>
            <a:xfrm>
              <a:off x="3357" y="1968"/>
              <a:ext cx="177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10" name="Line 5">
              <a:extLst>
                <a:ext uri="{FF2B5EF4-FFF2-40B4-BE49-F238E27FC236}">
                  <a16:creationId xmlns:a16="http://schemas.microsoft.com/office/drawing/2014/main" id="{7B45D4C0-AAAA-C8CC-8503-AA990ADB542A}"/>
                </a:ext>
              </a:extLst>
            </p:cNvPr>
            <p:cNvSpPr/>
            <p:nvPr/>
          </p:nvSpPr>
          <p:spPr>
            <a:xfrm flipV="1">
              <a:off x="3360" y="946"/>
              <a:ext cx="0" cy="105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11" name="Text Box 6">
              <a:extLst>
                <a:ext uri="{FF2B5EF4-FFF2-40B4-BE49-F238E27FC236}">
                  <a16:creationId xmlns:a16="http://schemas.microsoft.com/office/drawing/2014/main" id="{115E87AC-CCD8-00CE-C6F9-61BCEEE0B1EA}"/>
                </a:ext>
              </a:extLst>
            </p:cNvPr>
            <p:cNvSpPr txBox="1"/>
            <p:nvPr/>
          </p:nvSpPr>
          <p:spPr>
            <a:xfrm>
              <a:off x="4893" y="1689"/>
              <a:ext cx="48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i="1" dirty="0">
                  <a:latin typeface="Times New Roman" panose="02020603050405020304" pitchFamily="18" charset="0"/>
                </a:rPr>
                <a:t>P</a:t>
              </a:r>
            </a:p>
          </p:txBody>
        </p:sp>
        <p:sp>
          <p:nvSpPr>
            <p:cNvPr id="12" name="Line 7">
              <a:extLst>
                <a:ext uri="{FF2B5EF4-FFF2-40B4-BE49-F238E27FC236}">
                  <a16:creationId xmlns:a16="http://schemas.microsoft.com/office/drawing/2014/main" id="{67A84E29-3CD0-77F8-62C6-76822F5A2630}"/>
                </a:ext>
              </a:extLst>
            </p:cNvPr>
            <p:cNvSpPr/>
            <p:nvPr/>
          </p:nvSpPr>
          <p:spPr>
            <a:xfrm>
              <a:off x="3360" y="1968"/>
              <a:ext cx="1536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dash"/>
              <a:headEnd type="none" w="med" len="med"/>
              <a:tailEnd type="triangle" w="sm" len="lg"/>
            </a:ln>
          </p:spPr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Object 8">
                  <a:extLst>
                    <a:ext uri="{FF2B5EF4-FFF2-40B4-BE49-F238E27FC236}">
                      <a16:creationId xmlns:a16="http://schemas.microsoft.com/office/drawing/2014/main" id="{DBF59DF0-BBF4-2AA5-2576-9C729FB94E25}"/>
                    </a:ext>
                  </a:extLst>
                </p:cNvPr>
                <p:cNvSpPr txBox="1"/>
                <p:nvPr/>
              </p:nvSpPr>
              <p:spPr>
                <a:xfrm>
                  <a:off x="4989" y="1978"/>
                  <a:ext cx="237" cy="230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 fontScale="925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317578" name="Object 8">
                  <a:extLst>
                    <a:ext uri="{FF2B5EF4-FFF2-40B4-BE49-F238E27FC236}">
                      <a16:creationId xmlns:a16="http://schemas.microsoft.com/office/drawing/2014/main" id="{2F87809A-4908-4316-40A4-C4BE7D1EF2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89" y="1978"/>
                  <a:ext cx="237" cy="23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Object 9">
                  <a:extLst>
                    <a:ext uri="{FF2B5EF4-FFF2-40B4-BE49-F238E27FC236}">
                      <a16:creationId xmlns:a16="http://schemas.microsoft.com/office/drawing/2014/main" id="{B14C8AAF-AF89-C183-0F3D-B66DD4E46DEA}"/>
                    </a:ext>
                  </a:extLst>
                </p:cNvPr>
                <p:cNvSpPr txBox="1"/>
                <p:nvPr/>
              </p:nvSpPr>
              <p:spPr>
                <a:xfrm>
                  <a:off x="3168" y="759"/>
                  <a:ext cx="333" cy="297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317579" name="Object 9">
                  <a:extLst>
                    <a:ext uri="{FF2B5EF4-FFF2-40B4-BE49-F238E27FC236}">
                      <a16:creationId xmlns:a16="http://schemas.microsoft.com/office/drawing/2014/main" id="{07501023-73EF-7E15-E4E5-F8D2ECCE40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8" y="759"/>
                  <a:ext cx="333" cy="29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6335B288-7E33-3456-A3EC-99CB526140D7}"/>
                </a:ext>
              </a:extLst>
            </p:cNvPr>
            <p:cNvSpPr/>
            <p:nvPr/>
          </p:nvSpPr>
          <p:spPr>
            <a:xfrm>
              <a:off x="3360" y="1266"/>
              <a:ext cx="1533" cy="702"/>
            </a:xfrm>
            <a:custGeom>
              <a:avLst/>
              <a:gdLst/>
              <a:ahLst/>
              <a:cxnLst>
                <a:cxn ang="0">
                  <a:pos x="0" y="702"/>
                </a:cxn>
                <a:cxn ang="0">
                  <a:pos x="48" y="468"/>
                </a:cxn>
                <a:cxn ang="0">
                  <a:pos x="144" y="281"/>
                </a:cxn>
                <a:cxn ang="0">
                  <a:pos x="287" y="234"/>
                </a:cxn>
                <a:cxn ang="0">
                  <a:pos x="479" y="374"/>
                </a:cxn>
                <a:cxn ang="0">
                  <a:pos x="623" y="374"/>
                </a:cxn>
                <a:cxn ang="0">
                  <a:pos x="814" y="234"/>
                </a:cxn>
                <a:cxn ang="0">
                  <a:pos x="958" y="47"/>
                </a:cxn>
                <a:cxn ang="0">
                  <a:pos x="1198" y="47"/>
                </a:cxn>
                <a:cxn ang="0">
                  <a:pos x="1437" y="328"/>
                </a:cxn>
                <a:cxn ang="0">
                  <a:pos x="1533" y="702"/>
                </a:cxn>
              </a:cxnLst>
              <a:rect l="0" t="0" r="0" b="0"/>
              <a:pathLst>
                <a:path w="1536" h="720">
                  <a:moveTo>
                    <a:pt x="0" y="720"/>
                  </a:moveTo>
                  <a:cubicBezTo>
                    <a:pt x="12" y="636"/>
                    <a:pt x="24" y="552"/>
                    <a:pt x="48" y="480"/>
                  </a:cubicBezTo>
                  <a:cubicBezTo>
                    <a:pt x="72" y="408"/>
                    <a:pt x="104" y="328"/>
                    <a:pt x="144" y="288"/>
                  </a:cubicBezTo>
                  <a:cubicBezTo>
                    <a:pt x="184" y="248"/>
                    <a:pt x="232" y="224"/>
                    <a:pt x="288" y="240"/>
                  </a:cubicBezTo>
                  <a:cubicBezTo>
                    <a:pt x="344" y="256"/>
                    <a:pt x="424" y="360"/>
                    <a:pt x="480" y="384"/>
                  </a:cubicBezTo>
                  <a:cubicBezTo>
                    <a:pt x="536" y="408"/>
                    <a:pt x="568" y="408"/>
                    <a:pt x="624" y="384"/>
                  </a:cubicBezTo>
                  <a:cubicBezTo>
                    <a:pt x="680" y="360"/>
                    <a:pt x="760" y="296"/>
                    <a:pt x="816" y="240"/>
                  </a:cubicBezTo>
                  <a:cubicBezTo>
                    <a:pt x="872" y="184"/>
                    <a:pt x="896" y="80"/>
                    <a:pt x="960" y="48"/>
                  </a:cubicBezTo>
                  <a:cubicBezTo>
                    <a:pt x="1024" y="16"/>
                    <a:pt x="1120" y="0"/>
                    <a:pt x="1200" y="48"/>
                  </a:cubicBezTo>
                  <a:cubicBezTo>
                    <a:pt x="1280" y="96"/>
                    <a:pt x="1384" y="224"/>
                    <a:pt x="1440" y="336"/>
                  </a:cubicBezTo>
                  <a:cubicBezTo>
                    <a:pt x="1496" y="448"/>
                    <a:pt x="1520" y="656"/>
                    <a:pt x="1536" y="720"/>
                  </a:cubicBezTo>
                </a:path>
              </a:pathLst>
            </a:custGeom>
            <a:noFill/>
            <a:ln w="38100" cap="flat" cmpd="sng">
              <a:solidFill>
                <a:srgbClr val="6600FF">
                  <a:alpha val="100000"/>
                </a:srgbClr>
              </a:solidFill>
              <a:prstDash val="solid"/>
              <a:round/>
              <a:headEnd type="none" w="med" len="med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Object 11">
                  <a:extLst>
                    <a:ext uri="{FF2B5EF4-FFF2-40B4-BE49-F238E27FC236}">
                      <a16:creationId xmlns:a16="http://schemas.microsoft.com/office/drawing/2014/main" id="{6D9CA18C-6468-5633-96E2-DAD647C8BC25}"/>
                    </a:ext>
                  </a:extLst>
                </p:cNvPr>
                <p:cNvSpPr txBox="1"/>
                <p:nvPr/>
              </p:nvSpPr>
              <p:spPr>
                <a:xfrm>
                  <a:off x="3168" y="1968"/>
                  <a:ext cx="177" cy="222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 fontScale="925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317581" name="Object 11">
                  <a:extLst>
                    <a:ext uri="{FF2B5EF4-FFF2-40B4-BE49-F238E27FC236}">
                      <a16:creationId xmlns:a16="http://schemas.microsoft.com/office/drawing/2014/main" id="{17F3FAAE-DB65-D6B5-DB6F-496588E602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8" y="1968"/>
                  <a:ext cx="177" cy="22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Object 12">
                  <a:extLst>
                    <a:ext uri="{FF2B5EF4-FFF2-40B4-BE49-F238E27FC236}">
                      <a16:creationId xmlns:a16="http://schemas.microsoft.com/office/drawing/2014/main" id="{A4C9B6E9-BAD0-2665-AD94-B16E57FAA0A4}"/>
                    </a:ext>
                  </a:extLst>
                </p:cNvPr>
                <p:cNvSpPr txBox="1"/>
                <p:nvPr/>
              </p:nvSpPr>
              <p:spPr>
                <a:xfrm>
                  <a:off x="3427" y="1584"/>
                  <a:ext cx="221" cy="288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317582" name="Object 12">
                  <a:extLst>
                    <a:ext uri="{FF2B5EF4-FFF2-40B4-BE49-F238E27FC236}">
                      <a16:creationId xmlns:a16="http://schemas.microsoft.com/office/drawing/2014/main" id="{686D88B2-34A6-76C6-8B03-DF1224F632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7" y="1584"/>
                  <a:ext cx="221" cy="288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Object 13">
                  <a:extLst>
                    <a:ext uri="{FF2B5EF4-FFF2-40B4-BE49-F238E27FC236}">
                      <a16:creationId xmlns:a16="http://schemas.microsoft.com/office/drawing/2014/main" id="{BEA7FB4C-EF70-32C5-E94A-95270FCBB76D}"/>
                    </a:ext>
                  </a:extLst>
                </p:cNvPr>
                <p:cNvSpPr txBox="1"/>
                <p:nvPr/>
              </p:nvSpPr>
              <p:spPr>
                <a:xfrm>
                  <a:off x="4845" y="720"/>
                  <a:ext cx="195" cy="240"/>
                </a:xfrm>
                <a:prstGeom prst="rect">
                  <a:avLst/>
                </a:prstGeom>
                <a:solidFill>
                  <a:srgbClr val="FFFFFF"/>
                </a:solidFill>
                <a:ln w="38100">
                  <a:noFill/>
                  <a:miter/>
                </a:ln>
              </p:spPr>
              <p:txBody>
                <a:bodyPr>
                  <a:normAutofit fontScale="85000" lnSpcReduction="1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⃑"/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317583" name="Object 13">
                  <a:extLst>
                    <a:ext uri="{FF2B5EF4-FFF2-40B4-BE49-F238E27FC236}">
                      <a16:creationId xmlns:a16="http://schemas.microsoft.com/office/drawing/2014/main" id="{667CAC8A-BB91-E8FA-D7A4-578B5B1526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5" y="720"/>
                  <a:ext cx="195" cy="24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Line 14">
              <a:extLst>
                <a:ext uri="{FF2B5EF4-FFF2-40B4-BE49-F238E27FC236}">
                  <a16:creationId xmlns:a16="http://schemas.microsoft.com/office/drawing/2014/main" id="{E41E556A-A583-348A-ED17-D8AAF526EE7C}"/>
                </a:ext>
              </a:extLst>
            </p:cNvPr>
            <p:cNvSpPr/>
            <p:nvPr/>
          </p:nvSpPr>
          <p:spPr>
            <a:xfrm flipV="1">
              <a:off x="3476" y="1506"/>
              <a:ext cx="48" cy="96"/>
            </a:xfrm>
            <a:prstGeom prst="line">
              <a:avLst/>
            </a:prstGeom>
            <a:ln w="57150" cap="flat" cmpd="sng">
              <a:solidFill>
                <a:srgbClr val="9933FF"/>
              </a:solidFill>
              <a:prstDash val="solid"/>
              <a:headEnd type="none" w="med" len="med"/>
              <a:tailEnd type="triangle" w="sm" len="lg"/>
            </a:ln>
          </p:spPr>
        </p:sp>
        <p:grpSp>
          <p:nvGrpSpPr>
            <p:cNvPr id="20" name="Group 15">
              <a:extLst>
                <a:ext uri="{FF2B5EF4-FFF2-40B4-BE49-F238E27FC236}">
                  <a16:creationId xmlns:a16="http://schemas.microsoft.com/office/drawing/2014/main" id="{AB8F3A71-03E6-4FB8-2F04-D82CEE2B9ED9}"/>
                </a:ext>
              </a:extLst>
            </p:cNvPr>
            <p:cNvGrpSpPr/>
            <p:nvPr/>
          </p:nvGrpSpPr>
          <p:grpSpPr>
            <a:xfrm>
              <a:off x="3312" y="690"/>
              <a:ext cx="1968" cy="1758"/>
              <a:chOff x="384" y="1008"/>
              <a:chExt cx="1872" cy="1920"/>
            </a:xfrm>
          </p:grpSpPr>
          <p:sp>
            <p:nvSpPr>
              <p:cNvPr id="25" name="Line 16">
                <a:extLst>
                  <a:ext uri="{FF2B5EF4-FFF2-40B4-BE49-F238E27FC236}">
                    <a16:creationId xmlns:a16="http://schemas.microsoft.com/office/drawing/2014/main" id="{F77585B3-DAC8-8F83-28A4-75CB32C6E60C}"/>
                  </a:ext>
                </a:extLst>
              </p:cNvPr>
              <p:cNvSpPr/>
              <p:nvPr/>
            </p:nvSpPr>
            <p:spPr>
              <a:xfrm flipH="1">
                <a:off x="2160" y="1008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" name="Line 17">
                <a:extLst>
                  <a:ext uri="{FF2B5EF4-FFF2-40B4-BE49-F238E27FC236}">
                    <a16:creationId xmlns:a16="http://schemas.microsoft.com/office/drawing/2014/main" id="{8774364B-D32D-7C6C-CD6D-0FA62940D356}"/>
                  </a:ext>
                </a:extLst>
              </p:cNvPr>
              <p:cNvSpPr/>
              <p:nvPr/>
            </p:nvSpPr>
            <p:spPr>
              <a:xfrm>
                <a:off x="2160" y="1008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" name="Line 18">
                <a:extLst>
                  <a:ext uri="{FF2B5EF4-FFF2-40B4-BE49-F238E27FC236}">
                    <a16:creationId xmlns:a16="http://schemas.microsoft.com/office/drawing/2014/main" id="{02EE567B-E74B-C55D-0A1B-E6B19170C0B9}"/>
                  </a:ext>
                </a:extLst>
              </p:cNvPr>
              <p:cNvSpPr/>
              <p:nvPr/>
            </p:nvSpPr>
            <p:spPr>
              <a:xfrm flipH="1">
                <a:off x="2160" y="1344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" name="Line 19">
                <a:extLst>
                  <a:ext uri="{FF2B5EF4-FFF2-40B4-BE49-F238E27FC236}">
                    <a16:creationId xmlns:a16="http://schemas.microsoft.com/office/drawing/2014/main" id="{BED72283-AEB5-39AF-A25C-FC49528B1DFD}"/>
                  </a:ext>
                </a:extLst>
              </p:cNvPr>
              <p:cNvSpPr/>
              <p:nvPr/>
            </p:nvSpPr>
            <p:spPr>
              <a:xfrm>
                <a:off x="2160" y="1344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" name="Line 20">
                <a:extLst>
                  <a:ext uri="{FF2B5EF4-FFF2-40B4-BE49-F238E27FC236}">
                    <a16:creationId xmlns:a16="http://schemas.microsoft.com/office/drawing/2014/main" id="{8B5D9C31-8565-425E-507E-315564C52BF0}"/>
                  </a:ext>
                </a:extLst>
              </p:cNvPr>
              <p:cNvSpPr/>
              <p:nvPr/>
            </p:nvSpPr>
            <p:spPr>
              <a:xfrm flipH="1">
                <a:off x="2160" y="1680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" name="Line 21">
                <a:extLst>
                  <a:ext uri="{FF2B5EF4-FFF2-40B4-BE49-F238E27FC236}">
                    <a16:creationId xmlns:a16="http://schemas.microsoft.com/office/drawing/2014/main" id="{DF90E109-0693-EB69-AB5B-464FD705187D}"/>
                  </a:ext>
                </a:extLst>
              </p:cNvPr>
              <p:cNvSpPr/>
              <p:nvPr/>
            </p:nvSpPr>
            <p:spPr>
              <a:xfrm>
                <a:off x="2160" y="1680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" name="Line 22">
                <a:extLst>
                  <a:ext uri="{FF2B5EF4-FFF2-40B4-BE49-F238E27FC236}">
                    <a16:creationId xmlns:a16="http://schemas.microsoft.com/office/drawing/2014/main" id="{B0301126-88C3-56CD-9DEC-9818C18261DE}"/>
                  </a:ext>
                </a:extLst>
              </p:cNvPr>
              <p:cNvSpPr/>
              <p:nvPr/>
            </p:nvSpPr>
            <p:spPr>
              <a:xfrm flipH="1">
                <a:off x="384" y="1008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" name="Line 23">
                <a:extLst>
                  <a:ext uri="{FF2B5EF4-FFF2-40B4-BE49-F238E27FC236}">
                    <a16:creationId xmlns:a16="http://schemas.microsoft.com/office/drawing/2014/main" id="{E66AB5F1-89F3-4A52-7465-9895EF80C394}"/>
                  </a:ext>
                </a:extLst>
              </p:cNvPr>
              <p:cNvSpPr/>
              <p:nvPr/>
            </p:nvSpPr>
            <p:spPr>
              <a:xfrm>
                <a:off x="384" y="1008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" name="Line 24">
                <a:extLst>
                  <a:ext uri="{FF2B5EF4-FFF2-40B4-BE49-F238E27FC236}">
                    <a16:creationId xmlns:a16="http://schemas.microsoft.com/office/drawing/2014/main" id="{34E7D87E-42F8-5CB4-1C37-BC6638082833}"/>
                  </a:ext>
                </a:extLst>
              </p:cNvPr>
              <p:cNvSpPr/>
              <p:nvPr/>
            </p:nvSpPr>
            <p:spPr>
              <a:xfrm flipH="1">
                <a:off x="720" y="1008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" name="Line 25">
                <a:extLst>
                  <a:ext uri="{FF2B5EF4-FFF2-40B4-BE49-F238E27FC236}">
                    <a16:creationId xmlns:a16="http://schemas.microsoft.com/office/drawing/2014/main" id="{FF9F4EDD-29CC-7968-DD9B-50B2AF8278EA}"/>
                  </a:ext>
                </a:extLst>
              </p:cNvPr>
              <p:cNvSpPr/>
              <p:nvPr/>
            </p:nvSpPr>
            <p:spPr>
              <a:xfrm>
                <a:off x="720" y="1008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5" name="Line 26">
                <a:extLst>
                  <a:ext uri="{FF2B5EF4-FFF2-40B4-BE49-F238E27FC236}">
                    <a16:creationId xmlns:a16="http://schemas.microsoft.com/office/drawing/2014/main" id="{90F59C5E-6B9D-856E-E164-05E6D2B712F7}"/>
                  </a:ext>
                </a:extLst>
              </p:cNvPr>
              <p:cNvSpPr/>
              <p:nvPr/>
            </p:nvSpPr>
            <p:spPr>
              <a:xfrm flipH="1">
                <a:off x="1056" y="1008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6" name="Line 27">
                <a:extLst>
                  <a:ext uri="{FF2B5EF4-FFF2-40B4-BE49-F238E27FC236}">
                    <a16:creationId xmlns:a16="http://schemas.microsoft.com/office/drawing/2014/main" id="{50389752-56B7-E456-F272-76A8B1A40A0B}"/>
                  </a:ext>
                </a:extLst>
              </p:cNvPr>
              <p:cNvSpPr/>
              <p:nvPr/>
            </p:nvSpPr>
            <p:spPr>
              <a:xfrm>
                <a:off x="1056" y="1008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7" name="Line 28">
                <a:extLst>
                  <a:ext uri="{FF2B5EF4-FFF2-40B4-BE49-F238E27FC236}">
                    <a16:creationId xmlns:a16="http://schemas.microsoft.com/office/drawing/2014/main" id="{5066C04D-5462-B589-797A-5D5B7246894E}"/>
                  </a:ext>
                </a:extLst>
              </p:cNvPr>
              <p:cNvSpPr/>
              <p:nvPr/>
            </p:nvSpPr>
            <p:spPr>
              <a:xfrm flipH="1">
                <a:off x="384" y="1344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8" name="Line 29">
                <a:extLst>
                  <a:ext uri="{FF2B5EF4-FFF2-40B4-BE49-F238E27FC236}">
                    <a16:creationId xmlns:a16="http://schemas.microsoft.com/office/drawing/2014/main" id="{88E15055-96B1-5203-D72A-66013B1AD323}"/>
                  </a:ext>
                </a:extLst>
              </p:cNvPr>
              <p:cNvSpPr/>
              <p:nvPr/>
            </p:nvSpPr>
            <p:spPr>
              <a:xfrm>
                <a:off x="384" y="1344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0" name="Line 30">
                <a:extLst>
                  <a:ext uri="{FF2B5EF4-FFF2-40B4-BE49-F238E27FC236}">
                    <a16:creationId xmlns:a16="http://schemas.microsoft.com/office/drawing/2014/main" id="{39884D8C-BCA1-0C69-75BF-E7C592D63822}"/>
                  </a:ext>
                </a:extLst>
              </p:cNvPr>
              <p:cNvSpPr/>
              <p:nvPr/>
            </p:nvSpPr>
            <p:spPr>
              <a:xfrm flipH="1">
                <a:off x="720" y="1344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1" name="Line 31">
                <a:extLst>
                  <a:ext uri="{FF2B5EF4-FFF2-40B4-BE49-F238E27FC236}">
                    <a16:creationId xmlns:a16="http://schemas.microsoft.com/office/drawing/2014/main" id="{D341DAEC-4C7A-44F2-C65E-55764159E265}"/>
                  </a:ext>
                </a:extLst>
              </p:cNvPr>
              <p:cNvSpPr/>
              <p:nvPr/>
            </p:nvSpPr>
            <p:spPr>
              <a:xfrm>
                <a:off x="720" y="1344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2" name="Line 32">
                <a:extLst>
                  <a:ext uri="{FF2B5EF4-FFF2-40B4-BE49-F238E27FC236}">
                    <a16:creationId xmlns:a16="http://schemas.microsoft.com/office/drawing/2014/main" id="{15D5E8FA-92EA-D576-7678-10B9D2078BC1}"/>
                  </a:ext>
                </a:extLst>
              </p:cNvPr>
              <p:cNvSpPr/>
              <p:nvPr/>
            </p:nvSpPr>
            <p:spPr>
              <a:xfrm flipH="1">
                <a:off x="1056" y="1344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3" name="Line 33">
                <a:extLst>
                  <a:ext uri="{FF2B5EF4-FFF2-40B4-BE49-F238E27FC236}">
                    <a16:creationId xmlns:a16="http://schemas.microsoft.com/office/drawing/2014/main" id="{6618EBDF-ACAB-96C9-A647-CF4E131F44CA}"/>
                  </a:ext>
                </a:extLst>
              </p:cNvPr>
              <p:cNvSpPr/>
              <p:nvPr/>
            </p:nvSpPr>
            <p:spPr>
              <a:xfrm>
                <a:off x="1056" y="1344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4" name="Line 34">
                <a:extLst>
                  <a:ext uri="{FF2B5EF4-FFF2-40B4-BE49-F238E27FC236}">
                    <a16:creationId xmlns:a16="http://schemas.microsoft.com/office/drawing/2014/main" id="{EE7AA6AA-7F29-31B3-621D-21621B193EBB}"/>
                  </a:ext>
                </a:extLst>
              </p:cNvPr>
              <p:cNvSpPr/>
              <p:nvPr/>
            </p:nvSpPr>
            <p:spPr>
              <a:xfrm flipH="1">
                <a:off x="384" y="1680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5" name="Line 35">
                <a:extLst>
                  <a:ext uri="{FF2B5EF4-FFF2-40B4-BE49-F238E27FC236}">
                    <a16:creationId xmlns:a16="http://schemas.microsoft.com/office/drawing/2014/main" id="{130D0FA9-89C7-A9FC-9DB6-20F95999DA66}"/>
                  </a:ext>
                </a:extLst>
              </p:cNvPr>
              <p:cNvSpPr/>
              <p:nvPr/>
            </p:nvSpPr>
            <p:spPr>
              <a:xfrm>
                <a:off x="384" y="1680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7" name="Line 36">
                <a:extLst>
                  <a:ext uri="{FF2B5EF4-FFF2-40B4-BE49-F238E27FC236}">
                    <a16:creationId xmlns:a16="http://schemas.microsoft.com/office/drawing/2014/main" id="{96C61D00-85DE-39A1-D9EE-47D134B10605}"/>
                  </a:ext>
                </a:extLst>
              </p:cNvPr>
              <p:cNvSpPr/>
              <p:nvPr/>
            </p:nvSpPr>
            <p:spPr>
              <a:xfrm flipH="1">
                <a:off x="720" y="1680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8" name="Line 37">
                <a:extLst>
                  <a:ext uri="{FF2B5EF4-FFF2-40B4-BE49-F238E27FC236}">
                    <a16:creationId xmlns:a16="http://schemas.microsoft.com/office/drawing/2014/main" id="{780867A2-7E0B-DD13-5975-C3E9E0FBD72B}"/>
                  </a:ext>
                </a:extLst>
              </p:cNvPr>
              <p:cNvSpPr/>
              <p:nvPr/>
            </p:nvSpPr>
            <p:spPr>
              <a:xfrm>
                <a:off x="720" y="1680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9" name="Line 38">
                <a:extLst>
                  <a:ext uri="{FF2B5EF4-FFF2-40B4-BE49-F238E27FC236}">
                    <a16:creationId xmlns:a16="http://schemas.microsoft.com/office/drawing/2014/main" id="{B06837B6-8BA1-A836-1EC7-3310A142D645}"/>
                  </a:ext>
                </a:extLst>
              </p:cNvPr>
              <p:cNvSpPr/>
              <p:nvPr/>
            </p:nvSpPr>
            <p:spPr>
              <a:xfrm flipH="1">
                <a:off x="1056" y="1680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0" name="Line 39">
                <a:extLst>
                  <a:ext uri="{FF2B5EF4-FFF2-40B4-BE49-F238E27FC236}">
                    <a16:creationId xmlns:a16="http://schemas.microsoft.com/office/drawing/2014/main" id="{F1F8213A-3371-4A40-06EF-B9B607F0286E}"/>
                  </a:ext>
                </a:extLst>
              </p:cNvPr>
              <p:cNvSpPr/>
              <p:nvPr/>
            </p:nvSpPr>
            <p:spPr>
              <a:xfrm>
                <a:off x="1056" y="1680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" name="Line 40">
                <a:extLst>
                  <a:ext uri="{FF2B5EF4-FFF2-40B4-BE49-F238E27FC236}">
                    <a16:creationId xmlns:a16="http://schemas.microsoft.com/office/drawing/2014/main" id="{4A354158-55F2-7119-FA7B-C40C6C79EE95}"/>
                  </a:ext>
                </a:extLst>
              </p:cNvPr>
              <p:cNvSpPr/>
              <p:nvPr/>
            </p:nvSpPr>
            <p:spPr>
              <a:xfrm flipH="1">
                <a:off x="384" y="2064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2" name="Line 41">
                <a:extLst>
                  <a:ext uri="{FF2B5EF4-FFF2-40B4-BE49-F238E27FC236}">
                    <a16:creationId xmlns:a16="http://schemas.microsoft.com/office/drawing/2014/main" id="{EE5DFD01-59F1-17EF-748F-C25D81D03793}"/>
                  </a:ext>
                </a:extLst>
              </p:cNvPr>
              <p:cNvSpPr/>
              <p:nvPr/>
            </p:nvSpPr>
            <p:spPr>
              <a:xfrm>
                <a:off x="384" y="2064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3" name="Line 42">
                <a:extLst>
                  <a:ext uri="{FF2B5EF4-FFF2-40B4-BE49-F238E27FC236}">
                    <a16:creationId xmlns:a16="http://schemas.microsoft.com/office/drawing/2014/main" id="{9598683E-F4BA-69C6-E776-46EC6EAD925C}"/>
                  </a:ext>
                </a:extLst>
              </p:cNvPr>
              <p:cNvSpPr/>
              <p:nvPr/>
            </p:nvSpPr>
            <p:spPr>
              <a:xfrm flipH="1">
                <a:off x="720" y="2064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4" name="Line 43">
                <a:extLst>
                  <a:ext uri="{FF2B5EF4-FFF2-40B4-BE49-F238E27FC236}">
                    <a16:creationId xmlns:a16="http://schemas.microsoft.com/office/drawing/2014/main" id="{79951161-9E72-AF59-3D2A-EAAE2F8222B4}"/>
                  </a:ext>
                </a:extLst>
              </p:cNvPr>
              <p:cNvSpPr/>
              <p:nvPr/>
            </p:nvSpPr>
            <p:spPr>
              <a:xfrm>
                <a:off x="720" y="2064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" name="Line 44">
                <a:extLst>
                  <a:ext uri="{FF2B5EF4-FFF2-40B4-BE49-F238E27FC236}">
                    <a16:creationId xmlns:a16="http://schemas.microsoft.com/office/drawing/2014/main" id="{CED3BB41-6EBF-A72F-4553-912A0CAC1E08}"/>
                  </a:ext>
                </a:extLst>
              </p:cNvPr>
              <p:cNvSpPr/>
              <p:nvPr/>
            </p:nvSpPr>
            <p:spPr>
              <a:xfrm flipH="1">
                <a:off x="1056" y="2064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6" name="Line 45">
                <a:extLst>
                  <a:ext uri="{FF2B5EF4-FFF2-40B4-BE49-F238E27FC236}">
                    <a16:creationId xmlns:a16="http://schemas.microsoft.com/office/drawing/2014/main" id="{91784187-6BAC-F65E-B141-AC1226B99BEB}"/>
                  </a:ext>
                </a:extLst>
              </p:cNvPr>
              <p:cNvSpPr/>
              <p:nvPr/>
            </p:nvSpPr>
            <p:spPr>
              <a:xfrm>
                <a:off x="1056" y="2064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" name="Line 46">
                <a:extLst>
                  <a:ext uri="{FF2B5EF4-FFF2-40B4-BE49-F238E27FC236}">
                    <a16:creationId xmlns:a16="http://schemas.microsoft.com/office/drawing/2014/main" id="{E0A38D9A-5707-C856-6FCE-11AD8440C641}"/>
                  </a:ext>
                </a:extLst>
              </p:cNvPr>
              <p:cNvSpPr/>
              <p:nvPr/>
            </p:nvSpPr>
            <p:spPr>
              <a:xfrm flipH="1">
                <a:off x="1440" y="1008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8" name="Line 47">
                <a:extLst>
                  <a:ext uri="{FF2B5EF4-FFF2-40B4-BE49-F238E27FC236}">
                    <a16:creationId xmlns:a16="http://schemas.microsoft.com/office/drawing/2014/main" id="{A231DF4B-4F16-F6CC-F1A7-E78BE85D95BE}"/>
                  </a:ext>
                </a:extLst>
              </p:cNvPr>
              <p:cNvSpPr/>
              <p:nvPr/>
            </p:nvSpPr>
            <p:spPr>
              <a:xfrm>
                <a:off x="1440" y="1008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9" name="Line 48">
                <a:extLst>
                  <a:ext uri="{FF2B5EF4-FFF2-40B4-BE49-F238E27FC236}">
                    <a16:creationId xmlns:a16="http://schemas.microsoft.com/office/drawing/2014/main" id="{1359ECFC-E16A-6136-CCBE-5F5AB6692A39}"/>
                  </a:ext>
                </a:extLst>
              </p:cNvPr>
              <p:cNvSpPr/>
              <p:nvPr/>
            </p:nvSpPr>
            <p:spPr>
              <a:xfrm flipH="1">
                <a:off x="1824" y="1008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0" name="Line 49">
                <a:extLst>
                  <a:ext uri="{FF2B5EF4-FFF2-40B4-BE49-F238E27FC236}">
                    <a16:creationId xmlns:a16="http://schemas.microsoft.com/office/drawing/2014/main" id="{28136016-E0AD-2CD3-03D4-B1A36C52FCBC}"/>
                  </a:ext>
                </a:extLst>
              </p:cNvPr>
              <p:cNvSpPr/>
              <p:nvPr/>
            </p:nvSpPr>
            <p:spPr>
              <a:xfrm>
                <a:off x="1824" y="1008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1" name="Line 50">
                <a:extLst>
                  <a:ext uri="{FF2B5EF4-FFF2-40B4-BE49-F238E27FC236}">
                    <a16:creationId xmlns:a16="http://schemas.microsoft.com/office/drawing/2014/main" id="{7D23D37B-7FBF-14BD-ADDB-E9D6E2F7A4AA}"/>
                  </a:ext>
                </a:extLst>
              </p:cNvPr>
              <p:cNvSpPr/>
              <p:nvPr/>
            </p:nvSpPr>
            <p:spPr>
              <a:xfrm flipH="1">
                <a:off x="1440" y="1344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2" name="Line 51">
                <a:extLst>
                  <a:ext uri="{FF2B5EF4-FFF2-40B4-BE49-F238E27FC236}">
                    <a16:creationId xmlns:a16="http://schemas.microsoft.com/office/drawing/2014/main" id="{717628BA-B2D1-0DCF-6CF7-86741B6D4A93}"/>
                  </a:ext>
                </a:extLst>
              </p:cNvPr>
              <p:cNvSpPr/>
              <p:nvPr/>
            </p:nvSpPr>
            <p:spPr>
              <a:xfrm>
                <a:off x="1440" y="1344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3" name="Line 52">
                <a:extLst>
                  <a:ext uri="{FF2B5EF4-FFF2-40B4-BE49-F238E27FC236}">
                    <a16:creationId xmlns:a16="http://schemas.microsoft.com/office/drawing/2014/main" id="{92ED152B-7CB1-5A76-254F-25C8F2335D55}"/>
                  </a:ext>
                </a:extLst>
              </p:cNvPr>
              <p:cNvSpPr/>
              <p:nvPr/>
            </p:nvSpPr>
            <p:spPr>
              <a:xfrm flipH="1">
                <a:off x="1824" y="1344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3584" name="Line 53">
                <a:extLst>
                  <a:ext uri="{FF2B5EF4-FFF2-40B4-BE49-F238E27FC236}">
                    <a16:creationId xmlns:a16="http://schemas.microsoft.com/office/drawing/2014/main" id="{D24FDA8B-CBDA-73E0-7A02-A925ACD0562D}"/>
                  </a:ext>
                </a:extLst>
              </p:cNvPr>
              <p:cNvSpPr/>
              <p:nvPr/>
            </p:nvSpPr>
            <p:spPr>
              <a:xfrm>
                <a:off x="1824" y="1344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3585" name="Line 54">
                <a:extLst>
                  <a:ext uri="{FF2B5EF4-FFF2-40B4-BE49-F238E27FC236}">
                    <a16:creationId xmlns:a16="http://schemas.microsoft.com/office/drawing/2014/main" id="{BF04FB97-9AFA-525D-E45D-BA003256566E}"/>
                  </a:ext>
                </a:extLst>
              </p:cNvPr>
              <p:cNvSpPr/>
              <p:nvPr/>
            </p:nvSpPr>
            <p:spPr>
              <a:xfrm flipH="1">
                <a:off x="1440" y="1680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3586" name="Line 55">
                <a:extLst>
                  <a:ext uri="{FF2B5EF4-FFF2-40B4-BE49-F238E27FC236}">
                    <a16:creationId xmlns:a16="http://schemas.microsoft.com/office/drawing/2014/main" id="{FA2C1DF0-F779-C0A1-9D4B-64198B6CBF57}"/>
                  </a:ext>
                </a:extLst>
              </p:cNvPr>
              <p:cNvSpPr/>
              <p:nvPr/>
            </p:nvSpPr>
            <p:spPr>
              <a:xfrm>
                <a:off x="1440" y="1680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3587" name="Line 56">
                <a:extLst>
                  <a:ext uri="{FF2B5EF4-FFF2-40B4-BE49-F238E27FC236}">
                    <a16:creationId xmlns:a16="http://schemas.microsoft.com/office/drawing/2014/main" id="{C3F0F614-6845-5B7D-347F-3EBD8FC86DB7}"/>
                  </a:ext>
                </a:extLst>
              </p:cNvPr>
              <p:cNvSpPr/>
              <p:nvPr/>
            </p:nvSpPr>
            <p:spPr>
              <a:xfrm flipH="1">
                <a:off x="1824" y="1680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3590" name="Line 57">
                <a:extLst>
                  <a:ext uri="{FF2B5EF4-FFF2-40B4-BE49-F238E27FC236}">
                    <a16:creationId xmlns:a16="http://schemas.microsoft.com/office/drawing/2014/main" id="{92F1F762-1527-558C-92D4-3623F8489075}"/>
                  </a:ext>
                </a:extLst>
              </p:cNvPr>
              <p:cNvSpPr/>
              <p:nvPr/>
            </p:nvSpPr>
            <p:spPr>
              <a:xfrm>
                <a:off x="1824" y="1680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3591" name="Line 58">
                <a:extLst>
                  <a:ext uri="{FF2B5EF4-FFF2-40B4-BE49-F238E27FC236}">
                    <a16:creationId xmlns:a16="http://schemas.microsoft.com/office/drawing/2014/main" id="{047B70AD-E9CD-BC74-B3CF-CDA465D4B315}"/>
                  </a:ext>
                </a:extLst>
              </p:cNvPr>
              <p:cNvSpPr/>
              <p:nvPr/>
            </p:nvSpPr>
            <p:spPr>
              <a:xfrm flipH="1">
                <a:off x="1440" y="2064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3592" name="Line 59">
                <a:extLst>
                  <a:ext uri="{FF2B5EF4-FFF2-40B4-BE49-F238E27FC236}">
                    <a16:creationId xmlns:a16="http://schemas.microsoft.com/office/drawing/2014/main" id="{8742B9E3-A07D-42BC-64FF-E7891EB72C85}"/>
                  </a:ext>
                </a:extLst>
              </p:cNvPr>
              <p:cNvSpPr/>
              <p:nvPr/>
            </p:nvSpPr>
            <p:spPr>
              <a:xfrm>
                <a:off x="1440" y="2064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3593" name="Line 60">
                <a:extLst>
                  <a:ext uri="{FF2B5EF4-FFF2-40B4-BE49-F238E27FC236}">
                    <a16:creationId xmlns:a16="http://schemas.microsoft.com/office/drawing/2014/main" id="{51191E26-894D-E789-370C-6F973F2E5605}"/>
                  </a:ext>
                </a:extLst>
              </p:cNvPr>
              <p:cNvSpPr/>
              <p:nvPr/>
            </p:nvSpPr>
            <p:spPr>
              <a:xfrm flipH="1">
                <a:off x="1824" y="2064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3594" name="Line 61">
                <a:extLst>
                  <a:ext uri="{FF2B5EF4-FFF2-40B4-BE49-F238E27FC236}">
                    <a16:creationId xmlns:a16="http://schemas.microsoft.com/office/drawing/2014/main" id="{69BC6F46-C1DA-8368-C141-AE994FB92DD1}"/>
                  </a:ext>
                </a:extLst>
              </p:cNvPr>
              <p:cNvSpPr/>
              <p:nvPr/>
            </p:nvSpPr>
            <p:spPr>
              <a:xfrm>
                <a:off x="1824" y="2064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3595" name="Line 62">
                <a:extLst>
                  <a:ext uri="{FF2B5EF4-FFF2-40B4-BE49-F238E27FC236}">
                    <a16:creationId xmlns:a16="http://schemas.microsoft.com/office/drawing/2014/main" id="{1AC0386E-90CE-D20F-F784-4E84B1411D03}"/>
                  </a:ext>
                </a:extLst>
              </p:cNvPr>
              <p:cNvSpPr/>
              <p:nvPr/>
            </p:nvSpPr>
            <p:spPr>
              <a:xfrm flipH="1">
                <a:off x="2160" y="2064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3596" name="Line 63">
                <a:extLst>
                  <a:ext uri="{FF2B5EF4-FFF2-40B4-BE49-F238E27FC236}">
                    <a16:creationId xmlns:a16="http://schemas.microsoft.com/office/drawing/2014/main" id="{8694E707-42B4-3FA2-3FB2-755912272545}"/>
                  </a:ext>
                </a:extLst>
              </p:cNvPr>
              <p:cNvSpPr/>
              <p:nvPr/>
            </p:nvSpPr>
            <p:spPr>
              <a:xfrm>
                <a:off x="2160" y="2064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3597" name="Line 64">
                <a:extLst>
                  <a:ext uri="{FF2B5EF4-FFF2-40B4-BE49-F238E27FC236}">
                    <a16:creationId xmlns:a16="http://schemas.microsoft.com/office/drawing/2014/main" id="{7F7C2A81-91D4-32E8-AABC-F1D7E08FDBC8}"/>
                  </a:ext>
                </a:extLst>
              </p:cNvPr>
              <p:cNvSpPr/>
              <p:nvPr/>
            </p:nvSpPr>
            <p:spPr>
              <a:xfrm flipH="1">
                <a:off x="384" y="2448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3598" name="Line 65">
                <a:extLst>
                  <a:ext uri="{FF2B5EF4-FFF2-40B4-BE49-F238E27FC236}">
                    <a16:creationId xmlns:a16="http://schemas.microsoft.com/office/drawing/2014/main" id="{9E250A05-9AB6-451D-34DA-9321EEDE8418}"/>
                  </a:ext>
                </a:extLst>
              </p:cNvPr>
              <p:cNvSpPr/>
              <p:nvPr/>
            </p:nvSpPr>
            <p:spPr>
              <a:xfrm>
                <a:off x="384" y="2448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3599" name="Line 66">
                <a:extLst>
                  <a:ext uri="{FF2B5EF4-FFF2-40B4-BE49-F238E27FC236}">
                    <a16:creationId xmlns:a16="http://schemas.microsoft.com/office/drawing/2014/main" id="{9FDE7BF1-263A-2B74-DD05-443C8FAC9D2E}"/>
                  </a:ext>
                </a:extLst>
              </p:cNvPr>
              <p:cNvSpPr/>
              <p:nvPr/>
            </p:nvSpPr>
            <p:spPr>
              <a:xfrm flipH="1">
                <a:off x="720" y="2448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3600" name="Line 67">
                <a:extLst>
                  <a:ext uri="{FF2B5EF4-FFF2-40B4-BE49-F238E27FC236}">
                    <a16:creationId xmlns:a16="http://schemas.microsoft.com/office/drawing/2014/main" id="{50D2D286-4163-A0E3-D769-9BBAD4E30C38}"/>
                  </a:ext>
                </a:extLst>
              </p:cNvPr>
              <p:cNvSpPr/>
              <p:nvPr/>
            </p:nvSpPr>
            <p:spPr>
              <a:xfrm>
                <a:off x="720" y="2448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3601" name="Line 68">
                <a:extLst>
                  <a:ext uri="{FF2B5EF4-FFF2-40B4-BE49-F238E27FC236}">
                    <a16:creationId xmlns:a16="http://schemas.microsoft.com/office/drawing/2014/main" id="{83B4CE97-1913-78CA-4DFB-4275A0832013}"/>
                  </a:ext>
                </a:extLst>
              </p:cNvPr>
              <p:cNvSpPr/>
              <p:nvPr/>
            </p:nvSpPr>
            <p:spPr>
              <a:xfrm flipH="1">
                <a:off x="1056" y="2448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3602" name="Line 69">
                <a:extLst>
                  <a:ext uri="{FF2B5EF4-FFF2-40B4-BE49-F238E27FC236}">
                    <a16:creationId xmlns:a16="http://schemas.microsoft.com/office/drawing/2014/main" id="{95A6866D-8835-1795-4E58-942DE31A0725}"/>
                  </a:ext>
                </a:extLst>
              </p:cNvPr>
              <p:cNvSpPr/>
              <p:nvPr/>
            </p:nvSpPr>
            <p:spPr>
              <a:xfrm>
                <a:off x="1056" y="2448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3603" name="Line 70">
                <a:extLst>
                  <a:ext uri="{FF2B5EF4-FFF2-40B4-BE49-F238E27FC236}">
                    <a16:creationId xmlns:a16="http://schemas.microsoft.com/office/drawing/2014/main" id="{A4F2B65B-FBF0-B185-ADAD-B7ED4662CABF}"/>
                  </a:ext>
                </a:extLst>
              </p:cNvPr>
              <p:cNvSpPr/>
              <p:nvPr/>
            </p:nvSpPr>
            <p:spPr>
              <a:xfrm flipH="1">
                <a:off x="1440" y="2448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3604" name="Line 71">
                <a:extLst>
                  <a:ext uri="{FF2B5EF4-FFF2-40B4-BE49-F238E27FC236}">
                    <a16:creationId xmlns:a16="http://schemas.microsoft.com/office/drawing/2014/main" id="{B124E54A-5BBF-3999-5751-4041414CC645}"/>
                  </a:ext>
                </a:extLst>
              </p:cNvPr>
              <p:cNvSpPr/>
              <p:nvPr/>
            </p:nvSpPr>
            <p:spPr>
              <a:xfrm>
                <a:off x="1440" y="2448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3605" name="Line 72">
                <a:extLst>
                  <a:ext uri="{FF2B5EF4-FFF2-40B4-BE49-F238E27FC236}">
                    <a16:creationId xmlns:a16="http://schemas.microsoft.com/office/drawing/2014/main" id="{A42FF7E9-5A1B-0622-CF08-C3304DA048BB}"/>
                  </a:ext>
                </a:extLst>
              </p:cNvPr>
              <p:cNvSpPr/>
              <p:nvPr/>
            </p:nvSpPr>
            <p:spPr>
              <a:xfrm flipH="1">
                <a:off x="1824" y="2448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3606" name="Line 73">
                <a:extLst>
                  <a:ext uri="{FF2B5EF4-FFF2-40B4-BE49-F238E27FC236}">
                    <a16:creationId xmlns:a16="http://schemas.microsoft.com/office/drawing/2014/main" id="{F3443794-4A7B-0E6B-7AEE-C7CD2D32ABD1}"/>
                  </a:ext>
                </a:extLst>
              </p:cNvPr>
              <p:cNvSpPr/>
              <p:nvPr/>
            </p:nvSpPr>
            <p:spPr>
              <a:xfrm>
                <a:off x="1824" y="2448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3607" name="Line 74">
                <a:extLst>
                  <a:ext uri="{FF2B5EF4-FFF2-40B4-BE49-F238E27FC236}">
                    <a16:creationId xmlns:a16="http://schemas.microsoft.com/office/drawing/2014/main" id="{819E2BAA-67BF-7606-7026-6848130E1F31}"/>
                  </a:ext>
                </a:extLst>
              </p:cNvPr>
              <p:cNvSpPr/>
              <p:nvPr/>
            </p:nvSpPr>
            <p:spPr>
              <a:xfrm flipH="1">
                <a:off x="2160" y="2448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3608" name="Line 75">
                <a:extLst>
                  <a:ext uri="{FF2B5EF4-FFF2-40B4-BE49-F238E27FC236}">
                    <a16:creationId xmlns:a16="http://schemas.microsoft.com/office/drawing/2014/main" id="{B837CD29-28E2-6E9A-483A-39FA32666DFC}"/>
                  </a:ext>
                </a:extLst>
              </p:cNvPr>
              <p:cNvSpPr/>
              <p:nvPr/>
            </p:nvSpPr>
            <p:spPr>
              <a:xfrm>
                <a:off x="2160" y="2448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3609" name="Line 76">
                <a:extLst>
                  <a:ext uri="{FF2B5EF4-FFF2-40B4-BE49-F238E27FC236}">
                    <a16:creationId xmlns:a16="http://schemas.microsoft.com/office/drawing/2014/main" id="{78606B07-1D13-CCE8-A9DF-AFDD905CA6A7}"/>
                  </a:ext>
                </a:extLst>
              </p:cNvPr>
              <p:cNvSpPr/>
              <p:nvPr/>
            </p:nvSpPr>
            <p:spPr>
              <a:xfrm flipH="1">
                <a:off x="384" y="2832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3610" name="Line 77">
                <a:extLst>
                  <a:ext uri="{FF2B5EF4-FFF2-40B4-BE49-F238E27FC236}">
                    <a16:creationId xmlns:a16="http://schemas.microsoft.com/office/drawing/2014/main" id="{D73DB1D8-3855-1AEF-ACE6-B9CBBCEC0567}"/>
                  </a:ext>
                </a:extLst>
              </p:cNvPr>
              <p:cNvSpPr/>
              <p:nvPr/>
            </p:nvSpPr>
            <p:spPr>
              <a:xfrm>
                <a:off x="384" y="2832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3611" name="Line 78">
                <a:extLst>
                  <a:ext uri="{FF2B5EF4-FFF2-40B4-BE49-F238E27FC236}">
                    <a16:creationId xmlns:a16="http://schemas.microsoft.com/office/drawing/2014/main" id="{03086FE7-45C4-B368-7A00-FD9611A56CD7}"/>
                  </a:ext>
                </a:extLst>
              </p:cNvPr>
              <p:cNvSpPr/>
              <p:nvPr/>
            </p:nvSpPr>
            <p:spPr>
              <a:xfrm flipH="1">
                <a:off x="720" y="2832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3612" name="Line 79">
                <a:extLst>
                  <a:ext uri="{FF2B5EF4-FFF2-40B4-BE49-F238E27FC236}">
                    <a16:creationId xmlns:a16="http://schemas.microsoft.com/office/drawing/2014/main" id="{A6C400A7-114C-EBF7-755D-296E21A106FE}"/>
                  </a:ext>
                </a:extLst>
              </p:cNvPr>
              <p:cNvSpPr/>
              <p:nvPr/>
            </p:nvSpPr>
            <p:spPr>
              <a:xfrm>
                <a:off x="720" y="2832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3613" name="Line 80">
                <a:extLst>
                  <a:ext uri="{FF2B5EF4-FFF2-40B4-BE49-F238E27FC236}">
                    <a16:creationId xmlns:a16="http://schemas.microsoft.com/office/drawing/2014/main" id="{3825E803-2D56-7914-7FD2-BD440023B780}"/>
                  </a:ext>
                </a:extLst>
              </p:cNvPr>
              <p:cNvSpPr/>
              <p:nvPr/>
            </p:nvSpPr>
            <p:spPr>
              <a:xfrm flipH="1">
                <a:off x="1056" y="2832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3615" name="Line 81">
                <a:extLst>
                  <a:ext uri="{FF2B5EF4-FFF2-40B4-BE49-F238E27FC236}">
                    <a16:creationId xmlns:a16="http://schemas.microsoft.com/office/drawing/2014/main" id="{D05DAC35-BD3A-DD7C-1717-DDA5402CF9AE}"/>
                  </a:ext>
                </a:extLst>
              </p:cNvPr>
              <p:cNvSpPr/>
              <p:nvPr/>
            </p:nvSpPr>
            <p:spPr>
              <a:xfrm>
                <a:off x="1056" y="2832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3617" name="Line 82">
                <a:extLst>
                  <a:ext uri="{FF2B5EF4-FFF2-40B4-BE49-F238E27FC236}">
                    <a16:creationId xmlns:a16="http://schemas.microsoft.com/office/drawing/2014/main" id="{F309E116-466D-0981-C835-E5B024AE526B}"/>
                  </a:ext>
                </a:extLst>
              </p:cNvPr>
              <p:cNvSpPr/>
              <p:nvPr/>
            </p:nvSpPr>
            <p:spPr>
              <a:xfrm flipH="1">
                <a:off x="1440" y="2832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3618" name="Line 83">
                <a:extLst>
                  <a:ext uri="{FF2B5EF4-FFF2-40B4-BE49-F238E27FC236}">
                    <a16:creationId xmlns:a16="http://schemas.microsoft.com/office/drawing/2014/main" id="{605690A8-7A02-C484-63FB-98E4044495F4}"/>
                  </a:ext>
                </a:extLst>
              </p:cNvPr>
              <p:cNvSpPr/>
              <p:nvPr/>
            </p:nvSpPr>
            <p:spPr>
              <a:xfrm>
                <a:off x="1440" y="2832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3619" name="Line 84">
                <a:extLst>
                  <a:ext uri="{FF2B5EF4-FFF2-40B4-BE49-F238E27FC236}">
                    <a16:creationId xmlns:a16="http://schemas.microsoft.com/office/drawing/2014/main" id="{ECB6C529-BFE6-6E50-6902-74D3FDD9DA94}"/>
                  </a:ext>
                </a:extLst>
              </p:cNvPr>
              <p:cNvSpPr/>
              <p:nvPr/>
            </p:nvSpPr>
            <p:spPr>
              <a:xfrm flipH="1">
                <a:off x="1824" y="2832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3620" name="Line 85">
                <a:extLst>
                  <a:ext uri="{FF2B5EF4-FFF2-40B4-BE49-F238E27FC236}">
                    <a16:creationId xmlns:a16="http://schemas.microsoft.com/office/drawing/2014/main" id="{E34681AB-744F-572F-E770-A9B61F92E671}"/>
                  </a:ext>
                </a:extLst>
              </p:cNvPr>
              <p:cNvSpPr/>
              <p:nvPr/>
            </p:nvSpPr>
            <p:spPr>
              <a:xfrm>
                <a:off x="1824" y="2832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3621" name="Line 86">
                <a:extLst>
                  <a:ext uri="{FF2B5EF4-FFF2-40B4-BE49-F238E27FC236}">
                    <a16:creationId xmlns:a16="http://schemas.microsoft.com/office/drawing/2014/main" id="{344799E2-78C6-6405-06DE-992E6F593C21}"/>
                  </a:ext>
                </a:extLst>
              </p:cNvPr>
              <p:cNvSpPr/>
              <p:nvPr/>
            </p:nvSpPr>
            <p:spPr>
              <a:xfrm flipH="1">
                <a:off x="2160" y="2832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3622" name="Line 87">
                <a:extLst>
                  <a:ext uri="{FF2B5EF4-FFF2-40B4-BE49-F238E27FC236}">
                    <a16:creationId xmlns:a16="http://schemas.microsoft.com/office/drawing/2014/main" id="{B6261831-9426-4591-4549-5BF56DE7A9D7}"/>
                  </a:ext>
                </a:extLst>
              </p:cNvPr>
              <p:cNvSpPr/>
              <p:nvPr/>
            </p:nvSpPr>
            <p:spPr>
              <a:xfrm>
                <a:off x="2160" y="2832"/>
                <a:ext cx="96" cy="96"/>
              </a:xfrm>
              <a:prstGeom prst="line">
                <a:avLst/>
              </a:prstGeom>
              <a:ln w="19050" cap="flat" cmpd="sng">
                <a:solidFill>
                  <a:srgbClr val="0099FF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1" name="Line 88">
              <a:extLst>
                <a:ext uri="{FF2B5EF4-FFF2-40B4-BE49-F238E27FC236}">
                  <a16:creationId xmlns:a16="http://schemas.microsoft.com/office/drawing/2014/main" id="{BECEADAB-3A63-A0F7-6122-C659762D5324}"/>
                </a:ext>
              </a:extLst>
            </p:cNvPr>
            <p:cNvSpPr/>
            <p:nvPr/>
          </p:nvSpPr>
          <p:spPr>
            <a:xfrm>
              <a:off x="3360" y="1968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" name="Line 89">
              <a:extLst>
                <a:ext uri="{FF2B5EF4-FFF2-40B4-BE49-F238E27FC236}">
                  <a16:creationId xmlns:a16="http://schemas.microsoft.com/office/drawing/2014/main" id="{816538B6-1945-B698-FDDA-681A9EE42E23}"/>
                </a:ext>
              </a:extLst>
            </p:cNvPr>
            <p:cNvSpPr/>
            <p:nvPr/>
          </p:nvSpPr>
          <p:spPr>
            <a:xfrm>
              <a:off x="4896" y="1968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3" name="Line 90">
              <a:extLst>
                <a:ext uri="{FF2B5EF4-FFF2-40B4-BE49-F238E27FC236}">
                  <a16:creationId xmlns:a16="http://schemas.microsoft.com/office/drawing/2014/main" id="{4BCA255A-AE8E-FFF9-9954-2AB9248C7F7E}"/>
                </a:ext>
              </a:extLst>
            </p:cNvPr>
            <p:cNvSpPr/>
            <p:nvPr/>
          </p:nvSpPr>
          <p:spPr>
            <a:xfrm>
              <a:off x="3360" y="2112"/>
              <a:ext cx="15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headEnd type="triangle" w="sm" len="lg"/>
              <a:tailEnd type="triangle" w="sm" len="lg"/>
            </a:ln>
          </p:spPr>
        </p:sp>
        <p:sp>
          <p:nvSpPr>
            <p:cNvPr id="24" name="Text Box 91">
              <a:extLst>
                <a:ext uri="{FF2B5EF4-FFF2-40B4-BE49-F238E27FC236}">
                  <a16:creationId xmlns:a16="http://schemas.microsoft.com/office/drawing/2014/main" id="{3A6CD717-A04A-A1C3-5AD7-3FB17AE7000F}"/>
                </a:ext>
              </a:extLst>
            </p:cNvPr>
            <p:cNvSpPr txBox="1"/>
            <p:nvPr/>
          </p:nvSpPr>
          <p:spPr>
            <a:xfrm>
              <a:off x="3974" y="1977"/>
              <a:ext cx="44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sz="2800" i="1" dirty="0">
                  <a:latin typeface="Times New Roman" panose="02020603050405020304" pitchFamily="18" charset="0"/>
                </a:rPr>
                <a:t>L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3614" grpId="0"/>
      <p:bldP spid="117776" grpId="0" animBg="1"/>
      <p:bldP spid="323633" grpId="0"/>
      <p:bldP spid="46" grpId="0"/>
      <p:bldP spid="4" grpId="0"/>
      <p:bldP spid="5" grpId="0"/>
      <p:bldP spid="6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308" name="Text Box 9"/>
              <p:cNvSpPr txBox="1">
                <a:spLocks noChangeArrowheads="1"/>
              </p:cNvSpPr>
              <p:nvPr/>
            </p:nvSpPr>
            <p:spPr bwMode="auto">
              <a:xfrm>
                <a:off x="709159" y="1461367"/>
                <a:ext cx="7875875" cy="37224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50000"/>
                  </a:lnSpc>
                  <a:spcBef>
                    <a:spcPct val="50000"/>
                  </a:spcBef>
                </a:pPr>
                <a:r>
                  <a:rPr lang="zh-CN" altLang="en-US" sz="2800" b="0" i="0" u="none" dirty="0"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若线圈有</a:t>
                </a:r>
                <a14:m>
                  <m:oMath xmlns:m="http://schemas.openxmlformats.org/officeDocument/2006/math">
                    <m:r>
                      <a:rPr lang="en-US" altLang="zh-CN" sz="2800" b="0" u="none" dirty="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r>
                  <a:rPr lang="zh-CN" altLang="en-US" sz="2800" b="0" i="0" u="none" dirty="0"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匝，则</a:t>
                </a:r>
                <a:endParaRPr lang="en-US" altLang="zh-CN" sz="2800" b="0" i="0" u="none" dirty="0"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eaLnBrk="1" hangingPunct="1">
                  <a:lnSpc>
                    <a:spcPct val="150000"/>
                  </a:lnSpc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u="none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𝑀</m:t>
                      </m:r>
                      <m:r>
                        <a:rPr lang="en-US" altLang="zh-CN" sz="2800" b="0" u="none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800" b="0" i="1" u="none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𝑁𝐵𝐼𝑆</m:t>
                      </m:r>
                      <m:func>
                        <m:funcPr>
                          <m:ctrlPr>
                            <a:rPr lang="en-US" altLang="zh-CN" sz="2800" b="0" i="1" u="none"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800" b="0" i="0" u="none"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zh-CN" altLang="en-US" sz="2800" u="none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𝜃</m:t>
                          </m:r>
                        </m:e>
                      </m:func>
                      <m:r>
                        <a:rPr lang="en-US" altLang="zh-CN" sz="2800" b="0" u="none"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800" b="0" i="1" u="none"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𝑚𝐵</m:t>
                      </m:r>
                      <m:func>
                        <m:funcPr>
                          <m:ctrlPr>
                            <a:rPr lang="en-US" altLang="zh-CN" sz="2800" b="0" i="1" u="none"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800" b="0" i="0" u="none"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zh-CN" altLang="en-US" sz="2800" u="none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n-US" altLang="zh-CN" sz="2800" b="0" i="0" u="none" dirty="0">
                  <a:solidFill>
                    <a:srgbClr val="0000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eaLnBrk="1" hangingPunct="1">
                  <a:lnSpc>
                    <a:spcPct val="150000"/>
                  </a:lnSpc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u="none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𝑚</m:t>
                      </m:r>
                      <m:r>
                        <a:rPr lang="en-US" altLang="zh-CN" sz="2800" b="0" u="none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800" b="0" i="1" u="none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𝑁𝐼𝑆</m:t>
                      </m:r>
                      <m:r>
                        <a:rPr lang="en-US" altLang="zh-CN" sz="2800" b="0" i="1" u="none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CN" sz="2800" b="0" u="none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zh-CN" altLang="en-US" sz="2800" b="0" u="none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线圈的磁矩，方向为平面的法线方向</m:t>
                      </m:r>
                      <m:r>
                        <a:rPr lang="en-US" altLang="zh-CN" sz="2800" b="0" u="none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800" b="0" i="0" u="none" dirty="0">
                  <a:solidFill>
                    <a:srgbClr val="0066FF"/>
                  </a:solidFill>
                  <a:latin typeface="+mn-ea"/>
                  <a:ea typeface="+mn-ea"/>
                  <a:cs typeface="Times New Roman" panose="02020603050405020304" pitchFamily="18" charset="0"/>
                </a:endParaRPr>
              </a:p>
              <a:p>
                <a:pPr eaLnBrk="1" hangingPunct="1">
                  <a:lnSpc>
                    <a:spcPct val="150000"/>
                  </a:lnSpc>
                  <a:spcBef>
                    <a:spcPct val="50000"/>
                  </a:spcBef>
                </a:pPr>
                <a14:m>
                  <m:oMath xmlns:m="http://schemas.openxmlformats.org/officeDocument/2006/math">
                    <m:r>
                      <a:rPr lang="zh-CN" altLang="en-US" sz="2800" u="none"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𝜃</m:t>
                    </m:r>
                  </m:oMath>
                </a14:m>
                <a:r>
                  <a:rPr lang="zh-CN" altLang="en-US" sz="2800" b="0" i="0" u="none" dirty="0"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为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2800" b="0" i="1" u="none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sz="2800" b="0" i="1" u="none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</m:acc>
                  </m:oMath>
                </a14:m>
                <a:r>
                  <a:rPr lang="zh-CN" altLang="en-US" sz="2800" b="0" i="0" u="none" dirty="0"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与磁感应强度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sz="2800" b="0" i="1" u="none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sz="2800" b="0" i="1" u="none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zh-CN" altLang="en-US" sz="2800" b="0" i="0" u="none" dirty="0"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的夹角，故</a:t>
                </a:r>
                <a:endParaRPr lang="en-US" altLang="zh-CN" sz="2800" b="0" i="0" u="none" dirty="0"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eaLnBrk="1" hangingPunct="1">
                  <a:lnSpc>
                    <a:spcPct val="150000"/>
                  </a:lnSpc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zh-CN" altLang="en-US" sz="2800" i="1" u="none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altLang="zh-CN" sz="2800" b="1" i="1" u="none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𝑴</m:t>
                          </m:r>
                        </m:e>
                      </m:acc>
                      <m:r>
                        <a:rPr lang="en-US" altLang="zh-CN" sz="2800" b="1" u="none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altLang="zh-CN" sz="2800" i="1" u="none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altLang="zh-CN" sz="2800" b="1" i="1" u="none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𝒎</m:t>
                          </m:r>
                        </m:e>
                      </m:acc>
                      <m:r>
                        <a:rPr lang="en-US" altLang="zh-CN" sz="2800" b="1" u="none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altLang="zh-CN" sz="2800" i="1" u="none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altLang="zh-CN" sz="2800" b="1" i="1" u="none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𝑩</m:t>
                          </m:r>
                        </m:e>
                      </m:acc>
                    </m:oMath>
                  </m:oMathPara>
                </a14:m>
                <a:endParaRPr lang="en-US" altLang="zh-CN" sz="2800" i="0" u="none" dirty="0">
                  <a:solidFill>
                    <a:srgbClr val="C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308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9159" y="1461367"/>
                <a:ext cx="7875875" cy="3722429"/>
              </a:xfrm>
              <a:prstGeom prst="rect">
                <a:avLst/>
              </a:prstGeom>
              <a:blipFill>
                <a:blip r:embed="rId2"/>
                <a:stretch>
                  <a:fillRect l="-154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>
            <a:extLst>
              <a:ext uri="{FF2B5EF4-FFF2-40B4-BE49-F238E27FC236}">
                <a16:creationId xmlns:a16="http://schemas.microsoft.com/office/drawing/2014/main" id="{02EC01EC-6106-430D-AD35-BE41B4BF29FB}"/>
              </a:ext>
            </a:extLst>
          </p:cNvPr>
          <p:cNvSpPr txBox="1">
            <a:spLocks/>
          </p:cNvSpPr>
          <p:nvPr/>
        </p:nvSpPr>
        <p:spPr>
          <a:xfrm>
            <a:off x="610704" y="302723"/>
            <a:ext cx="9591040" cy="12521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latin typeface="华文楷体" panose="02010600040101010101" pitchFamily="2" charset="-122"/>
              </a:rPr>
              <a:t>载流线圈在均匀磁场中受的磁力矩</a:t>
            </a:r>
            <a:endParaRPr lang="zh-CN" altLang="en-US" sz="3200" b="1" dirty="0">
              <a:solidFill>
                <a:srgbClr val="0066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8E91499C-9630-0A75-4592-AE287848D071}"/>
                  </a:ext>
                </a:extLst>
              </p:cNvPr>
              <p:cNvSpPr txBox="1"/>
              <p:nvPr/>
            </p:nvSpPr>
            <p:spPr>
              <a:xfrm>
                <a:off x="3475789" y="1031689"/>
                <a:ext cx="313649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</m:t>
                      </m:r>
                      <m:r>
                        <a:rPr lang="en-US" altLang="zh-CN" sz="28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𝐵𝐼𝑆</m:t>
                      </m:r>
                      <m:func>
                        <m:func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funcPr>
                        <m:fName>
                          <m:r>
                            <a:rPr lang="en-US" altLang="zh-CN" sz="2800" b="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𝑠𝑖𝑛</m:t>
                          </m:r>
                        </m:fName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8E91499C-9630-0A75-4592-AE287848D0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5789" y="1031689"/>
                <a:ext cx="3136492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本框 16">
            <a:extLst>
              <a:ext uri="{FF2B5EF4-FFF2-40B4-BE49-F238E27FC236}">
                <a16:creationId xmlns:a16="http://schemas.microsoft.com/office/drawing/2014/main" id="{F0357D30-87B7-8B6D-1544-4942CC9F39E3}"/>
              </a:ext>
            </a:extLst>
          </p:cNvPr>
          <p:cNvSpPr txBox="1"/>
          <p:nvPr/>
        </p:nvSpPr>
        <p:spPr>
          <a:xfrm>
            <a:off x="1284515" y="5204501"/>
            <a:ext cx="94996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lang="en-US" altLang="zh-CN" sz="2800" b="0" i="0" u="none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- </a:t>
            </a:r>
            <a:r>
              <a:rPr lang="zh-CN" altLang="en-US" sz="2800" b="0" i="0" u="none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适用于任意形状的平面线圈，包括带电粒子沿闭合回路的运动以及带电粒子的自旋</a:t>
            </a:r>
          </a:p>
        </p:txBody>
      </p:sp>
      <p:grpSp>
        <p:nvGrpSpPr>
          <p:cNvPr id="4" name="Group 12">
            <a:extLst>
              <a:ext uri="{FF2B5EF4-FFF2-40B4-BE49-F238E27FC236}">
                <a16:creationId xmlns:a16="http://schemas.microsoft.com/office/drawing/2014/main" id="{4EFEBBF2-AE92-AAE7-A0B7-771BB14AB2B4}"/>
              </a:ext>
            </a:extLst>
          </p:cNvPr>
          <p:cNvGrpSpPr/>
          <p:nvPr/>
        </p:nvGrpSpPr>
        <p:grpSpPr>
          <a:xfrm>
            <a:off x="8331493" y="971467"/>
            <a:ext cx="3422650" cy="2408238"/>
            <a:chOff x="578" y="727"/>
            <a:chExt cx="2156" cy="1517"/>
          </a:xfrm>
        </p:grpSpPr>
        <p:sp>
          <p:nvSpPr>
            <p:cNvPr id="5" name="Line 14">
              <a:extLst>
                <a:ext uri="{FF2B5EF4-FFF2-40B4-BE49-F238E27FC236}">
                  <a16:creationId xmlns:a16="http://schemas.microsoft.com/office/drawing/2014/main" id="{71036BE7-043C-6ECC-49B2-8454C7FAEB18}"/>
                </a:ext>
              </a:extLst>
            </p:cNvPr>
            <p:cNvSpPr/>
            <p:nvPr/>
          </p:nvSpPr>
          <p:spPr>
            <a:xfrm>
              <a:off x="770" y="888"/>
              <a:ext cx="1728" cy="0"/>
            </a:xfrm>
            <a:prstGeom prst="line">
              <a:avLst/>
            </a:prstGeom>
            <a:ln w="12700" cap="flat" cmpd="sng">
              <a:solidFill>
                <a:schemeClr val="tx2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6" name="Line 15">
              <a:extLst>
                <a:ext uri="{FF2B5EF4-FFF2-40B4-BE49-F238E27FC236}">
                  <a16:creationId xmlns:a16="http://schemas.microsoft.com/office/drawing/2014/main" id="{ABB00D90-C54C-3F86-9FBD-1D135F047951}"/>
                </a:ext>
              </a:extLst>
            </p:cNvPr>
            <p:cNvSpPr/>
            <p:nvPr/>
          </p:nvSpPr>
          <p:spPr>
            <a:xfrm>
              <a:off x="674" y="1080"/>
              <a:ext cx="1728" cy="0"/>
            </a:xfrm>
            <a:prstGeom prst="line">
              <a:avLst/>
            </a:prstGeom>
            <a:ln w="12700" cap="flat" cmpd="sng">
              <a:solidFill>
                <a:schemeClr val="tx2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7" name="Line 16">
              <a:extLst>
                <a:ext uri="{FF2B5EF4-FFF2-40B4-BE49-F238E27FC236}">
                  <a16:creationId xmlns:a16="http://schemas.microsoft.com/office/drawing/2014/main" id="{CFC7AB27-C9D4-7B6E-FDB8-E31DE71C3DA5}"/>
                </a:ext>
              </a:extLst>
            </p:cNvPr>
            <p:cNvSpPr/>
            <p:nvPr/>
          </p:nvSpPr>
          <p:spPr>
            <a:xfrm>
              <a:off x="578" y="1272"/>
              <a:ext cx="1728" cy="0"/>
            </a:xfrm>
            <a:prstGeom prst="line">
              <a:avLst/>
            </a:prstGeom>
            <a:ln w="12700" cap="flat" cmpd="sng">
              <a:solidFill>
                <a:schemeClr val="tx2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8" name="Line 17">
              <a:extLst>
                <a:ext uri="{FF2B5EF4-FFF2-40B4-BE49-F238E27FC236}">
                  <a16:creationId xmlns:a16="http://schemas.microsoft.com/office/drawing/2014/main" id="{0F80AE32-E95C-6AA1-AE30-7125B8DF56B3}"/>
                </a:ext>
              </a:extLst>
            </p:cNvPr>
            <p:cNvSpPr/>
            <p:nvPr/>
          </p:nvSpPr>
          <p:spPr>
            <a:xfrm>
              <a:off x="770" y="1464"/>
              <a:ext cx="1728" cy="0"/>
            </a:xfrm>
            <a:prstGeom prst="line">
              <a:avLst/>
            </a:prstGeom>
            <a:ln w="12700" cap="flat" cmpd="sng">
              <a:solidFill>
                <a:schemeClr val="tx2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9" name="Line 18">
              <a:extLst>
                <a:ext uri="{FF2B5EF4-FFF2-40B4-BE49-F238E27FC236}">
                  <a16:creationId xmlns:a16="http://schemas.microsoft.com/office/drawing/2014/main" id="{98004542-FCB6-99AF-D3AB-C17B54E882DE}"/>
                </a:ext>
              </a:extLst>
            </p:cNvPr>
            <p:cNvSpPr/>
            <p:nvPr/>
          </p:nvSpPr>
          <p:spPr>
            <a:xfrm>
              <a:off x="674" y="1656"/>
              <a:ext cx="1728" cy="0"/>
            </a:xfrm>
            <a:prstGeom prst="line">
              <a:avLst/>
            </a:prstGeom>
            <a:ln w="12700" cap="flat" cmpd="sng">
              <a:solidFill>
                <a:schemeClr val="tx2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10" name="Line 19">
              <a:extLst>
                <a:ext uri="{FF2B5EF4-FFF2-40B4-BE49-F238E27FC236}">
                  <a16:creationId xmlns:a16="http://schemas.microsoft.com/office/drawing/2014/main" id="{2898B9A9-8B3F-1A01-489C-4A3E62EF72C9}"/>
                </a:ext>
              </a:extLst>
            </p:cNvPr>
            <p:cNvSpPr/>
            <p:nvPr/>
          </p:nvSpPr>
          <p:spPr>
            <a:xfrm>
              <a:off x="578" y="1848"/>
              <a:ext cx="1728" cy="0"/>
            </a:xfrm>
            <a:prstGeom prst="line">
              <a:avLst/>
            </a:prstGeom>
            <a:ln w="12700" cap="flat" cmpd="sng">
              <a:solidFill>
                <a:schemeClr val="tx2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11" name="Line 20">
              <a:extLst>
                <a:ext uri="{FF2B5EF4-FFF2-40B4-BE49-F238E27FC236}">
                  <a16:creationId xmlns:a16="http://schemas.microsoft.com/office/drawing/2014/main" id="{3A53742C-30A5-80A0-F3E6-D6060D8008DD}"/>
                </a:ext>
              </a:extLst>
            </p:cNvPr>
            <p:cNvSpPr/>
            <p:nvPr/>
          </p:nvSpPr>
          <p:spPr>
            <a:xfrm>
              <a:off x="722" y="2040"/>
              <a:ext cx="1728" cy="0"/>
            </a:xfrm>
            <a:prstGeom prst="line">
              <a:avLst/>
            </a:prstGeom>
            <a:ln w="12700" cap="flat" cmpd="sng">
              <a:solidFill>
                <a:schemeClr val="tx2"/>
              </a:solidFill>
              <a:prstDash val="solid"/>
              <a:headEnd type="none" w="med" len="med"/>
              <a:tailEnd type="triangle" w="sm" len="lg"/>
            </a:ln>
          </p:spPr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Object 21">
                  <a:extLst>
                    <a:ext uri="{FF2B5EF4-FFF2-40B4-BE49-F238E27FC236}">
                      <a16:creationId xmlns:a16="http://schemas.microsoft.com/office/drawing/2014/main" id="{45B971C9-C70B-1D25-A3F1-18D7EF5FA13A}"/>
                    </a:ext>
                  </a:extLst>
                </p:cNvPr>
                <p:cNvSpPr txBox="1"/>
                <p:nvPr/>
              </p:nvSpPr>
              <p:spPr>
                <a:xfrm>
                  <a:off x="2496" y="1344"/>
                  <a:ext cx="238" cy="300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 fontScale="85000" lnSpcReduction="1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⃑"/>
                            <m:ctrlPr>
                              <a:rPr lang="zh-CN" alt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oMath>
                    </m:oMathPara>
                  </a14:m>
                  <a:endParaRPr lang="zh-CN" altLang="en-US" sz="2600"/>
                </a:p>
              </p:txBody>
            </p:sp>
          </mc:Choice>
          <mc:Fallback xmlns="">
            <p:sp>
              <p:nvSpPr>
                <p:cNvPr id="12" name="Object 21">
                  <a:extLst>
                    <a:ext uri="{FF2B5EF4-FFF2-40B4-BE49-F238E27FC236}">
                      <a16:creationId xmlns:a16="http://schemas.microsoft.com/office/drawing/2014/main" id="{45B971C9-C70B-1D25-A3F1-18D7EF5FA1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96" y="1344"/>
                  <a:ext cx="238" cy="30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3" name="Group 22">
              <a:extLst>
                <a:ext uri="{FF2B5EF4-FFF2-40B4-BE49-F238E27FC236}">
                  <a16:creationId xmlns:a16="http://schemas.microsoft.com/office/drawing/2014/main" id="{A230B691-3686-BC6A-53B6-8A067A7E183C}"/>
                </a:ext>
              </a:extLst>
            </p:cNvPr>
            <p:cNvGrpSpPr/>
            <p:nvPr/>
          </p:nvGrpSpPr>
          <p:grpSpPr>
            <a:xfrm>
              <a:off x="720" y="1608"/>
              <a:ext cx="530" cy="384"/>
              <a:chOff x="3312" y="2088"/>
              <a:chExt cx="530" cy="384"/>
            </a:xfrm>
          </p:grpSpPr>
          <p:sp>
            <p:nvSpPr>
              <p:cNvPr id="41" name="Line 23">
                <a:extLst>
                  <a:ext uri="{FF2B5EF4-FFF2-40B4-BE49-F238E27FC236}">
                    <a16:creationId xmlns:a16="http://schemas.microsoft.com/office/drawing/2014/main" id="{40DAE0B4-49D0-91E3-AB41-42E87FBEA8A3}"/>
                  </a:ext>
                </a:extLst>
              </p:cNvPr>
              <p:cNvSpPr/>
              <p:nvPr/>
            </p:nvSpPr>
            <p:spPr>
              <a:xfrm flipH="1">
                <a:off x="3506" y="2088"/>
                <a:ext cx="336" cy="192"/>
              </a:xfrm>
              <a:prstGeom prst="line">
                <a:avLst/>
              </a:prstGeom>
              <a:ln w="28575" cap="flat" cmpd="sng">
                <a:solidFill>
                  <a:srgbClr val="FF0066"/>
                </a:solidFill>
                <a:prstDash val="solid"/>
                <a:headEnd type="none" w="med" len="med"/>
                <a:tailEnd type="triangle" w="sm" len="lg"/>
              </a:ln>
            </p:spPr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Object 24">
                    <a:extLst>
                      <a:ext uri="{FF2B5EF4-FFF2-40B4-BE49-F238E27FC236}">
                        <a16:creationId xmlns:a16="http://schemas.microsoft.com/office/drawing/2014/main" id="{286732FF-E70D-B8B7-7BB5-A78C4672939C}"/>
                      </a:ext>
                    </a:extLst>
                  </p:cNvPr>
                  <p:cNvSpPr txBox="1"/>
                  <p:nvPr/>
                </p:nvSpPr>
                <p:spPr>
                  <a:xfrm>
                    <a:off x="3312" y="2112"/>
                    <a:ext cx="258" cy="360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⃑"/>
                                  <m:ctrlPr>
                                    <a:rPr lang="zh-CN" altLang="en-US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600"/>
                  </a:p>
                </p:txBody>
              </p:sp>
            </mc:Choice>
            <mc:Fallback xmlns="">
              <p:sp>
                <p:nvSpPr>
                  <p:cNvPr id="42" name="Object 24">
                    <a:extLst>
                      <a:ext uri="{FF2B5EF4-FFF2-40B4-BE49-F238E27FC236}">
                        <a16:creationId xmlns:a16="http://schemas.microsoft.com/office/drawing/2014/main" id="{286732FF-E70D-B8B7-7BB5-A78C4672939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12" y="2112"/>
                    <a:ext cx="258" cy="36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5" name="Group 25">
              <a:extLst>
                <a:ext uri="{FF2B5EF4-FFF2-40B4-BE49-F238E27FC236}">
                  <a16:creationId xmlns:a16="http://schemas.microsoft.com/office/drawing/2014/main" id="{A6665C71-B4ED-C127-F159-475346AB2849}"/>
                </a:ext>
              </a:extLst>
            </p:cNvPr>
            <p:cNvGrpSpPr/>
            <p:nvPr/>
          </p:nvGrpSpPr>
          <p:grpSpPr>
            <a:xfrm>
              <a:off x="1258" y="727"/>
              <a:ext cx="280" cy="401"/>
              <a:chOff x="3850" y="1207"/>
              <a:chExt cx="280" cy="401"/>
            </a:xfrm>
          </p:grpSpPr>
          <p:sp>
            <p:nvSpPr>
              <p:cNvPr id="39" name="Line 26">
                <a:extLst>
                  <a:ext uri="{FF2B5EF4-FFF2-40B4-BE49-F238E27FC236}">
                    <a16:creationId xmlns:a16="http://schemas.microsoft.com/office/drawing/2014/main" id="{84DCB4F2-88E9-270D-4749-3BAACF269803}"/>
                  </a:ext>
                </a:extLst>
              </p:cNvPr>
              <p:cNvSpPr/>
              <p:nvPr/>
            </p:nvSpPr>
            <p:spPr>
              <a:xfrm flipH="1" flipV="1">
                <a:off x="4128" y="1248"/>
                <a:ext cx="2" cy="360"/>
              </a:xfrm>
              <a:prstGeom prst="line">
                <a:avLst/>
              </a:prstGeom>
              <a:ln w="28575" cap="flat" cmpd="sng">
                <a:solidFill>
                  <a:srgbClr val="FF0066"/>
                </a:solidFill>
                <a:prstDash val="solid"/>
                <a:headEnd type="none" w="med" len="med"/>
                <a:tailEnd type="triangle" w="sm" len="lg"/>
              </a:ln>
            </p:spPr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Object 27">
                    <a:extLst>
                      <a:ext uri="{FF2B5EF4-FFF2-40B4-BE49-F238E27FC236}">
                        <a16:creationId xmlns:a16="http://schemas.microsoft.com/office/drawing/2014/main" id="{4C1062D8-1326-E213-EF47-FC7F73AA2E41}"/>
                      </a:ext>
                    </a:extLst>
                  </p:cNvPr>
                  <p:cNvSpPr txBox="1"/>
                  <p:nvPr/>
                </p:nvSpPr>
                <p:spPr>
                  <a:xfrm>
                    <a:off x="3850" y="1207"/>
                    <a:ext cx="278" cy="377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⃑"/>
                                  <m:ctrlPr>
                                    <a:rPr lang="zh-CN" altLang="en-US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600"/>
                  </a:p>
                </p:txBody>
              </p:sp>
            </mc:Choice>
            <mc:Fallback xmlns="">
              <p:sp>
                <p:nvSpPr>
                  <p:cNvPr id="40" name="Object 27">
                    <a:extLst>
                      <a:ext uri="{FF2B5EF4-FFF2-40B4-BE49-F238E27FC236}">
                        <a16:creationId xmlns:a16="http://schemas.microsoft.com/office/drawing/2014/main" id="{4C1062D8-1326-E213-EF47-FC7F73AA2E4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50" y="1207"/>
                    <a:ext cx="278" cy="377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6" name="Group 28">
              <a:extLst>
                <a:ext uri="{FF2B5EF4-FFF2-40B4-BE49-F238E27FC236}">
                  <a16:creationId xmlns:a16="http://schemas.microsoft.com/office/drawing/2014/main" id="{851CE11B-C1C2-934E-4422-3E8FE1E9CD71}"/>
                </a:ext>
              </a:extLst>
            </p:cNvPr>
            <p:cNvGrpSpPr/>
            <p:nvPr/>
          </p:nvGrpSpPr>
          <p:grpSpPr>
            <a:xfrm>
              <a:off x="1250" y="1032"/>
              <a:ext cx="576" cy="912"/>
              <a:chOff x="1920" y="1824"/>
              <a:chExt cx="576" cy="912"/>
            </a:xfrm>
          </p:grpSpPr>
          <p:sp>
            <p:nvSpPr>
              <p:cNvPr id="35" name="Line 29">
                <a:extLst>
                  <a:ext uri="{FF2B5EF4-FFF2-40B4-BE49-F238E27FC236}">
                    <a16:creationId xmlns:a16="http://schemas.microsoft.com/office/drawing/2014/main" id="{710F1588-9ABB-1446-62F0-FBDAFF8C7727}"/>
                  </a:ext>
                </a:extLst>
              </p:cNvPr>
              <p:cNvSpPr/>
              <p:nvPr/>
            </p:nvSpPr>
            <p:spPr>
              <a:xfrm>
                <a:off x="1920" y="2016"/>
                <a:ext cx="0" cy="720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36" name="Line 30">
                <a:extLst>
                  <a:ext uri="{FF2B5EF4-FFF2-40B4-BE49-F238E27FC236}">
                    <a16:creationId xmlns:a16="http://schemas.microsoft.com/office/drawing/2014/main" id="{976C6FC6-05A2-DD0E-2B5C-9C020A2CA9E2}"/>
                  </a:ext>
                </a:extLst>
              </p:cNvPr>
              <p:cNvSpPr/>
              <p:nvPr/>
            </p:nvSpPr>
            <p:spPr>
              <a:xfrm>
                <a:off x="2496" y="1824"/>
                <a:ext cx="0" cy="720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37" name="Line 31">
                <a:extLst>
                  <a:ext uri="{FF2B5EF4-FFF2-40B4-BE49-F238E27FC236}">
                    <a16:creationId xmlns:a16="http://schemas.microsoft.com/office/drawing/2014/main" id="{8DDC7406-10E2-81AD-F575-7839A9638B9C}"/>
                  </a:ext>
                </a:extLst>
              </p:cNvPr>
              <p:cNvSpPr/>
              <p:nvPr/>
            </p:nvSpPr>
            <p:spPr>
              <a:xfrm flipV="1">
                <a:off x="1920" y="1824"/>
                <a:ext cx="576" cy="192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headEnd type="none" w="med" len="med"/>
                <a:tailEnd type="none" w="sm" len="lg"/>
              </a:ln>
            </p:spPr>
          </p:sp>
          <p:sp>
            <p:nvSpPr>
              <p:cNvPr id="38" name="Line 32">
                <a:extLst>
                  <a:ext uri="{FF2B5EF4-FFF2-40B4-BE49-F238E27FC236}">
                    <a16:creationId xmlns:a16="http://schemas.microsoft.com/office/drawing/2014/main" id="{332DA609-A0C6-7687-C943-56C1A50197BA}"/>
                  </a:ext>
                </a:extLst>
              </p:cNvPr>
              <p:cNvSpPr/>
              <p:nvPr/>
            </p:nvSpPr>
            <p:spPr>
              <a:xfrm flipV="1">
                <a:off x="1920" y="2544"/>
                <a:ext cx="576" cy="192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headEnd type="none" w="med" len="med"/>
                <a:tailEnd type="none" w="sm" len="lg"/>
              </a:ln>
            </p:spPr>
          </p:sp>
        </p:grpSp>
        <p:sp>
          <p:nvSpPr>
            <p:cNvPr id="18" name="Text Box 33">
              <a:extLst>
                <a:ext uri="{FF2B5EF4-FFF2-40B4-BE49-F238E27FC236}">
                  <a16:creationId xmlns:a16="http://schemas.microsoft.com/office/drawing/2014/main" id="{9F33D88E-F280-F628-3372-B91213A4D0F1}"/>
                </a:ext>
              </a:extLst>
            </p:cNvPr>
            <p:cNvSpPr txBox="1"/>
            <p:nvPr/>
          </p:nvSpPr>
          <p:spPr>
            <a:xfrm>
              <a:off x="988" y="1056"/>
              <a:ext cx="212" cy="3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600" b="0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M</a:t>
              </a:r>
            </a:p>
          </p:txBody>
        </p:sp>
        <p:sp>
          <p:nvSpPr>
            <p:cNvPr id="19" name="Text Box 34">
              <a:extLst>
                <a:ext uri="{FF2B5EF4-FFF2-40B4-BE49-F238E27FC236}">
                  <a16:creationId xmlns:a16="http://schemas.microsoft.com/office/drawing/2014/main" id="{5DAB21C0-D249-B0F0-9A0D-06C810E7C5AB}"/>
                </a:ext>
              </a:extLst>
            </p:cNvPr>
            <p:cNvSpPr txBox="1"/>
            <p:nvPr/>
          </p:nvSpPr>
          <p:spPr>
            <a:xfrm>
              <a:off x="1079" y="1881"/>
              <a:ext cx="257" cy="3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600" b="0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20" name="Text Box 35">
              <a:extLst>
                <a:ext uri="{FF2B5EF4-FFF2-40B4-BE49-F238E27FC236}">
                  <a16:creationId xmlns:a16="http://schemas.microsoft.com/office/drawing/2014/main" id="{9331B78B-E5E9-A7F0-97E7-FF92928F8047}"/>
                </a:ext>
              </a:extLst>
            </p:cNvPr>
            <p:cNvSpPr txBox="1"/>
            <p:nvPr/>
          </p:nvSpPr>
          <p:spPr>
            <a:xfrm>
              <a:off x="1776" y="1584"/>
              <a:ext cx="268" cy="3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600" b="0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21" name="Text Box 36">
              <a:extLst>
                <a:ext uri="{FF2B5EF4-FFF2-40B4-BE49-F238E27FC236}">
                  <a16:creationId xmlns:a16="http://schemas.microsoft.com/office/drawing/2014/main" id="{469F5F26-7525-FFF4-F88D-13DD7FDEE713}"/>
                </a:ext>
              </a:extLst>
            </p:cNvPr>
            <p:cNvSpPr txBox="1"/>
            <p:nvPr/>
          </p:nvSpPr>
          <p:spPr>
            <a:xfrm>
              <a:off x="1811" y="825"/>
              <a:ext cx="245" cy="3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600" b="0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P</a:t>
              </a:r>
            </a:p>
          </p:txBody>
        </p:sp>
        <p:sp>
          <p:nvSpPr>
            <p:cNvPr id="22" name="Line 37">
              <a:extLst>
                <a:ext uri="{FF2B5EF4-FFF2-40B4-BE49-F238E27FC236}">
                  <a16:creationId xmlns:a16="http://schemas.microsoft.com/office/drawing/2014/main" id="{16C2EAC4-8531-689F-7329-3CA33E3F374E}"/>
                </a:ext>
              </a:extLst>
            </p:cNvPr>
            <p:cNvSpPr/>
            <p:nvPr/>
          </p:nvSpPr>
          <p:spPr>
            <a:xfrm>
              <a:off x="1250" y="1440"/>
              <a:ext cx="1" cy="96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3" name="Text Box 38">
              <a:extLst>
                <a:ext uri="{FF2B5EF4-FFF2-40B4-BE49-F238E27FC236}">
                  <a16:creationId xmlns:a16="http://schemas.microsoft.com/office/drawing/2014/main" id="{AD98C397-7CA4-FC22-E5C2-D0F3E5FB6BCB}"/>
                </a:ext>
              </a:extLst>
            </p:cNvPr>
            <p:cNvSpPr txBox="1"/>
            <p:nvPr/>
          </p:nvSpPr>
          <p:spPr>
            <a:xfrm>
              <a:off x="1250" y="1392"/>
              <a:ext cx="186" cy="3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600" b="0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24" name="Line 39">
              <a:extLst>
                <a:ext uri="{FF2B5EF4-FFF2-40B4-BE49-F238E27FC236}">
                  <a16:creationId xmlns:a16="http://schemas.microsoft.com/office/drawing/2014/main" id="{415357F5-26FF-6865-160E-134D85078989}"/>
                </a:ext>
              </a:extLst>
            </p:cNvPr>
            <p:cNvSpPr/>
            <p:nvPr/>
          </p:nvSpPr>
          <p:spPr>
            <a:xfrm>
              <a:off x="1538" y="1464"/>
              <a:ext cx="334" cy="504"/>
            </a:xfrm>
            <a:prstGeom prst="line">
              <a:avLst/>
            </a:prstGeom>
            <a:ln w="28575" cap="flat" cmpd="sng">
              <a:solidFill>
                <a:srgbClr val="FF6600"/>
              </a:solidFill>
              <a:prstDash val="solid"/>
              <a:headEnd type="none" w="med" len="med"/>
              <a:tailEnd type="triangle" w="sm" len="lg"/>
            </a:ln>
          </p:spPr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Object 40">
                  <a:extLst>
                    <a:ext uri="{FF2B5EF4-FFF2-40B4-BE49-F238E27FC236}">
                      <a16:creationId xmlns:a16="http://schemas.microsoft.com/office/drawing/2014/main" id="{4A73D506-6611-35BC-01E5-7B91FE4E3853}"/>
                    </a:ext>
                  </a:extLst>
                </p:cNvPr>
                <p:cNvSpPr txBox="1"/>
                <p:nvPr/>
              </p:nvSpPr>
              <p:spPr>
                <a:xfrm>
                  <a:off x="1872" y="1836"/>
                  <a:ext cx="308" cy="408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⃑"/>
                                <m:ctrlPr>
                                  <a:rPr lang="zh-CN" altLang="en-US" sz="2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zh-CN" altLang="en-US" sz="2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</m:acc>
                          </m:e>
                          <m:sub>
                            <m:r>
                              <m:rPr>
                                <m:sty m:val="p"/>
                              </m:rPr>
                              <a:rPr lang="zh-CN" altLang="en-US" sz="26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oMath>
                    </m:oMathPara>
                  </a14:m>
                  <a:endParaRPr lang="zh-CN" altLang="en-US" sz="2600"/>
                </a:p>
              </p:txBody>
            </p:sp>
          </mc:Choice>
          <mc:Fallback xmlns="">
            <p:sp>
              <p:nvSpPr>
                <p:cNvPr id="25" name="Object 40">
                  <a:extLst>
                    <a:ext uri="{FF2B5EF4-FFF2-40B4-BE49-F238E27FC236}">
                      <a16:creationId xmlns:a16="http://schemas.microsoft.com/office/drawing/2014/main" id="{4A73D506-6611-35BC-01E5-7B91FE4E38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72" y="1836"/>
                  <a:ext cx="308" cy="408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6" name="Group 41">
              <a:extLst>
                <a:ext uri="{FF2B5EF4-FFF2-40B4-BE49-F238E27FC236}">
                  <a16:creationId xmlns:a16="http://schemas.microsoft.com/office/drawing/2014/main" id="{EF5CEE56-5C24-4060-BAC6-9457DF60D7D7}"/>
                </a:ext>
              </a:extLst>
            </p:cNvPr>
            <p:cNvGrpSpPr/>
            <p:nvPr/>
          </p:nvGrpSpPr>
          <p:grpSpPr>
            <a:xfrm>
              <a:off x="1826" y="1032"/>
              <a:ext cx="574" cy="360"/>
              <a:chOff x="4418" y="1512"/>
              <a:chExt cx="574" cy="360"/>
            </a:xfrm>
          </p:grpSpPr>
          <p:sp>
            <p:nvSpPr>
              <p:cNvPr id="33" name="Line 42">
                <a:extLst>
                  <a:ext uri="{FF2B5EF4-FFF2-40B4-BE49-F238E27FC236}">
                    <a16:creationId xmlns:a16="http://schemas.microsoft.com/office/drawing/2014/main" id="{6ECC68FA-3D46-3062-9D3B-0C29836CD58B}"/>
                  </a:ext>
                </a:extLst>
              </p:cNvPr>
              <p:cNvSpPr/>
              <p:nvPr/>
            </p:nvSpPr>
            <p:spPr>
              <a:xfrm flipV="1">
                <a:off x="4418" y="1632"/>
                <a:ext cx="336" cy="192"/>
              </a:xfrm>
              <a:prstGeom prst="line">
                <a:avLst/>
              </a:prstGeom>
              <a:ln w="28575" cap="flat" cmpd="sng">
                <a:solidFill>
                  <a:srgbClr val="FF0066"/>
                </a:solidFill>
                <a:prstDash val="solid"/>
                <a:headEnd type="none" w="med" len="med"/>
                <a:tailEnd type="triangle" w="sm" len="lg"/>
              </a:ln>
            </p:spPr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Object 43">
                    <a:extLst>
                      <a:ext uri="{FF2B5EF4-FFF2-40B4-BE49-F238E27FC236}">
                        <a16:creationId xmlns:a16="http://schemas.microsoft.com/office/drawing/2014/main" id="{A589F1F0-2DC4-3C23-277F-2EC10B7E6633}"/>
                      </a:ext>
                    </a:extLst>
                  </p:cNvPr>
                  <p:cNvSpPr txBox="1"/>
                  <p:nvPr/>
                </p:nvSpPr>
                <p:spPr>
                  <a:xfrm>
                    <a:off x="4714" y="1512"/>
                    <a:ext cx="278" cy="360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⃑"/>
                                  <m:ctrlPr>
                                    <a:rPr lang="zh-CN" altLang="en-US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600"/>
                  </a:p>
                </p:txBody>
              </p:sp>
            </mc:Choice>
            <mc:Fallback xmlns="">
              <p:sp>
                <p:nvSpPr>
                  <p:cNvPr id="34" name="Object 43">
                    <a:extLst>
                      <a:ext uri="{FF2B5EF4-FFF2-40B4-BE49-F238E27FC236}">
                        <a16:creationId xmlns:a16="http://schemas.microsoft.com/office/drawing/2014/main" id="{A589F1F0-2DC4-3C23-277F-2EC10B7E663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14" y="1512"/>
                    <a:ext cx="278" cy="360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7" name="Line 44">
              <a:extLst>
                <a:ext uri="{FF2B5EF4-FFF2-40B4-BE49-F238E27FC236}">
                  <a16:creationId xmlns:a16="http://schemas.microsoft.com/office/drawing/2014/main" id="{ABE1E0B5-5785-3B59-BA1B-B154D689FEE2}"/>
                </a:ext>
              </a:extLst>
            </p:cNvPr>
            <p:cNvSpPr/>
            <p:nvPr/>
          </p:nvSpPr>
          <p:spPr>
            <a:xfrm>
              <a:off x="1536" y="1464"/>
              <a:ext cx="912" cy="0"/>
            </a:xfrm>
            <a:prstGeom prst="line">
              <a:avLst/>
            </a:prstGeom>
            <a:ln w="28575" cap="flat" cmpd="sng">
              <a:solidFill>
                <a:srgbClr val="CC00CC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8" name="Line 45">
              <a:extLst>
                <a:ext uri="{FF2B5EF4-FFF2-40B4-BE49-F238E27FC236}">
                  <a16:creationId xmlns:a16="http://schemas.microsoft.com/office/drawing/2014/main" id="{83405936-15C9-08C2-D1BF-E4028479F1AF}"/>
                </a:ext>
              </a:extLst>
            </p:cNvPr>
            <p:cNvSpPr/>
            <p:nvPr/>
          </p:nvSpPr>
          <p:spPr>
            <a:xfrm flipV="1">
              <a:off x="1826" y="1392"/>
              <a:ext cx="1" cy="96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headEnd type="none" w="med" len="med"/>
              <a:tailEnd type="triangle" w="sm" len="lg"/>
            </a:ln>
          </p:spPr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Object 46">
                  <a:extLst>
                    <a:ext uri="{FF2B5EF4-FFF2-40B4-BE49-F238E27FC236}">
                      <a16:creationId xmlns:a16="http://schemas.microsoft.com/office/drawing/2014/main" id="{12B9311C-2015-0104-C859-5207BB774946}"/>
                    </a:ext>
                  </a:extLst>
                </p:cNvPr>
                <p:cNvSpPr txBox="1"/>
                <p:nvPr/>
              </p:nvSpPr>
              <p:spPr>
                <a:xfrm>
                  <a:off x="1632" y="1433"/>
                  <a:ext cx="210" cy="295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 fontScale="925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zh-CN" altLang="en-US" sz="2600"/>
                </a:p>
              </p:txBody>
            </p:sp>
          </mc:Choice>
          <mc:Fallback xmlns="">
            <p:sp>
              <p:nvSpPr>
                <p:cNvPr id="29" name="Object 46">
                  <a:extLst>
                    <a:ext uri="{FF2B5EF4-FFF2-40B4-BE49-F238E27FC236}">
                      <a16:creationId xmlns:a16="http://schemas.microsoft.com/office/drawing/2014/main" id="{12B9311C-2015-0104-C859-5207BB7749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32" y="1433"/>
                  <a:ext cx="210" cy="295"/>
                </a:xfrm>
                <a:prstGeom prst="rect">
                  <a:avLst/>
                </a:prstGeom>
                <a:blipFill>
                  <a:blip r:embed="rId9"/>
                  <a:stretch>
                    <a:fillRect l="-3636" r="-10909"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0" name="Group 47">
              <a:extLst>
                <a:ext uri="{FF2B5EF4-FFF2-40B4-BE49-F238E27FC236}">
                  <a16:creationId xmlns:a16="http://schemas.microsoft.com/office/drawing/2014/main" id="{DCB26491-701F-2D9A-7906-65B68E96B243}"/>
                </a:ext>
              </a:extLst>
            </p:cNvPr>
            <p:cNvGrpSpPr/>
            <p:nvPr/>
          </p:nvGrpSpPr>
          <p:grpSpPr>
            <a:xfrm>
              <a:off x="1296" y="1831"/>
              <a:ext cx="278" cy="384"/>
              <a:chOff x="3898" y="2352"/>
              <a:chExt cx="278" cy="408"/>
            </a:xfrm>
          </p:grpSpPr>
          <p:sp>
            <p:nvSpPr>
              <p:cNvPr id="31" name="Line 48">
                <a:extLst>
                  <a:ext uri="{FF2B5EF4-FFF2-40B4-BE49-F238E27FC236}">
                    <a16:creationId xmlns:a16="http://schemas.microsoft.com/office/drawing/2014/main" id="{E74633F8-2629-C429-079D-A1CFF4867A94}"/>
                  </a:ext>
                </a:extLst>
              </p:cNvPr>
              <p:cNvSpPr/>
              <p:nvPr/>
            </p:nvSpPr>
            <p:spPr>
              <a:xfrm flipH="1">
                <a:off x="4176" y="2352"/>
                <a:ext cx="0" cy="384"/>
              </a:xfrm>
              <a:prstGeom prst="line">
                <a:avLst/>
              </a:prstGeom>
              <a:ln w="28575" cap="flat" cmpd="sng">
                <a:solidFill>
                  <a:srgbClr val="FF0066"/>
                </a:solidFill>
                <a:prstDash val="solid"/>
                <a:headEnd type="none" w="med" len="med"/>
                <a:tailEnd type="triangle" w="sm" len="lg"/>
              </a:ln>
            </p:spPr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Object 49">
                    <a:extLst>
                      <a:ext uri="{FF2B5EF4-FFF2-40B4-BE49-F238E27FC236}">
                        <a16:creationId xmlns:a16="http://schemas.microsoft.com/office/drawing/2014/main" id="{1A074AEA-ACB2-AD1B-4C47-87815FA905BF}"/>
                      </a:ext>
                    </a:extLst>
                  </p:cNvPr>
                  <p:cNvSpPr txBox="1"/>
                  <p:nvPr/>
                </p:nvSpPr>
                <p:spPr>
                  <a:xfrm>
                    <a:off x="3898" y="2400"/>
                    <a:ext cx="278" cy="360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⃑"/>
                                  <m:ctrlPr>
                                    <a:rPr lang="zh-CN" altLang="en-US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600"/>
                  </a:p>
                </p:txBody>
              </p:sp>
            </mc:Choice>
            <mc:Fallback xmlns="">
              <p:sp>
                <p:nvSpPr>
                  <p:cNvPr id="32" name="Object 49">
                    <a:extLst>
                      <a:ext uri="{FF2B5EF4-FFF2-40B4-BE49-F238E27FC236}">
                        <a16:creationId xmlns:a16="http://schemas.microsoft.com/office/drawing/2014/main" id="{1A074AEA-ACB2-AD1B-4C47-87815FA905B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98" y="2400"/>
                    <a:ext cx="278" cy="36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522267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597093" y="5021458"/>
            <a:ext cx="875135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    磁场对载流线圈作用力矩的规律是制成各种电动机、动圈式电表和电流计等机电设备和仪表的基本原理。</a:t>
            </a:r>
          </a:p>
        </p:txBody>
      </p:sp>
      <p:pic>
        <p:nvPicPr>
          <p:cNvPr id="64518" name="Picture 6" descr="DC Motor 3D Animation GIF | Gfycat">
            <a:extLst>
              <a:ext uri="{FF2B5EF4-FFF2-40B4-BE49-F238E27FC236}">
                <a16:creationId xmlns:a16="http://schemas.microsoft.com/office/drawing/2014/main" id="{ADAFA7F5-09AF-45F4-9CBB-4C44B2DD1276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3844" y="1174822"/>
            <a:ext cx="6555069" cy="3775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标题 2">
            <a:extLst>
              <a:ext uri="{FF2B5EF4-FFF2-40B4-BE49-F238E27FC236}">
                <a16:creationId xmlns:a16="http://schemas.microsoft.com/office/drawing/2014/main" id="{C7D68907-4954-46E8-9E6D-6B28F919E46B}"/>
              </a:ext>
            </a:extLst>
          </p:cNvPr>
          <p:cNvSpPr txBox="1">
            <a:spLocks/>
          </p:cNvSpPr>
          <p:nvPr/>
        </p:nvSpPr>
        <p:spPr>
          <a:xfrm>
            <a:off x="866877" y="402524"/>
            <a:ext cx="4781755" cy="65389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latin typeface="华文楷体" panose="02010600040101010101" pitchFamily="2" charset="-122"/>
              </a:rPr>
              <a:t>电动机</a:t>
            </a:r>
            <a:endParaRPr lang="zh-CN" altLang="en-US" sz="3200" b="1" dirty="0">
              <a:solidFill>
                <a:srgbClr val="0066FF"/>
              </a:solidFill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E1186F64-BEFF-4209-9698-5356F96F77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2540" y="1232879"/>
            <a:ext cx="3841437" cy="3353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770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769" name="Group 9"/>
          <p:cNvGrpSpPr/>
          <p:nvPr/>
        </p:nvGrpSpPr>
        <p:grpSpPr>
          <a:xfrm>
            <a:off x="5867400" y="1032235"/>
            <a:ext cx="3048001" cy="2003425"/>
            <a:chOff x="384" y="2800"/>
            <a:chExt cx="1920" cy="1262"/>
          </a:xfrm>
        </p:grpSpPr>
        <p:pic>
          <p:nvPicPr>
            <p:cNvPr id="31755" name="Picture 10" descr="ZHUANZI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4" y="2800"/>
              <a:ext cx="1920" cy="1262"/>
            </a:xfrm>
            <a:prstGeom prst="rect">
              <a:avLst/>
            </a:prstGeom>
            <a:noFill/>
            <a:ln w="9525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31756" name="Freeform 11"/>
            <p:cNvSpPr/>
            <p:nvPr/>
          </p:nvSpPr>
          <p:spPr>
            <a:xfrm>
              <a:off x="479" y="2884"/>
              <a:ext cx="672" cy="1022"/>
            </a:xfrm>
            <a:custGeom>
              <a:avLst/>
              <a:gdLst/>
              <a:ahLst/>
              <a:cxnLst>
                <a:cxn ang="0">
                  <a:pos x="7" y="2"/>
                </a:cxn>
                <a:cxn ang="0">
                  <a:pos x="629" y="0"/>
                </a:cxn>
                <a:cxn ang="0">
                  <a:pos x="669" y="28"/>
                </a:cxn>
                <a:cxn ang="0">
                  <a:pos x="653" y="72"/>
                </a:cxn>
                <a:cxn ang="0">
                  <a:pos x="617" y="96"/>
                </a:cxn>
                <a:cxn ang="0">
                  <a:pos x="481" y="188"/>
                </a:cxn>
                <a:cxn ang="0">
                  <a:pos x="429" y="260"/>
                </a:cxn>
                <a:cxn ang="0">
                  <a:pos x="385" y="352"/>
                </a:cxn>
                <a:cxn ang="0">
                  <a:pos x="349" y="512"/>
                </a:cxn>
                <a:cxn ang="0">
                  <a:pos x="367" y="644"/>
                </a:cxn>
                <a:cxn ang="0">
                  <a:pos x="433" y="812"/>
                </a:cxn>
                <a:cxn ang="0">
                  <a:pos x="529" y="908"/>
                </a:cxn>
                <a:cxn ang="0">
                  <a:pos x="625" y="956"/>
                </a:cxn>
                <a:cxn ang="0">
                  <a:pos x="641" y="996"/>
                </a:cxn>
                <a:cxn ang="0">
                  <a:pos x="589" y="1022"/>
                </a:cxn>
                <a:cxn ang="0">
                  <a:pos x="1" y="1022"/>
                </a:cxn>
                <a:cxn ang="0">
                  <a:pos x="19" y="896"/>
                </a:cxn>
                <a:cxn ang="0">
                  <a:pos x="1" y="812"/>
                </a:cxn>
                <a:cxn ang="0">
                  <a:pos x="1" y="698"/>
                </a:cxn>
                <a:cxn ang="0">
                  <a:pos x="19" y="596"/>
                </a:cxn>
                <a:cxn ang="0">
                  <a:pos x="1" y="524"/>
                </a:cxn>
                <a:cxn ang="0">
                  <a:pos x="1" y="476"/>
                </a:cxn>
                <a:cxn ang="0">
                  <a:pos x="19" y="410"/>
                </a:cxn>
                <a:cxn ang="0">
                  <a:pos x="1" y="332"/>
                </a:cxn>
                <a:cxn ang="0">
                  <a:pos x="19" y="326"/>
                </a:cxn>
                <a:cxn ang="0">
                  <a:pos x="1" y="260"/>
                </a:cxn>
                <a:cxn ang="0">
                  <a:pos x="1" y="188"/>
                </a:cxn>
                <a:cxn ang="0">
                  <a:pos x="31" y="86"/>
                </a:cxn>
                <a:cxn ang="0">
                  <a:pos x="7" y="2"/>
                </a:cxn>
              </a:cxnLst>
              <a:rect l="0" t="0" r="0" b="0"/>
              <a:pathLst>
                <a:path w="672" h="1022">
                  <a:moveTo>
                    <a:pt x="7" y="2"/>
                  </a:moveTo>
                  <a:lnTo>
                    <a:pt x="629" y="0"/>
                  </a:lnTo>
                  <a:lnTo>
                    <a:pt x="669" y="28"/>
                  </a:lnTo>
                  <a:cubicBezTo>
                    <a:pt x="672" y="38"/>
                    <a:pt x="662" y="61"/>
                    <a:pt x="653" y="72"/>
                  </a:cubicBezTo>
                  <a:cubicBezTo>
                    <a:pt x="644" y="83"/>
                    <a:pt x="646" y="77"/>
                    <a:pt x="617" y="96"/>
                  </a:cubicBezTo>
                  <a:lnTo>
                    <a:pt x="481" y="188"/>
                  </a:lnTo>
                  <a:lnTo>
                    <a:pt x="429" y="260"/>
                  </a:lnTo>
                  <a:cubicBezTo>
                    <a:pt x="414" y="275"/>
                    <a:pt x="398" y="311"/>
                    <a:pt x="385" y="352"/>
                  </a:cubicBezTo>
                  <a:lnTo>
                    <a:pt x="349" y="512"/>
                  </a:lnTo>
                  <a:lnTo>
                    <a:pt x="367" y="644"/>
                  </a:lnTo>
                  <a:lnTo>
                    <a:pt x="433" y="812"/>
                  </a:lnTo>
                  <a:lnTo>
                    <a:pt x="529" y="908"/>
                  </a:lnTo>
                  <a:lnTo>
                    <a:pt x="625" y="956"/>
                  </a:lnTo>
                  <a:lnTo>
                    <a:pt x="641" y="996"/>
                  </a:lnTo>
                  <a:cubicBezTo>
                    <a:pt x="609" y="1015"/>
                    <a:pt x="607" y="1022"/>
                    <a:pt x="589" y="1022"/>
                  </a:cubicBezTo>
                  <a:lnTo>
                    <a:pt x="1" y="1022"/>
                  </a:lnTo>
                  <a:cubicBezTo>
                    <a:pt x="1" y="994"/>
                    <a:pt x="19" y="931"/>
                    <a:pt x="19" y="896"/>
                  </a:cubicBezTo>
                  <a:lnTo>
                    <a:pt x="1" y="812"/>
                  </a:lnTo>
                  <a:lnTo>
                    <a:pt x="1" y="698"/>
                  </a:lnTo>
                  <a:lnTo>
                    <a:pt x="19" y="596"/>
                  </a:lnTo>
                  <a:lnTo>
                    <a:pt x="1" y="524"/>
                  </a:lnTo>
                  <a:lnTo>
                    <a:pt x="1" y="476"/>
                  </a:lnTo>
                  <a:cubicBezTo>
                    <a:pt x="56" y="421"/>
                    <a:pt x="51" y="452"/>
                    <a:pt x="19" y="410"/>
                  </a:cubicBezTo>
                  <a:cubicBezTo>
                    <a:pt x="9" y="386"/>
                    <a:pt x="5" y="358"/>
                    <a:pt x="1" y="332"/>
                  </a:cubicBezTo>
                  <a:cubicBezTo>
                    <a:pt x="0" y="326"/>
                    <a:pt x="16" y="332"/>
                    <a:pt x="19" y="326"/>
                  </a:cubicBezTo>
                  <a:cubicBezTo>
                    <a:pt x="22" y="320"/>
                    <a:pt x="4" y="283"/>
                    <a:pt x="1" y="260"/>
                  </a:cubicBezTo>
                  <a:lnTo>
                    <a:pt x="1" y="188"/>
                  </a:lnTo>
                  <a:lnTo>
                    <a:pt x="31" y="86"/>
                  </a:lnTo>
                  <a:lnTo>
                    <a:pt x="7" y="2"/>
                  </a:lnTo>
                  <a:close/>
                </a:path>
              </a:pathLst>
            </a:custGeom>
            <a:solidFill>
              <a:srgbClr val="CC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57" name="Text Box 12"/>
            <p:cNvSpPr txBox="1"/>
            <p:nvPr/>
          </p:nvSpPr>
          <p:spPr>
            <a:xfrm>
              <a:off x="528" y="3216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31758" name="Freeform 13"/>
            <p:cNvSpPr/>
            <p:nvPr/>
          </p:nvSpPr>
          <p:spPr>
            <a:xfrm>
              <a:off x="1437" y="2907"/>
              <a:ext cx="771" cy="1029"/>
            </a:xfrm>
            <a:custGeom>
              <a:avLst/>
              <a:gdLst/>
              <a:ahLst/>
              <a:cxnLst>
                <a:cxn ang="0">
                  <a:pos x="751" y="9"/>
                </a:cxn>
                <a:cxn ang="0">
                  <a:pos x="149" y="5"/>
                </a:cxn>
                <a:cxn ang="0">
                  <a:pos x="145" y="5"/>
                </a:cxn>
                <a:cxn ang="0">
                  <a:pos x="87" y="9"/>
                </a:cxn>
                <a:cxn ang="0">
                  <a:pos x="149" y="97"/>
                </a:cxn>
                <a:cxn ang="0">
                  <a:pos x="173" y="113"/>
                </a:cxn>
                <a:cxn ang="0">
                  <a:pos x="185" y="121"/>
                </a:cxn>
                <a:cxn ang="0">
                  <a:pos x="229" y="149"/>
                </a:cxn>
                <a:cxn ang="0">
                  <a:pos x="247" y="169"/>
                </a:cxn>
                <a:cxn ang="0">
                  <a:pos x="267" y="193"/>
                </a:cxn>
                <a:cxn ang="0">
                  <a:pos x="299" y="241"/>
                </a:cxn>
                <a:cxn ang="0">
                  <a:pos x="315" y="253"/>
                </a:cxn>
                <a:cxn ang="0">
                  <a:pos x="335" y="301"/>
                </a:cxn>
                <a:cxn ang="0">
                  <a:pos x="359" y="361"/>
                </a:cxn>
                <a:cxn ang="0">
                  <a:pos x="363" y="373"/>
                </a:cxn>
                <a:cxn ang="0">
                  <a:pos x="379" y="489"/>
                </a:cxn>
                <a:cxn ang="0">
                  <a:pos x="329" y="725"/>
                </a:cxn>
                <a:cxn ang="0">
                  <a:pos x="291" y="781"/>
                </a:cxn>
                <a:cxn ang="0">
                  <a:pos x="235" y="837"/>
                </a:cxn>
                <a:cxn ang="0">
                  <a:pos x="153" y="929"/>
                </a:cxn>
                <a:cxn ang="0">
                  <a:pos x="83" y="961"/>
                </a:cxn>
                <a:cxn ang="0">
                  <a:pos x="93" y="965"/>
                </a:cxn>
                <a:cxn ang="0">
                  <a:pos x="77" y="993"/>
                </a:cxn>
                <a:cxn ang="0">
                  <a:pos x="89" y="1017"/>
                </a:cxn>
                <a:cxn ang="0">
                  <a:pos x="101" y="1029"/>
                </a:cxn>
                <a:cxn ang="0">
                  <a:pos x="693" y="1029"/>
                </a:cxn>
                <a:cxn ang="0">
                  <a:pos x="741" y="993"/>
                </a:cxn>
                <a:cxn ang="0">
                  <a:pos x="725" y="929"/>
                </a:cxn>
                <a:cxn ang="0">
                  <a:pos x="713" y="837"/>
                </a:cxn>
                <a:cxn ang="0">
                  <a:pos x="705" y="633"/>
                </a:cxn>
                <a:cxn ang="0">
                  <a:pos x="717" y="561"/>
                </a:cxn>
                <a:cxn ang="0">
                  <a:pos x="733" y="525"/>
                </a:cxn>
                <a:cxn ang="0">
                  <a:pos x="765" y="309"/>
                </a:cxn>
                <a:cxn ang="0">
                  <a:pos x="761" y="209"/>
                </a:cxn>
                <a:cxn ang="0">
                  <a:pos x="753" y="157"/>
                </a:cxn>
                <a:cxn ang="0">
                  <a:pos x="765" y="21"/>
                </a:cxn>
                <a:cxn ang="0">
                  <a:pos x="751" y="9"/>
                </a:cxn>
              </a:cxnLst>
              <a:rect l="0" t="0" r="0" b="0"/>
              <a:pathLst>
                <a:path w="771" h="1029">
                  <a:moveTo>
                    <a:pt x="751" y="9"/>
                  </a:moveTo>
                  <a:cubicBezTo>
                    <a:pt x="554" y="2"/>
                    <a:pt x="149" y="5"/>
                    <a:pt x="149" y="5"/>
                  </a:cubicBezTo>
                  <a:cubicBezTo>
                    <a:pt x="188" y="53"/>
                    <a:pt x="153" y="8"/>
                    <a:pt x="145" y="5"/>
                  </a:cubicBezTo>
                  <a:cubicBezTo>
                    <a:pt x="134" y="0"/>
                    <a:pt x="96" y="3"/>
                    <a:pt x="87" y="9"/>
                  </a:cubicBezTo>
                  <a:cubicBezTo>
                    <a:pt x="69" y="64"/>
                    <a:pt x="115" y="74"/>
                    <a:pt x="149" y="97"/>
                  </a:cubicBezTo>
                  <a:cubicBezTo>
                    <a:pt x="157" y="102"/>
                    <a:pt x="165" y="108"/>
                    <a:pt x="173" y="113"/>
                  </a:cubicBezTo>
                  <a:cubicBezTo>
                    <a:pt x="177" y="116"/>
                    <a:pt x="185" y="121"/>
                    <a:pt x="185" y="121"/>
                  </a:cubicBezTo>
                  <a:cubicBezTo>
                    <a:pt x="195" y="136"/>
                    <a:pt x="214" y="139"/>
                    <a:pt x="229" y="149"/>
                  </a:cubicBezTo>
                  <a:cubicBezTo>
                    <a:pt x="239" y="163"/>
                    <a:pt x="233" y="160"/>
                    <a:pt x="247" y="169"/>
                  </a:cubicBezTo>
                  <a:cubicBezTo>
                    <a:pt x="254" y="180"/>
                    <a:pt x="257" y="185"/>
                    <a:pt x="267" y="193"/>
                  </a:cubicBezTo>
                  <a:cubicBezTo>
                    <a:pt x="274" y="199"/>
                    <a:pt x="291" y="236"/>
                    <a:pt x="299" y="241"/>
                  </a:cubicBezTo>
                  <a:cubicBezTo>
                    <a:pt x="303" y="244"/>
                    <a:pt x="315" y="253"/>
                    <a:pt x="315" y="253"/>
                  </a:cubicBezTo>
                  <a:cubicBezTo>
                    <a:pt x="334" y="281"/>
                    <a:pt x="324" y="269"/>
                    <a:pt x="335" y="301"/>
                  </a:cubicBezTo>
                  <a:cubicBezTo>
                    <a:pt x="339" y="313"/>
                    <a:pt x="355" y="349"/>
                    <a:pt x="359" y="361"/>
                  </a:cubicBezTo>
                  <a:cubicBezTo>
                    <a:pt x="360" y="365"/>
                    <a:pt x="363" y="373"/>
                    <a:pt x="363" y="373"/>
                  </a:cubicBezTo>
                  <a:cubicBezTo>
                    <a:pt x="367" y="406"/>
                    <a:pt x="371" y="457"/>
                    <a:pt x="379" y="489"/>
                  </a:cubicBezTo>
                  <a:cubicBezTo>
                    <a:pt x="373" y="582"/>
                    <a:pt x="370" y="642"/>
                    <a:pt x="329" y="725"/>
                  </a:cubicBezTo>
                  <a:cubicBezTo>
                    <a:pt x="317" y="748"/>
                    <a:pt x="309" y="763"/>
                    <a:pt x="291" y="781"/>
                  </a:cubicBezTo>
                  <a:cubicBezTo>
                    <a:pt x="283" y="804"/>
                    <a:pt x="255" y="824"/>
                    <a:pt x="235" y="837"/>
                  </a:cubicBezTo>
                  <a:cubicBezTo>
                    <a:pt x="224" y="869"/>
                    <a:pt x="182" y="910"/>
                    <a:pt x="153" y="929"/>
                  </a:cubicBezTo>
                  <a:cubicBezTo>
                    <a:pt x="137" y="940"/>
                    <a:pt x="100" y="950"/>
                    <a:pt x="83" y="961"/>
                  </a:cubicBezTo>
                  <a:cubicBezTo>
                    <a:pt x="79" y="964"/>
                    <a:pt x="93" y="965"/>
                    <a:pt x="93" y="965"/>
                  </a:cubicBezTo>
                  <a:cubicBezTo>
                    <a:pt x="86" y="970"/>
                    <a:pt x="76" y="982"/>
                    <a:pt x="77" y="993"/>
                  </a:cubicBezTo>
                  <a:cubicBezTo>
                    <a:pt x="76" y="1002"/>
                    <a:pt x="85" y="1011"/>
                    <a:pt x="89" y="1017"/>
                  </a:cubicBezTo>
                  <a:cubicBezTo>
                    <a:pt x="93" y="1023"/>
                    <a:pt x="0" y="1027"/>
                    <a:pt x="101" y="1029"/>
                  </a:cubicBezTo>
                  <a:lnTo>
                    <a:pt x="693" y="1029"/>
                  </a:lnTo>
                  <a:cubicBezTo>
                    <a:pt x="733" y="1022"/>
                    <a:pt x="722" y="1022"/>
                    <a:pt x="741" y="993"/>
                  </a:cubicBezTo>
                  <a:cubicBezTo>
                    <a:pt x="734" y="972"/>
                    <a:pt x="729" y="950"/>
                    <a:pt x="725" y="929"/>
                  </a:cubicBezTo>
                  <a:cubicBezTo>
                    <a:pt x="722" y="898"/>
                    <a:pt x="717" y="868"/>
                    <a:pt x="713" y="837"/>
                  </a:cubicBezTo>
                  <a:cubicBezTo>
                    <a:pt x="720" y="768"/>
                    <a:pt x="727" y="700"/>
                    <a:pt x="705" y="633"/>
                  </a:cubicBezTo>
                  <a:cubicBezTo>
                    <a:pt x="710" y="577"/>
                    <a:pt x="704" y="600"/>
                    <a:pt x="717" y="561"/>
                  </a:cubicBezTo>
                  <a:cubicBezTo>
                    <a:pt x="721" y="549"/>
                    <a:pt x="733" y="525"/>
                    <a:pt x="733" y="525"/>
                  </a:cubicBezTo>
                  <a:cubicBezTo>
                    <a:pt x="737" y="352"/>
                    <a:pt x="700" y="406"/>
                    <a:pt x="765" y="309"/>
                  </a:cubicBezTo>
                  <a:cubicBezTo>
                    <a:pt x="761" y="275"/>
                    <a:pt x="771" y="240"/>
                    <a:pt x="761" y="209"/>
                  </a:cubicBezTo>
                  <a:cubicBezTo>
                    <a:pt x="758" y="201"/>
                    <a:pt x="753" y="157"/>
                    <a:pt x="753" y="157"/>
                  </a:cubicBezTo>
                  <a:cubicBezTo>
                    <a:pt x="757" y="100"/>
                    <a:pt x="765" y="78"/>
                    <a:pt x="765" y="21"/>
                  </a:cubicBezTo>
                  <a:lnTo>
                    <a:pt x="751" y="9"/>
                  </a:lnTo>
                  <a:close/>
                </a:path>
              </a:pathLst>
            </a:custGeom>
            <a:solidFill>
              <a:srgbClr val="003399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59" name="Text Box 14"/>
            <p:cNvSpPr txBox="1"/>
            <p:nvPr/>
          </p:nvSpPr>
          <p:spPr>
            <a:xfrm>
              <a:off x="1824" y="3216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S</a:t>
              </a:r>
            </a:p>
          </p:txBody>
        </p:sp>
      </p:grpSp>
      <p:grpSp>
        <p:nvGrpSpPr>
          <p:cNvPr id="31752" name="Group 15"/>
          <p:cNvGrpSpPr/>
          <p:nvPr/>
        </p:nvGrpSpPr>
        <p:grpSpPr>
          <a:xfrm>
            <a:off x="966675" y="1556904"/>
            <a:ext cx="4327525" cy="4724400"/>
            <a:chOff x="2640" y="1104"/>
            <a:chExt cx="2726" cy="2976"/>
          </a:xfrm>
        </p:grpSpPr>
        <p:pic>
          <p:nvPicPr>
            <p:cNvPr id="31753" name="Picture 16" descr="DIANBIAO"/>
            <p:cNvPicPr>
              <a:picLocks noChangeAspect="1"/>
            </p:cNvPicPr>
            <p:nvPr/>
          </p:nvPicPr>
          <p:blipFill>
            <a:blip r:embed="rId3">
              <a:lum contrast="12000"/>
            </a:blip>
            <a:stretch>
              <a:fillRect/>
            </a:stretch>
          </p:blipFill>
          <p:spPr>
            <a:xfrm>
              <a:off x="2640" y="1104"/>
              <a:ext cx="2726" cy="2976"/>
            </a:xfrm>
            <a:prstGeom prst="rect">
              <a:avLst/>
            </a:prstGeom>
            <a:noFill/>
            <a:ln w="9525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31754" name="Text Box 17"/>
            <p:cNvSpPr txBox="1"/>
            <p:nvPr/>
          </p:nvSpPr>
          <p:spPr>
            <a:xfrm>
              <a:off x="4560" y="1872"/>
              <a:ext cx="576" cy="327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>
                  <a:latin typeface="Times New Roman" panose="02020603050405020304" pitchFamily="18" charset="0"/>
                </a:rPr>
                <a:t>磁铁</a:t>
              </a:r>
            </a:p>
          </p:txBody>
        </p:sp>
      </p:grpSp>
      <p:sp>
        <p:nvSpPr>
          <p:cNvPr id="2" name="标题 2">
            <a:extLst>
              <a:ext uri="{FF2B5EF4-FFF2-40B4-BE49-F238E27FC236}">
                <a16:creationId xmlns:a16="http://schemas.microsoft.com/office/drawing/2014/main" id="{AC18F18A-BFF5-6AFD-438A-260B298F6C64}"/>
              </a:ext>
            </a:extLst>
          </p:cNvPr>
          <p:cNvSpPr txBox="1">
            <a:spLocks/>
          </p:cNvSpPr>
          <p:nvPr/>
        </p:nvSpPr>
        <p:spPr>
          <a:xfrm>
            <a:off x="612570" y="402524"/>
            <a:ext cx="4781755" cy="65389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latin typeface="华文楷体" panose="02010600040101010101" pitchFamily="2" charset="-122"/>
              </a:rPr>
              <a:t>磁电式电流计</a:t>
            </a:r>
            <a:endParaRPr lang="zh-CN" altLang="en-US" sz="3200" b="1" dirty="0">
              <a:solidFill>
                <a:srgbClr val="0066FF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9B81E1F-978B-DC5E-B557-E6841E83D0FD}"/>
              </a:ext>
            </a:extLst>
          </p:cNvPr>
          <p:cNvSpPr txBox="1"/>
          <p:nvPr/>
        </p:nvSpPr>
        <p:spPr>
          <a:xfrm>
            <a:off x="5479143" y="3295217"/>
            <a:ext cx="64516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Tx/>
              <a:buChar char="-"/>
            </a:pPr>
            <a:r>
              <a:rPr lang="zh-CN" altLang="en-US" sz="2800" b="0" i="0" dirty="0">
                <a:effectLst/>
                <a:latin typeface="Helvetica Neue"/>
              </a:rPr>
              <a:t>当铜电线圈转动时，螺旋弹簧将被扭动，产生一个阻碍线圈转动的</a:t>
            </a:r>
            <a:r>
              <a:rPr lang="zh-CN" altLang="en-US" sz="2800" dirty="0">
                <a:latin typeface="Helvetica Neue"/>
              </a:rPr>
              <a:t>阻力矩</a:t>
            </a:r>
            <a:endParaRPr lang="en-US" altLang="zh-CN" sz="2800" b="0" i="0" dirty="0">
              <a:effectLst/>
              <a:latin typeface="Helvetica Neue"/>
            </a:endParaRPr>
          </a:p>
          <a:p>
            <a:pPr marL="457200" indent="-457200">
              <a:buFontTx/>
              <a:buChar char="-"/>
            </a:pPr>
            <a:endParaRPr lang="en-US" altLang="zh-CN" sz="2800" b="0" i="0" dirty="0">
              <a:effectLst/>
              <a:latin typeface="Helvetica Neue"/>
            </a:endParaRPr>
          </a:p>
          <a:p>
            <a:pPr marL="457200" indent="-457200">
              <a:buFontTx/>
              <a:buChar char="-"/>
            </a:pPr>
            <a:r>
              <a:rPr lang="zh-CN" altLang="en-US" sz="2800" b="0" i="0" dirty="0">
                <a:effectLst/>
                <a:latin typeface="Helvetica Neue"/>
              </a:rPr>
              <a:t>当磁力矩与螺旋弹簧中的阻力矩相等时，线圈停止转动</a:t>
            </a:r>
            <a:endParaRPr lang="zh-CN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>
                <a:extLst>
                  <a:ext uri="{FF2B5EF4-FFF2-40B4-BE49-F238E27FC236}">
                    <a16:creationId xmlns:a16="http://schemas.microsoft.com/office/drawing/2014/main" id="{D572C4D9-09AF-32A5-8125-6AD8C3F689C5}"/>
                  </a:ext>
                </a:extLst>
              </p:cNvPr>
              <p:cNvSpPr txBox="1"/>
              <p:nvPr/>
            </p:nvSpPr>
            <p:spPr>
              <a:xfrm>
                <a:off x="7674428" y="4216174"/>
                <a:ext cx="1676400" cy="519112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3" name="Object 3">
                <a:extLst>
                  <a:ext uri="{FF2B5EF4-FFF2-40B4-BE49-F238E27FC236}">
                    <a16:creationId xmlns:a16="http://schemas.microsoft.com/office/drawing/2014/main" id="{D572C4D9-09AF-32A5-8125-6AD8C3F689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4428" y="4216174"/>
                <a:ext cx="1676400" cy="5191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>
                <a:extLst>
                  <a:ext uri="{FF2B5EF4-FFF2-40B4-BE49-F238E27FC236}">
                    <a16:creationId xmlns:a16="http://schemas.microsoft.com/office/drawing/2014/main" id="{BB98A768-3481-4D60-069F-3C6A8B063A7F}"/>
                  </a:ext>
                </a:extLst>
              </p:cNvPr>
              <p:cNvSpPr txBox="1"/>
              <p:nvPr/>
            </p:nvSpPr>
            <p:spPr>
              <a:xfrm>
                <a:off x="5829981" y="5841704"/>
                <a:ext cx="3418114" cy="523875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6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zh-CN" altLang="en-US" sz="26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6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𝐵𝑁𝐼𝑆</m:t>
                      </m:r>
                      <m:r>
                        <a:rPr lang="en-US" altLang="zh-CN" sz="2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4" name="Object 4">
                <a:extLst>
                  <a:ext uri="{FF2B5EF4-FFF2-40B4-BE49-F238E27FC236}">
                    <a16:creationId xmlns:a16="http://schemas.microsoft.com/office/drawing/2014/main" id="{BB98A768-3481-4D60-069F-3C6A8B063A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9981" y="5841704"/>
                <a:ext cx="3418114" cy="5238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5">
                <a:extLst>
                  <a:ext uri="{FF2B5EF4-FFF2-40B4-BE49-F238E27FC236}">
                    <a16:creationId xmlns:a16="http://schemas.microsoft.com/office/drawing/2014/main" id="{3CC75A60-B3FD-0478-9670-4DFB474072F2}"/>
                  </a:ext>
                </a:extLst>
              </p:cNvPr>
              <p:cNvSpPr txBox="1"/>
              <p:nvPr/>
            </p:nvSpPr>
            <p:spPr>
              <a:xfrm>
                <a:off x="9248095" y="5656243"/>
                <a:ext cx="2895600" cy="1030288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𝑁𝐵𝑆</m:t>
                          </m:r>
                        </m:den>
                      </m:f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6" name="Object 5">
                <a:extLst>
                  <a:ext uri="{FF2B5EF4-FFF2-40B4-BE49-F238E27FC236}">
                    <a16:creationId xmlns:a16="http://schemas.microsoft.com/office/drawing/2014/main" id="{3CC75A60-B3FD-0478-9670-4DFB474072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8095" y="5656243"/>
                <a:ext cx="2895600" cy="103028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1" name="Rectangle 3"/>
          <p:cNvSpPr>
            <a:spLocks noGrp="1"/>
          </p:cNvSpPr>
          <p:nvPr>
            <p:ph idx="1"/>
          </p:nvPr>
        </p:nvSpPr>
        <p:spPr>
          <a:xfrm>
            <a:off x="920297" y="1094809"/>
            <a:ext cx="8229600" cy="5616575"/>
          </a:xfrm>
          <a:noFill/>
          <a:ln>
            <a:noFill/>
          </a:ln>
        </p:spPr>
        <p:txBody>
          <a:bodyPr/>
          <a:lstStyle/>
          <a:p>
            <a:pPr marL="0" indent="0" eaLnBrk="1" hangingPunct="1">
              <a:buNone/>
            </a:pPr>
            <a:r>
              <a:rPr lang="zh-CN" altLang="en-US" sz="2600" dirty="0"/>
              <a:t>如果不是恒定电流而是一个短促的电流脉冲</a:t>
            </a:r>
            <a:r>
              <a:rPr lang="en-US" altLang="zh-CN" sz="2600" dirty="0"/>
              <a:t>:</a:t>
            </a:r>
          </a:p>
          <a:p>
            <a:pPr eaLnBrk="1" hangingPunct="1">
              <a:buFontTx/>
              <a:buChar char="-"/>
            </a:pPr>
            <a:r>
              <a:rPr lang="zh-CN" altLang="en-US" sz="2600" dirty="0"/>
              <a:t>在极短的时间内，电流计的线圈将受到一个冲量矩的作用：</a:t>
            </a:r>
            <a:endParaRPr lang="en-US" altLang="zh-CN" sz="2600" dirty="0"/>
          </a:p>
          <a:p>
            <a:pPr eaLnBrk="1" hangingPunct="1">
              <a:buFontTx/>
              <a:buChar char="-"/>
            </a:pPr>
            <a:endParaRPr lang="en-US" altLang="zh-CN" sz="2600" dirty="0"/>
          </a:p>
          <a:p>
            <a:pPr eaLnBrk="1" hangingPunct="1">
              <a:buFontTx/>
              <a:buChar char="-"/>
            </a:pPr>
            <a:endParaRPr lang="en-US" altLang="zh-CN" sz="2600" dirty="0"/>
          </a:p>
          <a:p>
            <a:pPr eaLnBrk="1" hangingPunct="1">
              <a:buFontTx/>
              <a:buChar char="-"/>
            </a:pPr>
            <a:r>
              <a:rPr lang="zh-CN" altLang="en-US" sz="2600" dirty="0"/>
              <a:t>脉冲过后，线圈具有角速度</a:t>
            </a:r>
            <a:r>
              <a:rPr lang="el-GR" altLang="zh-CN" sz="2600" i="1" dirty="0">
                <a:latin typeface="Times New Roman" panose="02020603050405020304" pitchFamily="18" charset="0"/>
              </a:rPr>
              <a:t>ω</a:t>
            </a:r>
            <a:r>
              <a:rPr lang="en-US" altLang="zh-CN" sz="2600" baseline="-25000" dirty="0">
                <a:latin typeface="Times New Roman" panose="02020603050405020304" pitchFamily="18" charset="0"/>
              </a:rPr>
              <a:t>0</a:t>
            </a:r>
            <a:r>
              <a:rPr lang="zh-CN" altLang="en-US" sz="2600" dirty="0"/>
              <a:t>，根据角动量定理，有</a:t>
            </a:r>
            <a:endParaRPr lang="en-US" altLang="zh-CN" sz="2600" dirty="0"/>
          </a:p>
          <a:p>
            <a:pPr eaLnBrk="1" hangingPunct="1">
              <a:buFontTx/>
              <a:buChar char="-"/>
            </a:pPr>
            <a:endParaRPr lang="en-US" altLang="zh-CN" sz="2600" b="1" dirty="0"/>
          </a:p>
          <a:p>
            <a:pPr eaLnBrk="1" hangingPunct="1">
              <a:buFontTx/>
              <a:buChar char="-"/>
            </a:pPr>
            <a:r>
              <a:rPr lang="zh-CN" altLang="en-US" sz="2600" dirty="0"/>
              <a:t>在游丝的扭转作用下减速，这一过程机械能守恒：</a:t>
            </a:r>
            <a:endParaRPr lang="en-US" altLang="zh-CN" sz="2600" dirty="0"/>
          </a:p>
          <a:p>
            <a:pPr eaLnBrk="1" hangingPunct="1">
              <a:buFontTx/>
              <a:buChar char="-"/>
            </a:pPr>
            <a:endParaRPr lang="en-US" altLang="zh-CN" sz="2600" dirty="0"/>
          </a:p>
          <a:p>
            <a:pPr eaLnBrk="1" hangingPunct="1">
              <a:buFontTx/>
              <a:buChar char="-"/>
            </a:pPr>
            <a:endParaRPr lang="en-US" altLang="zh-CN" sz="2600" dirty="0"/>
          </a:p>
          <a:p>
            <a:pPr marL="0" indent="0" eaLnBrk="1" hangingPunct="1">
              <a:buNone/>
            </a:pPr>
            <a:r>
              <a:rPr lang="zh-CN" altLang="en-US" sz="2600" dirty="0"/>
              <a:t>得：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3412" name="Object 4"/>
              <p:cNvSpPr txBox="1"/>
              <p:nvPr/>
            </p:nvSpPr>
            <p:spPr>
              <a:xfrm>
                <a:off x="2396217" y="2061086"/>
                <a:ext cx="6464754" cy="685800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p>
                        <m:e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𝑀𝑑𝑡</m:t>
                          </m:r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𝑁𝐵𝑆</m:t>
                      </m:r>
                      <m:nary>
                        <m:naryPr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p>
                        <m:e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𝐼𝑑𝑡</m:t>
                          </m:r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𝑁𝐵𝑆𝑞</m:t>
                      </m:r>
                    </m:oMath>
                  </m:oMathPara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273412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6217" y="2061086"/>
                <a:ext cx="6464754" cy="685800"/>
              </a:xfrm>
              <a:prstGeom prst="rect">
                <a:avLst/>
              </a:prstGeom>
              <a:blipFill>
                <a:blip r:embed="rId2"/>
                <a:stretch>
                  <a:fillRect b="-35398"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3413" name="Object 5"/>
              <p:cNvSpPr txBox="1"/>
              <p:nvPr/>
            </p:nvSpPr>
            <p:spPr>
              <a:xfrm>
                <a:off x="4572682" y="3903097"/>
                <a:ext cx="1439862" cy="588963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sSub>
                        <m:sSubPr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273413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682" y="3903097"/>
                <a:ext cx="1439862" cy="5889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3414" name="Object 6"/>
              <p:cNvSpPr txBox="1"/>
              <p:nvPr/>
            </p:nvSpPr>
            <p:spPr>
              <a:xfrm>
                <a:off x="4247016" y="4738541"/>
                <a:ext cx="3697967" cy="831850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sSup>
                        <m:sSupPr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sSup>
                        <m:sSupPr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  <m:sup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273414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7016" y="4738541"/>
                <a:ext cx="3697967" cy="8318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3415" name="Object 7"/>
              <p:cNvSpPr txBox="1"/>
              <p:nvPr/>
            </p:nvSpPr>
            <p:spPr>
              <a:xfrm>
                <a:off x="2396217" y="5699356"/>
                <a:ext cx="2016125" cy="876300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𝑘𝐽</m:t>
                              </m:r>
                            </m:e>
                          </m:rad>
                        </m:num>
                        <m:den>
                          <m: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𝑁𝐵𝑆</m:t>
                          </m:r>
                        </m:den>
                      </m:f>
                      <m:r>
                        <a:rPr lang="zh-CN" alt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273415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6217" y="5699356"/>
                <a:ext cx="2016125" cy="876300"/>
              </a:xfrm>
              <a:prstGeom prst="rect">
                <a:avLst/>
              </a:prstGeom>
              <a:blipFill>
                <a:blip r:embed="rId5"/>
                <a:stretch>
                  <a:fillRect b="-2083"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3416" name="Text Box 8"/>
          <p:cNvSpPr txBox="1"/>
          <p:nvPr/>
        </p:nvSpPr>
        <p:spPr>
          <a:xfrm>
            <a:off x="5363710" y="6037202"/>
            <a:ext cx="5907993" cy="49244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2600" dirty="0">
                <a:latin typeface="Times New Roman" panose="02020603050405020304" pitchFamily="18" charset="0"/>
              </a:rPr>
              <a:t>从最大偏角可以得到经过的电量 </a:t>
            </a:r>
          </a:p>
        </p:txBody>
      </p:sp>
      <p:sp>
        <p:nvSpPr>
          <p:cNvPr id="2" name="标题 2">
            <a:extLst>
              <a:ext uri="{FF2B5EF4-FFF2-40B4-BE49-F238E27FC236}">
                <a16:creationId xmlns:a16="http://schemas.microsoft.com/office/drawing/2014/main" id="{AFBFA761-53E4-E200-EA08-F32307617C5C}"/>
              </a:ext>
            </a:extLst>
          </p:cNvPr>
          <p:cNvSpPr txBox="1">
            <a:spLocks/>
          </p:cNvSpPr>
          <p:nvPr/>
        </p:nvSpPr>
        <p:spPr>
          <a:xfrm>
            <a:off x="612570" y="402524"/>
            <a:ext cx="6034973" cy="65389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latin typeface="华文楷体" panose="02010600040101010101" pitchFamily="2" charset="-122"/>
              </a:rPr>
              <a:t>磁电式电流计 </a:t>
            </a:r>
            <a:r>
              <a:rPr lang="en-US" altLang="zh-CN" sz="3200" b="1" dirty="0">
                <a:solidFill>
                  <a:srgbClr val="0066FF"/>
                </a:solidFill>
                <a:latin typeface="华文楷体" panose="02010600040101010101" pitchFamily="2" charset="-122"/>
              </a:rPr>
              <a:t>-</a:t>
            </a:r>
            <a:r>
              <a:rPr lang="zh-CN" altLang="en-US" sz="3200" b="1" dirty="0">
                <a:solidFill>
                  <a:srgbClr val="0066FF"/>
                </a:solidFill>
                <a:latin typeface="华文楷体" panose="02010600040101010101" pitchFamily="2" charset="-122"/>
              </a:rPr>
              <a:t>冲击电流计</a:t>
            </a:r>
            <a:endParaRPr lang="zh-CN" altLang="en-US" sz="3200" b="1" dirty="0">
              <a:solidFill>
                <a:srgbClr val="0066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3412" grpId="0"/>
      <p:bldP spid="273413" grpId="0"/>
      <p:bldP spid="273414" grpId="0"/>
      <p:bldP spid="273415" grpId="0"/>
      <p:bldP spid="2734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电磁轨道炮试验中 炮口为何会出现火焰？">
            <a:extLst>
              <a:ext uri="{FF2B5EF4-FFF2-40B4-BE49-F238E27FC236}">
                <a16:creationId xmlns:a16="http://schemas.microsoft.com/office/drawing/2014/main" id="{17B4D51F-C245-05E3-F909-AF66C6D9DC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979" y="1129390"/>
            <a:ext cx="6700158" cy="4973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6350" name="Group 30">
            <a:extLst>
              <a:ext uri="{FF2B5EF4-FFF2-40B4-BE49-F238E27FC236}">
                <a16:creationId xmlns:a16="http://schemas.microsoft.com/office/drawing/2014/main" id="{DE27F385-C15C-42F9-AA8E-2BE6A1B5E576}"/>
              </a:ext>
            </a:extLst>
          </p:cNvPr>
          <p:cNvGrpSpPr>
            <a:grpSpLocks/>
          </p:cNvGrpSpPr>
          <p:nvPr/>
        </p:nvGrpSpPr>
        <p:grpSpPr bwMode="auto">
          <a:xfrm>
            <a:off x="6423026" y="1352550"/>
            <a:ext cx="3482975" cy="3771900"/>
            <a:chOff x="3134" y="720"/>
            <a:chExt cx="2194" cy="2376"/>
          </a:xfrm>
        </p:grpSpPr>
        <p:grpSp>
          <p:nvGrpSpPr>
            <p:cNvPr id="26635" name="Group 31">
              <a:extLst>
                <a:ext uri="{FF2B5EF4-FFF2-40B4-BE49-F238E27FC236}">
                  <a16:creationId xmlns:a16="http://schemas.microsoft.com/office/drawing/2014/main" id="{723F7FF0-3345-4FE2-8E8C-857FA8148F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28" y="1656"/>
              <a:ext cx="720" cy="492"/>
              <a:chOff x="3744" y="1596"/>
              <a:chExt cx="720" cy="492"/>
            </a:xfrm>
          </p:grpSpPr>
          <p:sp>
            <p:nvSpPr>
              <p:cNvPr id="26653" name="Rectangle 32" descr="大纸屑">
                <a:extLst>
                  <a:ext uri="{FF2B5EF4-FFF2-40B4-BE49-F238E27FC236}">
                    <a16:creationId xmlns:a16="http://schemas.microsoft.com/office/drawing/2014/main" id="{1356D266-F1BA-42C2-BE01-B91DF40A4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4" y="1596"/>
                <a:ext cx="720" cy="240"/>
              </a:xfrm>
              <a:prstGeom prst="rect">
                <a:avLst/>
              </a:prstGeom>
              <a:pattFill prst="lgConfetti">
                <a:fgClr>
                  <a:srgbClr val="FF0000"/>
                </a:fgClr>
                <a:bgClr>
                  <a:srgbClr val="FFFFFF"/>
                </a:bgClr>
              </a:patt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2800" dirty="0">
                  <a:ea typeface="华文楷体" panose="02010600040101010101" pitchFamily="2" charset="-122"/>
                </a:endParaRPr>
              </a:p>
            </p:txBody>
          </p:sp>
          <p:sp>
            <p:nvSpPr>
              <p:cNvPr id="26654" name="Oval 33">
                <a:extLst>
                  <a:ext uri="{FF2B5EF4-FFF2-40B4-BE49-F238E27FC236}">
                    <a16:creationId xmlns:a16="http://schemas.microsoft.com/office/drawing/2014/main" id="{8A8B27E9-DDB5-4CB6-8BF7-0F7951C99A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6" y="1896"/>
                <a:ext cx="192" cy="192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sz="2800" dirty="0">
                  <a:ea typeface="华文楷体" panose="02010600040101010101" pitchFamily="2" charset="-122"/>
                </a:endParaRPr>
              </a:p>
            </p:txBody>
          </p:sp>
          <p:sp>
            <p:nvSpPr>
              <p:cNvPr id="26655" name="Text Box 34">
                <a:extLst>
                  <a:ext uri="{FF2B5EF4-FFF2-40B4-BE49-F238E27FC236}">
                    <a16:creationId xmlns:a16="http://schemas.microsoft.com/office/drawing/2014/main" id="{E834EDBE-795F-4A27-86FE-FCC949CA5A0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60" y="1756"/>
                <a:ext cx="336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zh-CN" sz="2800" dirty="0">
                    <a:ea typeface="华文楷体" panose="02010600040101010101" pitchFamily="2" charset="-122"/>
                    <a:sym typeface="Symbol" panose="05050102010706020507" pitchFamily="18" charset="2"/>
                  </a:rPr>
                  <a:t></a:t>
                </a:r>
                <a:endParaRPr lang="en-US" altLang="zh-CN" sz="2800" dirty="0">
                  <a:ea typeface="华文楷体" panose="02010600040101010101" pitchFamily="2" charset="-122"/>
                </a:endParaRPr>
              </a:p>
            </p:txBody>
          </p:sp>
        </p:grpSp>
        <p:sp>
          <p:nvSpPr>
            <p:cNvPr id="26636" name="Line 35">
              <a:extLst>
                <a:ext uri="{FF2B5EF4-FFF2-40B4-BE49-F238E27FC236}">
                  <a16:creationId xmlns:a16="http://schemas.microsoft.com/office/drawing/2014/main" id="{59E45035-C01A-4BA7-86E2-33CC4557EB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84" y="2172"/>
              <a:ext cx="0" cy="48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arrow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26637" name="Line 36">
              <a:extLst>
                <a:ext uri="{FF2B5EF4-FFF2-40B4-BE49-F238E27FC236}">
                  <a16:creationId xmlns:a16="http://schemas.microsoft.com/office/drawing/2014/main" id="{FA8D0687-9932-489F-AEF2-19A2776EC7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8" y="2136"/>
              <a:ext cx="0" cy="48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arrow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800"/>
            </a:p>
          </p:txBody>
        </p:sp>
        <p:grpSp>
          <p:nvGrpSpPr>
            <p:cNvPr id="26638" name="Group 37">
              <a:extLst>
                <a:ext uri="{FF2B5EF4-FFF2-40B4-BE49-F238E27FC236}">
                  <a16:creationId xmlns:a16="http://schemas.microsoft.com/office/drawing/2014/main" id="{A96BF845-69D2-4962-9BE6-6A1351F463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20" y="2172"/>
              <a:ext cx="288" cy="330"/>
              <a:chOff x="1560" y="852"/>
              <a:chExt cx="288" cy="330"/>
            </a:xfrm>
          </p:grpSpPr>
          <p:sp>
            <p:nvSpPr>
              <p:cNvPr id="26651" name="Text Box 38">
                <a:extLst>
                  <a:ext uri="{FF2B5EF4-FFF2-40B4-BE49-F238E27FC236}">
                    <a16:creationId xmlns:a16="http://schemas.microsoft.com/office/drawing/2014/main" id="{7BB97855-4A14-47BD-B82A-44F4F23845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60" y="852"/>
                <a:ext cx="288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zh-CN" sz="2800" i="1" dirty="0">
                    <a:ea typeface="华文楷体" panose="02010600040101010101" pitchFamily="2" charset="-122"/>
                  </a:rPr>
                  <a:t>B</a:t>
                </a:r>
              </a:p>
            </p:txBody>
          </p:sp>
          <p:sp>
            <p:nvSpPr>
              <p:cNvPr id="26652" name="Line 39">
                <a:extLst>
                  <a:ext uri="{FF2B5EF4-FFF2-40B4-BE49-F238E27FC236}">
                    <a16:creationId xmlns:a16="http://schemas.microsoft.com/office/drawing/2014/main" id="{CA34125B-CC05-4CFF-9417-422673D706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56" y="900"/>
                <a:ext cx="1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2800"/>
              </a:p>
            </p:txBody>
          </p:sp>
        </p:grpSp>
        <p:grpSp>
          <p:nvGrpSpPr>
            <p:cNvPr id="26639" name="Group 40">
              <a:extLst>
                <a:ext uri="{FF2B5EF4-FFF2-40B4-BE49-F238E27FC236}">
                  <a16:creationId xmlns:a16="http://schemas.microsoft.com/office/drawing/2014/main" id="{635189AC-F0D9-41C6-B26D-1027D7ED14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0" y="720"/>
              <a:ext cx="504" cy="330"/>
              <a:chOff x="4056" y="648"/>
              <a:chExt cx="504" cy="330"/>
            </a:xfrm>
          </p:grpSpPr>
          <p:sp>
            <p:nvSpPr>
              <p:cNvPr id="26649" name="Text Box 41">
                <a:extLst>
                  <a:ext uri="{FF2B5EF4-FFF2-40B4-BE49-F238E27FC236}">
                    <a16:creationId xmlns:a16="http://schemas.microsoft.com/office/drawing/2014/main" id="{F843B2C0-0A63-40D2-85DE-CECAC69C31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56" y="648"/>
                <a:ext cx="504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zh-CN" sz="2800" i="1" dirty="0">
                    <a:solidFill>
                      <a:srgbClr val="FF00FF"/>
                    </a:solidFill>
                    <a:ea typeface="华文楷体" panose="02010600040101010101" pitchFamily="2" charset="-122"/>
                  </a:rPr>
                  <a:t>F</a:t>
                </a:r>
                <a:r>
                  <a:rPr lang="en-US" altLang="zh-CN" sz="2800" baseline="-25000" dirty="0">
                    <a:solidFill>
                      <a:srgbClr val="FF00FF"/>
                    </a:solidFill>
                    <a:ea typeface="华文楷体" panose="02010600040101010101" pitchFamily="2" charset="-122"/>
                  </a:rPr>
                  <a:t>m</a:t>
                </a:r>
                <a:endParaRPr lang="en-US" altLang="zh-CN" sz="2800" dirty="0">
                  <a:solidFill>
                    <a:srgbClr val="FF00FF"/>
                  </a:solidFill>
                  <a:ea typeface="华文楷体" panose="02010600040101010101" pitchFamily="2" charset="-122"/>
                </a:endParaRPr>
              </a:p>
            </p:txBody>
          </p:sp>
          <p:sp>
            <p:nvSpPr>
              <p:cNvPr id="26650" name="Line 42">
                <a:extLst>
                  <a:ext uri="{FF2B5EF4-FFF2-40B4-BE49-F238E27FC236}">
                    <a16:creationId xmlns:a16="http://schemas.microsoft.com/office/drawing/2014/main" id="{53AE74B2-01D6-4E21-90AD-237D1B3695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40" y="696"/>
                <a:ext cx="192" cy="0"/>
              </a:xfrm>
              <a:prstGeom prst="line">
                <a:avLst/>
              </a:prstGeom>
              <a:noFill/>
              <a:ln w="12700">
                <a:solidFill>
                  <a:srgbClr val="FF00FF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sz="2800"/>
              </a:p>
            </p:txBody>
          </p:sp>
        </p:grpSp>
        <p:sp>
          <p:nvSpPr>
            <p:cNvPr id="26640" name="Line 43">
              <a:extLst>
                <a:ext uri="{FF2B5EF4-FFF2-40B4-BE49-F238E27FC236}">
                  <a16:creationId xmlns:a16="http://schemas.microsoft.com/office/drawing/2014/main" id="{3FE45BC3-90BA-49FE-91A9-9EA325FCD0C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828" y="1536"/>
              <a:ext cx="0" cy="48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arrow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26641" name="Rectangle 44">
              <a:extLst>
                <a:ext uri="{FF2B5EF4-FFF2-40B4-BE49-F238E27FC236}">
                  <a16:creationId xmlns:a16="http://schemas.microsoft.com/office/drawing/2014/main" id="{A9AEF29C-655D-4124-8BB7-D83EAF6EF1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4" y="2408"/>
              <a:ext cx="192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lang="en-US" altLang="zh-CN" sz="2800" i="1" dirty="0">
                  <a:solidFill>
                    <a:srgbClr val="FF0000"/>
                  </a:solidFill>
                  <a:ea typeface="华文楷体" panose="02010600040101010101" pitchFamily="2" charset="-122"/>
                </a:rPr>
                <a:t>I</a:t>
              </a:r>
            </a:p>
          </p:txBody>
        </p:sp>
        <p:sp>
          <p:nvSpPr>
            <p:cNvPr id="26642" name="Rectangle 45">
              <a:extLst>
                <a:ext uri="{FF2B5EF4-FFF2-40B4-BE49-F238E27FC236}">
                  <a16:creationId xmlns:a16="http://schemas.microsoft.com/office/drawing/2014/main" id="{8B09D487-2659-435D-A14F-0AFF887300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2" y="2412"/>
              <a:ext cx="88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lang="en-US" altLang="zh-CN" sz="2800" i="1" dirty="0">
                  <a:solidFill>
                    <a:srgbClr val="FF0000"/>
                  </a:solidFill>
                  <a:ea typeface="华文楷体" panose="02010600040101010101" pitchFamily="2" charset="-122"/>
                </a:rPr>
                <a:t>I</a:t>
              </a:r>
              <a:r>
                <a:rPr lang="en-US" altLang="zh-CN" sz="2800" dirty="0">
                  <a:solidFill>
                    <a:srgbClr val="FF0000"/>
                  </a:solidFill>
                  <a:ea typeface="华文楷体" panose="02010600040101010101" pitchFamily="2" charset="-122"/>
                  <a:sym typeface="Symbol" panose="05050102010706020507" pitchFamily="18" charset="2"/>
                </a:rPr>
                <a:t>10</a:t>
              </a:r>
              <a:r>
                <a:rPr lang="en-US" altLang="zh-CN" sz="2800" baseline="30000" dirty="0">
                  <a:solidFill>
                    <a:srgbClr val="FF0000"/>
                  </a:solidFill>
                  <a:ea typeface="华文楷体" panose="02010600040101010101" pitchFamily="2" charset="-122"/>
                  <a:sym typeface="Symbol" panose="05050102010706020507" pitchFamily="18" charset="2"/>
                </a:rPr>
                <a:t>6</a:t>
              </a:r>
              <a:r>
                <a:rPr lang="en-US" altLang="zh-CN" sz="2800" dirty="0">
                  <a:solidFill>
                    <a:srgbClr val="FF0000"/>
                  </a:solidFill>
                  <a:ea typeface="华文楷体" panose="02010600040101010101" pitchFamily="2" charset="-122"/>
                  <a:sym typeface="Symbol" panose="05050102010706020507" pitchFamily="18" charset="2"/>
                </a:rPr>
                <a:t>A</a:t>
              </a:r>
              <a:endParaRPr lang="en-US" altLang="zh-CN" sz="2800" dirty="0">
                <a:solidFill>
                  <a:srgbClr val="FF0000"/>
                </a:solidFill>
                <a:ea typeface="华文楷体" panose="02010600040101010101" pitchFamily="2" charset="-122"/>
              </a:endParaRPr>
            </a:p>
          </p:txBody>
        </p:sp>
        <p:sp>
          <p:nvSpPr>
            <p:cNvPr id="26643" name="Text Box 46">
              <a:extLst>
                <a:ext uri="{FF2B5EF4-FFF2-40B4-BE49-F238E27FC236}">
                  <a16:creationId xmlns:a16="http://schemas.microsoft.com/office/drawing/2014/main" id="{1EF0DF7E-BED4-4AF1-A698-15F3754615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8" y="1440"/>
              <a:ext cx="960" cy="6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FF0000"/>
                  </a:solidFill>
                  <a:ea typeface="华文楷体" panose="02010600040101010101" pitchFamily="2" charset="-122"/>
                </a:rPr>
                <a:t>导电气体</a:t>
              </a:r>
            </a:p>
          </p:txBody>
        </p:sp>
        <p:sp>
          <p:nvSpPr>
            <p:cNvPr id="26644" name="Line 47">
              <a:extLst>
                <a:ext uri="{FF2B5EF4-FFF2-40B4-BE49-F238E27FC236}">
                  <a16:creationId xmlns:a16="http://schemas.microsoft.com/office/drawing/2014/main" id="{C33E239A-FDE9-432D-A9A4-550164C06E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52" y="1656"/>
              <a:ext cx="288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26645" name="Line 48">
              <a:extLst>
                <a:ext uri="{FF2B5EF4-FFF2-40B4-BE49-F238E27FC236}">
                  <a16:creationId xmlns:a16="http://schemas.microsoft.com/office/drawing/2014/main" id="{70539565-94EA-4A56-99AE-5727E578C9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8" y="1032"/>
              <a:ext cx="0" cy="2064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26646" name="Line 49">
              <a:extLst>
                <a:ext uri="{FF2B5EF4-FFF2-40B4-BE49-F238E27FC236}">
                  <a16:creationId xmlns:a16="http://schemas.microsoft.com/office/drawing/2014/main" id="{707669D7-96BA-46E1-B7AB-4C14BD1887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8" y="1020"/>
              <a:ext cx="0" cy="2064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26647" name="Line 50">
              <a:extLst>
                <a:ext uri="{FF2B5EF4-FFF2-40B4-BE49-F238E27FC236}">
                  <a16:creationId xmlns:a16="http://schemas.microsoft.com/office/drawing/2014/main" id="{0B8A5E2D-8274-4DD3-828F-57394BEC89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64" y="984"/>
              <a:ext cx="0" cy="480"/>
            </a:xfrm>
            <a:prstGeom prst="line">
              <a:avLst/>
            </a:prstGeom>
            <a:noFill/>
            <a:ln w="76200">
              <a:solidFill>
                <a:srgbClr val="FF00FF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26648" name="Rectangle 51">
              <a:extLst>
                <a:ext uri="{FF2B5EF4-FFF2-40B4-BE49-F238E27FC236}">
                  <a16:creationId xmlns:a16="http://schemas.microsoft.com/office/drawing/2014/main" id="{FD8751DF-63EC-4DD3-9BC2-8EC79602EA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8" y="1416"/>
              <a:ext cx="720" cy="240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800" dirty="0">
                <a:ea typeface="华文楷体" panose="02010600040101010101" pitchFamily="2" charset="-122"/>
              </a:endParaRPr>
            </a:p>
          </p:txBody>
        </p:sp>
      </p:grpSp>
      <p:sp>
        <p:nvSpPr>
          <p:cNvPr id="56372" name="Text Box 52">
            <a:extLst>
              <a:ext uri="{FF2B5EF4-FFF2-40B4-BE49-F238E27FC236}">
                <a16:creationId xmlns:a16="http://schemas.microsoft.com/office/drawing/2014/main" id="{B7563BE1-236A-48BF-A133-4B8D7CD24B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5534680"/>
            <a:ext cx="511458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800" dirty="0">
                <a:ea typeface="华文楷体" panose="02010600040101010101" pitchFamily="2" charset="-122"/>
              </a:rPr>
              <a:t>在</a:t>
            </a:r>
            <a:r>
              <a:rPr lang="en-US" altLang="zh-CN" sz="2800" dirty="0">
                <a:ea typeface="华文楷体" panose="02010600040101010101" pitchFamily="2" charset="-122"/>
              </a:rPr>
              <a:t>1mS</a:t>
            </a:r>
            <a:r>
              <a:rPr lang="zh-CN" altLang="en-US" sz="2800" dirty="0">
                <a:ea typeface="华文楷体" panose="02010600040101010101" pitchFamily="2" charset="-122"/>
              </a:rPr>
              <a:t>内，速度可达</a:t>
            </a:r>
            <a:r>
              <a:rPr lang="en-US" altLang="zh-CN" sz="2800" dirty="0">
                <a:ea typeface="华文楷体" panose="02010600040101010101" pitchFamily="2" charset="-122"/>
              </a:rPr>
              <a:t>10km/s</a:t>
            </a:r>
          </a:p>
        </p:txBody>
      </p:sp>
      <p:sp>
        <p:nvSpPr>
          <p:cNvPr id="56376" name="Text Box 56">
            <a:extLst>
              <a:ext uri="{FF2B5EF4-FFF2-40B4-BE49-F238E27FC236}">
                <a16:creationId xmlns:a16="http://schemas.microsoft.com/office/drawing/2014/main" id="{3E5F5A8A-AC7E-4D11-93E4-9A57533B76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600" y="446874"/>
            <a:ext cx="28019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 algn="l" eaLnBrk="1" hangingPunct="1">
              <a:spcBef>
                <a:spcPct val="50000"/>
              </a:spcBef>
              <a:buFont typeface="Wingdings" panose="05000000000000000000" pitchFamily="2" charset="2"/>
              <a:buChar char="p"/>
            </a:pPr>
            <a:r>
              <a:rPr lang="zh-CN" altLang="en-US" b="1" dirty="0">
                <a:solidFill>
                  <a:srgbClr val="0066FF"/>
                </a:solidFill>
                <a:ea typeface="华文楷体" panose="02010600040101010101" pitchFamily="2" charset="-122"/>
              </a:rPr>
              <a:t>电磁轨道炮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7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741ECCFE-E29B-6773-B474-A7F24D4423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43" y="1647370"/>
            <a:ext cx="5638954" cy="4245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4" descr="1174196265">
            <a:extLst>
              <a:ext uri="{FF2B5EF4-FFF2-40B4-BE49-F238E27FC236}">
                <a16:creationId xmlns:a16="http://schemas.microsoft.com/office/drawing/2014/main" id="{BDD2D0DA-3286-7D5B-7BE7-495399D5A5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2193" y="1639722"/>
            <a:ext cx="5389864" cy="404239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60EE0743-1BD5-594F-5EBC-3D578F202C3F}"/>
              </a:ext>
            </a:extLst>
          </p:cNvPr>
          <p:cNvSpPr txBox="1"/>
          <p:nvPr/>
        </p:nvSpPr>
        <p:spPr>
          <a:xfrm>
            <a:off x="6807200" y="5892800"/>
            <a:ext cx="46808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800" b="1" dirty="0"/>
              <a:t>超导磁流体推进潜艇 </a:t>
            </a:r>
            <a:r>
              <a:rPr lang="zh-CN" altLang="en-US" sz="2800" b="1" dirty="0">
                <a:latin typeface="Arial" panose="020B0604020202020204" pitchFamily="34" charset="0"/>
              </a:rPr>
              <a:t>“</a:t>
            </a:r>
            <a:r>
              <a:rPr lang="zh-CN" altLang="en-US" sz="2800" b="1" dirty="0"/>
              <a:t>洛神</a:t>
            </a:r>
            <a:r>
              <a:rPr lang="zh-CN" altLang="en-US" sz="2800" b="1" dirty="0">
                <a:latin typeface="Arial" panose="020B0604020202020204" pitchFamily="34" charset="0"/>
              </a:rPr>
              <a:t>”</a:t>
            </a:r>
            <a:endParaRPr lang="zh-CN" altLang="en-US" sz="2800" b="1" dirty="0"/>
          </a:p>
        </p:txBody>
      </p:sp>
      <p:sp>
        <p:nvSpPr>
          <p:cNvPr id="5" name="标题 2">
            <a:extLst>
              <a:ext uri="{FF2B5EF4-FFF2-40B4-BE49-F238E27FC236}">
                <a16:creationId xmlns:a16="http://schemas.microsoft.com/office/drawing/2014/main" id="{3CD97002-456F-4D90-6B03-981CDE3360CA}"/>
              </a:ext>
            </a:extLst>
          </p:cNvPr>
          <p:cNvSpPr txBox="1">
            <a:spLocks/>
          </p:cNvSpPr>
          <p:nvPr/>
        </p:nvSpPr>
        <p:spPr>
          <a:xfrm>
            <a:off x="866877" y="402524"/>
            <a:ext cx="4781755" cy="65389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latin typeface="华文楷体" panose="02010600040101010101" pitchFamily="2" charset="-122"/>
              </a:rPr>
              <a:t>超导磁流体推进器</a:t>
            </a:r>
            <a:endParaRPr lang="zh-CN" altLang="en-US" sz="3200" b="1" dirty="0">
              <a:solidFill>
                <a:srgbClr val="0066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5888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06" name="Group 2"/>
          <p:cNvGrpSpPr/>
          <p:nvPr/>
        </p:nvGrpSpPr>
        <p:grpSpPr>
          <a:xfrm>
            <a:off x="2124588" y="1543741"/>
            <a:ext cx="1922463" cy="3505200"/>
            <a:chOff x="822" y="972"/>
            <a:chExt cx="1211" cy="2208"/>
          </a:xfrm>
        </p:grpSpPr>
        <p:grpSp>
          <p:nvGrpSpPr>
            <p:cNvPr id="21532" name="Group 3"/>
            <p:cNvGrpSpPr/>
            <p:nvPr/>
          </p:nvGrpSpPr>
          <p:grpSpPr>
            <a:xfrm>
              <a:off x="822" y="972"/>
              <a:ext cx="1211" cy="2208"/>
              <a:chOff x="822" y="972"/>
              <a:chExt cx="1211" cy="220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537" name="Object 5"/>
                  <p:cNvSpPr txBox="1"/>
                  <p:nvPr/>
                </p:nvSpPr>
                <p:spPr>
                  <a:xfrm>
                    <a:off x="870" y="972"/>
                    <a:ext cx="231" cy="355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2800"/>
                  </a:p>
                </p:txBody>
              </p:sp>
            </mc:Choice>
            <mc:Fallback xmlns="">
              <p:sp>
                <p:nvSpPr>
                  <p:cNvPr id="21537" name="Object 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0" y="972"/>
                    <a:ext cx="231" cy="355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538" name="Object 6"/>
                  <p:cNvSpPr txBox="1"/>
                  <p:nvPr/>
                </p:nvSpPr>
                <p:spPr>
                  <a:xfrm>
                    <a:off x="1763" y="972"/>
                    <a:ext cx="270" cy="355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2800"/>
                  </a:p>
                </p:txBody>
              </p:sp>
            </mc:Choice>
            <mc:Fallback xmlns="">
              <p:sp>
                <p:nvSpPr>
                  <p:cNvPr id="21538" name="Object 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63" y="972"/>
                    <a:ext cx="270" cy="355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1539" name="AutoShape 7"/>
              <p:cNvSpPr/>
              <p:nvPr/>
            </p:nvSpPr>
            <p:spPr>
              <a:xfrm rot="-499561">
                <a:off x="1878" y="1356"/>
                <a:ext cx="96" cy="1824"/>
              </a:xfrm>
              <a:prstGeom prst="can">
                <a:avLst>
                  <a:gd name="adj" fmla="val 44157"/>
                </a:avLst>
              </a:prstGeom>
              <a:gradFill rotWithShape="0">
                <a:gsLst>
                  <a:gs pos="0">
                    <a:srgbClr val="6F6F6F"/>
                  </a:gs>
                  <a:gs pos="50000">
                    <a:srgbClr val="F0F0F0"/>
                  </a:gs>
                  <a:gs pos="100000">
                    <a:srgbClr val="6F6F6F"/>
                  </a:gs>
                </a:gsLst>
                <a:lin ang="0" scaled="1"/>
                <a:tileRect/>
              </a:gra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sz="28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540" name="AutoShape 8"/>
              <p:cNvSpPr/>
              <p:nvPr/>
            </p:nvSpPr>
            <p:spPr>
              <a:xfrm rot="-499561">
                <a:off x="966" y="1308"/>
                <a:ext cx="96" cy="1824"/>
              </a:xfrm>
              <a:prstGeom prst="can">
                <a:avLst>
                  <a:gd name="adj" fmla="val 44157"/>
                </a:avLst>
              </a:prstGeom>
              <a:gradFill rotWithShape="0">
                <a:gsLst>
                  <a:gs pos="0">
                    <a:srgbClr val="6F6F6F"/>
                  </a:gs>
                  <a:gs pos="50000">
                    <a:srgbClr val="F0F0F0"/>
                  </a:gs>
                  <a:gs pos="100000">
                    <a:srgbClr val="6F6F6F"/>
                  </a:gs>
                </a:gsLst>
                <a:lin ang="0" scaled="1"/>
                <a:tileRect/>
              </a:gra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sz="28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541" name="Line 9"/>
              <p:cNvSpPr/>
              <p:nvPr/>
            </p:nvSpPr>
            <p:spPr>
              <a:xfrm flipH="1" flipV="1">
                <a:off x="822" y="972"/>
                <a:ext cx="48" cy="384"/>
              </a:xfrm>
              <a:prstGeom prst="line">
                <a:avLst/>
              </a:prstGeom>
              <a:ln w="28575" cap="flat" cmpd="sng">
                <a:solidFill>
                  <a:srgbClr val="0066FF"/>
                </a:solidFill>
                <a:prstDash val="solid"/>
                <a:headEnd type="none" w="sm" len="lg"/>
                <a:tailEnd type="triangle" w="sm" len="lg"/>
              </a:ln>
            </p:spPr>
          </p:sp>
          <p:sp>
            <p:nvSpPr>
              <p:cNvPr id="21542" name="Line 10"/>
              <p:cNvSpPr/>
              <p:nvPr/>
            </p:nvSpPr>
            <p:spPr>
              <a:xfrm flipH="1" flipV="1">
                <a:off x="1734" y="1020"/>
                <a:ext cx="48" cy="384"/>
              </a:xfrm>
              <a:prstGeom prst="line">
                <a:avLst/>
              </a:prstGeom>
              <a:ln w="28575" cap="flat" cmpd="sng">
                <a:solidFill>
                  <a:srgbClr val="0066FF"/>
                </a:solidFill>
                <a:prstDash val="solid"/>
                <a:headEnd type="none" w="sm" len="lg"/>
                <a:tailEnd type="triangle" w="sm" len="lg"/>
              </a:ln>
            </p:spPr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33" name="Object 11"/>
                <p:cNvSpPr txBox="1"/>
                <p:nvPr/>
              </p:nvSpPr>
              <p:spPr>
                <a:xfrm>
                  <a:off x="1398" y="2700"/>
                  <a:ext cx="240" cy="320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 fontScale="925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oMath>
                    </m:oMathPara>
                  </a14:m>
                  <a:endParaRPr lang="en-US" sz="2800"/>
                </a:p>
              </p:txBody>
            </p:sp>
          </mc:Choice>
          <mc:Fallback xmlns="">
            <p:sp>
              <p:nvSpPr>
                <p:cNvPr id="21533" name="Object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8" y="2700"/>
                  <a:ext cx="240" cy="3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534" name="Line 12"/>
            <p:cNvSpPr/>
            <p:nvPr/>
          </p:nvSpPr>
          <p:spPr>
            <a:xfrm>
              <a:off x="1638" y="2892"/>
              <a:ext cx="336" cy="0"/>
            </a:xfrm>
            <a:prstGeom prst="line">
              <a:avLst/>
            </a:prstGeom>
            <a:ln w="28575" cap="flat" cmpd="sng">
              <a:solidFill>
                <a:srgbClr val="006666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1535" name="Line 13"/>
            <p:cNvSpPr/>
            <p:nvPr/>
          </p:nvSpPr>
          <p:spPr>
            <a:xfrm flipH="1">
              <a:off x="1158" y="2892"/>
              <a:ext cx="240" cy="0"/>
            </a:xfrm>
            <a:prstGeom prst="line">
              <a:avLst/>
            </a:prstGeom>
            <a:ln w="28575" cap="flat" cmpd="sng">
              <a:solidFill>
                <a:srgbClr val="006666"/>
              </a:solidFill>
              <a:prstDash val="solid"/>
              <a:headEnd type="none" w="med" len="med"/>
              <a:tailEnd type="triangle" w="sm" len="lg"/>
            </a:ln>
          </p:spPr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2399" name="Object 15"/>
              <p:cNvSpPr txBox="1"/>
              <p:nvPr/>
            </p:nvSpPr>
            <p:spPr>
              <a:xfrm>
                <a:off x="5431195" y="2129529"/>
                <a:ext cx="1838325" cy="1093787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func>
                            <m:func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 b="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fName>
                            <m:e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72399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1195" y="2129529"/>
                <a:ext cx="1838325" cy="10937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2400" name="Object 16"/>
              <p:cNvSpPr txBox="1"/>
              <p:nvPr/>
            </p:nvSpPr>
            <p:spPr>
              <a:xfrm>
                <a:off x="7802919" y="2124766"/>
                <a:ext cx="1828800" cy="1095375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func>
                            <m:func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 b="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fName>
                            <m:e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72400" name="Object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2919" y="2124766"/>
                <a:ext cx="1828800" cy="10953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2401" name="Object 17"/>
              <p:cNvSpPr txBox="1"/>
              <p:nvPr/>
            </p:nvSpPr>
            <p:spPr>
              <a:xfrm>
                <a:off x="5962137" y="3296341"/>
                <a:ext cx="3190875" cy="534988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800" b="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func>
                        <m:func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</m:func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72401" name="Object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2137" y="3296341"/>
                <a:ext cx="3190875" cy="53498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2402" name="Object 18"/>
              <p:cNvSpPr txBox="1"/>
              <p:nvPr/>
            </p:nvSpPr>
            <p:spPr>
              <a:xfrm>
                <a:off x="5583536" y="5695309"/>
                <a:ext cx="4343400" cy="1060450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800" b="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800" b="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func>
                            <m:func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 b="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fName>
                            <m:e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72402" name="Object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3536" y="5695309"/>
                <a:ext cx="4343400" cy="106045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2404" name="Object 20"/>
              <p:cNvSpPr txBox="1"/>
              <p:nvPr/>
            </p:nvSpPr>
            <p:spPr>
              <a:xfrm>
                <a:off x="6028811" y="4058341"/>
                <a:ext cx="3581400" cy="630238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US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=9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</m:sup>
                      </m:sSup>
                      <m:m>
                        <m:mPr>
                          <m:plcHide m:val="on"/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sz="28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</m:e>
                        </m:mr>
                      </m:m>
                      <m:func>
                        <m:func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28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m:rPr>
                              <m:sty m:val="p"/>
                            </m:rPr>
                            <a:rPr lang="en-US" sz="2800" b="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</m:func>
                      <m:r>
                        <a:rPr lang="en-US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72404" name="Object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8811" y="4058341"/>
                <a:ext cx="3581400" cy="63023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2405" name="Object 21"/>
              <p:cNvSpPr txBox="1"/>
              <p:nvPr/>
            </p:nvSpPr>
            <p:spPr>
              <a:xfrm>
                <a:off x="5583536" y="4688579"/>
                <a:ext cx="4333875" cy="1079500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800" b="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800" b="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func>
                            <m:func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 b="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fName>
                            <m:e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72405" name="Object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3536" y="4688579"/>
                <a:ext cx="4333875" cy="10795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2406" name="Group 22"/>
          <p:cNvGrpSpPr/>
          <p:nvPr/>
        </p:nvGrpSpPr>
        <p:grpSpPr>
          <a:xfrm>
            <a:off x="1591189" y="3143941"/>
            <a:ext cx="3184525" cy="914400"/>
            <a:chOff x="288" y="1728"/>
            <a:chExt cx="2006" cy="576"/>
          </a:xfrm>
        </p:grpSpPr>
        <p:sp>
          <p:nvSpPr>
            <p:cNvPr id="21528" name="Line 23"/>
            <p:cNvSpPr/>
            <p:nvPr/>
          </p:nvSpPr>
          <p:spPr>
            <a:xfrm flipV="1">
              <a:off x="1776" y="1728"/>
              <a:ext cx="336" cy="336"/>
            </a:xfrm>
            <a:prstGeom prst="line">
              <a:avLst/>
            </a:prstGeom>
            <a:ln w="28575" cap="flat" cmpd="sng">
              <a:solidFill>
                <a:srgbClr val="0066FF"/>
              </a:solidFill>
              <a:prstDash val="solid"/>
              <a:headEnd type="none" w="sm" len="lg"/>
              <a:tailEnd type="triangle" w="sm" len="lg"/>
            </a:ln>
          </p:spPr>
        </p:sp>
        <p:sp>
          <p:nvSpPr>
            <p:cNvPr id="21529" name="Line 24"/>
            <p:cNvSpPr/>
            <p:nvPr/>
          </p:nvSpPr>
          <p:spPr>
            <a:xfrm flipH="1">
              <a:off x="382" y="1920"/>
              <a:ext cx="386" cy="384"/>
            </a:xfrm>
            <a:prstGeom prst="line">
              <a:avLst/>
            </a:prstGeom>
            <a:ln w="28575" cap="flat" cmpd="sng">
              <a:solidFill>
                <a:srgbClr val="0066FF"/>
              </a:solidFill>
              <a:prstDash val="solid"/>
              <a:headEnd type="none" w="sm" len="lg"/>
              <a:tailEnd type="triangle" w="sm" len="lg"/>
            </a:ln>
          </p:spPr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30" name="Object 25"/>
                <p:cNvSpPr txBox="1"/>
                <p:nvPr/>
              </p:nvSpPr>
              <p:spPr>
                <a:xfrm>
                  <a:off x="2022" y="1776"/>
                  <a:ext cx="272" cy="360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 fontScale="925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⃑"/>
                                <m:ctrlP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8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acc>
                          </m:e>
                          <m:sub>
                            <m:r>
                              <a:rPr lang="en-US" sz="28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800"/>
                </a:p>
              </p:txBody>
            </p:sp>
          </mc:Choice>
          <mc:Fallback xmlns="">
            <p:sp>
              <p:nvSpPr>
                <p:cNvPr id="21530" name="Object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2" y="1776"/>
                  <a:ext cx="272" cy="36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31" name="Object 26"/>
                <p:cNvSpPr txBox="1"/>
                <p:nvPr/>
              </p:nvSpPr>
              <p:spPr>
                <a:xfrm>
                  <a:off x="288" y="1824"/>
                  <a:ext cx="294" cy="360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 fontScale="925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⃑"/>
                                <m:ctrlP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8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acc>
                          </m:e>
                          <m:sub>
                            <m:r>
                              <a:rPr lang="en-US" sz="28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800"/>
                </a:p>
              </p:txBody>
            </p:sp>
          </mc:Choice>
          <mc:Fallback xmlns="">
            <p:sp>
              <p:nvSpPr>
                <p:cNvPr id="21531" name="Object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8" y="1824"/>
                  <a:ext cx="294" cy="36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2411" name="Group 27"/>
          <p:cNvGrpSpPr/>
          <p:nvPr/>
        </p:nvGrpSpPr>
        <p:grpSpPr>
          <a:xfrm>
            <a:off x="2962788" y="2839141"/>
            <a:ext cx="1282700" cy="1365250"/>
            <a:chOff x="1350" y="1788"/>
            <a:chExt cx="808" cy="860"/>
          </a:xfrm>
        </p:grpSpPr>
        <p:sp>
          <p:nvSpPr>
            <p:cNvPr id="21522" name="Line 28"/>
            <p:cNvSpPr/>
            <p:nvPr/>
          </p:nvSpPr>
          <p:spPr>
            <a:xfrm flipH="1" flipV="1">
              <a:off x="1878" y="1980"/>
              <a:ext cx="48" cy="336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sm" len="lg"/>
              <a:tailEnd type="triangle" w="sm" len="lg"/>
            </a:ln>
          </p:spPr>
        </p:sp>
        <p:grpSp>
          <p:nvGrpSpPr>
            <p:cNvPr id="21523" name="Group 29"/>
            <p:cNvGrpSpPr/>
            <p:nvPr/>
          </p:nvGrpSpPr>
          <p:grpSpPr>
            <a:xfrm>
              <a:off x="1350" y="1788"/>
              <a:ext cx="808" cy="860"/>
              <a:chOff x="1152" y="1536"/>
              <a:chExt cx="808" cy="86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524" name="Object 30"/>
                  <p:cNvSpPr txBox="1"/>
                  <p:nvPr/>
                </p:nvSpPr>
                <p:spPr>
                  <a:xfrm>
                    <a:off x="1296" y="2064"/>
                    <a:ext cx="384" cy="332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sz="2800" b="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⃑"/>
                                  <m:ctrlP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8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2800"/>
                  </a:p>
                </p:txBody>
              </p:sp>
            </mc:Choice>
            <mc:Fallback xmlns="">
              <p:sp>
                <p:nvSpPr>
                  <p:cNvPr id="21524" name="Object 3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96" y="2064"/>
                    <a:ext cx="384" cy="332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525" name="Object 31"/>
                  <p:cNvSpPr txBox="1"/>
                  <p:nvPr/>
                </p:nvSpPr>
                <p:spPr>
                  <a:xfrm>
                    <a:off x="1152" y="1536"/>
                    <a:ext cx="475" cy="336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 fontScale="85000" lnSpcReduction="10000"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800" b="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⃑"/>
                                  <m:ctrlP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8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2800"/>
                  </a:p>
                </p:txBody>
              </p:sp>
            </mc:Choice>
            <mc:Fallback xmlns="">
              <p:sp>
                <p:nvSpPr>
                  <p:cNvPr id="21525" name="Object 3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52" y="1536"/>
                    <a:ext cx="475" cy="336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526" name="Object 32"/>
                  <p:cNvSpPr txBox="1"/>
                  <p:nvPr/>
                </p:nvSpPr>
                <p:spPr>
                  <a:xfrm>
                    <a:off x="1776" y="1680"/>
                    <a:ext cx="184" cy="319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 fontScale="85000" lnSpcReduction="10000"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21526" name="Object 3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76" y="1680"/>
                    <a:ext cx="184" cy="319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6250" r="-39583" b="-2410"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1527" name="Line 33"/>
              <p:cNvSpPr/>
              <p:nvPr/>
            </p:nvSpPr>
            <p:spPr>
              <a:xfrm flipH="1" flipV="1">
                <a:off x="1344" y="2016"/>
                <a:ext cx="384" cy="48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headEnd type="none" w="sm" len="lg"/>
                <a:tailEnd type="triangle" w="sm" len="lg"/>
              </a:ln>
            </p:spPr>
          </p:sp>
        </p:grpSp>
      </p:grpSp>
      <p:grpSp>
        <p:nvGrpSpPr>
          <p:cNvPr id="272418" name="Group 34"/>
          <p:cNvGrpSpPr/>
          <p:nvPr/>
        </p:nvGrpSpPr>
        <p:grpSpPr>
          <a:xfrm>
            <a:off x="1505464" y="2610541"/>
            <a:ext cx="1609725" cy="1485900"/>
            <a:chOff x="432" y="1644"/>
            <a:chExt cx="1014" cy="93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18" name="Object 35"/>
                <p:cNvSpPr txBox="1"/>
                <p:nvPr/>
              </p:nvSpPr>
              <p:spPr>
                <a:xfrm>
                  <a:off x="432" y="1644"/>
                  <a:ext cx="458" cy="334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 fontScale="85000" lnSpcReduction="1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28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sz="2800" b="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⃑"/>
                                <m:ctrlP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8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</m:acc>
                          </m:e>
                          <m:sub>
                            <m:r>
                              <a:rPr lang="en-US" sz="28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800"/>
                </a:p>
              </p:txBody>
            </p:sp>
          </mc:Choice>
          <mc:Fallback xmlns="">
            <p:sp>
              <p:nvSpPr>
                <p:cNvPr id="21518" name="Object 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" y="1644"/>
                  <a:ext cx="458" cy="334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19" name="Object 36"/>
                <p:cNvSpPr txBox="1"/>
                <p:nvPr/>
              </p:nvSpPr>
              <p:spPr>
                <a:xfrm>
                  <a:off x="1110" y="2268"/>
                  <a:ext cx="336" cy="312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800" b="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⃑"/>
                                <m:ctrlP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8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acc>
                          </m:e>
                          <m:sub>
                            <m:r>
                              <a:rPr lang="en-US" sz="28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800"/>
                </a:p>
              </p:txBody>
            </p:sp>
          </mc:Choice>
          <mc:Fallback xmlns="">
            <p:sp>
              <p:nvSpPr>
                <p:cNvPr id="21519" name="Object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0" y="2268"/>
                  <a:ext cx="336" cy="312"/>
                </a:xfrm>
                <a:prstGeom prst="rect">
                  <a:avLst/>
                </a:prstGeom>
                <a:blipFill>
                  <a:blip r:embed="rId18"/>
                  <a:stretch>
                    <a:fillRect r="-11364" b="-4938"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520" name="Line 37"/>
            <p:cNvSpPr/>
            <p:nvPr/>
          </p:nvSpPr>
          <p:spPr>
            <a:xfrm>
              <a:off x="1014" y="2172"/>
              <a:ext cx="384" cy="48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sm" len="lg"/>
              <a:tailEnd type="triangle" w="sm" len="lg"/>
            </a:ln>
          </p:spPr>
        </p:sp>
        <p:sp>
          <p:nvSpPr>
            <p:cNvPr id="21521" name="Line 38"/>
            <p:cNvSpPr/>
            <p:nvPr/>
          </p:nvSpPr>
          <p:spPr>
            <a:xfrm flipH="1" flipV="1">
              <a:off x="966" y="1836"/>
              <a:ext cx="48" cy="336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sm" len="lg"/>
              <a:tailEnd type="triangle" w="sm" len="lg"/>
            </a:ln>
          </p:spPr>
        </p:sp>
      </p:grpSp>
      <p:sp>
        <p:nvSpPr>
          <p:cNvPr id="73" name="标题 2">
            <a:extLst>
              <a:ext uri="{FF2B5EF4-FFF2-40B4-BE49-F238E27FC236}">
                <a16:creationId xmlns:a16="http://schemas.microsoft.com/office/drawing/2014/main" id="{B66A427A-321B-4B08-B667-AE4F92D19DF8}"/>
              </a:ext>
            </a:extLst>
          </p:cNvPr>
          <p:cNvSpPr txBox="1">
            <a:spLocks/>
          </p:cNvSpPr>
          <p:nvPr/>
        </p:nvSpPr>
        <p:spPr>
          <a:xfrm>
            <a:off x="866877" y="402524"/>
            <a:ext cx="8555419" cy="65389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latin typeface="华文楷体" panose="02010600040101010101" pitchFamily="2" charset="-122"/>
              </a:rPr>
              <a:t>无限长平行载流直导线间的相互作用</a:t>
            </a:r>
            <a:endParaRPr lang="zh-CN" altLang="en-US" sz="3200" b="1" dirty="0">
              <a:solidFill>
                <a:srgbClr val="0066FF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B33E5FF-2041-A300-C070-A21508B8DB6C}"/>
              </a:ext>
            </a:extLst>
          </p:cNvPr>
          <p:cNvSpPr/>
          <p:nvPr/>
        </p:nvSpPr>
        <p:spPr>
          <a:xfrm>
            <a:off x="986162" y="5155267"/>
            <a:ext cx="3953251" cy="13150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- 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电流同向将相互吸引；反之，相互排斥。</a:t>
            </a:r>
            <a:endParaRPr lang="en-US" altLang="zh-CN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" name="Text Box 39">
            <a:extLst>
              <a:ext uri="{FF2B5EF4-FFF2-40B4-BE49-F238E27FC236}">
                <a16:creationId xmlns:a16="http://schemas.microsoft.com/office/drawing/2014/main" id="{AC89E11B-9B36-461D-CC35-5286951E9DD8}"/>
              </a:ext>
            </a:extLst>
          </p:cNvPr>
          <p:cNvSpPr txBox="1"/>
          <p:nvPr/>
        </p:nvSpPr>
        <p:spPr>
          <a:xfrm>
            <a:off x="4394714" y="792361"/>
            <a:ext cx="6031986" cy="130753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zh-CN" altLang="en-US" sz="2800" dirty="0">
                <a:latin typeface="Times New Roman" panose="02020603050405020304" pitchFamily="18" charset="0"/>
              </a:rPr>
              <a:t>导线上任一电流元</a:t>
            </a:r>
            <a:r>
              <a:rPr lang="en-US" altLang="zh-CN" sz="2800" i="1" dirty="0">
                <a:latin typeface="Times New Roman" panose="02020603050405020304" pitchFamily="18" charset="0"/>
              </a:rPr>
              <a:t>Idl</a:t>
            </a:r>
            <a:r>
              <a:rPr lang="zh-CN" altLang="en-US" sz="2800" dirty="0">
                <a:latin typeface="Times New Roman" panose="02020603050405020304" pitchFamily="18" charset="0"/>
              </a:rPr>
              <a:t>所受的力：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Tx/>
              <a:buChar char="-"/>
            </a:pPr>
            <a:endParaRPr lang="en-US" altLang="zh-CN" sz="2800" dirty="0"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0">
                <a:extLst>
                  <a:ext uri="{FF2B5EF4-FFF2-40B4-BE49-F238E27FC236}">
                    <a16:creationId xmlns:a16="http://schemas.microsoft.com/office/drawing/2014/main" id="{47B27007-2BFE-566B-2BDE-6F318511CDE3}"/>
                  </a:ext>
                </a:extLst>
              </p:cNvPr>
              <p:cNvSpPr txBox="1"/>
              <p:nvPr/>
            </p:nvSpPr>
            <p:spPr>
              <a:xfrm>
                <a:off x="5842514" y="1476273"/>
                <a:ext cx="3714749" cy="534987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acc>
                        <m:accPr>
                          <m:chr m:val="⃗"/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acc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𝐼𝑑</m:t>
                      </m:r>
                      <m:acc>
                        <m:accPr>
                          <m:chr m:val="⃗"/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acc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Object 40">
                <a:extLst>
                  <a:ext uri="{FF2B5EF4-FFF2-40B4-BE49-F238E27FC236}">
                    <a16:creationId xmlns:a16="http://schemas.microsoft.com/office/drawing/2014/main" id="{47B27007-2BFE-566B-2BDE-6F318511CD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2514" y="1476273"/>
                <a:ext cx="3714749" cy="53498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72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72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72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2399" grpId="0"/>
      <p:bldP spid="272400" grpId="0"/>
      <p:bldP spid="272401" grpId="0"/>
      <p:bldP spid="272402" grpId="0"/>
      <p:bldP spid="272404" grpId="0"/>
      <p:bldP spid="272405" grpId="0"/>
      <p:bldP spid="2" grpId="0"/>
      <p:bldP spid="3" grpId="0"/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06" name="Group 2"/>
          <p:cNvGrpSpPr/>
          <p:nvPr/>
        </p:nvGrpSpPr>
        <p:grpSpPr>
          <a:xfrm>
            <a:off x="2134112" y="1567016"/>
            <a:ext cx="1922463" cy="3505200"/>
            <a:chOff x="822" y="972"/>
            <a:chExt cx="1211" cy="2208"/>
          </a:xfrm>
        </p:grpSpPr>
        <p:grpSp>
          <p:nvGrpSpPr>
            <p:cNvPr id="21532" name="Group 3"/>
            <p:cNvGrpSpPr/>
            <p:nvPr/>
          </p:nvGrpSpPr>
          <p:grpSpPr>
            <a:xfrm>
              <a:off x="822" y="972"/>
              <a:ext cx="1211" cy="2208"/>
              <a:chOff x="822" y="972"/>
              <a:chExt cx="1211" cy="220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537" name="Object 5"/>
                  <p:cNvSpPr txBox="1"/>
                  <p:nvPr/>
                </p:nvSpPr>
                <p:spPr>
                  <a:xfrm>
                    <a:off x="870" y="972"/>
                    <a:ext cx="231" cy="355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2800"/>
                  </a:p>
                </p:txBody>
              </p:sp>
            </mc:Choice>
            <mc:Fallback xmlns="">
              <p:sp>
                <p:nvSpPr>
                  <p:cNvPr id="21537" name="Object 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0" y="972"/>
                    <a:ext cx="231" cy="355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538" name="Object 6"/>
                  <p:cNvSpPr txBox="1"/>
                  <p:nvPr/>
                </p:nvSpPr>
                <p:spPr>
                  <a:xfrm>
                    <a:off x="1763" y="972"/>
                    <a:ext cx="270" cy="355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2800"/>
                  </a:p>
                </p:txBody>
              </p:sp>
            </mc:Choice>
            <mc:Fallback xmlns="">
              <p:sp>
                <p:nvSpPr>
                  <p:cNvPr id="21538" name="Object 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63" y="972"/>
                    <a:ext cx="270" cy="355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1539" name="AutoShape 7"/>
              <p:cNvSpPr/>
              <p:nvPr/>
            </p:nvSpPr>
            <p:spPr>
              <a:xfrm rot="-499561">
                <a:off x="1878" y="1356"/>
                <a:ext cx="96" cy="1824"/>
              </a:xfrm>
              <a:prstGeom prst="can">
                <a:avLst>
                  <a:gd name="adj" fmla="val 44157"/>
                </a:avLst>
              </a:prstGeom>
              <a:gradFill rotWithShape="0">
                <a:gsLst>
                  <a:gs pos="0">
                    <a:srgbClr val="6F6F6F"/>
                  </a:gs>
                  <a:gs pos="50000">
                    <a:srgbClr val="F0F0F0"/>
                  </a:gs>
                  <a:gs pos="100000">
                    <a:srgbClr val="6F6F6F"/>
                  </a:gs>
                </a:gsLst>
                <a:lin ang="0" scaled="1"/>
                <a:tileRect/>
              </a:gra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sz="28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540" name="AutoShape 8"/>
              <p:cNvSpPr/>
              <p:nvPr/>
            </p:nvSpPr>
            <p:spPr>
              <a:xfrm rot="-499561">
                <a:off x="966" y="1308"/>
                <a:ext cx="96" cy="1824"/>
              </a:xfrm>
              <a:prstGeom prst="can">
                <a:avLst>
                  <a:gd name="adj" fmla="val 44157"/>
                </a:avLst>
              </a:prstGeom>
              <a:gradFill rotWithShape="0">
                <a:gsLst>
                  <a:gs pos="0">
                    <a:srgbClr val="6F6F6F"/>
                  </a:gs>
                  <a:gs pos="50000">
                    <a:srgbClr val="F0F0F0"/>
                  </a:gs>
                  <a:gs pos="100000">
                    <a:srgbClr val="6F6F6F"/>
                  </a:gs>
                </a:gsLst>
                <a:lin ang="0" scaled="1"/>
                <a:tileRect/>
              </a:gra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sz="28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541" name="Line 9"/>
              <p:cNvSpPr/>
              <p:nvPr/>
            </p:nvSpPr>
            <p:spPr>
              <a:xfrm flipH="1" flipV="1">
                <a:off x="822" y="972"/>
                <a:ext cx="48" cy="384"/>
              </a:xfrm>
              <a:prstGeom prst="line">
                <a:avLst/>
              </a:prstGeom>
              <a:ln w="28575" cap="flat" cmpd="sng">
                <a:solidFill>
                  <a:srgbClr val="0066FF"/>
                </a:solidFill>
                <a:prstDash val="solid"/>
                <a:headEnd type="none" w="sm" len="lg"/>
                <a:tailEnd type="triangle" w="sm" len="lg"/>
              </a:ln>
            </p:spPr>
          </p:sp>
          <p:sp>
            <p:nvSpPr>
              <p:cNvPr id="21542" name="Line 10"/>
              <p:cNvSpPr/>
              <p:nvPr/>
            </p:nvSpPr>
            <p:spPr>
              <a:xfrm flipH="1" flipV="1">
                <a:off x="1734" y="1020"/>
                <a:ext cx="48" cy="384"/>
              </a:xfrm>
              <a:prstGeom prst="line">
                <a:avLst/>
              </a:prstGeom>
              <a:ln w="28575" cap="flat" cmpd="sng">
                <a:solidFill>
                  <a:srgbClr val="0066FF"/>
                </a:solidFill>
                <a:prstDash val="solid"/>
                <a:headEnd type="none" w="sm" len="lg"/>
                <a:tailEnd type="triangle" w="sm" len="lg"/>
              </a:ln>
            </p:spPr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33" name="Object 11"/>
                <p:cNvSpPr txBox="1"/>
                <p:nvPr/>
              </p:nvSpPr>
              <p:spPr>
                <a:xfrm>
                  <a:off x="1398" y="2700"/>
                  <a:ext cx="240" cy="320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 fontScale="925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oMath>
                    </m:oMathPara>
                  </a14:m>
                  <a:endParaRPr lang="en-US" sz="2800"/>
                </a:p>
              </p:txBody>
            </p:sp>
          </mc:Choice>
          <mc:Fallback xmlns="">
            <p:sp>
              <p:nvSpPr>
                <p:cNvPr id="21533" name="Object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8" y="2700"/>
                  <a:ext cx="240" cy="3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534" name="Line 12"/>
            <p:cNvSpPr/>
            <p:nvPr/>
          </p:nvSpPr>
          <p:spPr>
            <a:xfrm>
              <a:off x="1638" y="2892"/>
              <a:ext cx="336" cy="0"/>
            </a:xfrm>
            <a:prstGeom prst="line">
              <a:avLst/>
            </a:prstGeom>
            <a:ln w="28575" cap="flat" cmpd="sng">
              <a:solidFill>
                <a:srgbClr val="006666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1535" name="Line 13"/>
            <p:cNvSpPr/>
            <p:nvPr/>
          </p:nvSpPr>
          <p:spPr>
            <a:xfrm flipH="1">
              <a:off x="1158" y="2892"/>
              <a:ext cx="240" cy="0"/>
            </a:xfrm>
            <a:prstGeom prst="line">
              <a:avLst/>
            </a:prstGeom>
            <a:ln w="28575" cap="flat" cmpd="sng">
              <a:solidFill>
                <a:srgbClr val="006666"/>
              </a:solidFill>
              <a:prstDash val="solid"/>
              <a:headEnd type="none" w="med" len="med"/>
              <a:tailEnd type="triangle" w="sm" len="lg"/>
            </a:ln>
          </p:spPr>
        </p:sp>
      </p:grpSp>
      <p:grpSp>
        <p:nvGrpSpPr>
          <p:cNvPr id="272406" name="Group 22"/>
          <p:cNvGrpSpPr/>
          <p:nvPr/>
        </p:nvGrpSpPr>
        <p:grpSpPr>
          <a:xfrm>
            <a:off x="1600713" y="3167216"/>
            <a:ext cx="3184525" cy="914400"/>
            <a:chOff x="288" y="1728"/>
            <a:chExt cx="2006" cy="576"/>
          </a:xfrm>
        </p:grpSpPr>
        <p:sp>
          <p:nvSpPr>
            <p:cNvPr id="21528" name="Line 23"/>
            <p:cNvSpPr/>
            <p:nvPr/>
          </p:nvSpPr>
          <p:spPr>
            <a:xfrm flipV="1">
              <a:off x="1776" y="1728"/>
              <a:ext cx="336" cy="336"/>
            </a:xfrm>
            <a:prstGeom prst="line">
              <a:avLst/>
            </a:prstGeom>
            <a:ln w="28575" cap="flat" cmpd="sng">
              <a:solidFill>
                <a:srgbClr val="0066FF"/>
              </a:solidFill>
              <a:prstDash val="solid"/>
              <a:headEnd type="none" w="sm" len="lg"/>
              <a:tailEnd type="triangle" w="sm" len="lg"/>
            </a:ln>
          </p:spPr>
        </p:sp>
        <p:sp>
          <p:nvSpPr>
            <p:cNvPr id="21529" name="Line 24"/>
            <p:cNvSpPr/>
            <p:nvPr/>
          </p:nvSpPr>
          <p:spPr>
            <a:xfrm flipH="1">
              <a:off x="382" y="1920"/>
              <a:ext cx="386" cy="384"/>
            </a:xfrm>
            <a:prstGeom prst="line">
              <a:avLst/>
            </a:prstGeom>
            <a:ln w="28575" cap="flat" cmpd="sng">
              <a:solidFill>
                <a:srgbClr val="0066FF"/>
              </a:solidFill>
              <a:prstDash val="solid"/>
              <a:headEnd type="none" w="sm" len="lg"/>
              <a:tailEnd type="triangle" w="sm" len="lg"/>
            </a:ln>
          </p:spPr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30" name="Object 25"/>
                <p:cNvSpPr txBox="1"/>
                <p:nvPr/>
              </p:nvSpPr>
              <p:spPr>
                <a:xfrm>
                  <a:off x="2022" y="1776"/>
                  <a:ext cx="272" cy="360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 fontScale="925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⃑"/>
                                <m:ctrlP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8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acc>
                          </m:e>
                          <m:sub>
                            <m:r>
                              <a:rPr lang="en-US" sz="28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800"/>
                </a:p>
              </p:txBody>
            </p:sp>
          </mc:Choice>
          <mc:Fallback xmlns="">
            <p:sp>
              <p:nvSpPr>
                <p:cNvPr id="21530" name="Object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2" y="1776"/>
                  <a:ext cx="272" cy="36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31" name="Object 26"/>
                <p:cNvSpPr txBox="1"/>
                <p:nvPr/>
              </p:nvSpPr>
              <p:spPr>
                <a:xfrm>
                  <a:off x="288" y="1824"/>
                  <a:ext cx="294" cy="360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 fontScale="925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⃑"/>
                                <m:ctrlP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8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acc>
                          </m:e>
                          <m:sub>
                            <m:r>
                              <a:rPr lang="en-US" sz="28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800"/>
                </a:p>
              </p:txBody>
            </p:sp>
          </mc:Choice>
          <mc:Fallback xmlns="">
            <p:sp>
              <p:nvSpPr>
                <p:cNvPr id="21531" name="Object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8" y="1824"/>
                  <a:ext cx="294" cy="36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2411" name="Group 27"/>
          <p:cNvGrpSpPr/>
          <p:nvPr/>
        </p:nvGrpSpPr>
        <p:grpSpPr>
          <a:xfrm>
            <a:off x="2972312" y="2862416"/>
            <a:ext cx="1282700" cy="1365250"/>
            <a:chOff x="1350" y="1788"/>
            <a:chExt cx="808" cy="860"/>
          </a:xfrm>
        </p:grpSpPr>
        <p:sp>
          <p:nvSpPr>
            <p:cNvPr id="21522" name="Line 28"/>
            <p:cNvSpPr/>
            <p:nvPr/>
          </p:nvSpPr>
          <p:spPr>
            <a:xfrm flipH="1" flipV="1">
              <a:off x="1878" y="1980"/>
              <a:ext cx="48" cy="336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sm" len="lg"/>
              <a:tailEnd type="triangle" w="sm" len="lg"/>
            </a:ln>
          </p:spPr>
        </p:sp>
        <p:grpSp>
          <p:nvGrpSpPr>
            <p:cNvPr id="21523" name="Group 29"/>
            <p:cNvGrpSpPr/>
            <p:nvPr/>
          </p:nvGrpSpPr>
          <p:grpSpPr>
            <a:xfrm>
              <a:off x="1350" y="1788"/>
              <a:ext cx="808" cy="860"/>
              <a:chOff x="1152" y="1536"/>
              <a:chExt cx="808" cy="86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524" name="Object 30"/>
                  <p:cNvSpPr txBox="1"/>
                  <p:nvPr/>
                </p:nvSpPr>
                <p:spPr>
                  <a:xfrm>
                    <a:off x="1296" y="2064"/>
                    <a:ext cx="384" cy="332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sz="2800" b="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⃑"/>
                                  <m:ctrlP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8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2800"/>
                  </a:p>
                </p:txBody>
              </p:sp>
            </mc:Choice>
            <mc:Fallback xmlns="">
              <p:sp>
                <p:nvSpPr>
                  <p:cNvPr id="21524" name="Object 3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96" y="2064"/>
                    <a:ext cx="384" cy="332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525" name="Object 31"/>
                  <p:cNvSpPr txBox="1"/>
                  <p:nvPr/>
                </p:nvSpPr>
                <p:spPr>
                  <a:xfrm>
                    <a:off x="1152" y="1536"/>
                    <a:ext cx="475" cy="336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 fontScale="85000" lnSpcReduction="10000"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800" b="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⃑"/>
                                  <m:ctrlP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8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2800"/>
                  </a:p>
                </p:txBody>
              </p:sp>
            </mc:Choice>
            <mc:Fallback xmlns="">
              <p:sp>
                <p:nvSpPr>
                  <p:cNvPr id="21525" name="Object 3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52" y="1536"/>
                    <a:ext cx="475" cy="336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526" name="Object 32"/>
                  <p:cNvSpPr txBox="1"/>
                  <p:nvPr/>
                </p:nvSpPr>
                <p:spPr>
                  <a:xfrm>
                    <a:off x="1776" y="1680"/>
                    <a:ext cx="184" cy="319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 fontScale="85000" lnSpcReduction="10000"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21526" name="Object 3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76" y="1680"/>
                    <a:ext cx="184" cy="319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6250" r="-39583" b="-2410"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1527" name="Line 33"/>
              <p:cNvSpPr/>
              <p:nvPr/>
            </p:nvSpPr>
            <p:spPr>
              <a:xfrm flipH="1" flipV="1">
                <a:off x="1344" y="2016"/>
                <a:ext cx="384" cy="48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headEnd type="none" w="sm" len="lg"/>
                <a:tailEnd type="triangle" w="sm" len="lg"/>
              </a:ln>
            </p:spPr>
          </p:sp>
        </p:grpSp>
      </p:grpSp>
      <p:grpSp>
        <p:nvGrpSpPr>
          <p:cNvPr id="272418" name="Group 34"/>
          <p:cNvGrpSpPr/>
          <p:nvPr/>
        </p:nvGrpSpPr>
        <p:grpSpPr>
          <a:xfrm>
            <a:off x="1514988" y="2633816"/>
            <a:ext cx="1609725" cy="1485900"/>
            <a:chOff x="432" y="1644"/>
            <a:chExt cx="1014" cy="93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18" name="Object 35"/>
                <p:cNvSpPr txBox="1"/>
                <p:nvPr/>
              </p:nvSpPr>
              <p:spPr>
                <a:xfrm>
                  <a:off x="432" y="1644"/>
                  <a:ext cx="458" cy="334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 fontScale="85000" lnSpcReduction="1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28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sz="2800" b="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⃑"/>
                                <m:ctrlP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8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</m:acc>
                          </m:e>
                          <m:sub>
                            <m:r>
                              <a:rPr lang="en-US" sz="28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800"/>
                </a:p>
              </p:txBody>
            </p:sp>
          </mc:Choice>
          <mc:Fallback xmlns="">
            <p:sp>
              <p:nvSpPr>
                <p:cNvPr id="21518" name="Object 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" y="1644"/>
                  <a:ext cx="458" cy="334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19" name="Object 36"/>
                <p:cNvSpPr txBox="1"/>
                <p:nvPr/>
              </p:nvSpPr>
              <p:spPr>
                <a:xfrm>
                  <a:off x="1110" y="2268"/>
                  <a:ext cx="336" cy="312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800" b="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⃑"/>
                                <m:ctrlP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8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acc>
                          </m:e>
                          <m:sub>
                            <m:r>
                              <a:rPr lang="en-US" sz="28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800"/>
                </a:p>
              </p:txBody>
            </p:sp>
          </mc:Choice>
          <mc:Fallback xmlns="">
            <p:sp>
              <p:nvSpPr>
                <p:cNvPr id="21519" name="Object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0" y="2268"/>
                  <a:ext cx="336" cy="312"/>
                </a:xfrm>
                <a:prstGeom prst="rect">
                  <a:avLst/>
                </a:prstGeom>
                <a:blipFill>
                  <a:blip r:embed="rId18"/>
                  <a:stretch>
                    <a:fillRect r="-11364" b="-4938"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520" name="Line 37"/>
            <p:cNvSpPr/>
            <p:nvPr/>
          </p:nvSpPr>
          <p:spPr>
            <a:xfrm>
              <a:off x="1014" y="2172"/>
              <a:ext cx="384" cy="48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sm" len="lg"/>
              <a:tailEnd type="triangle" w="sm" len="lg"/>
            </a:ln>
          </p:spPr>
        </p:sp>
        <p:sp>
          <p:nvSpPr>
            <p:cNvPr id="21521" name="Line 38"/>
            <p:cNvSpPr/>
            <p:nvPr/>
          </p:nvSpPr>
          <p:spPr>
            <a:xfrm flipH="1" flipV="1">
              <a:off x="966" y="1836"/>
              <a:ext cx="48" cy="336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sm" len="lg"/>
              <a:tailEnd type="triangle" w="sm" len="lg"/>
            </a:ln>
          </p:spPr>
        </p:sp>
      </p:grpSp>
      <p:sp>
        <p:nvSpPr>
          <p:cNvPr id="73" name="标题 2">
            <a:extLst>
              <a:ext uri="{FF2B5EF4-FFF2-40B4-BE49-F238E27FC236}">
                <a16:creationId xmlns:a16="http://schemas.microsoft.com/office/drawing/2014/main" id="{B66A427A-321B-4B08-B667-AE4F92D19DF8}"/>
              </a:ext>
            </a:extLst>
          </p:cNvPr>
          <p:cNvSpPr txBox="1">
            <a:spLocks/>
          </p:cNvSpPr>
          <p:nvPr/>
        </p:nvSpPr>
        <p:spPr>
          <a:xfrm>
            <a:off x="866877" y="402524"/>
            <a:ext cx="8555419" cy="65389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latin typeface="华文楷体" panose="02010600040101010101" pitchFamily="2" charset="-122"/>
              </a:rPr>
              <a:t>无限长平行载流直导线间的相互作用</a:t>
            </a:r>
            <a:endParaRPr lang="zh-CN" altLang="en-US" sz="3200" b="1" dirty="0">
              <a:solidFill>
                <a:srgbClr val="0066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643899EF-E73D-6670-56A5-1E9A2EA403CB}"/>
                  </a:ext>
                </a:extLst>
              </p:cNvPr>
              <p:cNvSpPr/>
              <p:nvPr/>
            </p:nvSpPr>
            <p:spPr>
              <a:xfrm>
                <a:off x="4985550" y="3891116"/>
                <a:ext cx="6069385" cy="207204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2800" dirty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- 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单位长度的载流直导线受的力：</a:t>
                </a:r>
                <a:endParaRPr lang="en-US" altLang="zh-CN" sz="2800" dirty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lvl="0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zh-CN" sz="2800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altLang="zh-CN" sz="2800" b="0" i="1"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800" b="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altLang="zh-CN" sz="2800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zh-CN" sz="2800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altLang="zh-CN" sz="2800" b="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800" b="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altLang="zh-CN" sz="2800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CN" sz="2800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b="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sz="2800" b="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altLang="zh-CN" sz="2800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altLang="zh-CN" sz="2800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800" b="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800" b="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CN" sz="2800" b="0" i="1">
                              <a:latin typeface="Cambria Math" panose="02040503050406030204" pitchFamily="18" charset="0"/>
                            </a:rPr>
                            <m:t>𝑑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643899EF-E73D-6670-56A5-1E9A2EA403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5550" y="3891116"/>
                <a:ext cx="6069385" cy="2072042"/>
              </a:xfrm>
              <a:prstGeom prst="rect">
                <a:avLst/>
              </a:prstGeom>
              <a:blipFill>
                <a:blip r:embed="rId19"/>
                <a:stretch>
                  <a:fillRect l="-2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18">
                <a:extLst>
                  <a:ext uri="{FF2B5EF4-FFF2-40B4-BE49-F238E27FC236}">
                    <a16:creationId xmlns:a16="http://schemas.microsoft.com/office/drawing/2014/main" id="{529A96F0-318A-538A-B8AC-E3963B3758B8}"/>
                  </a:ext>
                </a:extLst>
              </p:cNvPr>
              <p:cNvSpPr txBox="1"/>
              <p:nvPr/>
            </p:nvSpPr>
            <p:spPr>
              <a:xfrm>
                <a:off x="5492392" y="2536979"/>
                <a:ext cx="4343400" cy="1060450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800" b="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800" b="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func>
                            <m:func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 b="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fName>
                            <m:e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Object 18">
                <a:extLst>
                  <a:ext uri="{FF2B5EF4-FFF2-40B4-BE49-F238E27FC236}">
                    <a16:creationId xmlns:a16="http://schemas.microsoft.com/office/drawing/2014/main" id="{529A96F0-318A-538A-B8AC-E3963B3758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2392" y="2536979"/>
                <a:ext cx="4343400" cy="106045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21">
                <a:extLst>
                  <a:ext uri="{FF2B5EF4-FFF2-40B4-BE49-F238E27FC236}">
                    <a16:creationId xmlns:a16="http://schemas.microsoft.com/office/drawing/2014/main" id="{E9C71BE9-B7C1-C7C4-DA10-048408A179B5}"/>
                  </a:ext>
                </a:extLst>
              </p:cNvPr>
              <p:cNvSpPr txBox="1"/>
              <p:nvPr/>
            </p:nvSpPr>
            <p:spPr>
              <a:xfrm>
                <a:off x="5537713" y="1337111"/>
                <a:ext cx="4333875" cy="1079500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800" b="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800" b="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func>
                            <m:func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 b="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fName>
                            <m:e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Object 21">
                <a:extLst>
                  <a:ext uri="{FF2B5EF4-FFF2-40B4-BE49-F238E27FC236}">
                    <a16:creationId xmlns:a16="http://schemas.microsoft.com/office/drawing/2014/main" id="{E9C71BE9-B7C1-C7C4-DA10-048408A179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7713" y="1337111"/>
                <a:ext cx="4333875" cy="107950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2A84BC66-7EAE-268E-22A2-B9B2DBCD109D}"/>
              </a:ext>
            </a:extLst>
          </p:cNvPr>
          <p:cNvSpPr/>
          <p:nvPr/>
        </p:nvSpPr>
        <p:spPr>
          <a:xfrm>
            <a:off x="986162" y="5155267"/>
            <a:ext cx="3953251" cy="13150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- 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电流同向将相互吸引；反之，相互排斥。</a:t>
            </a:r>
            <a:endParaRPr lang="en-US" altLang="zh-CN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99207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06" name="Group 2"/>
          <p:cNvGrpSpPr/>
          <p:nvPr/>
        </p:nvGrpSpPr>
        <p:grpSpPr>
          <a:xfrm>
            <a:off x="2194744" y="1445326"/>
            <a:ext cx="1922463" cy="3505200"/>
            <a:chOff x="822" y="972"/>
            <a:chExt cx="1211" cy="2208"/>
          </a:xfrm>
        </p:grpSpPr>
        <p:grpSp>
          <p:nvGrpSpPr>
            <p:cNvPr id="21532" name="Group 3"/>
            <p:cNvGrpSpPr/>
            <p:nvPr/>
          </p:nvGrpSpPr>
          <p:grpSpPr>
            <a:xfrm>
              <a:off x="822" y="972"/>
              <a:ext cx="1211" cy="2208"/>
              <a:chOff x="822" y="972"/>
              <a:chExt cx="1211" cy="220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537" name="Object 5"/>
                  <p:cNvSpPr txBox="1"/>
                  <p:nvPr/>
                </p:nvSpPr>
                <p:spPr>
                  <a:xfrm>
                    <a:off x="870" y="972"/>
                    <a:ext cx="231" cy="355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2800"/>
                  </a:p>
                </p:txBody>
              </p:sp>
            </mc:Choice>
            <mc:Fallback xmlns="">
              <p:sp>
                <p:nvSpPr>
                  <p:cNvPr id="21537" name="Object 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0" y="972"/>
                    <a:ext cx="231" cy="355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538" name="Object 6"/>
                  <p:cNvSpPr txBox="1"/>
                  <p:nvPr/>
                </p:nvSpPr>
                <p:spPr>
                  <a:xfrm>
                    <a:off x="1763" y="972"/>
                    <a:ext cx="270" cy="355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2800"/>
                  </a:p>
                </p:txBody>
              </p:sp>
            </mc:Choice>
            <mc:Fallback xmlns="">
              <p:sp>
                <p:nvSpPr>
                  <p:cNvPr id="21538" name="Object 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63" y="972"/>
                    <a:ext cx="270" cy="355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1539" name="AutoShape 7"/>
              <p:cNvSpPr/>
              <p:nvPr/>
            </p:nvSpPr>
            <p:spPr>
              <a:xfrm rot="-499561">
                <a:off x="1878" y="1356"/>
                <a:ext cx="96" cy="1824"/>
              </a:xfrm>
              <a:prstGeom prst="can">
                <a:avLst>
                  <a:gd name="adj" fmla="val 44157"/>
                </a:avLst>
              </a:prstGeom>
              <a:gradFill rotWithShape="0">
                <a:gsLst>
                  <a:gs pos="0">
                    <a:srgbClr val="6F6F6F"/>
                  </a:gs>
                  <a:gs pos="50000">
                    <a:srgbClr val="F0F0F0"/>
                  </a:gs>
                  <a:gs pos="100000">
                    <a:srgbClr val="6F6F6F"/>
                  </a:gs>
                </a:gsLst>
                <a:lin ang="0" scaled="1"/>
                <a:tileRect/>
              </a:gra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sz="28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540" name="AutoShape 8"/>
              <p:cNvSpPr/>
              <p:nvPr/>
            </p:nvSpPr>
            <p:spPr>
              <a:xfrm rot="-499561">
                <a:off x="966" y="1308"/>
                <a:ext cx="96" cy="1824"/>
              </a:xfrm>
              <a:prstGeom prst="can">
                <a:avLst>
                  <a:gd name="adj" fmla="val 44157"/>
                </a:avLst>
              </a:prstGeom>
              <a:gradFill rotWithShape="0">
                <a:gsLst>
                  <a:gs pos="0">
                    <a:srgbClr val="6F6F6F"/>
                  </a:gs>
                  <a:gs pos="50000">
                    <a:srgbClr val="F0F0F0"/>
                  </a:gs>
                  <a:gs pos="100000">
                    <a:srgbClr val="6F6F6F"/>
                  </a:gs>
                </a:gsLst>
                <a:lin ang="0" scaled="1"/>
                <a:tileRect/>
              </a:gra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sz="28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541" name="Line 9"/>
              <p:cNvSpPr/>
              <p:nvPr/>
            </p:nvSpPr>
            <p:spPr>
              <a:xfrm flipH="1" flipV="1">
                <a:off x="822" y="972"/>
                <a:ext cx="48" cy="384"/>
              </a:xfrm>
              <a:prstGeom prst="line">
                <a:avLst/>
              </a:prstGeom>
              <a:ln w="28575" cap="flat" cmpd="sng">
                <a:solidFill>
                  <a:srgbClr val="0066FF"/>
                </a:solidFill>
                <a:prstDash val="solid"/>
                <a:headEnd type="none" w="sm" len="lg"/>
                <a:tailEnd type="triangle" w="sm" len="lg"/>
              </a:ln>
            </p:spPr>
          </p:sp>
          <p:sp>
            <p:nvSpPr>
              <p:cNvPr id="21542" name="Line 10"/>
              <p:cNvSpPr/>
              <p:nvPr/>
            </p:nvSpPr>
            <p:spPr>
              <a:xfrm flipH="1" flipV="1">
                <a:off x="1734" y="1020"/>
                <a:ext cx="48" cy="384"/>
              </a:xfrm>
              <a:prstGeom prst="line">
                <a:avLst/>
              </a:prstGeom>
              <a:ln w="28575" cap="flat" cmpd="sng">
                <a:solidFill>
                  <a:srgbClr val="0066FF"/>
                </a:solidFill>
                <a:prstDash val="solid"/>
                <a:headEnd type="none" w="sm" len="lg"/>
                <a:tailEnd type="triangle" w="sm" len="lg"/>
              </a:ln>
            </p:spPr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33" name="Object 11"/>
                <p:cNvSpPr txBox="1"/>
                <p:nvPr/>
              </p:nvSpPr>
              <p:spPr>
                <a:xfrm>
                  <a:off x="1398" y="2700"/>
                  <a:ext cx="240" cy="320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 fontScale="925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oMath>
                    </m:oMathPara>
                  </a14:m>
                  <a:endParaRPr lang="en-US" sz="2800"/>
                </a:p>
              </p:txBody>
            </p:sp>
          </mc:Choice>
          <mc:Fallback xmlns="">
            <p:sp>
              <p:nvSpPr>
                <p:cNvPr id="21533" name="Object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8" y="2700"/>
                  <a:ext cx="240" cy="3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534" name="Line 12"/>
            <p:cNvSpPr/>
            <p:nvPr/>
          </p:nvSpPr>
          <p:spPr>
            <a:xfrm>
              <a:off x="1638" y="2892"/>
              <a:ext cx="336" cy="0"/>
            </a:xfrm>
            <a:prstGeom prst="line">
              <a:avLst/>
            </a:prstGeom>
            <a:ln w="28575" cap="flat" cmpd="sng">
              <a:solidFill>
                <a:srgbClr val="006666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21535" name="Line 13"/>
            <p:cNvSpPr/>
            <p:nvPr/>
          </p:nvSpPr>
          <p:spPr>
            <a:xfrm flipH="1">
              <a:off x="1158" y="2892"/>
              <a:ext cx="240" cy="0"/>
            </a:xfrm>
            <a:prstGeom prst="line">
              <a:avLst/>
            </a:prstGeom>
            <a:ln w="28575" cap="flat" cmpd="sng">
              <a:solidFill>
                <a:srgbClr val="006666"/>
              </a:solidFill>
              <a:prstDash val="solid"/>
              <a:headEnd type="none" w="med" len="med"/>
              <a:tailEnd type="triangle" w="sm" len="lg"/>
            </a:ln>
          </p:spPr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2403" name="Object 19"/>
              <p:cNvSpPr txBox="1"/>
              <p:nvPr/>
            </p:nvSpPr>
            <p:spPr>
              <a:xfrm>
                <a:off x="1508945" y="5268820"/>
                <a:ext cx="3352800" cy="1123950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800" b="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2800" b="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800" b="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2800" b="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func>
                            <m:func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 b="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fName>
                            <m:e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72403" name="Object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8945" y="5268820"/>
                <a:ext cx="3352800" cy="11239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2406" name="Group 22"/>
          <p:cNvGrpSpPr/>
          <p:nvPr/>
        </p:nvGrpSpPr>
        <p:grpSpPr>
          <a:xfrm>
            <a:off x="1661345" y="3045526"/>
            <a:ext cx="3184525" cy="914400"/>
            <a:chOff x="288" y="1728"/>
            <a:chExt cx="2006" cy="576"/>
          </a:xfrm>
        </p:grpSpPr>
        <p:sp>
          <p:nvSpPr>
            <p:cNvPr id="21528" name="Line 23"/>
            <p:cNvSpPr/>
            <p:nvPr/>
          </p:nvSpPr>
          <p:spPr>
            <a:xfrm flipV="1">
              <a:off x="1776" y="1728"/>
              <a:ext cx="336" cy="336"/>
            </a:xfrm>
            <a:prstGeom prst="line">
              <a:avLst/>
            </a:prstGeom>
            <a:ln w="28575" cap="flat" cmpd="sng">
              <a:solidFill>
                <a:srgbClr val="0066FF"/>
              </a:solidFill>
              <a:prstDash val="solid"/>
              <a:headEnd type="none" w="sm" len="lg"/>
              <a:tailEnd type="triangle" w="sm" len="lg"/>
            </a:ln>
          </p:spPr>
        </p:sp>
        <p:sp>
          <p:nvSpPr>
            <p:cNvPr id="21529" name="Line 24"/>
            <p:cNvSpPr/>
            <p:nvPr/>
          </p:nvSpPr>
          <p:spPr>
            <a:xfrm flipH="1">
              <a:off x="382" y="1920"/>
              <a:ext cx="386" cy="384"/>
            </a:xfrm>
            <a:prstGeom prst="line">
              <a:avLst/>
            </a:prstGeom>
            <a:ln w="28575" cap="flat" cmpd="sng">
              <a:solidFill>
                <a:srgbClr val="0066FF"/>
              </a:solidFill>
              <a:prstDash val="solid"/>
              <a:headEnd type="none" w="sm" len="lg"/>
              <a:tailEnd type="triangle" w="sm" len="lg"/>
            </a:ln>
          </p:spPr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30" name="Object 25"/>
                <p:cNvSpPr txBox="1"/>
                <p:nvPr/>
              </p:nvSpPr>
              <p:spPr>
                <a:xfrm>
                  <a:off x="2022" y="1776"/>
                  <a:ext cx="272" cy="360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 fontScale="925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⃑"/>
                                <m:ctrlP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8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acc>
                          </m:e>
                          <m:sub>
                            <m:r>
                              <a:rPr lang="en-US" sz="28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800"/>
                </a:p>
              </p:txBody>
            </p:sp>
          </mc:Choice>
          <mc:Fallback xmlns="">
            <p:sp>
              <p:nvSpPr>
                <p:cNvPr id="21530" name="Object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2" y="1776"/>
                  <a:ext cx="272" cy="36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31" name="Object 26"/>
                <p:cNvSpPr txBox="1"/>
                <p:nvPr/>
              </p:nvSpPr>
              <p:spPr>
                <a:xfrm>
                  <a:off x="288" y="1824"/>
                  <a:ext cx="294" cy="360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 fontScale="925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⃑"/>
                                <m:ctrlP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8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acc>
                          </m:e>
                          <m:sub>
                            <m:r>
                              <a:rPr lang="en-US" sz="28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800"/>
                </a:p>
              </p:txBody>
            </p:sp>
          </mc:Choice>
          <mc:Fallback xmlns="">
            <p:sp>
              <p:nvSpPr>
                <p:cNvPr id="21531" name="Object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8" y="1824"/>
                  <a:ext cx="294" cy="36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2411" name="Group 27"/>
          <p:cNvGrpSpPr/>
          <p:nvPr/>
        </p:nvGrpSpPr>
        <p:grpSpPr>
          <a:xfrm>
            <a:off x="3032944" y="2740726"/>
            <a:ext cx="1282700" cy="1365250"/>
            <a:chOff x="1350" y="1788"/>
            <a:chExt cx="808" cy="860"/>
          </a:xfrm>
        </p:grpSpPr>
        <p:sp>
          <p:nvSpPr>
            <p:cNvPr id="21522" name="Line 28"/>
            <p:cNvSpPr/>
            <p:nvPr/>
          </p:nvSpPr>
          <p:spPr>
            <a:xfrm flipH="1" flipV="1">
              <a:off x="1878" y="1980"/>
              <a:ext cx="48" cy="336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sm" len="lg"/>
              <a:tailEnd type="triangle" w="sm" len="lg"/>
            </a:ln>
          </p:spPr>
        </p:sp>
        <p:grpSp>
          <p:nvGrpSpPr>
            <p:cNvPr id="21523" name="Group 29"/>
            <p:cNvGrpSpPr/>
            <p:nvPr/>
          </p:nvGrpSpPr>
          <p:grpSpPr>
            <a:xfrm>
              <a:off x="1350" y="1788"/>
              <a:ext cx="808" cy="860"/>
              <a:chOff x="1152" y="1536"/>
              <a:chExt cx="808" cy="86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524" name="Object 30"/>
                  <p:cNvSpPr txBox="1"/>
                  <p:nvPr/>
                </p:nvSpPr>
                <p:spPr>
                  <a:xfrm>
                    <a:off x="1296" y="2064"/>
                    <a:ext cx="384" cy="332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sz="2800" b="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⃑"/>
                                  <m:ctrlP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8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2800"/>
                  </a:p>
                </p:txBody>
              </p:sp>
            </mc:Choice>
            <mc:Fallback xmlns="">
              <p:sp>
                <p:nvSpPr>
                  <p:cNvPr id="21524" name="Object 3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96" y="2064"/>
                    <a:ext cx="384" cy="332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525" name="Object 31"/>
                  <p:cNvSpPr txBox="1"/>
                  <p:nvPr/>
                </p:nvSpPr>
                <p:spPr>
                  <a:xfrm>
                    <a:off x="1152" y="1536"/>
                    <a:ext cx="475" cy="336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 fontScale="85000" lnSpcReduction="10000"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800" b="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⃑"/>
                                  <m:ctrlP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8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2800"/>
                  </a:p>
                </p:txBody>
              </p:sp>
            </mc:Choice>
            <mc:Fallback xmlns="">
              <p:sp>
                <p:nvSpPr>
                  <p:cNvPr id="21525" name="Object 3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52" y="1536"/>
                    <a:ext cx="475" cy="336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526" name="Object 32"/>
                  <p:cNvSpPr txBox="1"/>
                  <p:nvPr/>
                </p:nvSpPr>
                <p:spPr>
                  <a:xfrm>
                    <a:off x="1776" y="1680"/>
                    <a:ext cx="184" cy="319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 fontScale="85000" lnSpcReduction="10000"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21526" name="Object 3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76" y="1680"/>
                    <a:ext cx="184" cy="319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6250" r="-39583" b="-2410"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1527" name="Line 33"/>
              <p:cNvSpPr/>
              <p:nvPr/>
            </p:nvSpPr>
            <p:spPr>
              <a:xfrm flipH="1" flipV="1">
                <a:off x="1344" y="2016"/>
                <a:ext cx="384" cy="48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headEnd type="none" w="sm" len="lg"/>
                <a:tailEnd type="triangle" w="sm" len="lg"/>
              </a:ln>
            </p:spPr>
          </p:sp>
        </p:grpSp>
      </p:grpSp>
      <p:grpSp>
        <p:nvGrpSpPr>
          <p:cNvPr id="272418" name="Group 34"/>
          <p:cNvGrpSpPr/>
          <p:nvPr/>
        </p:nvGrpSpPr>
        <p:grpSpPr>
          <a:xfrm>
            <a:off x="1575620" y="2512126"/>
            <a:ext cx="1609725" cy="1485900"/>
            <a:chOff x="432" y="1644"/>
            <a:chExt cx="1014" cy="93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18" name="Object 35"/>
                <p:cNvSpPr txBox="1"/>
                <p:nvPr/>
              </p:nvSpPr>
              <p:spPr>
                <a:xfrm>
                  <a:off x="432" y="1644"/>
                  <a:ext cx="458" cy="334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 fontScale="85000" lnSpcReduction="1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28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sz="2800" b="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⃑"/>
                                <m:ctrlP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8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</m:acc>
                          </m:e>
                          <m:sub>
                            <m:r>
                              <a:rPr lang="en-US" sz="28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800"/>
                </a:p>
              </p:txBody>
            </p:sp>
          </mc:Choice>
          <mc:Fallback xmlns="">
            <p:sp>
              <p:nvSpPr>
                <p:cNvPr id="21518" name="Object 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" y="1644"/>
                  <a:ext cx="458" cy="334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19" name="Object 36"/>
                <p:cNvSpPr txBox="1"/>
                <p:nvPr/>
              </p:nvSpPr>
              <p:spPr>
                <a:xfrm>
                  <a:off x="1110" y="2268"/>
                  <a:ext cx="336" cy="312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800" b="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⃑"/>
                                <m:ctrlP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8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acc>
                          </m:e>
                          <m:sub>
                            <m:r>
                              <a:rPr lang="en-US" sz="28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800"/>
                </a:p>
              </p:txBody>
            </p:sp>
          </mc:Choice>
          <mc:Fallback xmlns="">
            <p:sp>
              <p:nvSpPr>
                <p:cNvPr id="21519" name="Object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0" y="2268"/>
                  <a:ext cx="336" cy="312"/>
                </a:xfrm>
                <a:prstGeom prst="rect">
                  <a:avLst/>
                </a:prstGeom>
                <a:blipFill>
                  <a:blip r:embed="rId18"/>
                  <a:stretch>
                    <a:fillRect r="-11364" b="-4938"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520" name="Line 37"/>
            <p:cNvSpPr/>
            <p:nvPr/>
          </p:nvSpPr>
          <p:spPr>
            <a:xfrm>
              <a:off x="1014" y="2172"/>
              <a:ext cx="384" cy="48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sm" len="lg"/>
              <a:tailEnd type="triangle" w="sm" len="lg"/>
            </a:ln>
          </p:spPr>
        </p:sp>
        <p:sp>
          <p:nvSpPr>
            <p:cNvPr id="21521" name="Line 38"/>
            <p:cNvSpPr/>
            <p:nvPr/>
          </p:nvSpPr>
          <p:spPr>
            <a:xfrm flipH="1" flipV="1">
              <a:off x="966" y="1836"/>
              <a:ext cx="48" cy="336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sm" len="lg"/>
              <a:tailEnd type="triangle" w="sm" len="lg"/>
            </a:ln>
          </p:spPr>
        </p:sp>
      </p:grpSp>
      <p:sp>
        <p:nvSpPr>
          <p:cNvPr id="73" name="标题 2">
            <a:extLst>
              <a:ext uri="{FF2B5EF4-FFF2-40B4-BE49-F238E27FC236}">
                <a16:creationId xmlns:a16="http://schemas.microsoft.com/office/drawing/2014/main" id="{B66A427A-321B-4B08-B667-AE4F92D19DF8}"/>
              </a:ext>
            </a:extLst>
          </p:cNvPr>
          <p:cNvSpPr txBox="1">
            <a:spLocks/>
          </p:cNvSpPr>
          <p:nvPr/>
        </p:nvSpPr>
        <p:spPr>
          <a:xfrm>
            <a:off x="866877" y="402524"/>
            <a:ext cx="8555419" cy="65389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latin typeface="华文楷体" panose="02010600040101010101" pitchFamily="2" charset="-122"/>
              </a:rPr>
              <a:t>国际单位制中电流单位安培的定义</a:t>
            </a:r>
            <a:endParaRPr lang="zh-CN" altLang="en-US" sz="3200" b="1" dirty="0">
              <a:solidFill>
                <a:srgbClr val="0066FF"/>
              </a:solidFill>
            </a:endParaRPr>
          </a:p>
          <a:p>
            <a:pPr marL="571500" indent="-571500">
              <a:buFont typeface="Wingdings" panose="05000000000000000000" pitchFamily="2" charset="2"/>
              <a:buChar char="q"/>
            </a:pPr>
            <a:endParaRPr lang="zh-CN" altLang="en-US" sz="3200" b="1" dirty="0">
              <a:solidFill>
                <a:srgbClr val="0066FF"/>
              </a:solidFill>
            </a:endParaRPr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6D15FC68-3874-2296-A4C5-5028F91B31D9}"/>
              </a:ext>
            </a:extLst>
          </p:cNvPr>
          <p:cNvGrpSpPr/>
          <p:nvPr/>
        </p:nvGrpSpPr>
        <p:grpSpPr>
          <a:xfrm>
            <a:off x="5186298" y="1198845"/>
            <a:ext cx="5889625" cy="2462213"/>
            <a:chOff x="2081" y="899"/>
            <a:chExt cx="3710" cy="1551"/>
          </a:xfrm>
        </p:grpSpPr>
        <p:sp>
          <p:nvSpPr>
            <p:cNvPr id="3" name="Text Box 4">
              <a:extLst>
                <a:ext uri="{FF2B5EF4-FFF2-40B4-BE49-F238E27FC236}">
                  <a16:creationId xmlns:a16="http://schemas.microsoft.com/office/drawing/2014/main" id="{255632A7-9B5B-CD4C-37D6-44F3F35ADF45}"/>
                </a:ext>
              </a:extLst>
            </p:cNvPr>
            <p:cNvSpPr txBox="1"/>
            <p:nvPr/>
          </p:nvSpPr>
          <p:spPr>
            <a:xfrm>
              <a:off x="2081" y="899"/>
              <a:ext cx="3710" cy="1551"/>
            </a:xfrm>
            <a:prstGeom prst="rect">
              <a:avLst/>
            </a:prstGeom>
            <a:noFill/>
            <a:ln w="9525" cap="flat" cmpd="sng">
              <a:noFill/>
              <a:prstDash val="solid"/>
              <a:miter/>
              <a:headEnd type="none" w="med" len="med"/>
              <a:tailEnd type="none" w="med" len="med"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dirty="0">
                  <a:latin typeface="Times New Roman" panose="02020603050405020304" pitchFamily="18" charset="0"/>
                </a:rPr>
                <a:t>- 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在真空中两平行长直导线相距 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1 m 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，通有大小相等、方向相同的电流，当两导线每单位长度上的吸引力为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>
                <a:spcBef>
                  <a:spcPct val="50000"/>
                </a:spcBef>
              </a:pPr>
              <a:r>
                <a:rPr lang="zh-CN" altLang="en-US" sz="2800" dirty="0">
                  <a:latin typeface="Times New Roman" panose="02020603050405020304" pitchFamily="18" charset="0"/>
                </a:rPr>
                <a:t>                                                                时，规定这时的电流为 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1 A 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（安培）。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Object 5">
                  <a:extLst>
                    <a:ext uri="{FF2B5EF4-FFF2-40B4-BE49-F238E27FC236}">
                      <a16:creationId xmlns:a16="http://schemas.microsoft.com/office/drawing/2014/main" id="{16B855BE-D574-4367-E2E5-173D6381E38A}"/>
                    </a:ext>
                  </a:extLst>
                </p:cNvPr>
                <p:cNvSpPr txBox="1"/>
                <p:nvPr/>
              </p:nvSpPr>
              <p:spPr>
                <a:xfrm>
                  <a:off x="3079" y="1778"/>
                  <a:ext cx="1715" cy="265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2×1</m:t>
                        </m:r>
                        <m:sSup>
                          <m:sSupPr>
                            <m:ctrlP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−7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sSupPr>
                            <m:ctrlP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p>
                            <m: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oMath>
                    </m:oMathPara>
                  </a14:m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" name="Object 5">
                  <a:extLst>
                    <a:ext uri="{FF2B5EF4-FFF2-40B4-BE49-F238E27FC236}">
                      <a16:creationId xmlns:a16="http://schemas.microsoft.com/office/drawing/2014/main" id="{16B855BE-D574-4367-E2E5-173D6381E3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79" y="1778"/>
                  <a:ext cx="1715" cy="265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6">
                <a:extLst>
                  <a:ext uri="{FF2B5EF4-FFF2-40B4-BE49-F238E27FC236}">
                    <a16:creationId xmlns:a16="http://schemas.microsoft.com/office/drawing/2014/main" id="{0AD3584F-CBB0-4220-01DE-2393480234A5}"/>
                  </a:ext>
                </a:extLst>
              </p:cNvPr>
              <p:cNvSpPr txBox="1"/>
              <p:nvPr/>
            </p:nvSpPr>
            <p:spPr>
              <a:xfrm>
                <a:off x="6770623" y="4661345"/>
                <a:ext cx="3810000" cy="569912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=4</m:t>
                      </m:r>
                      <m:func>
                        <m:func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fName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</m:e>
                      </m:func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−7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Object 6">
                <a:extLst>
                  <a:ext uri="{FF2B5EF4-FFF2-40B4-BE49-F238E27FC236}">
                    <a16:creationId xmlns:a16="http://schemas.microsoft.com/office/drawing/2014/main" id="{0AD3584F-CBB0-4220-01DE-2393480234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0623" y="4661345"/>
                <a:ext cx="3810000" cy="56991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31">
            <a:extLst>
              <a:ext uri="{FF2B5EF4-FFF2-40B4-BE49-F238E27FC236}">
                <a16:creationId xmlns:a16="http://schemas.microsoft.com/office/drawing/2014/main" id="{388FFE97-6EC9-A72D-FE86-4C7C78B82BF8}"/>
              </a:ext>
            </a:extLst>
          </p:cNvPr>
          <p:cNvGrpSpPr/>
          <p:nvPr/>
        </p:nvGrpSpPr>
        <p:grpSpPr>
          <a:xfrm>
            <a:off x="5553894" y="3979736"/>
            <a:ext cx="4738688" cy="708025"/>
            <a:chOff x="2316" y="2693"/>
            <a:chExt cx="2985" cy="44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Object 32">
                  <a:extLst>
                    <a:ext uri="{FF2B5EF4-FFF2-40B4-BE49-F238E27FC236}">
                      <a16:creationId xmlns:a16="http://schemas.microsoft.com/office/drawing/2014/main" id="{EAF68106-C59F-8512-4E70-39D71DD44E81}"/>
                    </a:ext>
                  </a:extLst>
                </p:cNvPr>
                <p:cNvSpPr txBox="1"/>
                <p:nvPr/>
              </p:nvSpPr>
              <p:spPr>
                <a:xfrm>
                  <a:off x="2901" y="2693"/>
                  <a:ext cx="2400" cy="446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=4</m:t>
                        </m:r>
                        <m:func>
                          <m:funcPr>
                            <m:ctrlP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fName>
                          <m:e>
                            <m: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</m:e>
                        </m:func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sSupPr>
                            <m:ctrlP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−7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sSupPr>
                            <m:ctrlP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p>
                            <m: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p>
                        </m:sSup>
                      </m:oMath>
                    </m:oMathPara>
                  </a14:m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Object 32">
                  <a:extLst>
                    <a:ext uri="{FF2B5EF4-FFF2-40B4-BE49-F238E27FC236}">
                      <a16:creationId xmlns:a16="http://schemas.microsoft.com/office/drawing/2014/main" id="{EAF68106-C59F-8512-4E70-39D71DD44E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01" y="2693"/>
                  <a:ext cx="2400" cy="446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Rectangle 33">
              <a:extLst>
                <a:ext uri="{FF2B5EF4-FFF2-40B4-BE49-F238E27FC236}">
                  <a16:creationId xmlns:a16="http://schemas.microsoft.com/office/drawing/2014/main" id="{6A8E99E4-ACA2-12B2-3DC2-D9CBED05D8E3}"/>
                </a:ext>
              </a:extLst>
            </p:cNvPr>
            <p:cNvSpPr/>
            <p:nvPr/>
          </p:nvSpPr>
          <p:spPr>
            <a:xfrm>
              <a:off x="2316" y="2694"/>
              <a:ext cx="110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2800" dirty="0">
                  <a:latin typeface="Times New Roman" panose="02020603050405020304" pitchFamily="18" charset="0"/>
                </a:rPr>
                <a:t>可得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77">
                <a:extLst>
                  <a:ext uri="{FF2B5EF4-FFF2-40B4-BE49-F238E27FC236}">
                    <a16:creationId xmlns:a16="http://schemas.microsoft.com/office/drawing/2014/main" id="{6F82E1B6-0F90-F4F8-B47F-38BAFD8447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49925" y="5268820"/>
                <a:ext cx="7651396" cy="6730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lvl="0" algn="ctr" eaLnBrk="1" hangingPunct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b="0" i="0" u="none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H</m:t>
                    </m:r>
                  </m:oMath>
                </a14:m>
                <a:r>
                  <a:rPr lang="zh-CN" altLang="en-US" sz="2800" b="0" i="0" u="none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（</a:t>
                </a:r>
                <a:r>
                  <a:rPr lang="en-US" altLang="zh-CN" sz="2800" b="0" i="0" u="none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Henry</a:t>
                </a:r>
                <a:r>
                  <a:rPr lang="zh-CN" altLang="en-US" sz="2800" b="0" i="0" u="none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）：亨利</a:t>
                </a:r>
                <a:endParaRPr lang="en-US" altLang="zh-CN" sz="2800" b="0" i="0" u="none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9" name="Rectangle 77">
                <a:extLst>
                  <a:ext uri="{FF2B5EF4-FFF2-40B4-BE49-F238E27FC236}">
                    <a16:creationId xmlns:a16="http://schemas.microsoft.com/office/drawing/2014/main" id="{6F82E1B6-0F90-F4F8-B47F-38BAFD8447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49925" y="5268820"/>
                <a:ext cx="7651396" cy="673005"/>
              </a:xfrm>
              <a:prstGeom prst="rect">
                <a:avLst/>
              </a:prstGeom>
              <a:blipFill>
                <a:blip r:embed="rId22"/>
                <a:stretch>
                  <a:fillRect b="-2432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0EDF9EC8-3BBE-1566-C11E-F8F7BF71BAAB}"/>
                  </a:ext>
                </a:extLst>
              </p:cNvPr>
              <p:cNvSpPr/>
              <p:nvPr/>
            </p:nvSpPr>
            <p:spPr>
              <a:xfrm>
                <a:off x="6159824" y="5961355"/>
                <a:ext cx="5291948" cy="6735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华文楷体" panose="02010600040101010101" pitchFamily="2" charset="-122"/>
                  </a:rPr>
                  <a:t>电量的单位：</a:t>
                </a:r>
                <a14:m>
                  <m:oMath xmlns:m="http://schemas.openxmlformats.org/officeDocument/2006/math">
                    <m:r>
                      <a:rPr lang="en-US" altLang="zh-CN" sz="28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1</m:t>
                    </m:r>
                    <m:r>
                      <m:rPr>
                        <m:sty m:val="p"/>
                      </m:rPr>
                      <a:rPr lang="en-US" altLang="zh-CN" sz="28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C</m:t>
                    </m:r>
                    <m:r>
                      <a:rPr lang="en-US" altLang="zh-CN" sz="2800" b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r>
                      <a:rPr lang="en-US" altLang="zh-CN" sz="28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1</m:t>
                    </m:r>
                    <m:r>
                      <m:rPr>
                        <m:sty m:val="p"/>
                      </m:rPr>
                      <a:rPr lang="en-US" altLang="zh-CN" sz="28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A</m:t>
                    </m:r>
                    <m:r>
                      <a:rPr lang="en-US" altLang="zh-CN" sz="2800" b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en-US" altLang="zh-CN" sz="28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0EDF9EC8-3BBE-1566-C11E-F8F7BF71BA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9824" y="5961355"/>
                <a:ext cx="5291948" cy="673518"/>
              </a:xfrm>
              <a:prstGeom prst="rect">
                <a:avLst/>
              </a:prstGeom>
              <a:blipFill>
                <a:blip r:embed="rId23"/>
                <a:stretch>
                  <a:fillRect l="-2301" b="-254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235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0" name="Group 2"/>
          <p:cNvGrpSpPr/>
          <p:nvPr/>
        </p:nvGrpSpPr>
        <p:grpSpPr>
          <a:xfrm>
            <a:off x="7179946" y="2189480"/>
            <a:ext cx="3363913" cy="3387725"/>
            <a:chOff x="3454" y="1664"/>
            <a:chExt cx="2119" cy="213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455" name="Object 4"/>
                <p:cNvSpPr txBox="1"/>
                <p:nvPr/>
              </p:nvSpPr>
              <p:spPr>
                <a:xfrm>
                  <a:off x="5392" y="3014"/>
                  <a:ext cx="181" cy="178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2800"/>
                </a:p>
              </p:txBody>
            </p:sp>
          </mc:Choice>
          <mc:Fallback xmlns="">
            <p:sp>
              <p:nvSpPr>
                <p:cNvPr id="17455" name="Object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92" y="3014"/>
                  <a:ext cx="181" cy="178"/>
                </a:xfrm>
                <a:prstGeom prst="rect">
                  <a:avLst/>
                </a:prstGeom>
                <a:blipFill>
                  <a:blip r:embed="rId2"/>
                  <a:stretch>
                    <a:fillRect b="-39130"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456" name="Object 5"/>
                <p:cNvSpPr txBox="1"/>
                <p:nvPr/>
              </p:nvSpPr>
              <p:spPr>
                <a:xfrm>
                  <a:off x="4145" y="1664"/>
                  <a:ext cx="199" cy="229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sz="2800"/>
                </a:p>
              </p:txBody>
            </p:sp>
          </mc:Choice>
          <mc:Fallback xmlns="">
            <p:sp>
              <p:nvSpPr>
                <p:cNvPr id="17456" name="Object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5" y="1664"/>
                  <a:ext cx="199" cy="229"/>
                </a:xfrm>
                <a:prstGeom prst="rect">
                  <a:avLst/>
                </a:prstGeom>
                <a:blipFill>
                  <a:blip r:embed="rId3"/>
                  <a:stretch>
                    <a:fillRect b="-28333"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457" name="Freeform 6"/>
            <p:cNvSpPr/>
            <p:nvPr/>
          </p:nvSpPr>
          <p:spPr>
            <a:xfrm>
              <a:off x="4352" y="2657"/>
              <a:ext cx="241" cy="113"/>
            </a:xfrm>
            <a:custGeom>
              <a:avLst/>
              <a:gdLst/>
              <a:ahLst/>
              <a:cxnLst>
                <a:cxn ang="0">
                  <a:pos x="0" y="16"/>
                </a:cxn>
                <a:cxn ang="0">
                  <a:pos x="145" y="16"/>
                </a:cxn>
                <a:cxn ang="0">
                  <a:pos x="241" y="113"/>
                </a:cxn>
              </a:cxnLst>
              <a:rect l="0" t="0" r="0" b="0"/>
              <a:pathLst>
                <a:path w="240" h="112">
                  <a:moveTo>
                    <a:pt x="0" y="16"/>
                  </a:moveTo>
                  <a:cubicBezTo>
                    <a:pt x="52" y="8"/>
                    <a:pt x="104" y="0"/>
                    <a:pt x="144" y="16"/>
                  </a:cubicBezTo>
                  <a:cubicBezTo>
                    <a:pt x="184" y="32"/>
                    <a:pt x="224" y="96"/>
                    <a:pt x="240" y="112"/>
                  </a:cubicBezTo>
                </a:path>
              </a:pathLst>
            </a:custGeom>
            <a:noFill/>
            <a:ln w="28575" cap="flat" cmpd="sng">
              <a:solidFill>
                <a:srgbClr val="FF00FF">
                  <a:alpha val="100000"/>
                </a:srgbClr>
              </a:solidFill>
              <a:prstDash val="solid"/>
              <a:round/>
              <a:headEnd type="none" w="med" len="med"/>
              <a:tailEnd type="none" w="sm" len="lg"/>
            </a:ln>
          </p:spPr>
          <p:txBody>
            <a:bodyPr/>
            <a:lstStyle/>
            <a:p>
              <a:endParaRPr lang="zh-CN" altLang="en-US" sz="2800"/>
            </a:p>
          </p:txBody>
        </p:sp>
        <p:grpSp>
          <p:nvGrpSpPr>
            <p:cNvPr id="17458" name="Group 7"/>
            <p:cNvGrpSpPr/>
            <p:nvPr/>
          </p:nvGrpSpPr>
          <p:grpSpPr>
            <a:xfrm>
              <a:off x="3764" y="2368"/>
              <a:ext cx="1176" cy="1199"/>
              <a:chOff x="3456" y="2208"/>
              <a:chExt cx="1248" cy="1248"/>
            </a:xfrm>
          </p:grpSpPr>
          <p:sp>
            <p:nvSpPr>
              <p:cNvPr id="17478" name="Oval 8"/>
              <p:cNvSpPr/>
              <p:nvPr/>
            </p:nvSpPr>
            <p:spPr>
              <a:xfrm>
                <a:off x="3456" y="2208"/>
                <a:ext cx="1248" cy="1248"/>
              </a:xfrm>
              <a:prstGeom prst="ellipse">
                <a:avLst/>
              </a:prstGeom>
              <a:solidFill>
                <a:srgbClr val="E1FFFF"/>
              </a:solidFill>
              <a:ln w="19050" cap="flat" cmpd="sng">
                <a:solidFill>
                  <a:srgbClr val="0066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sz="28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479" name="Oval 9"/>
              <p:cNvSpPr/>
              <p:nvPr/>
            </p:nvSpPr>
            <p:spPr>
              <a:xfrm>
                <a:off x="3504" y="2256"/>
                <a:ext cx="1152" cy="1152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rgbClr val="0066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sz="2800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7459" name="Line 10"/>
            <p:cNvSpPr/>
            <p:nvPr/>
          </p:nvSpPr>
          <p:spPr>
            <a:xfrm>
              <a:off x="4352" y="2968"/>
              <a:ext cx="1221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17460" name="Text Box 11"/>
            <p:cNvSpPr txBox="1"/>
            <p:nvPr/>
          </p:nvSpPr>
          <p:spPr>
            <a:xfrm>
              <a:off x="4081" y="2921"/>
              <a:ext cx="27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sz="2800" i="1" dirty="0">
                  <a:latin typeface="Times New Roman" panose="02020603050405020304" pitchFamily="18" charset="0"/>
                </a:rPr>
                <a:t>O</a:t>
              </a:r>
            </a:p>
          </p:txBody>
        </p:sp>
        <p:grpSp>
          <p:nvGrpSpPr>
            <p:cNvPr id="17461" name="Group 12"/>
            <p:cNvGrpSpPr/>
            <p:nvPr/>
          </p:nvGrpSpPr>
          <p:grpSpPr>
            <a:xfrm>
              <a:off x="4127" y="3475"/>
              <a:ext cx="768" cy="323"/>
              <a:chOff x="3840" y="3456"/>
              <a:chExt cx="816" cy="33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476" name="Object 13"/>
                  <p:cNvSpPr txBox="1"/>
                  <p:nvPr/>
                </p:nvSpPr>
                <p:spPr>
                  <a:xfrm>
                    <a:off x="4380" y="3456"/>
                    <a:ext cx="276" cy="336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 fontScale="92500"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2800"/>
                  </a:p>
                </p:txBody>
              </p:sp>
            </mc:Choice>
            <mc:Fallback xmlns="">
              <p:sp>
                <p:nvSpPr>
                  <p:cNvPr id="17476" name="Object 1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80" y="3456"/>
                    <a:ext cx="276" cy="336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7477" name="AutoShape 14"/>
              <p:cNvSpPr/>
              <p:nvPr/>
            </p:nvSpPr>
            <p:spPr>
              <a:xfrm>
                <a:off x="3840" y="3582"/>
                <a:ext cx="450" cy="84"/>
              </a:xfrm>
              <a:prstGeom prst="curvedUpArrow">
                <a:avLst>
                  <a:gd name="adj1" fmla="val 107142"/>
                  <a:gd name="adj2" fmla="val 214285"/>
                  <a:gd name="adj3" fmla="val 33333"/>
                </a:avLst>
              </a:prstGeom>
              <a:solidFill>
                <a:schemeClr val="folHlink"/>
              </a:solidFill>
              <a:ln w="9525" cap="flat" cmpd="sng">
                <a:solidFill>
                  <a:srgbClr val="0000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/>
                <a:endParaRPr lang="zh-CN" altLang="zh-CN" sz="2800" dirty="0">
                  <a:solidFill>
                    <a:srgbClr val="FF33CC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7462" name="Group 15"/>
            <p:cNvGrpSpPr/>
            <p:nvPr/>
          </p:nvGrpSpPr>
          <p:grpSpPr>
            <a:xfrm>
              <a:off x="3454" y="1708"/>
              <a:ext cx="252" cy="2090"/>
              <a:chOff x="3454" y="1708"/>
              <a:chExt cx="252" cy="2090"/>
            </a:xfrm>
          </p:grpSpPr>
          <p:grpSp>
            <p:nvGrpSpPr>
              <p:cNvPr id="17470" name="Group 16"/>
              <p:cNvGrpSpPr/>
              <p:nvPr/>
            </p:nvGrpSpPr>
            <p:grpSpPr>
              <a:xfrm>
                <a:off x="3459" y="1920"/>
                <a:ext cx="247" cy="1680"/>
                <a:chOff x="3408" y="1872"/>
                <a:chExt cx="242" cy="168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474" name="Object 17"/>
                    <p:cNvSpPr txBox="1"/>
                    <p:nvPr/>
                  </p:nvSpPr>
                  <p:spPr>
                    <a:xfrm>
                      <a:off x="3408" y="2304"/>
                      <a:ext cx="242" cy="336"/>
                    </a:xfrm>
                    <a:prstGeom prst="rect">
                      <a:avLst/>
                    </a:prstGeom>
                    <a:noFill/>
                    <a:ln w="38100">
                      <a:noFill/>
                      <a:miter/>
                    </a:ln>
                  </p:spPr>
                  <p:txBody>
                    <a:bodyPr>
                      <a:norm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800"/>
                    </a:p>
                  </p:txBody>
                </p:sp>
              </mc:Choice>
              <mc:Fallback xmlns="">
                <p:sp>
                  <p:nvSpPr>
                    <p:cNvPr id="17474" name="Object 17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408" y="2304"/>
                      <a:ext cx="242" cy="336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  <a:ln w="38100">
                      <a:noFill/>
                      <a:miter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7475" name="Line 18"/>
                <p:cNvSpPr/>
                <p:nvPr/>
              </p:nvSpPr>
              <p:spPr>
                <a:xfrm>
                  <a:off x="3408" y="1872"/>
                  <a:ext cx="0" cy="168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sm" len="lg"/>
                </a:ln>
              </p:spPr>
            </p:sp>
          </p:grpSp>
          <p:sp>
            <p:nvSpPr>
              <p:cNvPr id="17471" name="Line 19"/>
              <p:cNvSpPr/>
              <p:nvPr/>
            </p:nvSpPr>
            <p:spPr>
              <a:xfrm>
                <a:off x="3459" y="2368"/>
                <a:ext cx="0" cy="231"/>
              </a:xfrm>
              <a:prstGeom prst="line">
                <a:avLst/>
              </a:prstGeom>
              <a:ln w="57150" cap="flat" cmpd="sng">
                <a:solidFill>
                  <a:srgbClr val="FF0000"/>
                </a:solidFill>
                <a:prstDash val="solid"/>
                <a:headEnd type="none" w="med" len="med"/>
                <a:tailEnd type="triangle" w="sm" len="lg"/>
              </a:ln>
            </p:spPr>
          </p:sp>
          <p:sp>
            <p:nvSpPr>
              <p:cNvPr id="17472" name="Line 20"/>
              <p:cNvSpPr/>
              <p:nvPr/>
            </p:nvSpPr>
            <p:spPr>
              <a:xfrm>
                <a:off x="3454" y="3521"/>
                <a:ext cx="1" cy="277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17473" name="Line 21"/>
              <p:cNvSpPr/>
              <p:nvPr/>
            </p:nvSpPr>
            <p:spPr>
              <a:xfrm>
                <a:off x="3454" y="1708"/>
                <a:ext cx="1" cy="277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</p:sp>
        </p:grpSp>
        <p:grpSp>
          <p:nvGrpSpPr>
            <p:cNvPr id="17463" name="Group 22"/>
            <p:cNvGrpSpPr/>
            <p:nvPr/>
          </p:nvGrpSpPr>
          <p:grpSpPr>
            <a:xfrm>
              <a:off x="3456" y="1923"/>
              <a:ext cx="872" cy="329"/>
              <a:chOff x="3120" y="1776"/>
              <a:chExt cx="960" cy="343"/>
            </a:xfrm>
          </p:grpSpPr>
          <p:sp>
            <p:nvSpPr>
              <p:cNvPr id="17467" name="Text Box 23"/>
              <p:cNvSpPr txBox="1"/>
              <p:nvPr/>
            </p:nvSpPr>
            <p:spPr>
              <a:xfrm>
                <a:off x="3455" y="1776"/>
                <a:ext cx="253" cy="34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800" i="1" dirty="0">
                    <a:latin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17468" name="Line 24"/>
              <p:cNvSpPr/>
              <p:nvPr/>
            </p:nvSpPr>
            <p:spPr>
              <a:xfrm>
                <a:off x="3696" y="2016"/>
                <a:ext cx="38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triangle" w="sm" len="lg"/>
              </a:ln>
            </p:spPr>
          </p:sp>
          <p:sp>
            <p:nvSpPr>
              <p:cNvPr id="17469" name="Line 25"/>
              <p:cNvSpPr/>
              <p:nvPr/>
            </p:nvSpPr>
            <p:spPr>
              <a:xfrm flipH="1">
                <a:off x="3120" y="2016"/>
                <a:ext cx="336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triangle" w="sm" len="lg"/>
              </a:ln>
            </p:spPr>
          </p:sp>
        </p:grpSp>
        <p:grpSp>
          <p:nvGrpSpPr>
            <p:cNvPr id="17464" name="Group 26"/>
            <p:cNvGrpSpPr/>
            <p:nvPr/>
          </p:nvGrpSpPr>
          <p:grpSpPr>
            <a:xfrm>
              <a:off x="4352" y="2968"/>
              <a:ext cx="344" cy="507"/>
              <a:chOff x="4080" y="2832"/>
              <a:chExt cx="365" cy="528"/>
            </a:xfrm>
          </p:grpSpPr>
          <p:sp>
            <p:nvSpPr>
              <p:cNvPr id="17465" name="Line 27"/>
              <p:cNvSpPr/>
              <p:nvPr/>
            </p:nvSpPr>
            <p:spPr>
              <a:xfrm>
                <a:off x="4080" y="2832"/>
                <a:ext cx="192" cy="528"/>
              </a:xfrm>
              <a:prstGeom prst="line">
                <a:avLst/>
              </a:prstGeom>
              <a:ln w="19050" cap="flat" cmpd="sng">
                <a:solidFill>
                  <a:srgbClr val="3333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7466" name="Text Box 28"/>
              <p:cNvSpPr txBox="1"/>
              <p:nvPr/>
            </p:nvSpPr>
            <p:spPr>
              <a:xfrm>
                <a:off x="4176" y="2880"/>
                <a:ext cx="269" cy="34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800" i="1" dirty="0">
                    <a:latin typeface="Times New Roman" panose="02020603050405020304" pitchFamily="18" charset="0"/>
                  </a:rPr>
                  <a:t>R</a:t>
                </a:r>
              </a:p>
            </p:txBody>
          </p:sp>
        </p:grpSp>
      </p:grpSp>
      <p:grpSp>
        <p:nvGrpSpPr>
          <p:cNvPr id="17411" name="Group 29"/>
          <p:cNvGrpSpPr/>
          <p:nvPr/>
        </p:nvGrpSpPr>
        <p:grpSpPr>
          <a:xfrm>
            <a:off x="1470980" y="395009"/>
            <a:ext cx="8839200" cy="1406525"/>
            <a:chOff x="192" y="418"/>
            <a:chExt cx="5568" cy="886"/>
          </a:xfrm>
        </p:grpSpPr>
        <p:sp>
          <p:nvSpPr>
            <p:cNvPr id="17450" name="Text Box 30"/>
            <p:cNvSpPr txBox="1"/>
            <p:nvPr/>
          </p:nvSpPr>
          <p:spPr>
            <a:xfrm>
              <a:off x="192" y="432"/>
              <a:ext cx="5568" cy="87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>
                  <a:latin typeface="Times New Roman" panose="02020603050405020304" pitchFamily="18" charset="0"/>
                </a:rPr>
                <a:t>例半径为    载有电流    的导体圆环与电流为   的长直导线 放在同一平面内（如图）， 直导线与圆心相距为 </a:t>
              </a:r>
              <a:r>
                <a:rPr lang="en-US" altLang="zh-CN" sz="2800" i="1" dirty="0">
                  <a:latin typeface="Times New Roman" panose="02020603050405020304" pitchFamily="18" charset="0"/>
                </a:rPr>
                <a:t>d 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，且 </a:t>
              </a:r>
              <a:r>
                <a:rPr lang="en-US" altLang="zh-CN" sz="2800" i="1" dirty="0">
                  <a:latin typeface="Times New Roman" panose="02020603050405020304" pitchFamily="18" charset="0"/>
                </a:rPr>
                <a:t>R &lt; d  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两者间绝缘 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,   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求 作用在圆电流上的磁场力。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451" name="Object 31"/>
                <p:cNvSpPr txBox="1"/>
                <p:nvPr/>
              </p:nvSpPr>
              <p:spPr>
                <a:xfrm>
                  <a:off x="4475" y="418"/>
                  <a:ext cx="288" cy="336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451" name="Object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75" y="418"/>
                  <a:ext cx="288" cy="336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452" name="Object 32"/>
                <p:cNvSpPr txBox="1"/>
                <p:nvPr/>
              </p:nvSpPr>
              <p:spPr>
                <a:xfrm>
                  <a:off x="2251" y="432"/>
                  <a:ext cx="250" cy="308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 fontScale="925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452" name="Object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51" y="432"/>
                  <a:ext cx="250" cy="308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453" name="Object 33"/>
                <p:cNvSpPr txBox="1"/>
                <p:nvPr/>
              </p:nvSpPr>
              <p:spPr>
                <a:xfrm>
                  <a:off x="1114" y="432"/>
                  <a:ext cx="215" cy="308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453" name="Object 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4" y="432"/>
                  <a:ext cx="215" cy="308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449" name="Object 36"/>
              <p:cNvSpPr txBox="1"/>
              <p:nvPr/>
            </p:nvSpPr>
            <p:spPr>
              <a:xfrm>
                <a:off x="1326356" y="1986280"/>
                <a:ext cx="4052020" cy="1066800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latin typeface="Cambria Math" panose="02040503050406030204" pitchFamily="18" charset="0"/>
                            </a:rPr>
                            <m:t>π</m:t>
                          </m:r>
                        </m:den>
                      </m:f>
                      <m:f>
                        <m:f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func>
                            <m:funcPr>
                              <m:ctrlP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449" name="Object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6356" y="1986280"/>
                <a:ext cx="4052020" cy="10668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4229" name="Object 37"/>
              <p:cNvSpPr txBox="1"/>
              <p:nvPr/>
            </p:nvSpPr>
            <p:spPr>
              <a:xfrm>
                <a:off x="471808" y="3328353"/>
                <a:ext cx="6889114" cy="1006475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latin typeface="Cambria Math" panose="02040503050406030204" pitchFamily="18" charset="0"/>
                            </a:rPr>
                            <m:t>π</m:t>
                          </m:r>
                        </m:den>
                      </m:f>
                      <m:f>
                        <m:f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func>
                            <m:func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64229" name="Object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808" y="3328353"/>
                <a:ext cx="6889114" cy="10064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4230" name="Object 38"/>
              <p:cNvSpPr txBox="1"/>
              <p:nvPr/>
            </p:nvSpPr>
            <p:spPr>
              <a:xfrm>
                <a:off x="2653029" y="4704081"/>
                <a:ext cx="1676400" cy="488950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64230" name="Object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3029" y="4704081"/>
                <a:ext cx="1676400" cy="48895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4231" name="Object 39"/>
              <p:cNvSpPr txBox="1"/>
              <p:nvPr/>
            </p:nvSpPr>
            <p:spPr>
              <a:xfrm>
                <a:off x="1771334" y="5469890"/>
                <a:ext cx="3962400" cy="1047750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latin typeface="Cambria Math" panose="02040503050406030204" pitchFamily="18" charset="0"/>
                            </a:rPr>
                            <m:t>π</m:t>
                          </m:r>
                        </m:den>
                      </m:f>
                      <m:f>
                        <m:f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func>
                            <m:func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64231" name="Object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1334" y="5469890"/>
                <a:ext cx="3962400" cy="104775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4232" name="Group 40"/>
          <p:cNvGrpSpPr/>
          <p:nvPr/>
        </p:nvGrpSpPr>
        <p:grpSpPr>
          <a:xfrm>
            <a:off x="9205603" y="2332370"/>
            <a:ext cx="1000126" cy="1243017"/>
            <a:chOff x="4682" y="1739"/>
            <a:chExt cx="630" cy="783"/>
          </a:xfrm>
        </p:grpSpPr>
        <p:sp>
          <p:nvSpPr>
            <p:cNvPr id="17446" name="Line 41"/>
            <p:cNvSpPr/>
            <p:nvPr/>
          </p:nvSpPr>
          <p:spPr>
            <a:xfrm flipV="1">
              <a:off x="4682" y="2064"/>
              <a:ext cx="454" cy="458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triangle" w="sm" len="lg"/>
            </a:ln>
          </p:spPr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447" name="Object 42"/>
                <p:cNvSpPr txBox="1"/>
                <p:nvPr/>
              </p:nvSpPr>
              <p:spPr>
                <a:xfrm>
                  <a:off x="5050" y="1739"/>
                  <a:ext cx="262" cy="240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4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acc>
                          <m:accPr>
                            <m:chr m:val="⃑"/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acc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7447" name="Object 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50" y="1739"/>
                  <a:ext cx="262" cy="240"/>
                </a:xfrm>
                <a:prstGeom prst="rect">
                  <a:avLst/>
                </a:prstGeom>
                <a:blipFill>
                  <a:blip r:embed="rId13"/>
                  <a:stretch>
                    <a:fillRect r="-7353" b="-3226"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4235" name="Group 43"/>
          <p:cNvGrpSpPr/>
          <p:nvPr/>
        </p:nvGrpSpPr>
        <p:grpSpPr>
          <a:xfrm>
            <a:off x="8859520" y="2367280"/>
            <a:ext cx="1600200" cy="1404938"/>
            <a:chOff x="4464" y="1761"/>
            <a:chExt cx="1008" cy="88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440" name="Object 44"/>
                <p:cNvSpPr txBox="1"/>
                <p:nvPr/>
              </p:nvSpPr>
              <p:spPr>
                <a:xfrm>
                  <a:off x="4464" y="1761"/>
                  <a:ext cx="336" cy="329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 fontScale="775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8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⃑"/>
                                <m:ctrlP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acc>
                          </m:e>
                          <m:sub>
                            <m: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sz="2800"/>
                </a:p>
              </p:txBody>
            </p:sp>
          </mc:Choice>
          <mc:Fallback xmlns="">
            <p:sp>
              <p:nvSpPr>
                <p:cNvPr id="17440" name="Object 4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64" y="1761"/>
                  <a:ext cx="336" cy="329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441" name="Line 45"/>
            <p:cNvSpPr/>
            <p:nvPr/>
          </p:nvSpPr>
          <p:spPr>
            <a:xfrm flipV="1">
              <a:off x="4682" y="2504"/>
              <a:ext cx="443" cy="21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dash"/>
              <a:headEnd type="none" w="med" len="med"/>
              <a:tailEnd type="triangle" w="sm" len="lg"/>
            </a:ln>
          </p:spPr>
        </p:sp>
        <p:sp>
          <p:nvSpPr>
            <p:cNvPr id="17442" name="Line 46"/>
            <p:cNvSpPr/>
            <p:nvPr/>
          </p:nvSpPr>
          <p:spPr>
            <a:xfrm flipV="1">
              <a:off x="4682" y="2043"/>
              <a:ext cx="1" cy="508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dash"/>
              <a:headEnd type="none" w="med" len="med"/>
              <a:tailEnd type="triangle" w="sm" len="lg"/>
            </a:ln>
          </p:spPr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443" name="Object 47"/>
                <p:cNvSpPr txBox="1"/>
                <p:nvPr/>
              </p:nvSpPr>
              <p:spPr>
                <a:xfrm>
                  <a:off x="5125" y="2320"/>
                  <a:ext cx="347" cy="326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 fontScale="85000" lnSpcReduction="1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8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⃑"/>
                                <m:ctrlP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acc>
                          </m:e>
                          <m:sub>
                            <m: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sz="2800"/>
                </a:p>
              </p:txBody>
            </p:sp>
          </mc:Choice>
          <mc:Fallback xmlns="">
            <p:sp>
              <p:nvSpPr>
                <p:cNvPr id="17443" name="Object 4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25" y="2320"/>
                  <a:ext cx="347" cy="326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444" name="Line 48"/>
            <p:cNvSpPr/>
            <p:nvPr/>
          </p:nvSpPr>
          <p:spPr>
            <a:xfrm flipH="1">
              <a:off x="5130" y="2064"/>
              <a:ext cx="6" cy="4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sm" len="lg"/>
            </a:ln>
          </p:spPr>
        </p:sp>
        <p:sp>
          <p:nvSpPr>
            <p:cNvPr id="17445" name="Line 49"/>
            <p:cNvSpPr/>
            <p:nvPr/>
          </p:nvSpPr>
          <p:spPr>
            <a:xfrm flipH="1">
              <a:off x="4704" y="2064"/>
              <a:ext cx="43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sm" len="lg"/>
            </a:ln>
          </p:spPr>
        </p:sp>
      </p:grpSp>
      <p:grpSp>
        <p:nvGrpSpPr>
          <p:cNvPr id="264242" name="Group 50"/>
          <p:cNvGrpSpPr/>
          <p:nvPr/>
        </p:nvGrpSpPr>
        <p:grpSpPr>
          <a:xfrm>
            <a:off x="9135745" y="3449955"/>
            <a:ext cx="1049338" cy="693738"/>
            <a:chOff x="4638" y="2443"/>
            <a:chExt cx="661" cy="437"/>
          </a:xfrm>
        </p:grpSpPr>
        <p:grpSp>
          <p:nvGrpSpPr>
            <p:cNvPr id="17436" name="Group 51"/>
            <p:cNvGrpSpPr/>
            <p:nvPr/>
          </p:nvGrpSpPr>
          <p:grpSpPr>
            <a:xfrm>
              <a:off x="4944" y="2592"/>
              <a:ext cx="355" cy="288"/>
              <a:chOff x="4944" y="2640"/>
              <a:chExt cx="355" cy="28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438" name="Object 52"/>
                  <p:cNvSpPr txBox="1"/>
                  <p:nvPr/>
                </p:nvSpPr>
                <p:spPr>
                  <a:xfrm>
                    <a:off x="4944" y="2646"/>
                    <a:ext cx="355" cy="282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 fontScale="85000" lnSpcReduction="10000"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acc>
                            <m:accPr>
                              <m:chr m:val="⃑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17438" name="Object 5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44" y="2646"/>
                    <a:ext cx="355" cy="282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t="-2703" r="-60215" b="-1351"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7439" name="AutoShape 53"/>
              <p:cNvSpPr/>
              <p:nvPr/>
            </p:nvSpPr>
            <p:spPr>
              <a:xfrm>
                <a:off x="4944" y="2640"/>
                <a:ext cx="355" cy="276"/>
              </a:xfrm>
              <a:prstGeom prst="wedgeRectCallout">
                <a:avLst>
                  <a:gd name="adj1" fmla="val -130282"/>
                  <a:gd name="adj2" fmla="val -78986"/>
                </a:avLst>
              </a:prstGeom>
              <a:noFill/>
              <a:ln w="12700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algn="ctr"/>
                <a:endParaRPr lang="zh-CN" altLang="zh-CN" sz="2800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7437" name="AutoShape 54"/>
            <p:cNvSpPr/>
            <p:nvPr/>
          </p:nvSpPr>
          <p:spPr>
            <a:xfrm rot="2957211">
              <a:off x="4605" y="2476"/>
              <a:ext cx="154" cy="88"/>
            </a:xfrm>
            <a:prstGeom prst="leftArrow">
              <a:avLst>
                <a:gd name="adj1" fmla="val 50000"/>
                <a:gd name="adj2" fmla="val 43750"/>
              </a:avLst>
            </a:prstGeom>
            <a:solidFill>
              <a:schemeClr val="accent1"/>
            </a:solidFill>
            <a:ln w="28575" cap="flat" cmpd="sng">
              <a:solidFill>
                <a:srgbClr val="EC00E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rot="10800000" vert="eaVert" wrap="none" anchor="ctr" anchorCtr="0"/>
            <a:lstStyle/>
            <a:p>
              <a:pPr algn="ctr"/>
              <a:endParaRPr lang="zh-CN" altLang="zh-CN" sz="28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64247" name="Group 55"/>
          <p:cNvGrpSpPr/>
          <p:nvPr/>
        </p:nvGrpSpPr>
        <p:grpSpPr>
          <a:xfrm>
            <a:off x="7335520" y="1757679"/>
            <a:ext cx="685800" cy="864158"/>
            <a:chOff x="3456" y="1296"/>
            <a:chExt cx="425" cy="516"/>
          </a:xfrm>
        </p:grpSpPr>
        <p:grpSp>
          <p:nvGrpSpPr>
            <p:cNvPr id="17432" name="Group 56"/>
            <p:cNvGrpSpPr/>
            <p:nvPr/>
          </p:nvGrpSpPr>
          <p:grpSpPr>
            <a:xfrm>
              <a:off x="3456" y="1296"/>
              <a:ext cx="170" cy="312"/>
              <a:chOff x="3264" y="1200"/>
              <a:chExt cx="170" cy="312"/>
            </a:xfrm>
          </p:grpSpPr>
          <p:sp>
            <p:nvSpPr>
              <p:cNvPr id="17434" name="Text Box 57"/>
              <p:cNvSpPr txBox="1"/>
              <p:nvPr/>
            </p:nvSpPr>
            <p:spPr>
              <a:xfrm>
                <a:off x="3264" y="1200"/>
                <a:ext cx="170" cy="3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80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.</a:t>
                </a:r>
              </a:p>
            </p:txBody>
          </p:sp>
          <p:sp>
            <p:nvSpPr>
              <p:cNvPr id="17435" name="Oval 58"/>
              <p:cNvSpPr/>
              <p:nvPr/>
            </p:nvSpPr>
            <p:spPr>
              <a:xfrm>
                <a:off x="3282" y="1349"/>
                <a:ext cx="144" cy="144"/>
              </a:xfrm>
              <a:prstGeom prst="ellipse">
                <a:avLst/>
              </a:prstGeom>
              <a:noFill/>
              <a:ln w="19050" cap="flat" cmpd="sng">
                <a:solidFill>
                  <a:srgbClr val="006666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sz="2800" dirty="0">
                  <a:latin typeface="Times New Roman" panose="02020603050405020304" pitchFamily="18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433" name="Object 59"/>
                <p:cNvSpPr txBox="1"/>
                <p:nvPr/>
              </p:nvSpPr>
              <p:spPr>
                <a:xfrm>
                  <a:off x="3696" y="1584"/>
                  <a:ext cx="185" cy="228"/>
                </a:xfrm>
                <a:prstGeom prst="rect">
                  <a:avLst/>
                </a:prstGeom>
                <a:solidFill>
                  <a:srgbClr val="FFFFFF"/>
                </a:solidFill>
                <a:ln w="38100">
                  <a:noFill/>
                  <a:miter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⃑"/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7433" name="Object 5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6" y="1584"/>
                  <a:ext cx="185" cy="228"/>
                </a:xfrm>
                <a:prstGeom prst="rect">
                  <a:avLst/>
                </a:prstGeom>
                <a:blipFill>
                  <a:blip r:embed="rId17"/>
                  <a:stretch>
                    <a:fillRect b="-1587"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4252" name="Group 60"/>
          <p:cNvGrpSpPr/>
          <p:nvPr/>
        </p:nvGrpSpPr>
        <p:grpSpPr>
          <a:xfrm>
            <a:off x="7903846" y="3599180"/>
            <a:ext cx="1160463" cy="660400"/>
            <a:chOff x="3862" y="2519"/>
            <a:chExt cx="731" cy="416"/>
          </a:xfrm>
        </p:grpSpPr>
        <p:sp>
          <p:nvSpPr>
            <p:cNvPr id="17427" name="Line 61"/>
            <p:cNvSpPr/>
            <p:nvPr/>
          </p:nvSpPr>
          <p:spPr>
            <a:xfrm flipV="1">
              <a:off x="4283" y="2519"/>
              <a:ext cx="310" cy="416"/>
            </a:xfrm>
            <a:prstGeom prst="line">
              <a:avLst/>
            </a:prstGeom>
            <a:ln w="19050" cap="flat" cmpd="sng">
              <a:solidFill>
                <a:schemeClr val="tx2"/>
              </a:solidFill>
              <a:prstDash val="dash"/>
              <a:headEnd type="none" w="med" len="med"/>
              <a:tailEnd type="none" w="med" len="med"/>
            </a:ln>
          </p:spPr>
        </p:sp>
        <p:grpSp>
          <p:nvGrpSpPr>
            <p:cNvPr id="17428" name="Group 62"/>
            <p:cNvGrpSpPr/>
            <p:nvPr/>
          </p:nvGrpSpPr>
          <p:grpSpPr>
            <a:xfrm>
              <a:off x="3862" y="2655"/>
              <a:ext cx="650" cy="250"/>
              <a:chOff x="3862" y="2640"/>
              <a:chExt cx="650" cy="250"/>
            </a:xfrm>
          </p:grpSpPr>
          <p:sp>
            <p:nvSpPr>
              <p:cNvPr id="17429" name="Freeform 63"/>
              <p:cNvSpPr/>
              <p:nvPr/>
            </p:nvSpPr>
            <p:spPr>
              <a:xfrm>
                <a:off x="4457" y="2688"/>
                <a:ext cx="55" cy="6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44" y="23"/>
                  </a:cxn>
                  <a:cxn ang="0">
                    <a:pos x="55" y="62"/>
                  </a:cxn>
                </a:cxnLst>
                <a:rect l="0" t="0" r="0" b="0"/>
                <a:pathLst>
                  <a:path w="60" h="66">
                    <a:moveTo>
                      <a:pt x="0" y="0"/>
                    </a:moveTo>
                    <a:cubicBezTo>
                      <a:pt x="8" y="4"/>
                      <a:pt x="38" y="13"/>
                      <a:pt x="48" y="24"/>
                    </a:cubicBezTo>
                    <a:cubicBezTo>
                      <a:pt x="58" y="35"/>
                      <a:pt x="58" y="57"/>
                      <a:pt x="60" y="66"/>
                    </a:cubicBezTo>
                  </a:path>
                </a:pathLst>
              </a:custGeom>
              <a:noFill/>
              <a:ln w="28575" cap="flat" cmpd="sng">
                <a:solidFill>
                  <a:srgbClr val="FF33CC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sz="2800"/>
              </a:p>
            </p:txBody>
          </p:sp>
          <p:sp>
            <p:nvSpPr>
              <p:cNvPr id="264256" name="AutoShape 64"/>
              <p:cNvSpPr>
                <a:spLocks noChangeArrowheads="1"/>
              </p:cNvSpPr>
              <p:nvPr/>
            </p:nvSpPr>
            <p:spPr bwMode="auto">
              <a:xfrm>
                <a:off x="3862" y="2640"/>
                <a:ext cx="314" cy="240"/>
              </a:xfrm>
              <a:prstGeom prst="wedgeRectCallout">
                <a:avLst>
                  <a:gd name="adj1" fmla="val 135352"/>
                  <a:gd name="adj2" fmla="val -12500"/>
                </a:avLst>
              </a:prstGeom>
              <a:gradFill rotWithShape="0">
                <a:gsLst>
                  <a:gs pos="0">
                    <a:schemeClr val="folHlink"/>
                  </a:gs>
                  <a:gs pos="50000">
                    <a:schemeClr val="bg1"/>
                  </a:gs>
                  <a:gs pos="100000">
                    <a:schemeClr val="folHlink"/>
                  </a:gs>
                </a:gsLst>
                <a:lin ang="5400000" scaled="1"/>
              </a:gradFill>
              <a:ln w="12700">
                <a:solidFill>
                  <a:srgbClr val="FF33CC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zh-CN" sz="2800" b="1">
                  <a:solidFill>
                    <a:srgbClr val="1C1C1C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431" name="Object 65"/>
                  <p:cNvSpPr txBox="1"/>
                  <p:nvPr/>
                </p:nvSpPr>
                <p:spPr>
                  <a:xfrm>
                    <a:off x="3888" y="2640"/>
                    <a:ext cx="247" cy="250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 fontScale="70000" lnSpcReduction="20000"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17431" name="Object 6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88" y="2640"/>
                    <a:ext cx="247" cy="250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r="-18462"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264258" name="Group 66"/>
          <p:cNvGrpSpPr/>
          <p:nvPr/>
        </p:nvGrpSpPr>
        <p:grpSpPr>
          <a:xfrm>
            <a:off x="8572184" y="3716655"/>
            <a:ext cx="744537" cy="573088"/>
            <a:chOff x="4331" y="2626"/>
            <a:chExt cx="469" cy="361"/>
          </a:xfrm>
        </p:grpSpPr>
        <p:grpSp>
          <p:nvGrpSpPr>
            <p:cNvPr id="17423" name="Group 67"/>
            <p:cNvGrpSpPr/>
            <p:nvPr/>
          </p:nvGrpSpPr>
          <p:grpSpPr>
            <a:xfrm>
              <a:off x="4548" y="2737"/>
              <a:ext cx="223" cy="250"/>
              <a:chOff x="4548" y="2737"/>
              <a:chExt cx="223" cy="250"/>
            </a:xfrm>
          </p:grpSpPr>
          <p:sp>
            <p:nvSpPr>
              <p:cNvPr id="17425" name="Freeform 68"/>
              <p:cNvSpPr/>
              <p:nvPr/>
            </p:nvSpPr>
            <p:spPr>
              <a:xfrm>
                <a:off x="4548" y="2814"/>
                <a:ext cx="46" cy="15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8" y="12"/>
                  </a:cxn>
                  <a:cxn ang="0">
                    <a:pos x="42" y="60"/>
                  </a:cxn>
                  <a:cxn ang="0">
                    <a:pos x="42" y="108"/>
                  </a:cxn>
                  <a:cxn ang="0">
                    <a:pos x="24" y="156"/>
                  </a:cxn>
                </a:cxnLst>
                <a:rect l="0" t="0" r="0" b="0"/>
                <a:pathLst>
                  <a:path w="46" h="156">
                    <a:moveTo>
                      <a:pt x="0" y="0"/>
                    </a:moveTo>
                    <a:cubicBezTo>
                      <a:pt x="4" y="1"/>
                      <a:pt x="11" y="2"/>
                      <a:pt x="18" y="12"/>
                    </a:cubicBezTo>
                    <a:cubicBezTo>
                      <a:pt x="25" y="22"/>
                      <a:pt x="38" y="44"/>
                      <a:pt x="42" y="60"/>
                    </a:cubicBezTo>
                    <a:cubicBezTo>
                      <a:pt x="46" y="76"/>
                      <a:pt x="45" y="92"/>
                      <a:pt x="42" y="108"/>
                    </a:cubicBezTo>
                    <a:cubicBezTo>
                      <a:pt x="39" y="124"/>
                      <a:pt x="28" y="146"/>
                      <a:pt x="24" y="156"/>
                    </a:cubicBezTo>
                  </a:path>
                </a:pathLst>
              </a:custGeom>
              <a:noFill/>
              <a:ln w="28575" cap="flat" cmpd="sng">
                <a:solidFill>
                  <a:srgbClr val="FF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sz="28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426" name="Object 69"/>
                  <p:cNvSpPr txBox="1"/>
                  <p:nvPr/>
                </p:nvSpPr>
                <p:spPr>
                  <a:xfrm>
                    <a:off x="4597" y="2737"/>
                    <a:ext cx="174" cy="250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oMath>
                      </m:oMathPara>
                    </a14:m>
                    <a:endParaRPr lang="en-US" sz="2800"/>
                  </a:p>
                </p:txBody>
              </p:sp>
            </mc:Choice>
            <mc:Fallback xmlns="">
              <p:sp>
                <p:nvSpPr>
                  <p:cNvPr id="17426" name="Object 6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97" y="2737"/>
                    <a:ext cx="174" cy="250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7424" name="Line 70"/>
            <p:cNvSpPr/>
            <p:nvPr/>
          </p:nvSpPr>
          <p:spPr>
            <a:xfrm flipV="1">
              <a:off x="4331" y="2626"/>
              <a:ext cx="469" cy="342"/>
            </a:xfrm>
            <a:prstGeom prst="line">
              <a:avLst/>
            </a:prstGeom>
            <a:ln w="19050" cap="flat" cmpd="sng">
              <a:solidFill>
                <a:schemeClr val="tx2"/>
              </a:solidFill>
              <a:prstDash val="dash"/>
              <a:headEnd type="none" w="med" len="med"/>
              <a:tailEnd type="none" w="med" len="med"/>
            </a:ln>
          </p:spPr>
        </p:sp>
      </p:grpSp>
      <p:sp>
        <p:nvSpPr>
          <p:cNvPr id="17422" name="Line 71"/>
          <p:cNvSpPr/>
          <p:nvPr/>
        </p:nvSpPr>
        <p:spPr>
          <a:xfrm flipV="1">
            <a:off x="8588058" y="2210118"/>
            <a:ext cx="0" cy="20574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triangle" w="sm" len="lg"/>
          </a:ln>
        </p:spPr>
      </p:sp>
    </p:spTree>
    <p:extLst>
      <p:ext uri="{BB962C8B-B14F-4D97-AF65-F5344CB8AC3E}">
        <p14:creationId xmlns:p14="http://schemas.microsoft.com/office/powerpoint/2010/main" val="2801204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4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64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7" dur="500"/>
                                        <p:tgtEl>
                                          <p:spTgt spid="264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264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642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642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9" dur="500"/>
                                        <p:tgtEl>
                                          <p:spTgt spid="264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49" grpId="0"/>
      <p:bldP spid="264229" grpId="0"/>
      <p:bldP spid="264230" grpId="0"/>
      <p:bldP spid="26423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8434" name="Object 2"/>
              <p:cNvSpPr txBox="1"/>
              <p:nvPr/>
            </p:nvSpPr>
            <p:spPr>
              <a:xfrm>
                <a:off x="1104483" y="1717324"/>
                <a:ext cx="6324600" cy="1035050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func>
                        <m:func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latin typeface="Cambria Math" panose="02040503050406030204" pitchFamily="18" charset="0"/>
                            </a:rPr>
                            <m:t>π</m:t>
                          </m:r>
                        </m:den>
                      </m:f>
                      <m:f>
                        <m:f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func>
                            <m:func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func>
                            <m:func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8434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483" y="1717324"/>
                <a:ext cx="6324600" cy="10350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435" name="Object 3"/>
              <p:cNvSpPr txBox="1"/>
              <p:nvPr/>
            </p:nvSpPr>
            <p:spPr>
              <a:xfrm>
                <a:off x="1104483" y="712437"/>
                <a:ext cx="6324600" cy="1033463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func>
                        <m:func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latin typeface="Cambria Math" panose="02040503050406030204" pitchFamily="18" charset="0"/>
                            </a:rPr>
                            <m:t>π</m:t>
                          </m:r>
                        </m:den>
                      </m:f>
                      <m:f>
                        <m:f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func>
                            <m:func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func>
                            <m:func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8435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483" y="712437"/>
                <a:ext cx="6324600" cy="10334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5266" name="Object 50"/>
              <p:cNvSpPr txBox="1"/>
              <p:nvPr/>
            </p:nvSpPr>
            <p:spPr>
              <a:xfrm>
                <a:off x="1707754" y="4030663"/>
                <a:ext cx="3733800" cy="1168400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(1−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p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65266" name="Object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7754" y="4030663"/>
                <a:ext cx="3733800" cy="11684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5267" name="Object 51"/>
              <p:cNvSpPr txBox="1"/>
              <p:nvPr/>
            </p:nvSpPr>
            <p:spPr>
              <a:xfrm>
                <a:off x="1174354" y="3009901"/>
                <a:ext cx="4572000" cy="1046162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num>
                        <m:den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latin typeface="Cambria Math" panose="02040503050406030204" pitchFamily="18" charset="0"/>
                            </a:rPr>
                            <m:t>π</m:t>
                          </m:r>
                        </m:den>
                      </m:f>
                      <m:nary>
                        <m:nary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latin typeface="Cambria Math" panose="02040503050406030204" pitchFamily="18" charset="0"/>
                            </a:rPr>
                            <m:t>π</m:t>
                          </m:r>
                        </m:sup>
                        <m:e>
                          <m:f>
                            <m:f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8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num>
                            <m:den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func>
                                <m:funcPr>
                                  <m:ctrlP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8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den>
                          </m:f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65267" name="Object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4354" y="3009901"/>
                <a:ext cx="4572000" cy="104616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5268" name="Object 52"/>
              <p:cNvSpPr txBox="1"/>
              <p:nvPr/>
            </p:nvSpPr>
            <p:spPr>
              <a:xfrm>
                <a:off x="1112420" y="5348289"/>
                <a:ext cx="5593180" cy="1036637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num>
                        <m:den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latin typeface="Cambria Math" panose="02040503050406030204" pitchFamily="18" charset="0"/>
                            </a:rPr>
                            <m:t>π</m:t>
                          </m:r>
                        </m:den>
                      </m:f>
                      <m:nary>
                        <m:nary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latin typeface="Cambria Math" panose="02040503050406030204" pitchFamily="18" charset="0"/>
                            </a:rPr>
                            <m:t>π</m:t>
                          </m:r>
                        </m:sup>
                        <m:e>
                          <m:f>
                            <m:f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8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num>
                            <m:den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func>
                                <m:funcPr>
                                  <m:ctrlP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8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den>
                          </m:f>
                        </m:e>
                      </m:nary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65268" name="Object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2420" y="5348289"/>
                <a:ext cx="5593180" cy="103663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2">
            <a:extLst>
              <a:ext uri="{FF2B5EF4-FFF2-40B4-BE49-F238E27FC236}">
                <a16:creationId xmlns:a16="http://schemas.microsoft.com/office/drawing/2014/main" id="{6221F078-5522-E27E-593C-142AFF103077}"/>
              </a:ext>
            </a:extLst>
          </p:cNvPr>
          <p:cNvGrpSpPr/>
          <p:nvPr/>
        </p:nvGrpSpPr>
        <p:grpSpPr>
          <a:xfrm>
            <a:off x="7179946" y="2189480"/>
            <a:ext cx="3363913" cy="3387725"/>
            <a:chOff x="3454" y="1664"/>
            <a:chExt cx="2119" cy="213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Object 4">
                  <a:extLst>
                    <a:ext uri="{FF2B5EF4-FFF2-40B4-BE49-F238E27FC236}">
                      <a16:creationId xmlns:a16="http://schemas.microsoft.com/office/drawing/2014/main" id="{348C294D-792D-7A04-5C5B-A13B4B9EAD53}"/>
                    </a:ext>
                  </a:extLst>
                </p:cNvPr>
                <p:cNvSpPr txBox="1"/>
                <p:nvPr/>
              </p:nvSpPr>
              <p:spPr>
                <a:xfrm>
                  <a:off x="5392" y="3014"/>
                  <a:ext cx="181" cy="178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2800"/>
                </a:p>
              </p:txBody>
            </p:sp>
          </mc:Choice>
          <mc:Fallback xmlns="">
            <p:sp>
              <p:nvSpPr>
                <p:cNvPr id="17455" name="Object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92" y="3014"/>
                  <a:ext cx="181" cy="178"/>
                </a:xfrm>
                <a:prstGeom prst="rect">
                  <a:avLst/>
                </a:prstGeom>
                <a:blipFill>
                  <a:blip r:embed="rId7"/>
                  <a:stretch>
                    <a:fillRect b="-39130"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Object 5">
                  <a:extLst>
                    <a:ext uri="{FF2B5EF4-FFF2-40B4-BE49-F238E27FC236}">
                      <a16:creationId xmlns:a16="http://schemas.microsoft.com/office/drawing/2014/main" id="{9F3BF777-D871-0DB9-7B08-A821A66D4ADC}"/>
                    </a:ext>
                  </a:extLst>
                </p:cNvPr>
                <p:cNvSpPr txBox="1"/>
                <p:nvPr/>
              </p:nvSpPr>
              <p:spPr>
                <a:xfrm>
                  <a:off x="4145" y="1664"/>
                  <a:ext cx="199" cy="229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sz="2800"/>
                </a:p>
              </p:txBody>
            </p:sp>
          </mc:Choice>
          <mc:Fallback xmlns="">
            <p:sp>
              <p:nvSpPr>
                <p:cNvPr id="17456" name="Object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5" y="1664"/>
                  <a:ext cx="199" cy="229"/>
                </a:xfrm>
                <a:prstGeom prst="rect">
                  <a:avLst/>
                </a:prstGeom>
                <a:blipFill>
                  <a:blip r:embed="rId8"/>
                  <a:stretch>
                    <a:fillRect b="-28333"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8ABECE3A-B1C4-BF09-B55C-90DD7386D981}"/>
                </a:ext>
              </a:extLst>
            </p:cNvPr>
            <p:cNvSpPr/>
            <p:nvPr/>
          </p:nvSpPr>
          <p:spPr>
            <a:xfrm>
              <a:off x="4352" y="2657"/>
              <a:ext cx="241" cy="113"/>
            </a:xfrm>
            <a:custGeom>
              <a:avLst/>
              <a:gdLst/>
              <a:ahLst/>
              <a:cxnLst>
                <a:cxn ang="0">
                  <a:pos x="0" y="16"/>
                </a:cxn>
                <a:cxn ang="0">
                  <a:pos x="145" y="16"/>
                </a:cxn>
                <a:cxn ang="0">
                  <a:pos x="241" y="113"/>
                </a:cxn>
              </a:cxnLst>
              <a:rect l="0" t="0" r="0" b="0"/>
              <a:pathLst>
                <a:path w="240" h="112">
                  <a:moveTo>
                    <a:pt x="0" y="16"/>
                  </a:moveTo>
                  <a:cubicBezTo>
                    <a:pt x="52" y="8"/>
                    <a:pt x="104" y="0"/>
                    <a:pt x="144" y="16"/>
                  </a:cubicBezTo>
                  <a:cubicBezTo>
                    <a:pt x="184" y="32"/>
                    <a:pt x="224" y="96"/>
                    <a:pt x="240" y="112"/>
                  </a:cubicBezTo>
                </a:path>
              </a:pathLst>
            </a:custGeom>
            <a:noFill/>
            <a:ln w="28575" cap="flat" cmpd="sng">
              <a:solidFill>
                <a:srgbClr val="FF00FF">
                  <a:alpha val="100000"/>
                </a:srgbClr>
              </a:solidFill>
              <a:prstDash val="solid"/>
              <a:round/>
              <a:headEnd type="none" w="med" len="med"/>
              <a:tailEnd type="none" w="sm" len="lg"/>
            </a:ln>
          </p:spPr>
          <p:txBody>
            <a:bodyPr/>
            <a:lstStyle/>
            <a:p>
              <a:endParaRPr lang="zh-CN" altLang="en-US" sz="2800"/>
            </a:p>
          </p:txBody>
        </p:sp>
        <p:grpSp>
          <p:nvGrpSpPr>
            <p:cNvPr id="6" name="Group 7">
              <a:extLst>
                <a:ext uri="{FF2B5EF4-FFF2-40B4-BE49-F238E27FC236}">
                  <a16:creationId xmlns:a16="http://schemas.microsoft.com/office/drawing/2014/main" id="{73FE1016-3F16-0D41-DE4C-376E00402387}"/>
                </a:ext>
              </a:extLst>
            </p:cNvPr>
            <p:cNvGrpSpPr/>
            <p:nvPr/>
          </p:nvGrpSpPr>
          <p:grpSpPr>
            <a:xfrm>
              <a:off x="3764" y="2368"/>
              <a:ext cx="1176" cy="1199"/>
              <a:chOff x="3456" y="2208"/>
              <a:chExt cx="1248" cy="1248"/>
            </a:xfrm>
          </p:grpSpPr>
          <p:sp>
            <p:nvSpPr>
              <p:cNvPr id="26" name="Oval 8">
                <a:extLst>
                  <a:ext uri="{FF2B5EF4-FFF2-40B4-BE49-F238E27FC236}">
                    <a16:creationId xmlns:a16="http://schemas.microsoft.com/office/drawing/2014/main" id="{B4871AAF-FDE2-BA1E-C7A3-8F2B90935C4B}"/>
                  </a:ext>
                </a:extLst>
              </p:cNvPr>
              <p:cNvSpPr/>
              <p:nvPr/>
            </p:nvSpPr>
            <p:spPr>
              <a:xfrm>
                <a:off x="3456" y="2208"/>
                <a:ext cx="1248" cy="1248"/>
              </a:xfrm>
              <a:prstGeom prst="ellipse">
                <a:avLst/>
              </a:prstGeom>
              <a:solidFill>
                <a:srgbClr val="E1FFFF"/>
              </a:solidFill>
              <a:ln w="19050" cap="flat" cmpd="sng">
                <a:solidFill>
                  <a:srgbClr val="0066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sz="28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" name="Oval 9">
                <a:extLst>
                  <a:ext uri="{FF2B5EF4-FFF2-40B4-BE49-F238E27FC236}">
                    <a16:creationId xmlns:a16="http://schemas.microsoft.com/office/drawing/2014/main" id="{C3374751-92FF-6ED6-C603-E46ACA1F3D22}"/>
                  </a:ext>
                </a:extLst>
              </p:cNvPr>
              <p:cNvSpPr/>
              <p:nvPr/>
            </p:nvSpPr>
            <p:spPr>
              <a:xfrm>
                <a:off x="3504" y="2256"/>
                <a:ext cx="1152" cy="1152"/>
              </a:xfrm>
              <a:prstGeom prst="ellipse">
                <a:avLst/>
              </a:prstGeom>
              <a:solidFill>
                <a:schemeClr val="bg1"/>
              </a:solidFill>
              <a:ln w="19050" cap="flat" cmpd="sng">
                <a:solidFill>
                  <a:srgbClr val="0066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sz="2800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7" name="Line 10">
              <a:extLst>
                <a:ext uri="{FF2B5EF4-FFF2-40B4-BE49-F238E27FC236}">
                  <a16:creationId xmlns:a16="http://schemas.microsoft.com/office/drawing/2014/main" id="{8699A758-D621-5091-609D-005B423E6391}"/>
                </a:ext>
              </a:extLst>
            </p:cNvPr>
            <p:cNvSpPr/>
            <p:nvPr/>
          </p:nvSpPr>
          <p:spPr>
            <a:xfrm>
              <a:off x="4352" y="2968"/>
              <a:ext cx="1221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8" name="Text Box 11">
              <a:extLst>
                <a:ext uri="{FF2B5EF4-FFF2-40B4-BE49-F238E27FC236}">
                  <a16:creationId xmlns:a16="http://schemas.microsoft.com/office/drawing/2014/main" id="{FF676B48-B7B8-7B4D-A823-ECD10AE9AC07}"/>
                </a:ext>
              </a:extLst>
            </p:cNvPr>
            <p:cNvSpPr txBox="1"/>
            <p:nvPr/>
          </p:nvSpPr>
          <p:spPr>
            <a:xfrm>
              <a:off x="4081" y="2921"/>
              <a:ext cx="27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sz="2800" i="1" dirty="0">
                  <a:latin typeface="Times New Roman" panose="02020603050405020304" pitchFamily="18" charset="0"/>
                </a:rPr>
                <a:t>O</a:t>
              </a:r>
            </a:p>
          </p:txBody>
        </p:sp>
        <p:grpSp>
          <p:nvGrpSpPr>
            <p:cNvPr id="9" name="Group 12">
              <a:extLst>
                <a:ext uri="{FF2B5EF4-FFF2-40B4-BE49-F238E27FC236}">
                  <a16:creationId xmlns:a16="http://schemas.microsoft.com/office/drawing/2014/main" id="{33458974-B229-B292-AE97-A52AAFAC077A}"/>
                </a:ext>
              </a:extLst>
            </p:cNvPr>
            <p:cNvGrpSpPr/>
            <p:nvPr/>
          </p:nvGrpSpPr>
          <p:grpSpPr>
            <a:xfrm>
              <a:off x="4127" y="3475"/>
              <a:ext cx="768" cy="323"/>
              <a:chOff x="3840" y="3456"/>
              <a:chExt cx="816" cy="33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Object 13">
                    <a:extLst>
                      <a:ext uri="{FF2B5EF4-FFF2-40B4-BE49-F238E27FC236}">
                        <a16:creationId xmlns:a16="http://schemas.microsoft.com/office/drawing/2014/main" id="{43C1D177-9A1A-24BC-B26F-1BC78B64DB65}"/>
                      </a:ext>
                    </a:extLst>
                  </p:cNvPr>
                  <p:cNvSpPr txBox="1"/>
                  <p:nvPr/>
                </p:nvSpPr>
                <p:spPr>
                  <a:xfrm>
                    <a:off x="4380" y="3456"/>
                    <a:ext cx="276" cy="336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 fontScale="92500"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2800"/>
                  </a:p>
                </p:txBody>
              </p:sp>
            </mc:Choice>
            <mc:Fallback xmlns="">
              <p:sp>
                <p:nvSpPr>
                  <p:cNvPr id="17476" name="Object 1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80" y="3456"/>
                    <a:ext cx="276" cy="336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5" name="AutoShape 14">
                <a:extLst>
                  <a:ext uri="{FF2B5EF4-FFF2-40B4-BE49-F238E27FC236}">
                    <a16:creationId xmlns:a16="http://schemas.microsoft.com/office/drawing/2014/main" id="{532C452D-C7DE-DFC7-CB76-A1D081AB1906}"/>
                  </a:ext>
                </a:extLst>
              </p:cNvPr>
              <p:cNvSpPr/>
              <p:nvPr/>
            </p:nvSpPr>
            <p:spPr>
              <a:xfrm>
                <a:off x="3840" y="3582"/>
                <a:ext cx="450" cy="84"/>
              </a:xfrm>
              <a:prstGeom prst="curvedUpArrow">
                <a:avLst>
                  <a:gd name="adj1" fmla="val 107142"/>
                  <a:gd name="adj2" fmla="val 214285"/>
                  <a:gd name="adj3" fmla="val 33333"/>
                </a:avLst>
              </a:prstGeom>
              <a:solidFill>
                <a:schemeClr val="folHlink"/>
              </a:solidFill>
              <a:ln w="9525" cap="flat" cmpd="sng">
                <a:solidFill>
                  <a:srgbClr val="0000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/>
                <a:endParaRPr lang="zh-CN" altLang="zh-CN" sz="2800" dirty="0">
                  <a:solidFill>
                    <a:srgbClr val="FF33CC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0" name="Group 15">
              <a:extLst>
                <a:ext uri="{FF2B5EF4-FFF2-40B4-BE49-F238E27FC236}">
                  <a16:creationId xmlns:a16="http://schemas.microsoft.com/office/drawing/2014/main" id="{92B7CD86-5A81-8BE6-0A32-24AC809C8FEA}"/>
                </a:ext>
              </a:extLst>
            </p:cNvPr>
            <p:cNvGrpSpPr/>
            <p:nvPr/>
          </p:nvGrpSpPr>
          <p:grpSpPr>
            <a:xfrm>
              <a:off x="3454" y="1708"/>
              <a:ext cx="252" cy="2090"/>
              <a:chOff x="3454" y="1708"/>
              <a:chExt cx="252" cy="2090"/>
            </a:xfrm>
          </p:grpSpPr>
          <p:grpSp>
            <p:nvGrpSpPr>
              <p:cNvPr id="18" name="Group 16">
                <a:extLst>
                  <a:ext uri="{FF2B5EF4-FFF2-40B4-BE49-F238E27FC236}">
                    <a16:creationId xmlns:a16="http://schemas.microsoft.com/office/drawing/2014/main" id="{56C466D4-9650-5F6E-4E06-E4E36C1E24CC}"/>
                  </a:ext>
                </a:extLst>
              </p:cNvPr>
              <p:cNvGrpSpPr/>
              <p:nvPr/>
            </p:nvGrpSpPr>
            <p:grpSpPr>
              <a:xfrm>
                <a:off x="3459" y="1920"/>
                <a:ext cx="247" cy="1680"/>
                <a:chOff x="3408" y="1872"/>
                <a:chExt cx="242" cy="168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" name="Object 17">
                      <a:extLst>
                        <a:ext uri="{FF2B5EF4-FFF2-40B4-BE49-F238E27FC236}">
                          <a16:creationId xmlns:a16="http://schemas.microsoft.com/office/drawing/2014/main" id="{4E1A84F8-9C09-A48C-428E-CB55395FF28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08" y="2304"/>
                      <a:ext cx="242" cy="336"/>
                    </a:xfrm>
                    <a:prstGeom prst="rect">
                      <a:avLst/>
                    </a:prstGeom>
                    <a:noFill/>
                    <a:ln w="38100">
                      <a:noFill/>
                      <a:miter/>
                    </a:ln>
                  </p:spPr>
                  <p:txBody>
                    <a:bodyPr>
                      <a:norm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800"/>
                    </a:p>
                  </p:txBody>
                </p:sp>
              </mc:Choice>
              <mc:Fallback xmlns="">
                <p:sp>
                  <p:nvSpPr>
                    <p:cNvPr id="17474" name="Object 17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408" y="2304"/>
                      <a:ext cx="242" cy="336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/>
                      </a:stretch>
                    </a:blipFill>
                    <a:ln w="38100">
                      <a:noFill/>
                      <a:miter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3" name="Line 18">
                  <a:extLst>
                    <a:ext uri="{FF2B5EF4-FFF2-40B4-BE49-F238E27FC236}">
                      <a16:creationId xmlns:a16="http://schemas.microsoft.com/office/drawing/2014/main" id="{63029EEE-94CD-0DE4-2BC0-4B9838760B3B}"/>
                    </a:ext>
                  </a:extLst>
                </p:cNvPr>
                <p:cNvSpPr/>
                <p:nvPr/>
              </p:nvSpPr>
              <p:spPr>
                <a:xfrm>
                  <a:off x="3408" y="1872"/>
                  <a:ext cx="0" cy="168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sm" len="lg"/>
                </a:ln>
              </p:spPr>
            </p:sp>
          </p:grpSp>
          <p:sp>
            <p:nvSpPr>
              <p:cNvPr id="19" name="Line 19">
                <a:extLst>
                  <a:ext uri="{FF2B5EF4-FFF2-40B4-BE49-F238E27FC236}">
                    <a16:creationId xmlns:a16="http://schemas.microsoft.com/office/drawing/2014/main" id="{A201E8E8-3813-C535-41E0-9C528A6C4253}"/>
                  </a:ext>
                </a:extLst>
              </p:cNvPr>
              <p:cNvSpPr/>
              <p:nvPr/>
            </p:nvSpPr>
            <p:spPr>
              <a:xfrm>
                <a:off x="3459" y="2368"/>
                <a:ext cx="0" cy="231"/>
              </a:xfrm>
              <a:prstGeom prst="line">
                <a:avLst/>
              </a:prstGeom>
              <a:ln w="57150" cap="flat" cmpd="sng">
                <a:solidFill>
                  <a:srgbClr val="FF0000"/>
                </a:solidFill>
                <a:prstDash val="solid"/>
                <a:headEnd type="none" w="med" len="med"/>
                <a:tailEnd type="triangle" w="sm" len="lg"/>
              </a:ln>
            </p:spPr>
          </p:sp>
          <p:sp>
            <p:nvSpPr>
              <p:cNvPr id="20" name="Line 20">
                <a:extLst>
                  <a:ext uri="{FF2B5EF4-FFF2-40B4-BE49-F238E27FC236}">
                    <a16:creationId xmlns:a16="http://schemas.microsoft.com/office/drawing/2014/main" id="{B6B9DDF1-4F95-CB1D-EC1D-4F6C37CCF4A8}"/>
                  </a:ext>
                </a:extLst>
              </p:cNvPr>
              <p:cNvSpPr/>
              <p:nvPr/>
            </p:nvSpPr>
            <p:spPr>
              <a:xfrm>
                <a:off x="3454" y="3521"/>
                <a:ext cx="1" cy="277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21" name="Line 21">
                <a:extLst>
                  <a:ext uri="{FF2B5EF4-FFF2-40B4-BE49-F238E27FC236}">
                    <a16:creationId xmlns:a16="http://schemas.microsoft.com/office/drawing/2014/main" id="{ACB52969-BA8C-0110-72EE-B3869713E33E}"/>
                  </a:ext>
                </a:extLst>
              </p:cNvPr>
              <p:cNvSpPr/>
              <p:nvPr/>
            </p:nvSpPr>
            <p:spPr>
              <a:xfrm>
                <a:off x="3454" y="1708"/>
                <a:ext cx="1" cy="277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</p:sp>
        </p:grpSp>
        <p:grpSp>
          <p:nvGrpSpPr>
            <p:cNvPr id="11" name="Group 22">
              <a:extLst>
                <a:ext uri="{FF2B5EF4-FFF2-40B4-BE49-F238E27FC236}">
                  <a16:creationId xmlns:a16="http://schemas.microsoft.com/office/drawing/2014/main" id="{6FB7A15D-D476-2B08-82BD-B5198B59DCC3}"/>
                </a:ext>
              </a:extLst>
            </p:cNvPr>
            <p:cNvGrpSpPr/>
            <p:nvPr/>
          </p:nvGrpSpPr>
          <p:grpSpPr>
            <a:xfrm>
              <a:off x="3456" y="1923"/>
              <a:ext cx="872" cy="329"/>
              <a:chOff x="3120" y="1776"/>
              <a:chExt cx="960" cy="343"/>
            </a:xfrm>
          </p:grpSpPr>
          <p:sp>
            <p:nvSpPr>
              <p:cNvPr id="15" name="Text Box 23">
                <a:extLst>
                  <a:ext uri="{FF2B5EF4-FFF2-40B4-BE49-F238E27FC236}">
                    <a16:creationId xmlns:a16="http://schemas.microsoft.com/office/drawing/2014/main" id="{7A81751C-B282-1DE1-AC57-D97F1B6891E0}"/>
                  </a:ext>
                </a:extLst>
              </p:cNvPr>
              <p:cNvSpPr txBox="1"/>
              <p:nvPr/>
            </p:nvSpPr>
            <p:spPr>
              <a:xfrm>
                <a:off x="3455" y="1776"/>
                <a:ext cx="253" cy="34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800" i="1" dirty="0">
                    <a:latin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16" name="Line 24">
                <a:extLst>
                  <a:ext uri="{FF2B5EF4-FFF2-40B4-BE49-F238E27FC236}">
                    <a16:creationId xmlns:a16="http://schemas.microsoft.com/office/drawing/2014/main" id="{177707B5-5034-98B7-938F-3DD429C6847B}"/>
                  </a:ext>
                </a:extLst>
              </p:cNvPr>
              <p:cNvSpPr/>
              <p:nvPr/>
            </p:nvSpPr>
            <p:spPr>
              <a:xfrm>
                <a:off x="3696" y="2016"/>
                <a:ext cx="38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triangle" w="sm" len="lg"/>
              </a:ln>
            </p:spPr>
          </p:sp>
          <p:sp>
            <p:nvSpPr>
              <p:cNvPr id="17" name="Line 25">
                <a:extLst>
                  <a:ext uri="{FF2B5EF4-FFF2-40B4-BE49-F238E27FC236}">
                    <a16:creationId xmlns:a16="http://schemas.microsoft.com/office/drawing/2014/main" id="{82DAACF9-AEA8-6280-3C9D-D9BCA978652C}"/>
                  </a:ext>
                </a:extLst>
              </p:cNvPr>
              <p:cNvSpPr/>
              <p:nvPr/>
            </p:nvSpPr>
            <p:spPr>
              <a:xfrm flipH="1">
                <a:off x="3120" y="2016"/>
                <a:ext cx="336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triangle" w="sm" len="lg"/>
              </a:ln>
            </p:spPr>
          </p:sp>
        </p:grpSp>
        <p:grpSp>
          <p:nvGrpSpPr>
            <p:cNvPr id="12" name="Group 26">
              <a:extLst>
                <a:ext uri="{FF2B5EF4-FFF2-40B4-BE49-F238E27FC236}">
                  <a16:creationId xmlns:a16="http://schemas.microsoft.com/office/drawing/2014/main" id="{882025E4-A623-5A98-9981-63D1F1E5CEDA}"/>
                </a:ext>
              </a:extLst>
            </p:cNvPr>
            <p:cNvGrpSpPr/>
            <p:nvPr/>
          </p:nvGrpSpPr>
          <p:grpSpPr>
            <a:xfrm>
              <a:off x="4352" y="2968"/>
              <a:ext cx="344" cy="507"/>
              <a:chOff x="4080" y="2832"/>
              <a:chExt cx="365" cy="528"/>
            </a:xfrm>
          </p:grpSpPr>
          <p:sp>
            <p:nvSpPr>
              <p:cNvPr id="13" name="Line 27">
                <a:extLst>
                  <a:ext uri="{FF2B5EF4-FFF2-40B4-BE49-F238E27FC236}">
                    <a16:creationId xmlns:a16="http://schemas.microsoft.com/office/drawing/2014/main" id="{1F304D04-6DCF-5D64-0898-EC3C7E8E8978}"/>
                  </a:ext>
                </a:extLst>
              </p:cNvPr>
              <p:cNvSpPr/>
              <p:nvPr/>
            </p:nvSpPr>
            <p:spPr>
              <a:xfrm>
                <a:off x="4080" y="2832"/>
                <a:ext cx="192" cy="528"/>
              </a:xfrm>
              <a:prstGeom prst="line">
                <a:avLst/>
              </a:prstGeom>
              <a:ln w="19050" cap="flat" cmpd="sng">
                <a:solidFill>
                  <a:srgbClr val="3333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" name="Text Box 28">
                <a:extLst>
                  <a:ext uri="{FF2B5EF4-FFF2-40B4-BE49-F238E27FC236}">
                    <a16:creationId xmlns:a16="http://schemas.microsoft.com/office/drawing/2014/main" id="{E9A3DF05-ECA6-8BDE-A093-53041A3D4DE5}"/>
                  </a:ext>
                </a:extLst>
              </p:cNvPr>
              <p:cNvSpPr txBox="1"/>
              <p:nvPr/>
            </p:nvSpPr>
            <p:spPr>
              <a:xfrm>
                <a:off x="4176" y="2880"/>
                <a:ext cx="269" cy="34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800" i="1" dirty="0">
                    <a:latin typeface="Times New Roman" panose="02020603050405020304" pitchFamily="18" charset="0"/>
                  </a:rPr>
                  <a:t>R</a:t>
                </a:r>
              </a:p>
            </p:txBody>
          </p:sp>
        </p:grpSp>
      </p:grpSp>
      <p:grpSp>
        <p:nvGrpSpPr>
          <p:cNvPr id="28" name="Group 40">
            <a:extLst>
              <a:ext uri="{FF2B5EF4-FFF2-40B4-BE49-F238E27FC236}">
                <a16:creationId xmlns:a16="http://schemas.microsoft.com/office/drawing/2014/main" id="{46014E77-48F3-E2D1-238F-43034045ED54}"/>
              </a:ext>
            </a:extLst>
          </p:cNvPr>
          <p:cNvGrpSpPr/>
          <p:nvPr/>
        </p:nvGrpSpPr>
        <p:grpSpPr>
          <a:xfrm>
            <a:off x="9205603" y="2332370"/>
            <a:ext cx="1000126" cy="1243017"/>
            <a:chOff x="4682" y="1739"/>
            <a:chExt cx="630" cy="783"/>
          </a:xfrm>
        </p:grpSpPr>
        <p:sp>
          <p:nvSpPr>
            <p:cNvPr id="29" name="Line 41">
              <a:extLst>
                <a:ext uri="{FF2B5EF4-FFF2-40B4-BE49-F238E27FC236}">
                  <a16:creationId xmlns:a16="http://schemas.microsoft.com/office/drawing/2014/main" id="{95035A72-6C03-6509-5489-E99B215E759D}"/>
                </a:ext>
              </a:extLst>
            </p:cNvPr>
            <p:cNvSpPr/>
            <p:nvPr/>
          </p:nvSpPr>
          <p:spPr>
            <a:xfrm flipV="1">
              <a:off x="4682" y="2064"/>
              <a:ext cx="454" cy="458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triangle" w="sm" len="lg"/>
            </a:ln>
          </p:spPr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Object 42">
                  <a:extLst>
                    <a:ext uri="{FF2B5EF4-FFF2-40B4-BE49-F238E27FC236}">
                      <a16:creationId xmlns:a16="http://schemas.microsoft.com/office/drawing/2014/main" id="{9E7C8B79-6969-64B8-1299-9D9A66A126E4}"/>
                    </a:ext>
                  </a:extLst>
                </p:cNvPr>
                <p:cNvSpPr txBox="1"/>
                <p:nvPr/>
              </p:nvSpPr>
              <p:spPr>
                <a:xfrm>
                  <a:off x="5050" y="1739"/>
                  <a:ext cx="262" cy="240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4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acc>
                          <m:accPr>
                            <m:chr m:val="⃑"/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acc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0" name="Object 42">
                  <a:extLst>
                    <a:ext uri="{FF2B5EF4-FFF2-40B4-BE49-F238E27FC236}">
                      <a16:creationId xmlns:a16="http://schemas.microsoft.com/office/drawing/2014/main" id="{9E7C8B79-6969-64B8-1299-9D9A66A126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50" y="1739"/>
                  <a:ext cx="262" cy="240"/>
                </a:xfrm>
                <a:prstGeom prst="rect">
                  <a:avLst/>
                </a:prstGeom>
                <a:blipFill>
                  <a:blip r:embed="rId11"/>
                  <a:stretch>
                    <a:fillRect r="-7353" b="-3226"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Group 43">
            <a:extLst>
              <a:ext uri="{FF2B5EF4-FFF2-40B4-BE49-F238E27FC236}">
                <a16:creationId xmlns:a16="http://schemas.microsoft.com/office/drawing/2014/main" id="{2AB03E5D-D831-708A-486B-70D81FD9623B}"/>
              </a:ext>
            </a:extLst>
          </p:cNvPr>
          <p:cNvGrpSpPr/>
          <p:nvPr/>
        </p:nvGrpSpPr>
        <p:grpSpPr>
          <a:xfrm>
            <a:off x="8859520" y="2367280"/>
            <a:ext cx="1600200" cy="1404938"/>
            <a:chOff x="4464" y="1761"/>
            <a:chExt cx="1008" cy="88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Object 44">
                  <a:extLst>
                    <a:ext uri="{FF2B5EF4-FFF2-40B4-BE49-F238E27FC236}">
                      <a16:creationId xmlns:a16="http://schemas.microsoft.com/office/drawing/2014/main" id="{4710C7BC-2C61-CEF5-6FA3-7F9BEF9E5D34}"/>
                    </a:ext>
                  </a:extLst>
                </p:cNvPr>
                <p:cNvSpPr txBox="1"/>
                <p:nvPr/>
              </p:nvSpPr>
              <p:spPr>
                <a:xfrm>
                  <a:off x="4464" y="1761"/>
                  <a:ext cx="336" cy="329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 fontScale="775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8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⃑"/>
                                <m:ctrlP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acc>
                          </m:e>
                          <m:sub>
                            <m: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sz="2800"/>
                </a:p>
              </p:txBody>
            </p:sp>
          </mc:Choice>
          <mc:Fallback xmlns="">
            <p:sp>
              <p:nvSpPr>
                <p:cNvPr id="17440" name="Object 4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64" y="1761"/>
                  <a:ext cx="336" cy="329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3" name="Line 45">
              <a:extLst>
                <a:ext uri="{FF2B5EF4-FFF2-40B4-BE49-F238E27FC236}">
                  <a16:creationId xmlns:a16="http://schemas.microsoft.com/office/drawing/2014/main" id="{B0C55B32-5164-5E1F-C8E5-CF1E728E9CAC}"/>
                </a:ext>
              </a:extLst>
            </p:cNvPr>
            <p:cNvSpPr/>
            <p:nvPr/>
          </p:nvSpPr>
          <p:spPr>
            <a:xfrm flipV="1">
              <a:off x="4682" y="2504"/>
              <a:ext cx="443" cy="21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dash"/>
              <a:headEnd type="none" w="med" len="med"/>
              <a:tailEnd type="triangle" w="sm" len="lg"/>
            </a:ln>
          </p:spPr>
        </p:sp>
        <p:sp>
          <p:nvSpPr>
            <p:cNvPr id="34" name="Line 46">
              <a:extLst>
                <a:ext uri="{FF2B5EF4-FFF2-40B4-BE49-F238E27FC236}">
                  <a16:creationId xmlns:a16="http://schemas.microsoft.com/office/drawing/2014/main" id="{F35474F8-4108-8432-2695-58BF5BC7321E}"/>
                </a:ext>
              </a:extLst>
            </p:cNvPr>
            <p:cNvSpPr/>
            <p:nvPr/>
          </p:nvSpPr>
          <p:spPr>
            <a:xfrm flipV="1">
              <a:off x="4682" y="2043"/>
              <a:ext cx="1" cy="508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dash"/>
              <a:headEnd type="none" w="med" len="med"/>
              <a:tailEnd type="triangle" w="sm" len="lg"/>
            </a:ln>
          </p:spPr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Object 47">
                  <a:extLst>
                    <a:ext uri="{FF2B5EF4-FFF2-40B4-BE49-F238E27FC236}">
                      <a16:creationId xmlns:a16="http://schemas.microsoft.com/office/drawing/2014/main" id="{445B580E-F623-2A5B-2B38-2F1AF67C6745}"/>
                    </a:ext>
                  </a:extLst>
                </p:cNvPr>
                <p:cNvSpPr txBox="1"/>
                <p:nvPr/>
              </p:nvSpPr>
              <p:spPr>
                <a:xfrm>
                  <a:off x="5125" y="2320"/>
                  <a:ext cx="347" cy="326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 fontScale="85000" lnSpcReduction="1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8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⃑"/>
                                <m:ctrlP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acc>
                          </m:e>
                          <m:sub>
                            <m: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sz="2800"/>
                </a:p>
              </p:txBody>
            </p:sp>
          </mc:Choice>
          <mc:Fallback xmlns="">
            <p:sp>
              <p:nvSpPr>
                <p:cNvPr id="17443" name="Object 4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25" y="2320"/>
                  <a:ext cx="347" cy="326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" name="Line 48">
              <a:extLst>
                <a:ext uri="{FF2B5EF4-FFF2-40B4-BE49-F238E27FC236}">
                  <a16:creationId xmlns:a16="http://schemas.microsoft.com/office/drawing/2014/main" id="{FFDF7293-BF67-A97D-ABC8-1B1E7ED4B2F3}"/>
                </a:ext>
              </a:extLst>
            </p:cNvPr>
            <p:cNvSpPr/>
            <p:nvPr/>
          </p:nvSpPr>
          <p:spPr>
            <a:xfrm flipH="1">
              <a:off x="5130" y="2064"/>
              <a:ext cx="6" cy="4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sm" len="lg"/>
            </a:ln>
          </p:spPr>
        </p:sp>
        <p:sp>
          <p:nvSpPr>
            <p:cNvPr id="37" name="Line 49">
              <a:extLst>
                <a:ext uri="{FF2B5EF4-FFF2-40B4-BE49-F238E27FC236}">
                  <a16:creationId xmlns:a16="http://schemas.microsoft.com/office/drawing/2014/main" id="{94A4797A-77FA-2FEB-BD14-0525F433296C}"/>
                </a:ext>
              </a:extLst>
            </p:cNvPr>
            <p:cNvSpPr/>
            <p:nvPr/>
          </p:nvSpPr>
          <p:spPr>
            <a:xfrm flipH="1">
              <a:off x="4704" y="2064"/>
              <a:ext cx="43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none" w="med" len="med"/>
              <a:tailEnd type="none" w="sm" len="lg"/>
            </a:ln>
          </p:spPr>
        </p:sp>
      </p:grpSp>
      <p:grpSp>
        <p:nvGrpSpPr>
          <p:cNvPr id="38" name="Group 50">
            <a:extLst>
              <a:ext uri="{FF2B5EF4-FFF2-40B4-BE49-F238E27FC236}">
                <a16:creationId xmlns:a16="http://schemas.microsoft.com/office/drawing/2014/main" id="{93101CB4-41C0-621B-0948-ED53C6237F5E}"/>
              </a:ext>
            </a:extLst>
          </p:cNvPr>
          <p:cNvGrpSpPr/>
          <p:nvPr/>
        </p:nvGrpSpPr>
        <p:grpSpPr>
          <a:xfrm>
            <a:off x="9135745" y="3449955"/>
            <a:ext cx="1049338" cy="693738"/>
            <a:chOff x="4638" y="2443"/>
            <a:chExt cx="661" cy="437"/>
          </a:xfrm>
        </p:grpSpPr>
        <p:grpSp>
          <p:nvGrpSpPr>
            <p:cNvPr id="39" name="Group 51">
              <a:extLst>
                <a:ext uri="{FF2B5EF4-FFF2-40B4-BE49-F238E27FC236}">
                  <a16:creationId xmlns:a16="http://schemas.microsoft.com/office/drawing/2014/main" id="{4249176A-070C-B114-2C05-AB96ACD7AB4F}"/>
                </a:ext>
              </a:extLst>
            </p:cNvPr>
            <p:cNvGrpSpPr/>
            <p:nvPr/>
          </p:nvGrpSpPr>
          <p:grpSpPr>
            <a:xfrm>
              <a:off x="4944" y="2592"/>
              <a:ext cx="355" cy="288"/>
              <a:chOff x="4944" y="2640"/>
              <a:chExt cx="355" cy="28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Object 52">
                    <a:extLst>
                      <a:ext uri="{FF2B5EF4-FFF2-40B4-BE49-F238E27FC236}">
                        <a16:creationId xmlns:a16="http://schemas.microsoft.com/office/drawing/2014/main" id="{0525B838-59DF-CA4F-9CA4-D692049CD968}"/>
                      </a:ext>
                    </a:extLst>
                  </p:cNvPr>
                  <p:cNvSpPr txBox="1"/>
                  <p:nvPr/>
                </p:nvSpPr>
                <p:spPr>
                  <a:xfrm>
                    <a:off x="4944" y="2646"/>
                    <a:ext cx="355" cy="282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 fontScale="85000" lnSpcReduction="10000"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acc>
                            <m:accPr>
                              <m:chr m:val="⃑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41" name="Object 52">
                    <a:extLst>
                      <a:ext uri="{FF2B5EF4-FFF2-40B4-BE49-F238E27FC236}">
                        <a16:creationId xmlns:a16="http://schemas.microsoft.com/office/drawing/2014/main" id="{0525B838-59DF-CA4F-9CA4-D692049CD96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44" y="2646"/>
                    <a:ext cx="355" cy="282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t="-2703" r="-60215" b="-1351"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2" name="AutoShape 53">
                <a:extLst>
                  <a:ext uri="{FF2B5EF4-FFF2-40B4-BE49-F238E27FC236}">
                    <a16:creationId xmlns:a16="http://schemas.microsoft.com/office/drawing/2014/main" id="{5B5D6E5A-74AE-9B49-18C1-62770FF882EC}"/>
                  </a:ext>
                </a:extLst>
              </p:cNvPr>
              <p:cNvSpPr/>
              <p:nvPr/>
            </p:nvSpPr>
            <p:spPr>
              <a:xfrm>
                <a:off x="4944" y="2640"/>
                <a:ext cx="355" cy="276"/>
              </a:xfrm>
              <a:prstGeom prst="wedgeRectCallout">
                <a:avLst>
                  <a:gd name="adj1" fmla="val -130282"/>
                  <a:gd name="adj2" fmla="val -78986"/>
                </a:avLst>
              </a:prstGeom>
              <a:noFill/>
              <a:ln w="12700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algn="ctr"/>
                <a:endParaRPr lang="zh-CN" altLang="zh-CN" sz="2800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40" name="AutoShape 54">
              <a:extLst>
                <a:ext uri="{FF2B5EF4-FFF2-40B4-BE49-F238E27FC236}">
                  <a16:creationId xmlns:a16="http://schemas.microsoft.com/office/drawing/2014/main" id="{C1F9F380-53ED-175F-47BC-6F80CFCB3137}"/>
                </a:ext>
              </a:extLst>
            </p:cNvPr>
            <p:cNvSpPr/>
            <p:nvPr/>
          </p:nvSpPr>
          <p:spPr>
            <a:xfrm rot="2957211">
              <a:off x="4605" y="2476"/>
              <a:ext cx="154" cy="88"/>
            </a:xfrm>
            <a:prstGeom prst="leftArrow">
              <a:avLst>
                <a:gd name="adj1" fmla="val 50000"/>
                <a:gd name="adj2" fmla="val 43750"/>
              </a:avLst>
            </a:prstGeom>
            <a:solidFill>
              <a:schemeClr val="accent1"/>
            </a:solidFill>
            <a:ln w="28575" cap="flat" cmpd="sng">
              <a:solidFill>
                <a:srgbClr val="EC00E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rot="10800000" vert="eaVert" wrap="none" anchor="ctr" anchorCtr="0"/>
            <a:lstStyle/>
            <a:p>
              <a:pPr algn="ctr"/>
              <a:endParaRPr lang="zh-CN" altLang="zh-CN" sz="28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3" name="Group 55">
            <a:extLst>
              <a:ext uri="{FF2B5EF4-FFF2-40B4-BE49-F238E27FC236}">
                <a16:creationId xmlns:a16="http://schemas.microsoft.com/office/drawing/2014/main" id="{DE3BE4F0-984D-0FDF-01A4-0D6EB1BCF68F}"/>
              </a:ext>
            </a:extLst>
          </p:cNvPr>
          <p:cNvGrpSpPr/>
          <p:nvPr/>
        </p:nvGrpSpPr>
        <p:grpSpPr>
          <a:xfrm>
            <a:off x="7335520" y="1757679"/>
            <a:ext cx="685800" cy="864158"/>
            <a:chOff x="3456" y="1296"/>
            <a:chExt cx="425" cy="516"/>
          </a:xfrm>
        </p:grpSpPr>
        <p:grpSp>
          <p:nvGrpSpPr>
            <p:cNvPr id="44" name="Group 56">
              <a:extLst>
                <a:ext uri="{FF2B5EF4-FFF2-40B4-BE49-F238E27FC236}">
                  <a16:creationId xmlns:a16="http://schemas.microsoft.com/office/drawing/2014/main" id="{D61A37C9-FAEF-CDFD-C347-C0F93230FBF7}"/>
                </a:ext>
              </a:extLst>
            </p:cNvPr>
            <p:cNvGrpSpPr/>
            <p:nvPr/>
          </p:nvGrpSpPr>
          <p:grpSpPr>
            <a:xfrm>
              <a:off x="3456" y="1296"/>
              <a:ext cx="170" cy="312"/>
              <a:chOff x="3264" y="1200"/>
              <a:chExt cx="170" cy="312"/>
            </a:xfrm>
          </p:grpSpPr>
          <p:sp>
            <p:nvSpPr>
              <p:cNvPr id="46" name="Text Box 57">
                <a:extLst>
                  <a:ext uri="{FF2B5EF4-FFF2-40B4-BE49-F238E27FC236}">
                    <a16:creationId xmlns:a16="http://schemas.microsoft.com/office/drawing/2014/main" id="{DA22F7F0-5510-C84B-3C1F-A99B5A694B57}"/>
                  </a:ext>
                </a:extLst>
              </p:cNvPr>
              <p:cNvSpPr txBox="1"/>
              <p:nvPr/>
            </p:nvSpPr>
            <p:spPr>
              <a:xfrm>
                <a:off x="3264" y="1200"/>
                <a:ext cx="170" cy="3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80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.</a:t>
                </a:r>
              </a:p>
            </p:txBody>
          </p:sp>
          <p:sp>
            <p:nvSpPr>
              <p:cNvPr id="47" name="Oval 58">
                <a:extLst>
                  <a:ext uri="{FF2B5EF4-FFF2-40B4-BE49-F238E27FC236}">
                    <a16:creationId xmlns:a16="http://schemas.microsoft.com/office/drawing/2014/main" id="{15714EAA-9C09-384D-BE4E-5EDFE6BFBF8A}"/>
                  </a:ext>
                </a:extLst>
              </p:cNvPr>
              <p:cNvSpPr/>
              <p:nvPr/>
            </p:nvSpPr>
            <p:spPr>
              <a:xfrm>
                <a:off x="3282" y="1349"/>
                <a:ext cx="144" cy="144"/>
              </a:xfrm>
              <a:prstGeom prst="ellipse">
                <a:avLst/>
              </a:prstGeom>
              <a:noFill/>
              <a:ln w="19050" cap="flat" cmpd="sng">
                <a:solidFill>
                  <a:srgbClr val="006666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sz="2800" dirty="0">
                  <a:latin typeface="Times New Roman" panose="02020603050405020304" pitchFamily="18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Object 59">
                  <a:extLst>
                    <a:ext uri="{FF2B5EF4-FFF2-40B4-BE49-F238E27FC236}">
                      <a16:creationId xmlns:a16="http://schemas.microsoft.com/office/drawing/2014/main" id="{B7AF1ED7-585D-847F-C1DB-DFE9495EC1D8}"/>
                    </a:ext>
                  </a:extLst>
                </p:cNvPr>
                <p:cNvSpPr txBox="1"/>
                <p:nvPr/>
              </p:nvSpPr>
              <p:spPr>
                <a:xfrm>
                  <a:off x="3696" y="1584"/>
                  <a:ext cx="185" cy="228"/>
                </a:xfrm>
                <a:prstGeom prst="rect">
                  <a:avLst/>
                </a:prstGeom>
                <a:solidFill>
                  <a:srgbClr val="FFFFFF"/>
                </a:solidFill>
                <a:ln w="38100">
                  <a:noFill/>
                  <a:miter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⃑"/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7433" name="Object 5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6" y="1584"/>
                  <a:ext cx="185" cy="228"/>
                </a:xfrm>
                <a:prstGeom prst="rect">
                  <a:avLst/>
                </a:prstGeom>
                <a:blipFill>
                  <a:blip r:embed="rId17"/>
                  <a:stretch>
                    <a:fillRect b="-1587"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8" name="Group 60">
            <a:extLst>
              <a:ext uri="{FF2B5EF4-FFF2-40B4-BE49-F238E27FC236}">
                <a16:creationId xmlns:a16="http://schemas.microsoft.com/office/drawing/2014/main" id="{215230E5-1CBD-9755-AD8B-4B7854A349BA}"/>
              </a:ext>
            </a:extLst>
          </p:cNvPr>
          <p:cNvGrpSpPr/>
          <p:nvPr/>
        </p:nvGrpSpPr>
        <p:grpSpPr>
          <a:xfrm>
            <a:off x="7903846" y="3599180"/>
            <a:ext cx="1160463" cy="660400"/>
            <a:chOff x="3862" y="2519"/>
            <a:chExt cx="731" cy="416"/>
          </a:xfrm>
        </p:grpSpPr>
        <p:sp>
          <p:nvSpPr>
            <p:cNvPr id="49" name="Line 61">
              <a:extLst>
                <a:ext uri="{FF2B5EF4-FFF2-40B4-BE49-F238E27FC236}">
                  <a16:creationId xmlns:a16="http://schemas.microsoft.com/office/drawing/2014/main" id="{A27CACF7-08CC-F072-CD5D-03DD631B76CB}"/>
                </a:ext>
              </a:extLst>
            </p:cNvPr>
            <p:cNvSpPr/>
            <p:nvPr/>
          </p:nvSpPr>
          <p:spPr>
            <a:xfrm flipV="1">
              <a:off x="4283" y="2519"/>
              <a:ext cx="310" cy="416"/>
            </a:xfrm>
            <a:prstGeom prst="line">
              <a:avLst/>
            </a:prstGeom>
            <a:ln w="19050" cap="flat" cmpd="sng">
              <a:solidFill>
                <a:schemeClr val="tx2"/>
              </a:solidFill>
              <a:prstDash val="dash"/>
              <a:headEnd type="none" w="med" len="med"/>
              <a:tailEnd type="none" w="med" len="med"/>
            </a:ln>
          </p:spPr>
        </p:sp>
        <p:grpSp>
          <p:nvGrpSpPr>
            <p:cNvPr id="50" name="Group 62">
              <a:extLst>
                <a:ext uri="{FF2B5EF4-FFF2-40B4-BE49-F238E27FC236}">
                  <a16:creationId xmlns:a16="http://schemas.microsoft.com/office/drawing/2014/main" id="{57E67E73-9315-C457-DC84-E25858685B4E}"/>
                </a:ext>
              </a:extLst>
            </p:cNvPr>
            <p:cNvGrpSpPr/>
            <p:nvPr/>
          </p:nvGrpSpPr>
          <p:grpSpPr>
            <a:xfrm>
              <a:off x="3862" y="2655"/>
              <a:ext cx="650" cy="250"/>
              <a:chOff x="3862" y="2640"/>
              <a:chExt cx="650" cy="250"/>
            </a:xfrm>
          </p:grpSpPr>
          <p:sp>
            <p:nvSpPr>
              <p:cNvPr id="51" name="Freeform 63">
                <a:extLst>
                  <a:ext uri="{FF2B5EF4-FFF2-40B4-BE49-F238E27FC236}">
                    <a16:creationId xmlns:a16="http://schemas.microsoft.com/office/drawing/2014/main" id="{B9F1D3D1-D37E-1DAD-16BE-0836A849CACF}"/>
                  </a:ext>
                </a:extLst>
              </p:cNvPr>
              <p:cNvSpPr/>
              <p:nvPr/>
            </p:nvSpPr>
            <p:spPr>
              <a:xfrm>
                <a:off x="4457" y="2688"/>
                <a:ext cx="55" cy="6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44" y="23"/>
                  </a:cxn>
                  <a:cxn ang="0">
                    <a:pos x="55" y="62"/>
                  </a:cxn>
                </a:cxnLst>
                <a:rect l="0" t="0" r="0" b="0"/>
                <a:pathLst>
                  <a:path w="60" h="66">
                    <a:moveTo>
                      <a:pt x="0" y="0"/>
                    </a:moveTo>
                    <a:cubicBezTo>
                      <a:pt x="8" y="4"/>
                      <a:pt x="38" y="13"/>
                      <a:pt x="48" y="24"/>
                    </a:cubicBezTo>
                    <a:cubicBezTo>
                      <a:pt x="58" y="35"/>
                      <a:pt x="58" y="57"/>
                      <a:pt x="60" y="66"/>
                    </a:cubicBezTo>
                  </a:path>
                </a:pathLst>
              </a:custGeom>
              <a:noFill/>
              <a:ln w="28575" cap="flat" cmpd="sng">
                <a:solidFill>
                  <a:srgbClr val="FF33CC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sz="2800"/>
              </a:p>
            </p:txBody>
          </p:sp>
          <p:sp>
            <p:nvSpPr>
              <p:cNvPr id="52" name="AutoShape 64">
                <a:extLst>
                  <a:ext uri="{FF2B5EF4-FFF2-40B4-BE49-F238E27FC236}">
                    <a16:creationId xmlns:a16="http://schemas.microsoft.com/office/drawing/2014/main" id="{21A0E8F6-7CFA-4D11-285A-61B1EEAF0A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2" y="2640"/>
                <a:ext cx="314" cy="240"/>
              </a:xfrm>
              <a:prstGeom prst="wedgeRectCallout">
                <a:avLst>
                  <a:gd name="adj1" fmla="val 135352"/>
                  <a:gd name="adj2" fmla="val -12500"/>
                </a:avLst>
              </a:prstGeom>
              <a:gradFill rotWithShape="0">
                <a:gsLst>
                  <a:gs pos="0">
                    <a:schemeClr val="folHlink"/>
                  </a:gs>
                  <a:gs pos="50000">
                    <a:schemeClr val="bg1"/>
                  </a:gs>
                  <a:gs pos="100000">
                    <a:schemeClr val="folHlink"/>
                  </a:gs>
                </a:gsLst>
                <a:lin ang="5400000" scaled="1"/>
              </a:gradFill>
              <a:ln w="12700">
                <a:solidFill>
                  <a:srgbClr val="FF33CC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zh-CN" sz="2800" b="1">
                  <a:solidFill>
                    <a:srgbClr val="1C1C1C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3" name="Object 65">
                    <a:extLst>
                      <a:ext uri="{FF2B5EF4-FFF2-40B4-BE49-F238E27FC236}">
                        <a16:creationId xmlns:a16="http://schemas.microsoft.com/office/drawing/2014/main" id="{52A9DDD5-7913-1243-7BD1-198996BD8AF6}"/>
                      </a:ext>
                    </a:extLst>
                  </p:cNvPr>
                  <p:cNvSpPr txBox="1"/>
                  <p:nvPr/>
                </p:nvSpPr>
                <p:spPr>
                  <a:xfrm>
                    <a:off x="3888" y="2640"/>
                    <a:ext cx="247" cy="250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 fontScale="70000" lnSpcReduction="20000"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17431" name="Object 6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88" y="2640"/>
                    <a:ext cx="247" cy="250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r="-18462"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54" name="Group 66">
            <a:extLst>
              <a:ext uri="{FF2B5EF4-FFF2-40B4-BE49-F238E27FC236}">
                <a16:creationId xmlns:a16="http://schemas.microsoft.com/office/drawing/2014/main" id="{7A57619F-E4C2-F56D-50B0-CA0830EB5DC8}"/>
              </a:ext>
            </a:extLst>
          </p:cNvPr>
          <p:cNvGrpSpPr/>
          <p:nvPr/>
        </p:nvGrpSpPr>
        <p:grpSpPr>
          <a:xfrm>
            <a:off x="8572184" y="3716655"/>
            <a:ext cx="744537" cy="573088"/>
            <a:chOff x="4331" y="2626"/>
            <a:chExt cx="469" cy="361"/>
          </a:xfrm>
        </p:grpSpPr>
        <p:grpSp>
          <p:nvGrpSpPr>
            <p:cNvPr id="55" name="Group 67">
              <a:extLst>
                <a:ext uri="{FF2B5EF4-FFF2-40B4-BE49-F238E27FC236}">
                  <a16:creationId xmlns:a16="http://schemas.microsoft.com/office/drawing/2014/main" id="{F0829B11-3668-B022-CA9C-50C2BBD60C32}"/>
                </a:ext>
              </a:extLst>
            </p:cNvPr>
            <p:cNvGrpSpPr/>
            <p:nvPr/>
          </p:nvGrpSpPr>
          <p:grpSpPr>
            <a:xfrm>
              <a:off x="4548" y="2737"/>
              <a:ext cx="223" cy="250"/>
              <a:chOff x="4548" y="2737"/>
              <a:chExt cx="223" cy="250"/>
            </a:xfrm>
          </p:grpSpPr>
          <p:sp>
            <p:nvSpPr>
              <p:cNvPr id="57" name="Freeform 68">
                <a:extLst>
                  <a:ext uri="{FF2B5EF4-FFF2-40B4-BE49-F238E27FC236}">
                    <a16:creationId xmlns:a16="http://schemas.microsoft.com/office/drawing/2014/main" id="{88F7D2BF-41D7-15DE-77EE-FCE45F38301C}"/>
                  </a:ext>
                </a:extLst>
              </p:cNvPr>
              <p:cNvSpPr/>
              <p:nvPr/>
            </p:nvSpPr>
            <p:spPr>
              <a:xfrm>
                <a:off x="4548" y="2814"/>
                <a:ext cx="46" cy="15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8" y="12"/>
                  </a:cxn>
                  <a:cxn ang="0">
                    <a:pos x="42" y="60"/>
                  </a:cxn>
                  <a:cxn ang="0">
                    <a:pos x="42" y="108"/>
                  </a:cxn>
                  <a:cxn ang="0">
                    <a:pos x="24" y="156"/>
                  </a:cxn>
                </a:cxnLst>
                <a:rect l="0" t="0" r="0" b="0"/>
                <a:pathLst>
                  <a:path w="46" h="156">
                    <a:moveTo>
                      <a:pt x="0" y="0"/>
                    </a:moveTo>
                    <a:cubicBezTo>
                      <a:pt x="4" y="1"/>
                      <a:pt x="11" y="2"/>
                      <a:pt x="18" y="12"/>
                    </a:cubicBezTo>
                    <a:cubicBezTo>
                      <a:pt x="25" y="22"/>
                      <a:pt x="38" y="44"/>
                      <a:pt x="42" y="60"/>
                    </a:cubicBezTo>
                    <a:cubicBezTo>
                      <a:pt x="46" y="76"/>
                      <a:pt x="45" y="92"/>
                      <a:pt x="42" y="108"/>
                    </a:cubicBezTo>
                    <a:cubicBezTo>
                      <a:pt x="39" y="124"/>
                      <a:pt x="28" y="146"/>
                      <a:pt x="24" y="156"/>
                    </a:cubicBezTo>
                  </a:path>
                </a:pathLst>
              </a:custGeom>
              <a:noFill/>
              <a:ln w="28575" cap="flat" cmpd="sng">
                <a:solidFill>
                  <a:srgbClr val="FF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sz="28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8" name="Object 69">
                    <a:extLst>
                      <a:ext uri="{FF2B5EF4-FFF2-40B4-BE49-F238E27FC236}">
                        <a16:creationId xmlns:a16="http://schemas.microsoft.com/office/drawing/2014/main" id="{F7D8C80D-C210-717D-FAA5-79062F7A4355}"/>
                      </a:ext>
                    </a:extLst>
                  </p:cNvPr>
                  <p:cNvSpPr txBox="1"/>
                  <p:nvPr/>
                </p:nvSpPr>
                <p:spPr>
                  <a:xfrm>
                    <a:off x="4597" y="2737"/>
                    <a:ext cx="174" cy="250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oMath>
                      </m:oMathPara>
                    </a14:m>
                    <a:endParaRPr lang="en-US" sz="2800"/>
                  </a:p>
                </p:txBody>
              </p:sp>
            </mc:Choice>
            <mc:Fallback xmlns="">
              <p:sp>
                <p:nvSpPr>
                  <p:cNvPr id="17426" name="Object 6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97" y="2737"/>
                    <a:ext cx="174" cy="250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56" name="Line 70">
              <a:extLst>
                <a:ext uri="{FF2B5EF4-FFF2-40B4-BE49-F238E27FC236}">
                  <a16:creationId xmlns:a16="http://schemas.microsoft.com/office/drawing/2014/main" id="{4ECAE8EC-476E-301B-080E-8A2D403FB40B}"/>
                </a:ext>
              </a:extLst>
            </p:cNvPr>
            <p:cNvSpPr/>
            <p:nvPr/>
          </p:nvSpPr>
          <p:spPr>
            <a:xfrm flipV="1">
              <a:off x="4331" y="2626"/>
              <a:ext cx="469" cy="342"/>
            </a:xfrm>
            <a:prstGeom prst="line">
              <a:avLst/>
            </a:prstGeom>
            <a:ln w="19050" cap="flat" cmpd="sng">
              <a:solidFill>
                <a:schemeClr val="tx2"/>
              </a:solidFill>
              <a:prstDash val="dash"/>
              <a:headEnd type="none" w="med" len="med"/>
              <a:tailEnd type="none" w="med" len="med"/>
            </a:ln>
          </p:spPr>
        </p:sp>
      </p:grpSp>
      <p:sp>
        <p:nvSpPr>
          <p:cNvPr id="59" name="Line 71">
            <a:extLst>
              <a:ext uri="{FF2B5EF4-FFF2-40B4-BE49-F238E27FC236}">
                <a16:creationId xmlns:a16="http://schemas.microsoft.com/office/drawing/2014/main" id="{F271DB58-8318-E552-40B0-DE040F250202}"/>
              </a:ext>
            </a:extLst>
          </p:cNvPr>
          <p:cNvSpPr/>
          <p:nvPr/>
        </p:nvSpPr>
        <p:spPr>
          <a:xfrm flipV="1">
            <a:off x="8588058" y="2210118"/>
            <a:ext cx="0" cy="20574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triangle" w="sm" len="lg"/>
          </a:ln>
        </p:spPr>
      </p:sp>
    </p:spTree>
    <p:extLst>
      <p:ext uri="{BB962C8B-B14F-4D97-AF65-F5344CB8AC3E}">
        <p14:creationId xmlns:p14="http://schemas.microsoft.com/office/powerpoint/2010/main" val="3687944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4" grpId="0"/>
      <p:bldP spid="18435" grpId="0"/>
      <p:bldP spid="265266" grpId="0"/>
      <p:bldP spid="265267" grpId="0"/>
      <p:bldP spid="26526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178" t="24151" r="2562" b="27215"/>
          <a:stretch/>
        </p:blipFill>
        <p:spPr>
          <a:xfrm rot="10800000">
            <a:off x="439991" y="1460087"/>
            <a:ext cx="5710086" cy="3292850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9929E0F-885D-7D12-4301-689BEA4DC3AA}"/>
                  </a:ext>
                </a:extLst>
              </p:cNvPr>
              <p:cNvSpPr txBox="1"/>
              <p:nvPr/>
            </p:nvSpPr>
            <p:spPr>
              <a:xfrm>
                <a:off x="6754760" y="905057"/>
                <a:ext cx="2743508" cy="8182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altLang="zh-CN" sz="2800" b="0" i="0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80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𝜋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𝑑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9929E0F-885D-7D12-4301-689BEA4DC3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4760" y="905057"/>
                <a:ext cx="2743508" cy="8182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F4266704-4682-587E-D6EC-DBC17CEACCB6}"/>
                  </a:ext>
                </a:extLst>
              </p:cNvPr>
              <p:cNvSpPr txBox="1"/>
              <p:nvPr/>
            </p:nvSpPr>
            <p:spPr>
              <a:xfrm>
                <a:off x="7048012" y="1964447"/>
                <a:ext cx="1886350" cy="8913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800" b="0" i="0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80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𝜋</m:t>
                          </m:r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zh-CN" sz="28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ε</m:t>
                              </m:r>
                            </m:e>
                            <m:sub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𝑑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F4266704-4682-587E-D6EC-DBC17CEACC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8012" y="1964447"/>
                <a:ext cx="1886350" cy="8913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2B019E23-46A4-7050-1E1E-27A8099F3313}"/>
                  </a:ext>
                </a:extLst>
              </p:cNvPr>
              <p:cNvSpPr txBox="1"/>
              <p:nvPr/>
            </p:nvSpPr>
            <p:spPr>
              <a:xfrm>
                <a:off x="6754760" y="3006553"/>
                <a:ext cx="3021661" cy="8913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altLang="zh-CN" sz="2800" b="0" i="0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8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80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𝜋</m:t>
                          </m:r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ε</m:t>
                              </m:r>
                            </m:e>
                            <m:sub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𝑑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2B019E23-46A4-7050-1E1E-27A8099F33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4760" y="3006553"/>
                <a:ext cx="3021661" cy="8913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C6457A9B-24E7-05F4-4E96-76740609B4D9}"/>
                  </a:ext>
                </a:extLst>
              </p:cNvPr>
              <p:cNvSpPr txBox="1"/>
              <p:nvPr/>
            </p:nvSpPr>
            <p:spPr>
              <a:xfrm>
                <a:off x="6659947" y="4232840"/>
                <a:ext cx="3548792" cy="8794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den>
                      </m:f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ε</m:t>
                          </m:r>
                        </m:e>
                        <m:sub>
                          <m: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C6457A9B-24E7-05F4-4E96-76740609B4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9947" y="4232840"/>
                <a:ext cx="3548792" cy="87940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标题 2">
            <a:extLst>
              <a:ext uri="{FF2B5EF4-FFF2-40B4-BE49-F238E27FC236}">
                <a16:creationId xmlns:a16="http://schemas.microsoft.com/office/drawing/2014/main" id="{F152111B-9027-AC3F-DFE0-C1E2EEAC1417}"/>
              </a:ext>
            </a:extLst>
          </p:cNvPr>
          <p:cNvSpPr txBox="1">
            <a:spLocks/>
          </p:cNvSpPr>
          <p:nvPr/>
        </p:nvSpPr>
        <p:spPr>
          <a:xfrm>
            <a:off x="866877" y="402524"/>
            <a:ext cx="8555419" cy="65389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</a:rPr>
              <a:t>磁力电力对比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3D58073-A4A3-4D91-8116-3269777D613D}"/>
                  </a:ext>
                </a:extLst>
              </p:cNvPr>
              <p:cNvSpPr txBox="1"/>
              <p:nvPr/>
            </p:nvSpPr>
            <p:spPr>
              <a:xfrm>
                <a:off x="6322963" y="5447137"/>
                <a:ext cx="4222759" cy="9373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铜导线</m:t>
                      </m:r>
                      <m:r>
                        <a:rPr lang="zh-CN" altLang="en-US" sz="2800" i="1" smtClean="0">
                          <a:latin typeface="Cambria Math" panose="02040503050406030204" pitchFamily="18" charset="0"/>
                        </a:rPr>
                        <m:t>：</m:t>
                      </m:r>
                      <m:f>
                        <m:f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den>
                      </m:f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p>
                        <m:sSup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−25</m:t>
                          </m:r>
                        </m:sup>
                      </m:sSup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3D58073-A4A3-4D91-8116-3269777D61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2963" y="5447137"/>
                <a:ext cx="4222759" cy="93737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4371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11" grpId="0"/>
      <p:bldP spid="12" grpId="0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1EE6B56-DBAD-4460-85C8-B9D868FF6142}"/>
              </a:ext>
            </a:extLst>
          </p:cNvPr>
          <p:cNvSpPr/>
          <p:nvPr/>
        </p:nvSpPr>
        <p:spPr>
          <a:xfrm>
            <a:off x="2391265" y="2363801"/>
            <a:ext cx="787908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kern="0" dirty="0">
                <a:solidFill>
                  <a:srgbClr val="000000"/>
                </a:solidFill>
                <a:latin typeface="+mj-lt"/>
                <a:ea typeface="+mj-ea"/>
                <a:cs typeface="宋体" panose="02010600030101010101" pitchFamily="2" charset="-122"/>
              </a:rPr>
              <a:t>作业 ：课后习题</a:t>
            </a:r>
            <a:r>
              <a:rPr lang="en-US" altLang="zh-CN" sz="3200" kern="0" dirty="0">
                <a:solidFill>
                  <a:srgbClr val="000000"/>
                </a:solidFill>
                <a:cs typeface="宋体" panose="02010600030101010101" pitchFamily="2" charset="-122"/>
              </a:rPr>
              <a:t>18.2</a:t>
            </a:r>
            <a:r>
              <a:rPr lang="zh-CN" altLang="en-US" sz="3200" kern="0" dirty="0">
                <a:solidFill>
                  <a:srgbClr val="000000"/>
                </a:solidFill>
                <a:cs typeface="宋体" panose="02010600030101010101" pitchFamily="2" charset="-122"/>
              </a:rPr>
              <a:t>，</a:t>
            </a:r>
            <a:r>
              <a:rPr lang="en-US" altLang="zh-CN" sz="3200" kern="0" dirty="0">
                <a:solidFill>
                  <a:srgbClr val="000000"/>
                </a:solidFill>
                <a:cs typeface="宋体" panose="02010600030101010101" pitchFamily="2" charset="-122"/>
              </a:rPr>
              <a:t>18.14</a:t>
            </a:r>
            <a:r>
              <a:rPr lang="zh-CN" altLang="en-US" sz="3200" kern="0" dirty="0">
                <a:solidFill>
                  <a:srgbClr val="000000"/>
                </a:solidFill>
                <a:cs typeface="宋体" panose="02010600030101010101" pitchFamily="2" charset="-122"/>
              </a:rPr>
              <a:t>，</a:t>
            </a:r>
            <a:r>
              <a:rPr lang="en-US" altLang="zh-CN" sz="3200" kern="0" dirty="0">
                <a:solidFill>
                  <a:srgbClr val="000000"/>
                </a:solidFill>
                <a:cs typeface="宋体" panose="02010600030101010101" pitchFamily="2" charset="-122"/>
              </a:rPr>
              <a:t>18.22</a:t>
            </a:r>
            <a:r>
              <a:rPr lang="zh-CN" altLang="en-US" sz="3200" kern="0" dirty="0">
                <a:solidFill>
                  <a:srgbClr val="000000"/>
                </a:solidFill>
                <a:cs typeface="宋体" panose="02010600030101010101" pitchFamily="2" charset="-122"/>
              </a:rPr>
              <a:t>，</a:t>
            </a:r>
            <a:r>
              <a:rPr lang="en-US" altLang="zh-CN" sz="3200" kern="0" dirty="0">
                <a:solidFill>
                  <a:srgbClr val="000000"/>
                </a:solidFill>
                <a:cs typeface="宋体" panose="02010600030101010101" pitchFamily="2" charset="-122"/>
              </a:rPr>
              <a:t>18.26</a:t>
            </a:r>
            <a:endParaRPr lang="en-US" sz="3200" kern="100" dirty="0">
              <a:effectLst/>
              <a:latin typeface="+mj-lt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57FC185-3475-403F-A50E-0427321BF6DE}"/>
              </a:ext>
            </a:extLst>
          </p:cNvPr>
          <p:cNvSpPr/>
          <p:nvPr/>
        </p:nvSpPr>
        <p:spPr>
          <a:xfrm>
            <a:off x="3640202" y="3808262"/>
            <a:ext cx="428835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kern="0" dirty="0">
                <a:solidFill>
                  <a:srgbClr val="000000"/>
                </a:solidFill>
                <a:effectLst/>
                <a:latin typeface="+mj-lt"/>
                <a:ea typeface="+mj-ea"/>
                <a:cs typeface="Times New Roman" panose="02020603050405020304" pitchFamily="18" charset="0"/>
              </a:rPr>
              <a:t>18</a:t>
            </a:r>
            <a:r>
              <a:rPr lang="zh-CN" altLang="en-US" sz="3200" kern="0" dirty="0">
                <a:solidFill>
                  <a:srgbClr val="000000"/>
                </a:solidFill>
                <a:effectLst/>
                <a:latin typeface="+mj-lt"/>
                <a:ea typeface="+mj-ea"/>
                <a:cs typeface="Times New Roman" panose="02020603050405020304" pitchFamily="18" charset="0"/>
              </a:rPr>
              <a:t>，</a:t>
            </a:r>
            <a:r>
              <a:rPr lang="en-US" altLang="zh-CN" sz="3200" kern="0" dirty="0">
                <a:solidFill>
                  <a:srgbClr val="000000"/>
                </a:solidFill>
                <a:effectLst/>
                <a:latin typeface="+mj-lt"/>
                <a:ea typeface="+mj-ea"/>
                <a:cs typeface="Times New Roman" panose="02020603050405020304" pitchFamily="18" charset="0"/>
              </a:rPr>
              <a:t>19</a:t>
            </a:r>
            <a:r>
              <a:rPr lang="zh-CN" altLang="en-US" sz="3200" kern="0" dirty="0">
                <a:solidFill>
                  <a:srgbClr val="000000"/>
                </a:solidFill>
                <a:effectLst/>
                <a:latin typeface="+mj-lt"/>
                <a:ea typeface="+mj-ea"/>
                <a:cs typeface="Times New Roman" panose="02020603050405020304" pitchFamily="18" charset="0"/>
              </a:rPr>
              <a:t>章作业一起提交</a:t>
            </a:r>
            <a:endParaRPr lang="en-US" sz="3200" kern="100" dirty="0">
              <a:effectLst/>
              <a:latin typeface="+mj-lt"/>
              <a:ea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4958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62A29C62-B680-3E5D-07BA-D82FF6430765}"/>
                  </a:ext>
                </a:extLst>
              </p:cNvPr>
              <p:cNvSpPr/>
              <p:nvPr/>
            </p:nvSpPr>
            <p:spPr>
              <a:xfrm>
                <a:off x="3687621" y="1553334"/>
                <a:ext cx="2995869" cy="17348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∯"/>
                          <m:ctrlPr>
                            <a:rPr lang="zh-CN" altLang="en-US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3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altLang="zh-CN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3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  <m:r>
                            <m:rPr>
                              <m:brk m:alnAt="23"/>
                            </m:rPr>
                            <a:rPr lang="zh-CN" altLang="en-US" sz="3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sz="3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zh-CN" altLang="en-US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3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</m:nary>
                      <m:r>
                        <a:rPr lang="en-US" altLang="zh-CN" sz="32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CN" sz="3200" dirty="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endParaRPr lang="en-US" altLang="zh-CN" sz="3200" dirty="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62A29C62-B680-3E5D-07BA-D82FF64307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7621" y="1553334"/>
                <a:ext cx="2995869" cy="17348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>
            <a:extLst>
              <a:ext uri="{FF2B5EF4-FFF2-40B4-BE49-F238E27FC236}">
                <a16:creationId xmlns:a16="http://schemas.microsoft.com/office/drawing/2014/main" id="{25C1AE02-EE4D-7347-2443-DF51FFF19A95}"/>
              </a:ext>
            </a:extLst>
          </p:cNvPr>
          <p:cNvSpPr/>
          <p:nvPr/>
        </p:nvSpPr>
        <p:spPr>
          <a:xfrm>
            <a:off x="1529367" y="1955118"/>
            <a:ext cx="416646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 </a:t>
            </a:r>
            <a:r>
              <a:rPr lang="zh-CN" altLang="en-US" sz="32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高斯定律</a:t>
            </a:r>
            <a:endParaRPr lang="en-US" altLang="zh-CN" sz="32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EF0853B-72C6-A329-6788-B6B64E2B5FDE}"/>
              </a:ext>
            </a:extLst>
          </p:cNvPr>
          <p:cNvSpPr/>
          <p:nvPr/>
        </p:nvSpPr>
        <p:spPr>
          <a:xfrm>
            <a:off x="686173" y="809036"/>
            <a:ext cx="53455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磁场：</a:t>
            </a:r>
            <a:endParaRPr lang="en-US" altLang="zh-CN" sz="3600" dirty="0">
              <a:solidFill>
                <a:srgbClr val="0066FF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FAFB794-3EBD-83C7-9E8E-AC7484FAB669}"/>
              </a:ext>
            </a:extLst>
          </p:cNvPr>
          <p:cNvSpPr/>
          <p:nvPr/>
        </p:nvSpPr>
        <p:spPr>
          <a:xfrm>
            <a:off x="2016422" y="803872"/>
            <a:ext cx="53455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无源场</a:t>
            </a:r>
            <a:r>
              <a:rPr lang="en-US" altLang="zh-CN" sz="3600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3600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有旋场</a:t>
            </a:r>
            <a:endParaRPr lang="en-US" altLang="zh-CN" sz="3600" dirty="0">
              <a:solidFill>
                <a:srgbClr val="0066FF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FCCDBC8-FE8A-872D-6C01-3639A5129DE5}"/>
              </a:ext>
            </a:extLst>
          </p:cNvPr>
          <p:cNvSpPr txBox="1"/>
          <p:nvPr/>
        </p:nvSpPr>
        <p:spPr>
          <a:xfrm>
            <a:off x="4537587" y="3102890"/>
            <a:ext cx="62889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电流（运动电荷）或变化电场产生磁场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9731624-F72E-6259-9010-CA638FADBC7F}"/>
              </a:ext>
            </a:extLst>
          </p:cNvPr>
          <p:cNvSpPr/>
          <p:nvPr/>
        </p:nvSpPr>
        <p:spPr>
          <a:xfrm>
            <a:off x="1409046" y="3090951"/>
            <a:ext cx="287290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kumimoji="1" lang="en-US" altLang="zh-CN" sz="3200" dirty="0">
                <a:latin typeface="Cambria Math" panose="020405030504060302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 </a:t>
            </a:r>
            <a:r>
              <a:rPr kumimoji="1" lang="zh-CN" altLang="en-US" sz="3200" dirty="0">
                <a:latin typeface="Cambria Math" panose="020405030504060302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安培环路定理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F340E4C3-1B98-5AB6-2625-E295005CB0A7}"/>
                  </a:ext>
                </a:extLst>
              </p:cNvPr>
              <p:cNvSpPr/>
              <p:nvPr/>
            </p:nvSpPr>
            <p:spPr>
              <a:xfrm>
                <a:off x="846358" y="3828260"/>
                <a:ext cx="2969563" cy="109889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ctrlPr>
                            <a:rPr kumimoji="1" lang="zh-CN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𝑙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kumimoji="1"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</m:nary>
                      <m:r>
                        <a:rPr kumimoji="1"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∙</m:t>
                      </m:r>
                      <m:r>
                        <a:rPr kumimoji="1"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𝑑</m:t>
                      </m:r>
                      <m:acc>
                        <m:accPr>
                          <m:chr m:val="⃗"/>
                          <m:ctrlPr>
                            <a:rPr kumimoji="1"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kumimoji="1"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e>
                      </m:acc>
                    </m:oMath>
                  </m:oMathPara>
                </a14:m>
                <a:endParaRPr kumimoji="1" lang="en-US" altLang="zh-CN" sz="2800" dirty="0">
                  <a:solidFill>
                    <a:schemeClr val="tx1"/>
                  </a:solidFill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F340E4C3-1B98-5AB6-2625-E295005CB0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358" y="3828260"/>
                <a:ext cx="2969563" cy="10988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A0B1300D-9783-5905-6467-1A910F97499D}"/>
                  </a:ext>
                </a:extLst>
              </p:cNvPr>
              <p:cNvSpPr/>
              <p:nvPr/>
            </p:nvSpPr>
            <p:spPr>
              <a:xfrm>
                <a:off x="7228090" y="4091921"/>
                <a:ext cx="228088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zh-CN" altLang="en-US" sz="28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  <m:sub>
                        <m:r>
                          <a:rPr kumimoji="1" lang="en-US" altLang="zh-CN" sz="28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1" lang="en-US" altLang="zh-CN" sz="2800" dirty="0">
                    <a:solidFill>
                      <a:schemeClr val="tx1"/>
                    </a:solidFill>
                    <a:ea typeface="黑体" panose="02010609060101010101" pitchFamily="49" charset="-122"/>
                    <a:cs typeface="Times New Roman" panose="02020603050405020304" pitchFamily="18" charset="0"/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kumimoji="1" lang="en-US" altLang="zh-CN" sz="28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𝑐</m:t>
                        </m:r>
                      </m:sub>
                    </m:sSub>
                    <m:r>
                      <a:rPr kumimoji="1" lang="en-US" altLang="zh-CN" sz="28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kumimoji="1"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kumimoji="1" lang="en-US" altLang="zh-CN" sz="28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  <m:r>
                      <a:rPr kumimoji="1"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A0B1300D-9783-5905-6467-1A910F9749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8090" y="4091921"/>
                <a:ext cx="2280881" cy="523220"/>
              </a:xfrm>
              <a:prstGeom prst="rect">
                <a:avLst/>
              </a:prstGeom>
              <a:blipFill>
                <a:blip r:embed="rId4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383F995F-3270-E226-65FD-518DC61E9681}"/>
                  </a:ext>
                </a:extLst>
              </p:cNvPr>
              <p:cNvSpPr/>
              <p:nvPr/>
            </p:nvSpPr>
            <p:spPr>
              <a:xfrm>
                <a:off x="3043316" y="3834312"/>
                <a:ext cx="4345741" cy="1222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sz="2800" b="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kumimoji="1" lang="en-US" altLang="zh-CN" sz="2800" b="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nary>
                        <m:naryPr>
                          <m:chr m:val="∬"/>
                          <m:limLoc m:val="undOvr"/>
                          <m:subHide m:val="on"/>
                          <m:supHide m:val="on"/>
                          <m:ctrlPr>
                            <a:rPr kumimoji="1" lang="en-US" altLang="zh-CN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kumimoji="1" lang="en-US" altLang="zh-CN" sz="2800" b="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kumimoji="1" lang="en-US" altLang="zh-CN" sz="2800" b="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kumimoji="1" lang="en-US" altLang="zh-CN" sz="2800" b="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kumimoji="1"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b="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kumimoji="1" lang="en-US" altLang="zh-CN" sz="2800" b="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f>
                            <m:fPr>
                              <m:ctrlPr>
                                <a:rPr kumimoji="1"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zh-CN" sz="2800" b="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num>
                            <m:den>
                              <m:r>
                                <a:rPr kumimoji="1" lang="en-US" altLang="zh-CN" sz="2800" b="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𝑑𝑡</m:t>
                              </m:r>
                            </m:den>
                          </m:f>
                          <m:acc>
                            <m:accPr>
                              <m:chr m:val="⃗"/>
                              <m:ctrlPr>
                                <a:rPr kumimoji="1"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800" b="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𝐸</m:t>
                              </m:r>
                            </m:e>
                          </m:acc>
                          <m:r>
                            <a:rPr kumimoji="1" lang="en-US" altLang="zh-CN" sz="2800" b="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m:rPr>
                              <m:brk m:alnAt="15"/>
                            </m:rPr>
                            <a:rPr kumimoji="1" lang="zh-CN" altLang="en-US" sz="2800" b="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∙</m:t>
                          </m:r>
                          <m:r>
                            <a:rPr kumimoji="1" lang="en-US" altLang="zh-CN" sz="2800" b="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kumimoji="1"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800" b="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en-US" sz="2800" dirty="0">
                  <a:solidFill>
                    <a:srgbClr val="0066FF"/>
                  </a:solidFill>
                </a:endParaRPr>
              </a:p>
            </p:txBody>
          </p:sp>
        </mc:Choice>
        <mc:Fallback xmlns="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383F995F-3270-E226-65FD-518DC61E96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3316" y="3834312"/>
                <a:ext cx="4345741" cy="122251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矩形 23">
            <a:extLst>
              <a:ext uri="{FF2B5EF4-FFF2-40B4-BE49-F238E27FC236}">
                <a16:creationId xmlns:a16="http://schemas.microsoft.com/office/drawing/2014/main" id="{20E134AF-975E-54F1-E16C-48ED7ED05CE9}"/>
              </a:ext>
            </a:extLst>
          </p:cNvPr>
          <p:cNvSpPr/>
          <p:nvPr/>
        </p:nvSpPr>
        <p:spPr>
          <a:xfrm>
            <a:off x="3022942" y="5473230"/>
            <a:ext cx="53455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磁场与物质的相互作用？</a:t>
            </a:r>
            <a:endParaRPr lang="en-US" altLang="zh-CN" sz="3600" dirty="0">
              <a:solidFill>
                <a:srgbClr val="0066FF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5441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11" grpId="0"/>
      <p:bldP spid="20" grpId="0"/>
      <p:bldP spid="21" grpId="0"/>
      <p:bldP spid="22" grpId="0"/>
      <p:bldP spid="23" grpId="0"/>
      <p:bldP spid="2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8C2B31D-6590-4FF5-8A1D-E5BDA6006C25}"/>
              </a:ext>
            </a:extLst>
          </p:cNvPr>
          <p:cNvSpPr/>
          <p:nvPr/>
        </p:nvSpPr>
        <p:spPr>
          <a:xfrm>
            <a:off x="58049" y="974966"/>
            <a:ext cx="12075902" cy="60442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0">
                <a:srgbClr val="98D109"/>
              </a:gs>
              <a:gs pos="52000">
                <a:srgbClr val="498D3B"/>
              </a:gs>
              <a:gs pos="97000">
                <a:srgbClr val="005825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Text Box 13">
            <a:extLst>
              <a:ext uri="{FF2B5EF4-FFF2-40B4-BE49-F238E27FC236}">
                <a16:creationId xmlns:a16="http://schemas.microsoft.com/office/drawing/2014/main" id="{AFA0A3EB-F728-4376-B314-3CBC41359D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7841" y="211325"/>
            <a:ext cx="594772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6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第</a:t>
            </a:r>
            <a:r>
              <a:rPr lang="en-US" altLang="zh-CN" sz="36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19</a:t>
            </a:r>
            <a:r>
              <a:rPr lang="zh-CN" altLang="en-US" sz="36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 章     磁介质</a:t>
            </a:r>
            <a:endParaRPr lang="zh-CN" altLang="en-US" sz="3200" b="1" dirty="0">
              <a:solidFill>
                <a:schemeClr val="tx1"/>
              </a:solidFill>
              <a:latin typeface="Arial" panose="020B0604020202020204" pitchFamily="34" charset="0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25" name="Rectangle 16">
            <a:hlinkClick r:id="" action="ppaction://noaction"/>
            <a:extLst>
              <a:ext uri="{FF2B5EF4-FFF2-40B4-BE49-F238E27FC236}">
                <a16:creationId xmlns:a16="http://schemas.microsoft.com/office/drawing/2014/main" id="{A0014B31-1C4D-4F7E-80C8-CA7A195F6E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1471" y="1684710"/>
            <a:ext cx="5231995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1 </a:t>
            </a:r>
            <a:r>
              <a:rPr lang="zh-CN" altLang="en-US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磁介质对磁场的影响</a:t>
            </a:r>
          </a:p>
        </p:txBody>
      </p:sp>
      <p:sp>
        <p:nvSpPr>
          <p:cNvPr id="27" name="Text Box 18">
            <a:hlinkClick r:id="" action="ppaction://noaction"/>
            <a:extLst>
              <a:ext uri="{FF2B5EF4-FFF2-40B4-BE49-F238E27FC236}">
                <a16:creationId xmlns:a16="http://schemas.microsoft.com/office/drawing/2014/main" id="{48306CEC-1F29-4EDE-9B28-0F8312ACF2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1472" y="2980110"/>
            <a:ext cx="553883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3 </a:t>
            </a:r>
            <a:r>
              <a:rPr lang="zh-CN" altLang="en-US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磁介质的磁化</a:t>
            </a:r>
          </a:p>
        </p:txBody>
      </p:sp>
      <p:sp>
        <p:nvSpPr>
          <p:cNvPr id="28" name="Text Box 19">
            <a:hlinkClick r:id="" action="ppaction://noaction"/>
            <a:extLst>
              <a:ext uri="{FF2B5EF4-FFF2-40B4-BE49-F238E27FC236}">
                <a16:creationId xmlns:a16="http://schemas.microsoft.com/office/drawing/2014/main" id="{ECF120C4-50E2-4E26-B5D3-6D094BEFC2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0471" y="3629396"/>
            <a:ext cx="310213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4  H</a:t>
            </a:r>
            <a:r>
              <a:rPr lang="zh-CN" altLang="en-US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的环路定理</a:t>
            </a:r>
          </a:p>
        </p:txBody>
      </p:sp>
      <p:sp>
        <p:nvSpPr>
          <p:cNvPr id="32" name="Rectangle 16">
            <a:hlinkClick r:id="" action="ppaction://noaction"/>
            <a:extLst>
              <a:ext uri="{FF2B5EF4-FFF2-40B4-BE49-F238E27FC236}">
                <a16:creationId xmlns:a16="http://schemas.microsoft.com/office/drawing/2014/main" id="{690E4B17-0680-49D8-B393-01C57F5D0C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1473" y="2332410"/>
            <a:ext cx="6154243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2 </a:t>
            </a:r>
            <a:r>
              <a:rPr lang="zh-CN" altLang="en-US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原子的磁矩</a:t>
            </a:r>
          </a:p>
        </p:txBody>
      </p:sp>
      <p:sp>
        <p:nvSpPr>
          <p:cNvPr id="35" name="Rectangle 20">
            <a:hlinkClick r:id="" action="ppaction://noaction"/>
            <a:extLst>
              <a:ext uri="{FF2B5EF4-FFF2-40B4-BE49-F238E27FC236}">
                <a16:creationId xmlns:a16="http://schemas.microsoft.com/office/drawing/2014/main" id="{0264BFE7-0025-4536-83F4-1ECBBD36D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0471" y="4293200"/>
            <a:ext cx="6283480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5 </a:t>
            </a:r>
            <a:r>
              <a:rPr lang="zh-CN" altLang="en-US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铁磁质</a:t>
            </a:r>
          </a:p>
        </p:txBody>
      </p:sp>
      <p:pic>
        <p:nvPicPr>
          <p:cNvPr id="5122" name="Picture 2" descr="选购硬盘驱动器的专业建议- Buying Guides DirectIndustry">
            <a:extLst>
              <a:ext uri="{FF2B5EF4-FFF2-40B4-BE49-F238E27FC236}">
                <a16:creationId xmlns:a16="http://schemas.microsoft.com/office/drawing/2014/main" id="{94660713-231E-4F0C-95A6-D2535C5FA5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49" y="1213160"/>
            <a:ext cx="2779463" cy="2121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Photoshop 模板：火车票与列车水牌- 紫遥· Life">
            <a:extLst>
              <a:ext uri="{FF2B5EF4-FFF2-40B4-BE49-F238E27FC236}">
                <a16:creationId xmlns:a16="http://schemas.microsoft.com/office/drawing/2014/main" id="{D604AB45-FD29-44A5-9396-AED45BD2F5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07" t="7278" r="9679" b="7549"/>
          <a:stretch/>
        </p:blipFill>
        <p:spPr bwMode="auto">
          <a:xfrm>
            <a:off x="990872" y="3664318"/>
            <a:ext cx="3881807" cy="2417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 descr="电力变压器的温升及损耗_新闻中心_电力变压器厂">
            <a:extLst>
              <a:ext uri="{FF2B5EF4-FFF2-40B4-BE49-F238E27FC236}">
                <a16:creationId xmlns:a16="http://schemas.microsoft.com/office/drawing/2014/main" id="{C945E57C-4450-44B4-BF21-73C2AA2DD5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8" r="8740"/>
          <a:stretch/>
        </p:blipFill>
        <p:spPr bwMode="auto">
          <a:xfrm>
            <a:off x="2899955" y="1209227"/>
            <a:ext cx="2315239" cy="2121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20">
            <a:hlinkClick r:id="" action="ppaction://noaction"/>
            <a:extLst>
              <a:ext uri="{FF2B5EF4-FFF2-40B4-BE49-F238E27FC236}">
                <a16:creationId xmlns:a16="http://schemas.microsoft.com/office/drawing/2014/main" id="{89CD147C-A317-D8D6-EEF7-8A06E570A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0471" y="4924153"/>
            <a:ext cx="6283480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6 </a:t>
            </a:r>
            <a:r>
              <a:rPr lang="zh-CN" altLang="en-US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简单磁路</a:t>
            </a:r>
          </a:p>
        </p:txBody>
      </p:sp>
    </p:spTree>
    <p:extLst>
      <p:ext uri="{BB962C8B-B14F-4D97-AF65-F5344CB8AC3E}">
        <p14:creationId xmlns:p14="http://schemas.microsoft.com/office/powerpoint/2010/main" val="813307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7" grpId="0"/>
      <p:bldP spid="28" grpId="0"/>
      <p:bldP spid="32" grpId="0"/>
      <p:bldP spid="35" grpId="0"/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C8D7CE41-0736-4292-A150-C1F1CB98BF2D}"/>
              </a:ext>
            </a:extLst>
          </p:cNvPr>
          <p:cNvSpPr txBox="1"/>
          <p:nvPr/>
        </p:nvSpPr>
        <p:spPr>
          <a:xfrm>
            <a:off x="2774462" y="1600262"/>
            <a:ext cx="48526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能和磁场发生相互作用的物质</a:t>
            </a:r>
          </a:p>
        </p:txBody>
      </p:sp>
      <p:pic>
        <p:nvPicPr>
          <p:cNvPr id="7" name="Picture 4" descr="实验】当液态氧遇上了大块磁铁，是擦肩而过还是紧紧相依？_版权">
            <a:extLst>
              <a:ext uri="{FF2B5EF4-FFF2-40B4-BE49-F238E27FC236}">
                <a16:creationId xmlns:a16="http://schemas.microsoft.com/office/drawing/2014/main" id="{577F248C-6FF1-48C1-B030-7FBE8E0C0411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615" y="2400649"/>
            <a:ext cx="3968146" cy="2304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02" name="Picture 2">
            <a:extLst>
              <a:ext uri="{FF2B5EF4-FFF2-40B4-BE49-F238E27FC236}">
                <a16:creationId xmlns:a16="http://schemas.microsoft.com/office/drawing/2014/main" id="{32550420-F800-4E88-A8E6-9EA2F573C515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4536" y="2400649"/>
            <a:ext cx="4347330" cy="2304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Cerillas Magneticas2.mp4">
            <a:hlinkClick r:id="" action="ppaction://media"/>
            <a:extLst>
              <a:ext uri="{FF2B5EF4-FFF2-40B4-BE49-F238E27FC236}">
                <a16:creationId xmlns:a16="http://schemas.microsoft.com/office/drawing/2014/main" id="{E8C8B283-42B3-404A-A1A3-AEBEED6A5E9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920641" y="2400649"/>
            <a:ext cx="3162687" cy="2372015"/>
          </a:xfrm>
          <a:prstGeom prst="rect">
            <a:avLst/>
          </a:prstGeom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BA8633EB-B9D6-4105-DC98-64D6A21B04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388" y="737677"/>
            <a:ext cx="4361990" cy="5854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 defTabSz="7620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zh-CN" altLang="en-US" sz="3200" dirty="0">
                <a:solidFill>
                  <a:srgbClr val="0066FF"/>
                </a:solidFill>
                <a:ea typeface="华文楷体" panose="02010600040101010101" pitchFamily="2" charset="-122"/>
              </a:rPr>
              <a:t>磁介质</a:t>
            </a:r>
            <a:endParaRPr lang="zh-CN" altLang="en-US" sz="3200" dirty="0">
              <a:solidFill>
                <a:srgbClr val="0066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41890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19" repeatCount="3000" fill="remove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  <p:bldLst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Line 7"/>
          <p:cNvSpPr/>
          <p:nvPr/>
        </p:nvSpPr>
        <p:spPr>
          <a:xfrm flipH="1" flipV="1">
            <a:off x="7391400" y="1981200"/>
            <a:ext cx="533400" cy="457200"/>
          </a:xfrm>
          <a:prstGeom prst="line">
            <a:avLst/>
          </a:prstGeom>
          <a:ln w="38100">
            <a:noFill/>
          </a:ln>
        </p:spPr>
      </p:sp>
      <p:sp>
        <p:nvSpPr>
          <p:cNvPr id="13316" name="Text Box 30"/>
          <p:cNvSpPr txBox="1"/>
          <p:nvPr/>
        </p:nvSpPr>
        <p:spPr>
          <a:xfrm>
            <a:off x="4132264" y="2636838"/>
            <a:ext cx="184731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zh-CN" sz="2800" dirty="0"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2897" name="Object 33"/>
              <p:cNvSpPr txBox="1"/>
              <p:nvPr/>
            </p:nvSpPr>
            <p:spPr>
              <a:xfrm>
                <a:off x="808329" y="1558268"/>
                <a:ext cx="3416300" cy="750888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  <m:sub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  <m:sub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  <m:sup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92897" name="Object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329" y="1558268"/>
                <a:ext cx="3416300" cy="75088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92898" name="Picture 34" descr="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9755" y="1120740"/>
            <a:ext cx="3716292" cy="1914624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" name="Group 37"/>
          <p:cNvGrpSpPr/>
          <p:nvPr/>
        </p:nvGrpSpPr>
        <p:grpSpPr>
          <a:xfrm>
            <a:off x="4394201" y="1495439"/>
            <a:ext cx="2517777" cy="612775"/>
            <a:chOff x="1474" y="3612"/>
            <a:chExt cx="1586" cy="38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22" name="Object 35"/>
                <p:cNvSpPr txBox="1"/>
                <p:nvPr/>
              </p:nvSpPr>
              <p:spPr>
                <a:xfrm>
                  <a:off x="1474" y="3612"/>
                  <a:ext cx="341" cy="386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3322" name="Object 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74" y="3612"/>
                  <a:ext cx="341" cy="386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323" name="Text Box 36"/>
            <p:cNvSpPr txBox="1"/>
            <p:nvPr/>
          </p:nvSpPr>
          <p:spPr>
            <a:xfrm>
              <a:off x="1813" y="3649"/>
              <a:ext cx="1247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sz="2800" dirty="0">
                  <a:latin typeface="Times New Roman" panose="02020603050405020304" pitchFamily="18" charset="0"/>
                </a:rPr>
                <a:t>相对磁导率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18">
                <a:extLst>
                  <a:ext uri="{FF2B5EF4-FFF2-40B4-BE49-F238E27FC236}">
                    <a16:creationId xmlns:a16="http://schemas.microsoft.com/office/drawing/2014/main" id="{2769A2CA-3F57-1A70-9FDC-D4CFBCF49EF6}"/>
                  </a:ext>
                </a:extLst>
              </p:cNvPr>
              <p:cNvSpPr txBox="1"/>
              <p:nvPr/>
            </p:nvSpPr>
            <p:spPr>
              <a:xfrm>
                <a:off x="4996865" y="2309156"/>
                <a:ext cx="2136775" cy="685800"/>
              </a:xfrm>
              <a:prstGeom prst="rect">
                <a:avLst/>
              </a:prstGeom>
              <a:noFill/>
              <a:ln w="2540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2800"/>
              </a:p>
            </p:txBody>
          </p:sp>
        </mc:Choice>
        <mc:Fallback xmlns="">
          <p:sp>
            <p:nvSpPr>
              <p:cNvPr id="4" name="Object 18">
                <a:extLst>
                  <a:ext uri="{FF2B5EF4-FFF2-40B4-BE49-F238E27FC236}">
                    <a16:creationId xmlns:a16="http://schemas.microsoft.com/office/drawing/2014/main" id="{2769A2CA-3F57-1A70-9FDC-D4CFBCF49E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6865" y="2309156"/>
                <a:ext cx="2136775" cy="6858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540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A6F6526B-3526-F4C2-6B36-55D1470C4070}"/>
              </a:ext>
            </a:extLst>
          </p:cNvPr>
          <p:cNvSpPr txBox="1"/>
          <p:nvPr/>
        </p:nvSpPr>
        <p:spPr>
          <a:xfrm>
            <a:off x="3778660" y="2395646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磁化率</a:t>
            </a:r>
          </a:p>
        </p:txBody>
      </p:sp>
      <p:grpSp>
        <p:nvGrpSpPr>
          <p:cNvPr id="19" name="Group 16">
            <a:extLst>
              <a:ext uri="{FF2B5EF4-FFF2-40B4-BE49-F238E27FC236}">
                <a16:creationId xmlns:a16="http://schemas.microsoft.com/office/drawing/2014/main" id="{D983CC3B-260D-48C0-9E9D-72D97F9BDF06}"/>
              </a:ext>
            </a:extLst>
          </p:cNvPr>
          <p:cNvGrpSpPr/>
          <p:nvPr/>
        </p:nvGrpSpPr>
        <p:grpSpPr>
          <a:xfrm>
            <a:off x="2082277" y="4689619"/>
            <a:ext cx="2955925" cy="825500"/>
            <a:chOff x="171" y="2563"/>
            <a:chExt cx="1862" cy="5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Object 19">
                  <a:extLst>
                    <a:ext uri="{FF2B5EF4-FFF2-40B4-BE49-F238E27FC236}">
                      <a16:creationId xmlns:a16="http://schemas.microsoft.com/office/drawing/2014/main" id="{ADD982E6-36E6-4279-9AD5-1A9D67D315F2}"/>
                    </a:ext>
                  </a:extLst>
                </p:cNvPr>
                <p:cNvSpPr txBox="1"/>
                <p:nvPr/>
              </p:nvSpPr>
              <p:spPr>
                <a:xfrm>
                  <a:off x="1073" y="2563"/>
                  <a:ext cx="960" cy="520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⃑"/>
                            <m:ctrlP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  <m:r>
                          <a:rPr lang="en-US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⃑"/>
                                <m:ctrlP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acc>
                          </m:e>
                          <m:sub>
                            <m:r>
                              <a:rPr lang="en-US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22" name="Object 19">
                  <a:extLst>
                    <a:ext uri="{FF2B5EF4-FFF2-40B4-BE49-F238E27FC236}">
                      <a16:creationId xmlns:a16="http://schemas.microsoft.com/office/drawing/2014/main" id="{ADD982E6-36E6-4279-9AD5-1A9D67D315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3" y="2563"/>
                  <a:ext cx="960" cy="5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Rectangle 20">
              <a:extLst>
                <a:ext uri="{FF2B5EF4-FFF2-40B4-BE49-F238E27FC236}">
                  <a16:creationId xmlns:a16="http://schemas.microsoft.com/office/drawing/2014/main" id="{ABB2304B-DD88-420B-AB8F-14218E58F6E2}"/>
                </a:ext>
              </a:extLst>
            </p:cNvPr>
            <p:cNvSpPr/>
            <p:nvPr/>
          </p:nvSpPr>
          <p:spPr>
            <a:xfrm>
              <a:off x="171" y="2566"/>
              <a:ext cx="103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28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抗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磁质</a:t>
              </a:r>
              <a:endParaRPr lang="zh-CN" altLang="en-US" sz="2800" dirty="0">
                <a:solidFill>
                  <a:srgbClr val="3333CC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4" name="Group 21">
            <a:extLst>
              <a:ext uri="{FF2B5EF4-FFF2-40B4-BE49-F238E27FC236}">
                <a16:creationId xmlns:a16="http://schemas.microsoft.com/office/drawing/2014/main" id="{597FE7FF-293C-40A5-B547-1BFDDB599101}"/>
              </a:ext>
            </a:extLst>
          </p:cNvPr>
          <p:cNvGrpSpPr/>
          <p:nvPr/>
        </p:nvGrpSpPr>
        <p:grpSpPr>
          <a:xfrm>
            <a:off x="2161170" y="5606383"/>
            <a:ext cx="3632200" cy="762000"/>
            <a:chOff x="672" y="3453"/>
            <a:chExt cx="1968" cy="4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Object 22">
                  <a:extLst>
                    <a:ext uri="{FF2B5EF4-FFF2-40B4-BE49-F238E27FC236}">
                      <a16:creationId xmlns:a16="http://schemas.microsoft.com/office/drawing/2014/main" id="{2B7AE6FE-EE72-473C-89FD-82D2CBB91C0C}"/>
                    </a:ext>
                  </a:extLst>
                </p:cNvPr>
                <p:cNvSpPr txBox="1"/>
                <p:nvPr/>
              </p:nvSpPr>
              <p:spPr>
                <a:xfrm>
                  <a:off x="1460" y="3453"/>
                  <a:ext cx="864" cy="443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⃑"/>
                            <m:ctrlP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  <m:r>
                          <a:rPr lang="en-US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&gt;&gt;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⃑"/>
                                <m:ctrlP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acc>
                          </m:e>
                          <m:sub>
                            <m:r>
                              <a:rPr lang="en-US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25" name="Object 22">
                  <a:extLst>
                    <a:ext uri="{FF2B5EF4-FFF2-40B4-BE49-F238E27FC236}">
                      <a16:creationId xmlns:a16="http://schemas.microsoft.com/office/drawing/2014/main" id="{2B7AE6FE-EE72-473C-89FD-82D2CBB91C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60" y="3453"/>
                  <a:ext cx="864" cy="443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Rectangle 23">
              <a:extLst>
                <a:ext uri="{FF2B5EF4-FFF2-40B4-BE49-F238E27FC236}">
                  <a16:creationId xmlns:a16="http://schemas.microsoft.com/office/drawing/2014/main" id="{A2189AB7-2EA8-4BA0-8079-E2A224D452DC}"/>
                </a:ext>
              </a:extLst>
            </p:cNvPr>
            <p:cNvSpPr/>
            <p:nvPr/>
          </p:nvSpPr>
          <p:spPr>
            <a:xfrm>
              <a:off x="672" y="3504"/>
              <a:ext cx="1968" cy="30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2800" dirty="0">
                  <a:solidFill>
                    <a:srgbClr val="CC3300"/>
                  </a:solidFill>
                  <a:latin typeface="Times New Roman" panose="02020603050405020304" pitchFamily="18" charset="0"/>
                </a:rPr>
                <a:t>铁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磁质</a:t>
              </a:r>
              <a:endParaRPr lang="zh-CN" altLang="en-US" sz="2800" dirty="0">
                <a:solidFill>
                  <a:srgbClr val="A5002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32" name="Text Box 17">
            <a:extLst>
              <a:ext uri="{FF2B5EF4-FFF2-40B4-BE49-F238E27FC236}">
                <a16:creationId xmlns:a16="http://schemas.microsoft.com/office/drawing/2014/main" id="{46167D69-B21C-4C6C-9711-BBE5B7536620}"/>
              </a:ext>
            </a:extLst>
          </p:cNvPr>
          <p:cNvSpPr txBox="1"/>
          <p:nvPr/>
        </p:nvSpPr>
        <p:spPr>
          <a:xfrm>
            <a:off x="2073890" y="3697845"/>
            <a:ext cx="22510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</a:rPr>
              <a:t>顺磁质 </a:t>
            </a:r>
            <a:endParaRPr lang="zh-CN" altLang="en-US" sz="2800" dirty="0">
              <a:solidFill>
                <a:srgbClr val="A50021"/>
              </a:solidFill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Object 18">
                <a:extLst>
                  <a:ext uri="{FF2B5EF4-FFF2-40B4-BE49-F238E27FC236}">
                    <a16:creationId xmlns:a16="http://schemas.microsoft.com/office/drawing/2014/main" id="{C04EF5FF-797A-40CD-9598-A245C2CEC444}"/>
                  </a:ext>
                </a:extLst>
              </p:cNvPr>
              <p:cNvSpPr txBox="1"/>
              <p:nvPr/>
            </p:nvSpPr>
            <p:spPr>
              <a:xfrm>
                <a:off x="3432673" y="3686381"/>
                <a:ext cx="1524000" cy="825500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⃑"/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  <m:sub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3" name="Object 18">
                <a:extLst>
                  <a:ext uri="{FF2B5EF4-FFF2-40B4-BE49-F238E27FC236}">
                    <a16:creationId xmlns:a16="http://schemas.microsoft.com/office/drawing/2014/main" id="{C04EF5FF-797A-40CD-9598-A245C2CEC4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2673" y="3686381"/>
                <a:ext cx="1524000" cy="8255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2">
            <a:extLst>
              <a:ext uri="{FF2B5EF4-FFF2-40B4-BE49-F238E27FC236}">
                <a16:creationId xmlns:a16="http://schemas.microsoft.com/office/drawing/2014/main" id="{43202760-E268-9335-F984-90B64A6D83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6588" y="772427"/>
            <a:ext cx="4361990" cy="5854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 defTabSz="7620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zh-CN" altLang="en-US" sz="3200" dirty="0">
                <a:solidFill>
                  <a:srgbClr val="0066FF"/>
                </a:solidFill>
                <a:ea typeface="华文楷体" panose="02010600040101010101" pitchFamily="2" charset="-122"/>
              </a:rPr>
              <a:t>磁介质</a:t>
            </a:r>
            <a:endParaRPr lang="zh-CN" altLang="en-US" sz="3200" dirty="0">
              <a:solidFill>
                <a:srgbClr val="0066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pSp>
        <p:nvGrpSpPr>
          <p:cNvPr id="12" name="Group 13">
            <a:extLst>
              <a:ext uri="{FF2B5EF4-FFF2-40B4-BE49-F238E27FC236}">
                <a16:creationId xmlns:a16="http://schemas.microsoft.com/office/drawing/2014/main" id="{9F45E958-F90C-2C8B-1DE3-46C116417C60}"/>
              </a:ext>
            </a:extLst>
          </p:cNvPr>
          <p:cNvGrpSpPr>
            <a:grpSpLocks/>
          </p:cNvGrpSpPr>
          <p:nvPr/>
        </p:nvGrpSpPr>
        <p:grpSpPr bwMode="auto">
          <a:xfrm>
            <a:off x="6286881" y="3713306"/>
            <a:ext cx="1435409" cy="2500268"/>
            <a:chOff x="720" y="2880"/>
            <a:chExt cx="864" cy="1248"/>
          </a:xfrm>
        </p:grpSpPr>
        <p:graphicFrame>
          <p:nvGraphicFramePr>
            <p:cNvPr id="13" name="Object 14">
              <a:extLst>
                <a:ext uri="{FF2B5EF4-FFF2-40B4-BE49-F238E27FC236}">
                  <a16:creationId xmlns:a16="http://schemas.microsoft.com/office/drawing/2014/main" id="{0009B551-8392-708D-F6DC-929E86569D9E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720" y="2880"/>
            <a:ext cx="864" cy="1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6" name="公式" r:id="rId10" imgW="381000" imgH="685800" progId="Equation.3">
                    <p:embed/>
                  </p:oleObj>
                </mc:Choice>
                <mc:Fallback>
                  <p:oleObj name="公式" r:id="rId10" imgW="381000" imgH="685800" progId="Equation.3">
                    <p:embed/>
                    <p:pic>
                      <p:nvPicPr>
                        <p:cNvPr id="30" name="Object 14">
                          <a:extLst>
                            <a:ext uri="{FF2B5EF4-FFF2-40B4-BE49-F238E27FC236}">
                              <a16:creationId xmlns:a16="http://schemas.microsoft.com/office/drawing/2014/main" id="{ACCBB173-38C4-42DD-831E-59572B51506B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0" y="2880"/>
                          <a:ext cx="864" cy="1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Text Box 15">
              <a:extLst>
                <a:ext uri="{FF2B5EF4-FFF2-40B4-BE49-F238E27FC236}">
                  <a16:creationId xmlns:a16="http://schemas.microsoft.com/office/drawing/2014/main" id="{AC07DB5D-2215-9D95-AE1F-F20E081003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3744"/>
              <a:ext cx="43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defTabSz="7620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7620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7620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7620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7620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&gt;&gt;</a:t>
              </a:r>
            </a:p>
          </p:txBody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6" grpId="0"/>
      <p:bldP spid="292897" grpId="0"/>
      <p:bldP spid="4" grpId="0" animBg="1"/>
      <p:bldP spid="6" grpId="0"/>
      <p:bldP spid="32" grpId="0"/>
      <p:bldP spid="3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611" name="Picture 27" descr="图片4">
            <a:extLst>
              <a:ext uri="{FF2B5EF4-FFF2-40B4-BE49-F238E27FC236}">
                <a16:creationId xmlns:a16="http://schemas.microsoft.com/office/drawing/2014/main" id="{EBB609D9-2969-4BB4-A826-F06D423C8D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161" y="1847241"/>
            <a:ext cx="2952750" cy="275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5612" name="Picture 28" descr="图片5">
            <a:extLst>
              <a:ext uri="{FF2B5EF4-FFF2-40B4-BE49-F238E27FC236}">
                <a16:creationId xmlns:a16="http://schemas.microsoft.com/office/drawing/2014/main" id="{B9C160F6-6045-4EB3-B0A0-2021922F97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5244" y="1887547"/>
            <a:ext cx="3382963" cy="276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7BDD08CE-D56A-413D-978A-584B927039B9}"/>
              </a:ext>
            </a:extLst>
          </p:cNvPr>
          <p:cNvSpPr/>
          <p:nvPr/>
        </p:nvSpPr>
        <p:spPr>
          <a:xfrm>
            <a:off x="635309" y="4761939"/>
            <a:ext cx="373862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1778</a:t>
            </a:r>
            <a:r>
              <a:rPr lang="zh-CN" altLang="en-US" sz="2400" dirty="0"/>
              <a:t>年布鲁格曼斯 </a:t>
            </a:r>
            <a:r>
              <a:rPr lang="en-US" altLang="zh-CN" sz="2400" dirty="0"/>
              <a:t>(A. </a:t>
            </a:r>
            <a:r>
              <a:rPr lang="en-US" altLang="zh-CN" sz="2400" dirty="0" err="1"/>
              <a:t>Brugmans</a:t>
            </a:r>
            <a:r>
              <a:rPr lang="en-US" altLang="zh-CN" sz="2400" dirty="0"/>
              <a:t>) </a:t>
            </a:r>
            <a:r>
              <a:rPr lang="zh-CN" altLang="en-US" sz="2400" dirty="0"/>
              <a:t>发现铋金属被磁极排斥</a:t>
            </a:r>
            <a:endParaRPr lang="en-US" sz="2400" dirty="0"/>
          </a:p>
        </p:txBody>
      </p:sp>
      <p:sp>
        <p:nvSpPr>
          <p:cNvPr id="20" name="Rectangle 5">
            <a:extLst>
              <a:ext uri="{FF2B5EF4-FFF2-40B4-BE49-F238E27FC236}">
                <a16:creationId xmlns:a16="http://schemas.microsoft.com/office/drawing/2014/main" id="{B85DBDA2-793C-4026-9F15-E2EA1F9C1B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457" y="1016244"/>
            <a:ext cx="3963338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lang="zh-CN" altLang="en-US" sz="2600" b="1" dirty="0">
                <a:solidFill>
                  <a:srgbClr val="0066FF"/>
                </a:solidFill>
                <a:latin typeface="+mj-lt"/>
                <a:cs typeface="Times New Roman" panose="02020603050405020304" pitchFamily="18" charset="0"/>
              </a:rPr>
              <a:t>抗磁质（汞、铜、铋）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9">
                <a:extLst>
                  <a:ext uri="{FF2B5EF4-FFF2-40B4-BE49-F238E27FC236}">
                    <a16:creationId xmlns:a16="http://schemas.microsoft.com/office/drawing/2014/main" id="{C28EE572-822B-412C-8E66-9E2D7DB16D65}"/>
                  </a:ext>
                </a:extLst>
              </p:cNvPr>
              <p:cNvSpPr txBox="1"/>
              <p:nvPr/>
            </p:nvSpPr>
            <p:spPr bwMode="auto">
              <a:xfrm>
                <a:off x="635309" y="6047326"/>
                <a:ext cx="3351212" cy="52863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=1−1.0×1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−5</m:t>
                          </m:r>
                        </m:sup>
                      </m:sSup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1" name="Object 9">
                <a:extLst>
                  <a:ext uri="{FF2B5EF4-FFF2-40B4-BE49-F238E27FC236}">
                    <a16:creationId xmlns:a16="http://schemas.microsoft.com/office/drawing/2014/main" id="{C28EE572-822B-412C-8E66-9E2D7DB16D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5309" y="6047326"/>
                <a:ext cx="3351212" cy="52863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4">
            <a:extLst>
              <a:ext uri="{FF2B5EF4-FFF2-40B4-BE49-F238E27FC236}">
                <a16:creationId xmlns:a16="http://schemas.microsoft.com/office/drawing/2014/main" id="{DD73C071-54D4-4362-8E22-05A309FCD9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2661" y="1016244"/>
            <a:ext cx="3985546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lang="zh-CN" altLang="en-US" sz="2600" b="1" dirty="0">
                <a:solidFill>
                  <a:srgbClr val="0066FF"/>
                </a:solidFill>
                <a:latin typeface="+mj-lt"/>
                <a:cs typeface="Times New Roman" panose="02020603050405020304" pitchFamily="18" charset="0"/>
              </a:rPr>
              <a:t>顺磁质（锰、铬、铂） </a:t>
            </a:r>
            <a:endParaRPr lang="en-US" altLang="zh-CN" sz="2600" b="1" dirty="0">
              <a:solidFill>
                <a:srgbClr val="0066FF"/>
              </a:solidFill>
              <a:latin typeface="+mj-lt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bject 8">
                <a:extLst>
                  <a:ext uri="{FF2B5EF4-FFF2-40B4-BE49-F238E27FC236}">
                    <a16:creationId xmlns:a16="http://schemas.microsoft.com/office/drawing/2014/main" id="{43191875-6781-471A-BE59-107E1C61A7D5}"/>
                  </a:ext>
                </a:extLst>
              </p:cNvPr>
              <p:cNvSpPr txBox="1"/>
              <p:nvPr/>
            </p:nvSpPr>
            <p:spPr bwMode="auto">
              <a:xfrm>
                <a:off x="4493028" y="5445523"/>
                <a:ext cx="3744913" cy="57943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=1+1.65×1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−5</m:t>
                          </m:r>
                        </m:sup>
                      </m:sSup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3" name="Object 8">
                <a:extLst>
                  <a:ext uri="{FF2B5EF4-FFF2-40B4-BE49-F238E27FC236}">
                    <a16:creationId xmlns:a16="http://schemas.microsoft.com/office/drawing/2014/main" id="{43191875-6781-471A-BE59-107E1C61A7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93028" y="5445523"/>
                <a:ext cx="3744913" cy="57943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7">
            <a:extLst>
              <a:ext uri="{FF2B5EF4-FFF2-40B4-BE49-F238E27FC236}">
                <a16:creationId xmlns:a16="http://schemas.microsoft.com/office/drawing/2014/main" id="{0661192B-2BA4-4D1B-96CA-BE71E7CC30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4824" y="1016244"/>
            <a:ext cx="4267007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lang="zh-CN" altLang="en-US" sz="2600" b="1" dirty="0">
                <a:solidFill>
                  <a:srgbClr val="0066FF"/>
                </a:solidFill>
                <a:latin typeface="+mj-lt"/>
                <a:cs typeface="Times New Roman" panose="02020603050405020304" pitchFamily="18" charset="0"/>
              </a:rPr>
              <a:t>铁磁质（铁、钴、镍、钆及合金，铁氧体）</a:t>
            </a:r>
          </a:p>
        </p:txBody>
      </p:sp>
      <p:grpSp>
        <p:nvGrpSpPr>
          <p:cNvPr id="42" name="Group 40">
            <a:extLst>
              <a:ext uri="{FF2B5EF4-FFF2-40B4-BE49-F238E27FC236}">
                <a16:creationId xmlns:a16="http://schemas.microsoft.com/office/drawing/2014/main" id="{3C4287DA-D355-461A-A5E4-034FD81142E2}"/>
              </a:ext>
            </a:extLst>
          </p:cNvPr>
          <p:cNvGrpSpPr>
            <a:grpSpLocks/>
          </p:cNvGrpSpPr>
          <p:nvPr/>
        </p:nvGrpSpPr>
        <p:grpSpPr bwMode="auto">
          <a:xfrm>
            <a:off x="8800392" y="3931051"/>
            <a:ext cx="2467910" cy="461963"/>
            <a:chOff x="1395" y="3627"/>
            <a:chExt cx="1867" cy="2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Object 28">
                  <a:extLst>
                    <a:ext uri="{FF2B5EF4-FFF2-40B4-BE49-F238E27FC236}">
                      <a16:creationId xmlns:a16="http://schemas.microsoft.com/office/drawing/2014/main" id="{AACC7698-732B-4D32-B4E3-835AE7EEF904}"/>
                    </a:ext>
                  </a:extLst>
                </p:cNvPr>
                <p:cNvSpPr txBox="1"/>
                <p:nvPr/>
              </p:nvSpPr>
              <p:spPr bwMode="auto">
                <a:xfrm>
                  <a:off x="2074" y="3639"/>
                  <a:ext cx="1188" cy="27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5×1</m:t>
                        </m:r>
                        <m:sSup>
                          <m:sSup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44" name="Object 28">
                  <a:extLst>
                    <a:ext uri="{FF2B5EF4-FFF2-40B4-BE49-F238E27FC236}">
                      <a16:creationId xmlns:a16="http://schemas.microsoft.com/office/drawing/2014/main" id="{AACC7698-732B-4D32-B4E3-835AE7EEF9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074" y="3639"/>
                  <a:ext cx="1188" cy="278"/>
                </a:xfrm>
                <a:prstGeom prst="rect">
                  <a:avLst/>
                </a:prstGeom>
                <a:blipFill>
                  <a:blip r:embed="rId7"/>
                  <a:stretch>
                    <a:fillRect b="-2778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6" name="Rectangle 30">
              <a:extLst>
                <a:ext uri="{FF2B5EF4-FFF2-40B4-BE49-F238E27FC236}">
                  <a16:creationId xmlns:a16="http://schemas.microsoft.com/office/drawing/2014/main" id="{7D2110D4-9C9F-41EB-9EA2-C2CB78AA1F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5" y="3627"/>
              <a:ext cx="63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latin typeface="+mj-lt"/>
                  <a:cs typeface="Times New Roman" panose="02020603050405020304" pitchFamily="18" charset="0"/>
                </a:rPr>
                <a:t>纯铁</a:t>
              </a:r>
            </a:p>
          </p:txBody>
        </p:sp>
      </p:grpSp>
      <p:sp>
        <p:nvSpPr>
          <p:cNvPr id="24" name="文本框 23">
            <a:extLst>
              <a:ext uri="{FF2B5EF4-FFF2-40B4-BE49-F238E27FC236}">
                <a16:creationId xmlns:a16="http://schemas.microsoft.com/office/drawing/2014/main" id="{7184CF2D-2A95-42B5-BF76-90FF8611E1A9}"/>
              </a:ext>
            </a:extLst>
          </p:cNvPr>
          <p:cNvSpPr txBox="1"/>
          <p:nvPr/>
        </p:nvSpPr>
        <p:spPr>
          <a:xfrm>
            <a:off x="5054217" y="5015190"/>
            <a:ext cx="23533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j-lt"/>
                <a:cs typeface="Times New Roman" panose="02020603050405020304" pitchFamily="18" charset="0"/>
              </a:rPr>
              <a:t>硫酸铬钾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bject 10">
                <a:extLst>
                  <a:ext uri="{FF2B5EF4-FFF2-40B4-BE49-F238E27FC236}">
                    <a16:creationId xmlns:a16="http://schemas.microsoft.com/office/drawing/2014/main" id="{97C81D14-56AD-469A-B624-AFD0B365E675}"/>
                  </a:ext>
                </a:extLst>
              </p:cNvPr>
              <p:cNvSpPr txBox="1"/>
              <p:nvPr/>
            </p:nvSpPr>
            <p:spPr bwMode="auto">
              <a:xfrm>
                <a:off x="8367754" y="2357395"/>
                <a:ext cx="1207166" cy="4905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&gt;&gt;1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5" name="Object 10">
                <a:extLst>
                  <a:ext uri="{FF2B5EF4-FFF2-40B4-BE49-F238E27FC236}">
                    <a16:creationId xmlns:a16="http://schemas.microsoft.com/office/drawing/2014/main" id="{97C81D14-56AD-469A-B624-AFD0B365E6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67754" y="2357395"/>
                <a:ext cx="1207166" cy="49053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11">
            <a:extLst>
              <a:ext uri="{FF2B5EF4-FFF2-40B4-BE49-F238E27FC236}">
                <a16:creationId xmlns:a16="http://schemas.microsoft.com/office/drawing/2014/main" id="{72CAB113-41F6-439E-81BE-7825D9011E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6658" y="2311357"/>
            <a:ext cx="2267063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latin typeface="+mj-lt"/>
                <a:cs typeface="Times New Roman" panose="02020603050405020304" pitchFamily="18" charset="0"/>
              </a:rPr>
              <a:t>且与</a:t>
            </a:r>
            <a:r>
              <a:rPr lang="en-US" altLang="zh-CN" sz="2400" b="1" i="1" dirty="0">
                <a:latin typeface="+mj-lt"/>
                <a:cs typeface="Times New Roman" panose="02020603050405020304" pitchFamily="18" charset="0"/>
              </a:rPr>
              <a:t>B</a:t>
            </a:r>
            <a:r>
              <a:rPr lang="en-US" altLang="zh-CN" sz="2400" b="1" baseline="-25000" dirty="0">
                <a:latin typeface="+mj-lt"/>
                <a:cs typeface="Times New Roman" panose="02020603050405020304" pitchFamily="18" charset="0"/>
              </a:rPr>
              <a:t>0</a:t>
            </a:r>
            <a:r>
              <a:rPr lang="zh-CN" altLang="en-US" sz="2400" b="1" dirty="0">
                <a:latin typeface="+mj-lt"/>
                <a:cs typeface="Times New Roman" panose="02020603050405020304" pitchFamily="18" charset="0"/>
              </a:rPr>
              <a:t>有关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bject 29">
                <a:extLst>
                  <a:ext uri="{FF2B5EF4-FFF2-40B4-BE49-F238E27FC236}">
                    <a16:creationId xmlns:a16="http://schemas.microsoft.com/office/drawing/2014/main" id="{F7C8E2F4-7216-46A9-83E9-9BAD53906A79}"/>
                  </a:ext>
                </a:extLst>
              </p:cNvPr>
              <p:cNvSpPr txBox="1"/>
              <p:nvPr/>
            </p:nvSpPr>
            <p:spPr bwMode="auto">
              <a:xfrm>
                <a:off x="9697935" y="4569222"/>
                <a:ext cx="1575656" cy="4429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7×1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8" name="Object 29">
                <a:extLst>
                  <a:ext uri="{FF2B5EF4-FFF2-40B4-BE49-F238E27FC236}">
                    <a16:creationId xmlns:a16="http://schemas.microsoft.com/office/drawing/2014/main" id="{F7C8E2F4-7216-46A9-83E9-9BAD53906A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697935" y="4569222"/>
                <a:ext cx="1575656" cy="442913"/>
              </a:xfrm>
              <a:prstGeom prst="rect">
                <a:avLst/>
              </a:prstGeom>
              <a:blipFill>
                <a:blip r:embed="rId9"/>
                <a:stretch>
                  <a:fillRect b="-138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31">
            <a:extLst>
              <a:ext uri="{FF2B5EF4-FFF2-40B4-BE49-F238E27FC236}">
                <a16:creationId xmlns:a16="http://schemas.microsoft.com/office/drawing/2014/main" id="{24652F91-3753-4BB3-8663-E309967AAA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85852" y="4542235"/>
            <a:ext cx="79972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latin typeface="+mj-lt"/>
                <a:cs typeface="Times New Roman" panose="02020603050405020304" pitchFamily="18" charset="0"/>
              </a:rPr>
              <a:t>硅钢</a:t>
            </a:r>
          </a:p>
        </p:txBody>
      </p:sp>
      <p:sp>
        <p:nvSpPr>
          <p:cNvPr id="30" name="Rectangle 21">
            <a:extLst>
              <a:ext uri="{FF2B5EF4-FFF2-40B4-BE49-F238E27FC236}">
                <a16:creationId xmlns:a16="http://schemas.microsoft.com/office/drawing/2014/main" id="{4B44CAFD-8A95-480E-A0AB-F6E6D63691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4331" y="5189931"/>
            <a:ext cx="2629177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latin typeface="+mj-lt"/>
              </a:rPr>
              <a:t>铁镍合金</a:t>
            </a:r>
            <a:endParaRPr lang="zh-CN" altLang="en-US" sz="2400" b="1" dirty="0">
              <a:latin typeface="+mj-lt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bject 32">
                <a:extLst>
                  <a:ext uri="{FF2B5EF4-FFF2-40B4-BE49-F238E27FC236}">
                    <a16:creationId xmlns:a16="http://schemas.microsoft.com/office/drawing/2014/main" id="{073F010E-1E12-49A6-843C-ACB8EDAD4A29}"/>
                  </a:ext>
                </a:extLst>
              </p:cNvPr>
              <p:cNvSpPr txBox="1"/>
              <p:nvPr/>
            </p:nvSpPr>
            <p:spPr bwMode="auto">
              <a:xfrm>
                <a:off x="10112627" y="5224856"/>
                <a:ext cx="1517494" cy="4349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1×1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31" name="Object 32">
                <a:extLst>
                  <a:ext uri="{FF2B5EF4-FFF2-40B4-BE49-F238E27FC236}">
                    <a16:creationId xmlns:a16="http://schemas.microsoft.com/office/drawing/2014/main" id="{073F010E-1E12-49A6-843C-ACB8EDAD4A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112627" y="5224856"/>
                <a:ext cx="1517494" cy="434975"/>
              </a:xfrm>
              <a:prstGeom prst="rect">
                <a:avLst/>
              </a:prstGeom>
              <a:blipFill>
                <a:blip r:embed="rId10"/>
                <a:stretch>
                  <a:fillRect b="-422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86A0B6A1-B48B-4C61-ADEB-28E3200A9CAF}"/>
              </a:ext>
            </a:extLst>
          </p:cNvPr>
          <p:cNvSpPr txBox="1"/>
          <p:nvPr/>
        </p:nvSpPr>
        <p:spPr>
          <a:xfrm>
            <a:off x="6365484" y="6148649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FF0000"/>
                </a:solidFill>
              </a:rPr>
              <a:t>不同磁性的起源？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0" grpId="0"/>
      <p:bldP spid="21" grpId="0"/>
      <p:bldP spid="22" grpId="0"/>
      <p:bldP spid="23" grpId="0"/>
      <p:bldP spid="38" grpId="0"/>
      <p:bldP spid="24" grpId="0"/>
      <p:bldP spid="25" grpId="0"/>
      <p:bldP spid="26" grpId="0"/>
      <p:bldP spid="28" grpId="0"/>
      <p:bldP spid="29" grpId="0"/>
      <p:bldP spid="30" grpId="0"/>
      <p:bldP spid="31" grpId="0"/>
      <p:bldP spid="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71B962DD-FC36-4F91-A5DD-B3C7B5F302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862" y="451218"/>
            <a:ext cx="4361990" cy="5854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 defTabSz="7620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zh-CN" altLang="en-US" sz="3200" dirty="0">
                <a:solidFill>
                  <a:srgbClr val="0066FF"/>
                </a:solidFill>
                <a:ea typeface="华文楷体" panose="02010600040101010101" pitchFamily="2" charset="-122"/>
              </a:rPr>
              <a:t>磁介质的</a:t>
            </a:r>
            <a:r>
              <a:rPr lang="zh-CN" altLang="en-US" sz="3200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微观结构</a:t>
            </a:r>
          </a:p>
        </p:txBody>
      </p:sp>
      <p:sp>
        <p:nvSpPr>
          <p:cNvPr id="11280" name="Text Box 16">
            <a:extLst>
              <a:ext uri="{FF2B5EF4-FFF2-40B4-BE49-F238E27FC236}">
                <a16:creationId xmlns:a16="http://schemas.microsoft.com/office/drawing/2014/main" id="{D2700CAC-4B16-432B-9672-E70A423B8D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5484" y="5366890"/>
            <a:ext cx="872674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原子磁矩 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= 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核磁矩 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+ </a:t>
            </a:r>
            <a:r>
              <a:rPr lang="zh-CN" altLang="en-US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电子轨道磁矩</a:t>
            </a:r>
            <a:r>
              <a:rPr lang="en-US" altLang="zh-CN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+ </a:t>
            </a:r>
            <a:r>
              <a:rPr lang="zh-CN" altLang="en-US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电子自旋磁矩</a:t>
            </a:r>
          </a:p>
        </p:txBody>
      </p:sp>
      <p:sp>
        <p:nvSpPr>
          <p:cNvPr id="11281" name="Text Box 17">
            <a:extLst>
              <a:ext uri="{FF2B5EF4-FFF2-40B4-BE49-F238E27FC236}">
                <a16:creationId xmlns:a16="http://schemas.microsoft.com/office/drawing/2014/main" id="{42CE8389-6F42-4D50-987F-7B10D8C581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293" y="1163585"/>
            <a:ext cx="42068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ea typeface="华文楷体" panose="02010600040101010101" pitchFamily="2" charset="-122"/>
              </a:rPr>
              <a:t>实验发现粒子一般有磁矩</a:t>
            </a: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2E1B95A0-DF33-4AB0-9D99-EDE05513A24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8228" y="2084930"/>
            <a:ext cx="9144000" cy="2511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342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8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C076BF9F-DA14-4636-83A7-107E1F10CF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151" y="938025"/>
            <a:ext cx="400685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buFont typeface="Wingdings" panose="05000000000000000000" pitchFamily="2" charset="2"/>
              <a:buChar char="q"/>
            </a:pPr>
            <a:r>
              <a:rPr lang="zh-CN" altLang="en-US" sz="3200" dirty="0">
                <a:solidFill>
                  <a:srgbClr val="0066FF"/>
                </a:solidFill>
                <a:ea typeface="华文楷体" panose="02010600040101010101" pitchFamily="2" charset="-122"/>
              </a:rPr>
              <a:t>电子的轨道磁矩</a:t>
            </a:r>
          </a:p>
        </p:txBody>
      </p:sp>
      <p:sp>
        <p:nvSpPr>
          <p:cNvPr id="6" name="Text Box 19">
            <a:extLst>
              <a:ext uri="{FF2B5EF4-FFF2-40B4-BE49-F238E27FC236}">
                <a16:creationId xmlns:a16="http://schemas.microsoft.com/office/drawing/2014/main" id="{0C91126D-0C0A-42F4-A0D0-1BEAD3AD65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39211" y="1818485"/>
            <a:ext cx="38512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0" dirty="0">
                <a:ea typeface="华文楷体" panose="02010600040101010101" pitchFamily="2" charset="-122"/>
              </a:rPr>
              <a:t>电子的轨道运动电流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20">
                <a:extLst>
                  <a:ext uri="{FF2B5EF4-FFF2-40B4-BE49-F238E27FC236}">
                    <a16:creationId xmlns:a16="http://schemas.microsoft.com/office/drawing/2014/main" id="{018D3CFF-5B73-4762-BA08-1519103C7F77}"/>
                  </a:ext>
                </a:extLst>
              </p:cNvPr>
              <p:cNvSpPr txBox="1"/>
              <p:nvPr/>
            </p:nvSpPr>
            <p:spPr bwMode="auto">
              <a:xfrm>
                <a:off x="8174087" y="1610418"/>
                <a:ext cx="1874837" cy="1028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" name="Object 20">
                <a:extLst>
                  <a:ext uri="{FF2B5EF4-FFF2-40B4-BE49-F238E27FC236}">
                    <a16:creationId xmlns:a16="http://schemas.microsoft.com/office/drawing/2014/main" id="{018D3CFF-5B73-4762-BA08-1519103C7F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174087" y="1610418"/>
                <a:ext cx="1874837" cy="10287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21">
                <a:extLst>
                  <a:ext uri="{FF2B5EF4-FFF2-40B4-BE49-F238E27FC236}">
                    <a16:creationId xmlns:a16="http://schemas.microsoft.com/office/drawing/2014/main" id="{444B9CF4-B6B6-419C-B82C-89B0BD549E3A}"/>
                  </a:ext>
                </a:extLst>
              </p:cNvPr>
              <p:cNvSpPr txBox="1"/>
              <p:nvPr/>
            </p:nvSpPr>
            <p:spPr bwMode="auto">
              <a:xfrm>
                <a:off x="6514680" y="2678213"/>
                <a:ext cx="4035425" cy="10525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𝑒𝑣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𝑒𝑣𝑟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" name="Object 21">
                <a:extLst>
                  <a:ext uri="{FF2B5EF4-FFF2-40B4-BE49-F238E27FC236}">
                    <a16:creationId xmlns:a16="http://schemas.microsoft.com/office/drawing/2014/main" id="{444B9CF4-B6B6-419C-B82C-89B0BD549E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14680" y="2678213"/>
                <a:ext cx="4035425" cy="10525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Box 22">
            <a:extLst>
              <a:ext uri="{FF2B5EF4-FFF2-40B4-BE49-F238E27FC236}">
                <a16:creationId xmlns:a16="http://schemas.microsoft.com/office/drawing/2014/main" id="{DBC9DC4C-C4C6-4598-857F-7EAFE5967D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9217" y="2877642"/>
            <a:ext cx="17954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0" dirty="0">
                <a:ea typeface="华文楷体" panose="02010600040101010101" pitchFamily="2" charset="-122"/>
              </a:rPr>
              <a:t>轨道磁矩</a:t>
            </a:r>
          </a:p>
        </p:txBody>
      </p:sp>
      <p:sp>
        <p:nvSpPr>
          <p:cNvPr id="10" name="Text Box 23">
            <a:extLst>
              <a:ext uri="{FF2B5EF4-FFF2-40B4-BE49-F238E27FC236}">
                <a16:creationId xmlns:a16="http://schemas.microsoft.com/office/drawing/2014/main" id="{219742EC-D778-4765-B6D8-FF97718F60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523" y="3957143"/>
            <a:ext cx="40068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0" dirty="0">
                <a:ea typeface="华文楷体" panose="02010600040101010101" pitchFamily="2" charset="-122"/>
              </a:rPr>
              <a:t>电子轨道运动的角动量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24">
                <a:extLst>
                  <a:ext uri="{FF2B5EF4-FFF2-40B4-BE49-F238E27FC236}">
                    <a16:creationId xmlns:a16="http://schemas.microsoft.com/office/drawing/2014/main" id="{AA5824F7-DF4C-4966-B03A-E75DA21E5FE5}"/>
                  </a:ext>
                </a:extLst>
              </p:cNvPr>
              <p:cNvSpPr txBox="1"/>
              <p:nvPr/>
            </p:nvSpPr>
            <p:spPr bwMode="auto">
              <a:xfrm>
                <a:off x="7854267" y="3939681"/>
                <a:ext cx="1976437" cy="6111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𝑣𝑟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1" name="Object 24">
                <a:extLst>
                  <a:ext uri="{FF2B5EF4-FFF2-40B4-BE49-F238E27FC236}">
                    <a16:creationId xmlns:a16="http://schemas.microsoft.com/office/drawing/2014/main" id="{AA5824F7-DF4C-4966-B03A-E75DA21E5F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854267" y="3939681"/>
                <a:ext cx="1976437" cy="61118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 Box 25">
            <a:extLst>
              <a:ext uri="{FF2B5EF4-FFF2-40B4-BE49-F238E27FC236}">
                <a16:creationId xmlns:a16="http://schemas.microsoft.com/office/drawing/2014/main" id="{4D223A35-C059-48CE-9B3E-7C78104108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5456" y="4798520"/>
            <a:ext cx="59309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0" dirty="0">
                <a:ea typeface="华文楷体" panose="02010600040101010101" pitchFamily="2" charset="-122"/>
              </a:rPr>
              <a:t>电子轨道磁矩与轨道角动量的关系：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26">
                <a:extLst>
                  <a:ext uri="{FF2B5EF4-FFF2-40B4-BE49-F238E27FC236}">
                    <a16:creationId xmlns:a16="http://schemas.microsoft.com/office/drawing/2014/main" id="{1B1F8867-9298-4415-B1B5-4DA551F927C2}"/>
                  </a:ext>
                </a:extLst>
              </p:cNvPr>
              <p:cNvSpPr txBox="1"/>
              <p:nvPr/>
            </p:nvSpPr>
            <p:spPr bwMode="auto">
              <a:xfrm>
                <a:off x="9408428" y="4641950"/>
                <a:ext cx="2208212" cy="11969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ac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den>
                      </m:f>
                      <m:acc>
                        <m:accPr>
                          <m:chr m:val="⃗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acc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3" name="Object 26">
                <a:extLst>
                  <a:ext uri="{FF2B5EF4-FFF2-40B4-BE49-F238E27FC236}">
                    <a16:creationId xmlns:a16="http://schemas.microsoft.com/office/drawing/2014/main" id="{1B1F8867-9298-4415-B1B5-4DA551F927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408428" y="4641950"/>
                <a:ext cx="2208212" cy="11969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图片 13">
            <a:extLst>
              <a:ext uri="{FF2B5EF4-FFF2-40B4-BE49-F238E27FC236}">
                <a16:creationId xmlns:a16="http://schemas.microsoft.com/office/drawing/2014/main" id="{F9EE0256-54C6-4C17-B0BD-9CF0291B08A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813" y="2071193"/>
            <a:ext cx="3771900" cy="30116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92">
                <a:extLst>
                  <a:ext uri="{FF2B5EF4-FFF2-40B4-BE49-F238E27FC236}">
                    <a16:creationId xmlns:a16="http://schemas.microsoft.com/office/drawing/2014/main" id="{7AE16221-B5EF-48C9-B52D-011882B650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99212" y="5411888"/>
                <a:ext cx="7755200" cy="6735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8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量子理论：</a:t>
                </a:r>
                <a14:m>
                  <m:oMath xmlns:m="http://schemas.openxmlformats.org/officeDocument/2006/math">
                    <m:r>
                      <a:rPr lang="en-US" altLang="zh-CN" sz="2800" b="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CN" sz="2800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28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ℏ  (</m:t>
                    </m:r>
                    <m:r>
                      <a:rPr lang="en-US" altLang="zh-CN" sz="28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sz="28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=0,1,2⋯)</m:t>
                    </m:r>
                  </m:oMath>
                </a14:m>
                <a:endParaRPr lang="zh-CN" altLang="en-US" sz="2800" i="1" dirty="0"/>
              </a:p>
            </p:txBody>
          </p:sp>
        </mc:Choice>
        <mc:Fallback xmlns="">
          <p:sp>
            <p:nvSpPr>
              <p:cNvPr id="15" name="Rectangle 92">
                <a:extLst>
                  <a:ext uri="{FF2B5EF4-FFF2-40B4-BE49-F238E27FC236}">
                    <a16:creationId xmlns:a16="http://schemas.microsoft.com/office/drawing/2014/main" id="{7AE16221-B5EF-48C9-B52D-011882B650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99212" y="5411888"/>
                <a:ext cx="7755200" cy="673518"/>
              </a:xfrm>
              <a:prstGeom prst="rect">
                <a:avLst/>
              </a:prstGeom>
              <a:blipFill>
                <a:blip r:embed="rId7"/>
                <a:stretch>
                  <a:fillRect l="-1572" b="-2545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2185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7" grpId="0"/>
      <p:bldP spid="8" grpId="0"/>
      <p:bldP spid="9" grpId="0" autoUpdateAnimBg="0"/>
      <p:bldP spid="10" grpId="0" autoUpdateAnimBg="0"/>
      <p:bldP spid="11" grpId="0"/>
      <p:bldP spid="12" grpId="0" autoUpdateAnimBg="0"/>
      <p:bldP spid="13" grpId="0"/>
      <p:bldP spid="1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5">
                <a:extLst>
                  <a:ext uri="{FF2B5EF4-FFF2-40B4-BE49-F238E27FC236}">
                    <a16:creationId xmlns:a16="http://schemas.microsoft.com/office/drawing/2014/main" id="{D826DC7F-420E-4A1A-8C4E-AEC37C40940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35915" y="1034287"/>
                <a:ext cx="6949440" cy="1816782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华文楷体" panose="02010600040101010101" pitchFamily="2" charset="-122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华文楷体" panose="02010600040101010101" pitchFamily="2" charset="-122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华文楷体" panose="02010600040101010101" pitchFamily="2" charset="-122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华文楷体" panose="02010600040101010101" pitchFamily="2" charset="-122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华文楷体" panose="02010600040101010101" pitchFamily="2" charset="-122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Font typeface="Monotype Sorts" pitchFamily="2" charset="2"/>
                  <a:buNone/>
                </a:pPr>
                <a:r>
                  <a:rPr kumimoji="1" lang="zh-CN" altLang="en-US" dirty="0">
                    <a:latin typeface="华文楷体" panose="02010600040101010101" pitchFamily="2" charset="-122"/>
                  </a:rPr>
                  <a:t>电子内禀自旋角动量：</a:t>
                </a:r>
                <a14:m>
                  <m:oMath xmlns:m="http://schemas.openxmlformats.org/officeDocument/2006/math">
                    <m:r>
                      <a:rPr kumimoji="1" lang="en-US" altLang="zh-CN" b="0" i="1" dirty="0"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𝑠</m:t>
                    </m:r>
                    <m:r>
                      <a:rPr kumimoji="1" lang="en-US" altLang="zh-CN" b="0" i="1" dirty="0"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=</m:t>
                    </m:r>
                    <m:f>
                      <m:fPr>
                        <m:ctrlPr>
                          <a:rPr kumimoji="1" lang="el-GR" altLang="zh-CN" i="1" dirty="0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fPr>
                      <m:num>
                        <m:r>
                          <a:rPr kumimoji="1" lang="el-GR" altLang="zh-CN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ℏ</m:t>
                        </m:r>
                      </m:num>
                      <m:den>
                        <m:r>
                          <a:rPr kumimoji="1" lang="el-GR" altLang="zh-CN" b="0" i="1" dirty="0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2</m:t>
                        </m:r>
                      </m:den>
                    </m:f>
                  </m:oMath>
                </a14:m>
                <a:endParaRPr kumimoji="1" lang="en-US" altLang="zh-CN" i="1" dirty="0">
                  <a:solidFill>
                    <a:srgbClr val="990033"/>
                  </a:solidFill>
                </a:endParaRPr>
              </a:p>
            </p:txBody>
          </p:sp>
        </mc:Choice>
        <mc:Fallback xmlns="">
          <p:sp>
            <p:nvSpPr>
              <p:cNvPr id="2" name="内容占位符 5">
                <a:extLst>
                  <a:ext uri="{FF2B5EF4-FFF2-40B4-BE49-F238E27FC236}">
                    <a16:creationId xmlns:a16="http://schemas.microsoft.com/office/drawing/2014/main" id="{D826DC7F-420E-4A1A-8C4E-AEC37C4094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5915" y="1034287"/>
                <a:ext cx="6949440" cy="1816782"/>
              </a:xfrm>
              <a:prstGeom prst="rect">
                <a:avLst/>
              </a:prstGeom>
              <a:blipFill>
                <a:blip r:embed="rId3"/>
                <a:stretch>
                  <a:fillRect l="-18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3">
            <a:extLst>
              <a:ext uri="{FF2B5EF4-FFF2-40B4-BE49-F238E27FC236}">
                <a16:creationId xmlns:a16="http://schemas.microsoft.com/office/drawing/2014/main" id="{5B4DE747-BD6E-4F80-B3EE-0E2D587A2A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187" y="582639"/>
            <a:ext cx="400685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buFont typeface="Wingdings" panose="05000000000000000000" pitchFamily="2" charset="2"/>
              <a:buChar char="q"/>
            </a:pPr>
            <a:r>
              <a:rPr lang="zh-CN" altLang="en-US" sz="3200" dirty="0">
                <a:solidFill>
                  <a:srgbClr val="0066FF"/>
                </a:solidFill>
                <a:ea typeface="华文楷体" panose="02010600040101010101" pitchFamily="2" charset="-122"/>
              </a:rPr>
              <a:t>电子的自旋磁矩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7F824DD7-04E2-418B-B412-228E7DA9184E}"/>
                  </a:ext>
                </a:extLst>
              </p:cNvPr>
              <p:cNvSpPr txBox="1"/>
              <p:nvPr/>
            </p:nvSpPr>
            <p:spPr>
              <a:xfrm>
                <a:off x="3932903" y="1613230"/>
                <a:ext cx="6096000" cy="11423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Font typeface="Monotype Sorts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kumimoji="1" lang="en-US" altLang="zh-CN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kumimoji="1" lang="en-US" altLang="zh-CN" sz="24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num>
                        <m:den>
                          <m:sSub>
                            <m:sSubPr>
                              <m:ctrlPr>
                                <a:rPr kumimoji="1"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kumimoji="1" lang="en-US" altLang="zh-CN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den>
                      </m:f>
                      <m:r>
                        <a:rPr kumimoji="1" lang="en-US" altLang="zh-CN" sz="24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kumimoji="1" lang="en-US" altLang="zh-CN" sz="24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num>
                        <m:den>
                          <m:r>
                            <a:rPr kumimoji="1" lang="en-US" altLang="zh-CN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kumimoji="1"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kumimoji="1" lang="en-US" altLang="zh-CN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den>
                      </m:f>
                      <m:r>
                        <a:rPr kumimoji="1" lang="el-GR" altLang="zh-CN" sz="2400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ℏ</m:t>
                      </m:r>
                      <m:r>
                        <a:rPr kumimoji="1" lang="en-US" altLang="zh-CN" sz="2400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=9.27×</m:t>
                      </m:r>
                      <m:sSup>
                        <m:sSupPr>
                          <m:ctrlPr>
                            <a:rPr kumimoji="1" lang="en-US" altLang="zh-CN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4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kumimoji="1" lang="en-US" altLang="zh-CN" sz="24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−24</m:t>
                          </m:r>
                        </m:sup>
                      </m:sSup>
                      <m:f>
                        <m:fPr>
                          <m:type m:val="lin"/>
                          <m:ctrlPr>
                            <a:rPr kumimoji="1" lang="en-US" altLang="zh-CN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en-US" altLang="zh-CN" sz="24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J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en-US" altLang="zh-CN" sz="24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</m:den>
                      </m:f>
                    </m:oMath>
                  </m:oMathPara>
                </a14:m>
                <a:endParaRPr kumimoji="1" lang="en-US" altLang="zh-CN" sz="2400" dirty="0">
                  <a:solidFill>
                    <a:schemeClr val="tx1"/>
                  </a:solidFill>
                  <a:latin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7F824DD7-04E2-418B-B412-228E7DA918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2903" y="1613230"/>
                <a:ext cx="6096000" cy="11423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BB35C294-8A01-43D1-B165-D83AACE92A84}"/>
              </a:ext>
            </a:extLst>
          </p:cNvPr>
          <p:cNvSpPr txBox="1"/>
          <p:nvPr/>
        </p:nvSpPr>
        <p:spPr>
          <a:xfrm>
            <a:off x="9854431" y="1913273"/>
            <a:ext cx="1671483" cy="673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Monotype Sorts" pitchFamily="2" charset="2"/>
              <a:buNone/>
            </a:pPr>
            <a:r>
              <a:rPr kumimoji="1" lang="zh-CN" altLang="en-US" sz="2800" dirty="0">
                <a:latin typeface="华文楷体" panose="02010600040101010101" pitchFamily="2" charset="-122"/>
              </a:rPr>
              <a:t>玻尔磁子</a:t>
            </a:r>
            <a:endParaRPr lang="zh-CN" altLang="en-US" sz="2800" dirty="0"/>
          </a:p>
        </p:txBody>
      </p:sp>
      <p:sp>
        <p:nvSpPr>
          <p:cNvPr id="8" name="Text Box 10">
            <a:extLst>
              <a:ext uri="{FF2B5EF4-FFF2-40B4-BE49-F238E27FC236}">
                <a16:creationId xmlns:a16="http://schemas.microsoft.com/office/drawing/2014/main" id="{7B50E541-58AC-4121-BF7C-8232C96930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1164" y="3923686"/>
            <a:ext cx="34591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0" dirty="0">
                <a:ea typeface="华文楷体" panose="02010600040101010101" pitchFamily="2" charset="-122"/>
              </a:rPr>
              <a:t>原子核的自旋磁矩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11">
                <a:extLst>
                  <a:ext uri="{FF2B5EF4-FFF2-40B4-BE49-F238E27FC236}">
                    <a16:creationId xmlns:a16="http://schemas.microsoft.com/office/drawing/2014/main" id="{94D01A82-F2ED-4A9B-A2A8-73050B291B4D}"/>
                  </a:ext>
                </a:extLst>
              </p:cNvPr>
              <p:cNvSpPr txBox="1"/>
              <p:nvPr/>
            </p:nvSpPr>
            <p:spPr bwMode="auto">
              <a:xfrm>
                <a:off x="5729032" y="3815107"/>
                <a:ext cx="2257425" cy="11969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ac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den>
                      </m:f>
                      <m:acc>
                        <m:accPr>
                          <m:chr m:val="⃗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acc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" name="Object 11">
                <a:extLst>
                  <a:ext uri="{FF2B5EF4-FFF2-40B4-BE49-F238E27FC236}">
                    <a16:creationId xmlns:a16="http://schemas.microsoft.com/office/drawing/2014/main" id="{94D01A82-F2ED-4A9B-A2A8-73050B291B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29032" y="3815107"/>
                <a:ext cx="2257425" cy="11969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12">
            <a:extLst>
              <a:ext uri="{FF2B5EF4-FFF2-40B4-BE49-F238E27FC236}">
                <a16:creationId xmlns:a16="http://schemas.microsoft.com/office/drawing/2014/main" id="{57CAFF29-ACB8-445F-A91B-8EA023BBF715}"/>
              </a:ext>
            </a:extLst>
          </p:cNvPr>
          <p:cNvGrpSpPr>
            <a:grpSpLocks/>
          </p:cNvGrpSpPr>
          <p:nvPr/>
        </p:nvGrpSpPr>
        <p:grpSpPr bwMode="auto">
          <a:xfrm>
            <a:off x="1672714" y="4795221"/>
            <a:ext cx="4144963" cy="584199"/>
            <a:chOff x="384" y="3307"/>
            <a:chExt cx="2611" cy="368"/>
          </a:xfrm>
        </p:grpSpPr>
        <p:graphicFrame>
          <p:nvGraphicFramePr>
            <p:cNvPr id="11" name="Object 13">
              <a:extLst>
                <a:ext uri="{FF2B5EF4-FFF2-40B4-BE49-F238E27FC236}">
                  <a16:creationId xmlns:a16="http://schemas.microsoft.com/office/drawing/2014/main" id="{83B7F0CD-A32E-4437-A3F6-AC45FDAF60E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4" y="3312"/>
            <a:ext cx="233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4" name="公式" r:id="rId6" imgW="139639" imgH="203112" progId="Equation.3">
                    <p:embed/>
                  </p:oleObj>
                </mc:Choice>
                <mc:Fallback>
                  <p:oleObj name="公式" r:id="rId6" imgW="139639" imgH="203112" progId="Equation.3">
                    <p:embed/>
                    <p:pic>
                      <p:nvPicPr>
                        <p:cNvPr id="11" name="Object 13">
                          <a:extLst>
                            <a:ext uri="{FF2B5EF4-FFF2-40B4-BE49-F238E27FC236}">
                              <a16:creationId xmlns:a16="http://schemas.microsoft.com/office/drawing/2014/main" id="{83B7F0CD-A32E-4437-A3F6-AC45FDAF60E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" y="3312"/>
                          <a:ext cx="233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Rectangle 14">
              <a:extLst>
                <a:ext uri="{FF2B5EF4-FFF2-40B4-BE49-F238E27FC236}">
                  <a16:creationId xmlns:a16="http://schemas.microsoft.com/office/drawing/2014/main" id="{4A04FB94-3630-4071-89CA-79182CABBF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3" y="3307"/>
              <a:ext cx="2452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3200" b="0" dirty="0">
                  <a:ea typeface="华文楷体" panose="02010600040101010101" pitchFamily="2" charset="-122"/>
                </a:rPr>
                <a:t>为核的自旋角动量，</a:t>
              </a:r>
            </a:p>
          </p:txBody>
        </p:sp>
      </p:grpSp>
      <p:sp>
        <p:nvSpPr>
          <p:cNvPr id="13" name="Text Box 15">
            <a:extLst>
              <a:ext uri="{FF2B5EF4-FFF2-40B4-BE49-F238E27FC236}">
                <a16:creationId xmlns:a16="http://schemas.microsoft.com/office/drawing/2014/main" id="{6FB0A671-3F47-4B11-A262-543B145961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9032" y="4814165"/>
            <a:ext cx="3762375" cy="585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0" dirty="0">
                <a:ea typeface="华文楷体" panose="02010600040101010101" pitchFamily="2" charset="-122"/>
              </a:rPr>
              <a:t>因子</a:t>
            </a:r>
            <a:r>
              <a:rPr lang="en-US" altLang="zh-CN" sz="3200" b="0" i="1" dirty="0">
                <a:ea typeface="华文楷体" panose="02010600040101010101" pitchFamily="2" charset="-122"/>
              </a:rPr>
              <a:t>g</a:t>
            </a:r>
            <a:r>
              <a:rPr lang="zh-CN" altLang="en-US" sz="3200" b="0" dirty="0">
                <a:ea typeface="华文楷体" panose="02010600040101010101" pitchFamily="2" charset="-122"/>
              </a:rPr>
              <a:t>由原子核决定</a:t>
            </a:r>
          </a:p>
        </p:txBody>
      </p:sp>
      <p:sp>
        <p:nvSpPr>
          <p:cNvPr id="14" name="Text Box 16">
            <a:extLst>
              <a:ext uri="{FF2B5EF4-FFF2-40B4-BE49-F238E27FC236}">
                <a16:creationId xmlns:a16="http://schemas.microsoft.com/office/drawing/2014/main" id="{B29294D7-17CC-4C4F-BC02-A9D8CFD67C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8909" y="5889106"/>
            <a:ext cx="4498975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0" dirty="0">
                <a:ea typeface="华文楷体" panose="02010600040101010101" pitchFamily="2" charset="-122"/>
              </a:rPr>
              <a:t>核磁矩远小于电子磁矩</a:t>
            </a:r>
          </a:p>
        </p:txBody>
      </p:sp>
      <p:sp>
        <p:nvSpPr>
          <p:cNvPr id="15" name="Rectangle 18">
            <a:extLst>
              <a:ext uri="{FF2B5EF4-FFF2-40B4-BE49-F238E27FC236}">
                <a16:creationId xmlns:a16="http://schemas.microsoft.com/office/drawing/2014/main" id="{76411638-F542-4CD7-AD51-D3B43DB072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870" y="3050562"/>
            <a:ext cx="470693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buFont typeface="Wingdings" panose="05000000000000000000" pitchFamily="2" charset="2"/>
              <a:buChar char="p"/>
            </a:pPr>
            <a:r>
              <a:rPr lang="zh-CN" altLang="en-US" sz="3200" dirty="0">
                <a:solidFill>
                  <a:srgbClr val="0066FF"/>
                </a:solidFill>
                <a:ea typeface="华文楷体" panose="02010600040101010101" pitchFamily="2" charset="-122"/>
              </a:rPr>
              <a:t>原子核的磁矩</a:t>
            </a:r>
          </a:p>
        </p:txBody>
      </p:sp>
      <p:grpSp>
        <p:nvGrpSpPr>
          <p:cNvPr id="16" name="Group 46">
            <a:extLst>
              <a:ext uri="{FF2B5EF4-FFF2-40B4-BE49-F238E27FC236}">
                <a16:creationId xmlns:a16="http://schemas.microsoft.com/office/drawing/2014/main" id="{C910C558-5B2F-4B1B-B819-A6D0CAE72CBD}"/>
              </a:ext>
            </a:extLst>
          </p:cNvPr>
          <p:cNvGrpSpPr>
            <a:grpSpLocks/>
          </p:cNvGrpSpPr>
          <p:nvPr/>
        </p:nvGrpSpPr>
        <p:grpSpPr bwMode="auto">
          <a:xfrm>
            <a:off x="1063579" y="5677969"/>
            <a:ext cx="4911725" cy="1046162"/>
            <a:chOff x="1453" y="629"/>
            <a:chExt cx="3094" cy="659"/>
          </a:xfrm>
        </p:grpSpPr>
        <p:graphicFrame>
          <p:nvGraphicFramePr>
            <p:cNvPr id="17" name="Object 41">
              <a:extLst>
                <a:ext uri="{FF2B5EF4-FFF2-40B4-BE49-F238E27FC236}">
                  <a16:creationId xmlns:a16="http://schemas.microsoft.com/office/drawing/2014/main" id="{653A9879-DF23-4BC4-AB89-8579BE433E0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90" y="629"/>
            <a:ext cx="788" cy="6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5" name="Equation" r:id="rId8" imgW="774360" imgH="647640" progId="Equation.3">
                    <p:embed/>
                  </p:oleObj>
                </mc:Choice>
                <mc:Fallback>
                  <p:oleObj name="Equation" r:id="rId8" imgW="774360" imgH="647640" progId="Equation.3">
                    <p:embed/>
                    <p:pic>
                      <p:nvPicPr>
                        <p:cNvPr id="17" name="Object 41">
                          <a:extLst>
                            <a:ext uri="{FF2B5EF4-FFF2-40B4-BE49-F238E27FC236}">
                              <a16:creationId xmlns:a16="http://schemas.microsoft.com/office/drawing/2014/main" id="{653A9879-DF23-4BC4-AB89-8579BE433E0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90" y="629"/>
                          <a:ext cx="788" cy="6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 type="none" w="sm" len="sm"/>
                              <a:tailEnd type="none" w="sm" len="sm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Object 43">
              <a:extLst>
                <a:ext uri="{FF2B5EF4-FFF2-40B4-BE49-F238E27FC236}">
                  <a16:creationId xmlns:a16="http://schemas.microsoft.com/office/drawing/2014/main" id="{D9C3AE79-8AF7-46FF-9A95-64E6E15A1B7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68" y="629"/>
            <a:ext cx="479" cy="6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6" name="Equation" r:id="rId10" imgW="469800" imgH="622080" progId="Equation.3">
                    <p:embed/>
                  </p:oleObj>
                </mc:Choice>
                <mc:Fallback>
                  <p:oleObj name="Equation" r:id="rId10" imgW="469800" imgH="622080" progId="Equation.3">
                    <p:embed/>
                    <p:pic>
                      <p:nvPicPr>
                        <p:cNvPr id="18" name="Object 43">
                          <a:extLst>
                            <a:ext uri="{FF2B5EF4-FFF2-40B4-BE49-F238E27FC236}">
                              <a16:creationId xmlns:a16="http://schemas.microsoft.com/office/drawing/2014/main" id="{D9C3AE79-8AF7-46FF-9A95-64E6E15A1B7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68" y="629"/>
                          <a:ext cx="479" cy="6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 type="none" w="sm" len="sm"/>
                              <a:tailEnd type="none" w="sm" len="sm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Rectangle 44">
              <a:extLst>
                <a:ext uri="{FF2B5EF4-FFF2-40B4-BE49-F238E27FC236}">
                  <a16:creationId xmlns:a16="http://schemas.microsoft.com/office/drawing/2014/main" id="{CF77960D-B474-4BC3-99A6-A9E0C67560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3" y="720"/>
              <a:ext cx="79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Monotype Sorts" pitchFamily="2" charset="2"/>
                <a:buNone/>
              </a:pPr>
              <a:r>
                <a:rPr lang="zh-CN" altLang="en-US" sz="2800" dirty="0">
                  <a:solidFill>
                    <a:srgbClr val="3333CC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核</a:t>
              </a:r>
              <a:r>
                <a:rPr lang="en-US" sz="2800" dirty="0" err="1">
                  <a:solidFill>
                    <a:srgbClr val="3333CC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磁子</a:t>
              </a:r>
              <a:endParaRPr lang="zh-CN" altLang="en-US" sz="2800" dirty="0">
                <a:solidFill>
                  <a:srgbClr val="3333CC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20" name="Rectangle 45">
              <a:extLst>
                <a:ext uri="{FF2B5EF4-FFF2-40B4-BE49-F238E27FC236}">
                  <a16:creationId xmlns:a16="http://schemas.microsoft.com/office/drawing/2014/main" id="{B914E12B-4AA1-4304-ABE3-2889CABF8A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8" y="731"/>
              <a:ext cx="102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Monotype Sorts" pitchFamily="2" charset="2"/>
                <a:buNone/>
              </a:pPr>
              <a:r>
                <a:rPr lang="en-US" sz="2800" dirty="0" err="1">
                  <a:solidFill>
                    <a:srgbClr val="3333CC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玻尔磁子</a:t>
              </a:r>
              <a:endParaRPr lang="zh-CN" altLang="en-US" sz="2800" dirty="0">
                <a:solidFill>
                  <a:srgbClr val="3333CC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</p:grpSp>
      <p:sp>
        <p:nvSpPr>
          <p:cNvPr id="22" name="文本框 21">
            <a:extLst>
              <a:ext uri="{FF2B5EF4-FFF2-40B4-BE49-F238E27FC236}">
                <a16:creationId xmlns:a16="http://schemas.microsoft.com/office/drawing/2014/main" id="{13262B5C-04DB-4A3C-BA77-5C8F74E76624}"/>
              </a:ext>
            </a:extLst>
          </p:cNvPr>
          <p:cNvSpPr txBox="1"/>
          <p:nvPr/>
        </p:nvSpPr>
        <p:spPr>
          <a:xfrm>
            <a:off x="1501827" y="1972777"/>
            <a:ext cx="60960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Monotype Sorts" pitchFamily="2" charset="2"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/>
                <a:cs typeface="+mn-cs"/>
              </a:rPr>
              <a:t>内禀自旋磁矩：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8691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7" grpId="0"/>
      <p:bldP spid="8" grpId="0" autoUpdateAnimBg="0"/>
      <p:bldP spid="9" grpId="0"/>
      <p:bldP spid="13" grpId="0" autoUpdateAnimBg="0"/>
      <p:bldP spid="14" grpId="0" autoUpdateAnimBg="0"/>
      <p:bldP spid="15" grpId="0" autoUpdateAnimBg="0"/>
      <p:bldP spid="2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1026">
            <a:extLst>
              <a:ext uri="{FF2B5EF4-FFF2-40B4-BE49-F238E27FC236}">
                <a16:creationId xmlns:a16="http://schemas.microsoft.com/office/drawing/2014/main" id="{07621B36-E330-4AC0-88A3-03FA55AF0E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9968" y="367507"/>
            <a:ext cx="45132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spcBef>
                <a:spcPct val="50000"/>
              </a:spcBef>
              <a:buFont typeface="Wingdings" panose="05000000000000000000" pitchFamily="2" charset="2"/>
              <a:buChar char="p"/>
            </a:pPr>
            <a:r>
              <a:rPr lang="zh-CN" altLang="en-US" sz="3200" dirty="0">
                <a:solidFill>
                  <a:srgbClr val="0066FF"/>
                </a:solidFill>
                <a:ea typeface="华文楷体" panose="02010600040101010101" pitchFamily="2" charset="-122"/>
              </a:rPr>
              <a:t>分子磁矩和分子电流</a:t>
            </a:r>
          </a:p>
        </p:txBody>
      </p:sp>
      <p:sp>
        <p:nvSpPr>
          <p:cNvPr id="36867" name="Text Box 1027">
            <a:extLst>
              <a:ext uri="{FF2B5EF4-FFF2-40B4-BE49-F238E27FC236}">
                <a16:creationId xmlns:a16="http://schemas.microsoft.com/office/drawing/2014/main" id="{46B9B45B-8EFD-4584-AABB-BBE52BEFBC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0" y="1306514"/>
            <a:ext cx="31242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0" dirty="0">
                <a:ea typeface="华文楷体" panose="02010600040101010101" pitchFamily="2" charset="-122"/>
              </a:rPr>
              <a:t>电子轨道磁矩</a:t>
            </a:r>
          </a:p>
        </p:txBody>
      </p:sp>
      <p:sp>
        <p:nvSpPr>
          <p:cNvPr id="36868" name="Text Box 1028">
            <a:extLst>
              <a:ext uri="{FF2B5EF4-FFF2-40B4-BE49-F238E27FC236}">
                <a16:creationId xmlns:a16="http://schemas.microsoft.com/office/drawing/2014/main" id="{6F3CEFF5-7F31-4F85-A73E-51043522CD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0" y="2125664"/>
            <a:ext cx="31242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0" dirty="0">
                <a:ea typeface="华文楷体" panose="02010600040101010101" pitchFamily="2" charset="-122"/>
              </a:rPr>
              <a:t>电子自旋磁矩</a:t>
            </a:r>
          </a:p>
        </p:txBody>
      </p:sp>
      <p:sp>
        <p:nvSpPr>
          <p:cNvPr id="36869" name="Text Box 1029">
            <a:extLst>
              <a:ext uri="{FF2B5EF4-FFF2-40B4-BE49-F238E27FC236}">
                <a16:creationId xmlns:a16="http://schemas.microsoft.com/office/drawing/2014/main" id="{1A616697-0DE6-433F-8B4E-3577E60A10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0" y="2906714"/>
            <a:ext cx="31242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0" dirty="0">
                <a:ea typeface="华文楷体" panose="02010600040101010101" pitchFamily="2" charset="-122"/>
              </a:rPr>
              <a:t>原子核的磁矩</a:t>
            </a:r>
          </a:p>
        </p:txBody>
      </p:sp>
      <p:sp>
        <p:nvSpPr>
          <p:cNvPr id="36870" name="AutoShape 1030">
            <a:extLst>
              <a:ext uri="{FF2B5EF4-FFF2-40B4-BE49-F238E27FC236}">
                <a16:creationId xmlns:a16="http://schemas.microsoft.com/office/drawing/2014/main" id="{1A777986-E303-4408-BFCA-0A695DB553F5}"/>
              </a:ext>
            </a:extLst>
          </p:cNvPr>
          <p:cNvSpPr>
            <a:spLocks/>
          </p:cNvSpPr>
          <p:nvPr/>
        </p:nvSpPr>
        <p:spPr bwMode="auto">
          <a:xfrm>
            <a:off x="4476750" y="1630363"/>
            <a:ext cx="152400" cy="1524000"/>
          </a:xfrm>
          <a:prstGeom prst="rightBrace">
            <a:avLst>
              <a:gd name="adj1" fmla="val 83333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="0" dirty="0">
              <a:ea typeface="华文楷体" panose="02010600040101010101" pitchFamily="2" charset="-122"/>
            </a:endParaRPr>
          </a:p>
        </p:txBody>
      </p:sp>
      <p:sp>
        <p:nvSpPr>
          <p:cNvPr id="36885" name="Text Box 1045">
            <a:extLst>
              <a:ext uri="{FF2B5EF4-FFF2-40B4-BE49-F238E27FC236}">
                <a16:creationId xmlns:a16="http://schemas.microsoft.com/office/drawing/2014/main" id="{BAB6B83F-9623-45C2-8D0B-0E420DC2C8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34351" y="2144714"/>
            <a:ext cx="235426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0" dirty="0">
                <a:ea typeface="华文楷体" panose="02010600040101010101" pitchFamily="2" charset="-122"/>
              </a:rPr>
              <a:t>分子电流 </a:t>
            </a:r>
            <a:r>
              <a:rPr lang="en-US" altLang="zh-CN" sz="3200" b="0" i="1" dirty="0" err="1">
                <a:ea typeface="华文楷体" panose="02010600040101010101" pitchFamily="2" charset="-122"/>
              </a:rPr>
              <a:t>i</a:t>
            </a:r>
            <a:r>
              <a:rPr lang="zh-CN" altLang="en-US" sz="3200" b="0" baseline="-25000" dirty="0">
                <a:ea typeface="华文楷体" panose="02010600040101010101" pitchFamily="2" charset="-122"/>
              </a:rPr>
              <a:t>分</a:t>
            </a:r>
          </a:p>
        </p:txBody>
      </p:sp>
      <p:grpSp>
        <p:nvGrpSpPr>
          <p:cNvPr id="36886" name="Group 1046">
            <a:extLst>
              <a:ext uri="{FF2B5EF4-FFF2-40B4-BE49-F238E27FC236}">
                <a16:creationId xmlns:a16="http://schemas.microsoft.com/office/drawing/2014/main" id="{1E3DA66C-5837-413E-B94C-F842B678F3FB}"/>
              </a:ext>
            </a:extLst>
          </p:cNvPr>
          <p:cNvGrpSpPr>
            <a:grpSpLocks/>
          </p:cNvGrpSpPr>
          <p:nvPr/>
        </p:nvGrpSpPr>
        <p:grpSpPr bwMode="auto">
          <a:xfrm>
            <a:off x="4629150" y="2125664"/>
            <a:ext cx="3124200" cy="579437"/>
            <a:chOff x="2880" y="2400"/>
            <a:chExt cx="1968" cy="365"/>
          </a:xfrm>
        </p:grpSpPr>
        <p:sp>
          <p:nvSpPr>
            <p:cNvPr id="7185" name="Text Box 1047">
              <a:extLst>
                <a:ext uri="{FF2B5EF4-FFF2-40B4-BE49-F238E27FC236}">
                  <a16:creationId xmlns:a16="http://schemas.microsoft.com/office/drawing/2014/main" id="{DE76DB36-7CF9-4F31-8F0B-6C7A7E36E5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2400"/>
              <a:ext cx="196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3200" b="0" dirty="0">
                  <a:ea typeface="华文楷体" panose="02010600040101010101" pitchFamily="2" charset="-122"/>
                </a:rPr>
                <a:t>分子磁矩 </a:t>
              </a:r>
              <a:r>
                <a:rPr lang="en-US" altLang="zh-CN" sz="3200" b="0" i="1" dirty="0">
                  <a:ea typeface="华文楷体" panose="02010600040101010101" pitchFamily="2" charset="-122"/>
                </a:rPr>
                <a:t>m</a:t>
              </a:r>
              <a:r>
                <a:rPr lang="zh-CN" altLang="en-US" sz="3200" b="0" baseline="-25000" dirty="0">
                  <a:ea typeface="华文楷体" panose="02010600040101010101" pitchFamily="2" charset="-122"/>
                </a:rPr>
                <a:t>分</a:t>
              </a:r>
              <a:endParaRPr lang="zh-CN" altLang="en-US" sz="3200" b="0" dirty="0">
                <a:ea typeface="华文楷体" panose="02010600040101010101" pitchFamily="2" charset="-122"/>
              </a:endParaRPr>
            </a:p>
          </p:txBody>
        </p:sp>
        <p:sp>
          <p:nvSpPr>
            <p:cNvPr id="7186" name="Line 1048">
              <a:extLst>
                <a:ext uri="{FF2B5EF4-FFF2-40B4-BE49-F238E27FC236}">
                  <a16:creationId xmlns:a16="http://schemas.microsoft.com/office/drawing/2014/main" id="{99343314-BED7-48B3-B81D-EBC31DA6A8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6" y="2496"/>
              <a:ext cx="1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6889" name="Group 1049">
            <a:extLst>
              <a:ext uri="{FF2B5EF4-FFF2-40B4-BE49-F238E27FC236}">
                <a16:creationId xmlns:a16="http://schemas.microsoft.com/office/drawing/2014/main" id="{268BB5FF-A4D8-44B9-863C-8BA54B3256A2}"/>
              </a:ext>
            </a:extLst>
          </p:cNvPr>
          <p:cNvGrpSpPr>
            <a:grpSpLocks/>
          </p:cNvGrpSpPr>
          <p:nvPr/>
        </p:nvGrpSpPr>
        <p:grpSpPr bwMode="auto">
          <a:xfrm>
            <a:off x="7086600" y="1973263"/>
            <a:ext cx="1162050" cy="514350"/>
            <a:chOff x="3576" y="1452"/>
            <a:chExt cx="732" cy="324"/>
          </a:xfrm>
        </p:grpSpPr>
        <p:sp>
          <p:nvSpPr>
            <p:cNvPr id="7183" name="Line 1050">
              <a:extLst>
                <a:ext uri="{FF2B5EF4-FFF2-40B4-BE49-F238E27FC236}">
                  <a16:creationId xmlns:a16="http://schemas.microsoft.com/office/drawing/2014/main" id="{2D4BC531-E5F6-42C4-B33F-45CC0864F3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6" y="1776"/>
              <a:ext cx="672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600"/>
            </a:p>
          </p:txBody>
        </p:sp>
        <p:sp>
          <p:nvSpPr>
            <p:cNvPr id="7184" name="Text Box 1051">
              <a:extLst>
                <a:ext uri="{FF2B5EF4-FFF2-40B4-BE49-F238E27FC236}">
                  <a16:creationId xmlns:a16="http://schemas.microsoft.com/office/drawing/2014/main" id="{01D8DA8F-EF32-4B14-980B-1E83568E09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6" y="1452"/>
              <a:ext cx="624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2600" b="0" dirty="0">
                  <a:ea typeface="华文楷体" panose="02010600040101010101" pitchFamily="2" charset="-122"/>
                </a:rPr>
                <a:t>等效</a:t>
              </a:r>
            </a:p>
          </p:txBody>
        </p:sp>
      </p:grpSp>
      <p:grpSp>
        <p:nvGrpSpPr>
          <p:cNvPr id="30" name="Group 47">
            <a:extLst>
              <a:ext uri="{FF2B5EF4-FFF2-40B4-BE49-F238E27FC236}">
                <a16:creationId xmlns:a16="http://schemas.microsoft.com/office/drawing/2014/main" id="{554447BF-976E-41FD-8F74-EE6F30724688}"/>
              </a:ext>
            </a:extLst>
          </p:cNvPr>
          <p:cNvGrpSpPr>
            <a:grpSpLocks/>
          </p:cNvGrpSpPr>
          <p:nvPr/>
        </p:nvGrpSpPr>
        <p:grpSpPr bwMode="auto">
          <a:xfrm>
            <a:off x="2314800" y="4034747"/>
            <a:ext cx="1952625" cy="1931987"/>
            <a:chOff x="3783" y="2691"/>
            <a:chExt cx="1230" cy="1217"/>
          </a:xfrm>
        </p:grpSpPr>
        <p:sp>
          <p:nvSpPr>
            <p:cNvPr id="31" name="Oval 12">
              <a:extLst>
                <a:ext uri="{FF2B5EF4-FFF2-40B4-BE49-F238E27FC236}">
                  <a16:creationId xmlns:a16="http://schemas.microsoft.com/office/drawing/2014/main" id="{D3FF7B01-73FF-4429-888C-FF166C15147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113889">
              <a:off x="3783" y="3019"/>
              <a:ext cx="1073" cy="353"/>
            </a:xfrm>
            <a:prstGeom prst="ellipse">
              <a:avLst/>
            </a:prstGeom>
            <a:gradFill rotWithShape="0">
              <a:gsLst>
                <a:gs pos="0">
                  <a:srgbClr val="FFFFFF">
                    <a:gamma/>
                    <a:shade val="42745"/>
                    <a:invGamma/>
                  </a:srgbClr>
                </a:gs>
                <a:gs pos="100000">
                  <a:srgbClr val="FFFFFF"/>
                </a:gs>
              </a:gsLst>
              <a:lin ang="0" scaled="1"/>
            </a:gradFill>
            <a:ln w="38100">
              <a:solidFill>
                <a:srgbClr val="FF0033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Monotype Sorts" pitchFamily="2" charset="2"/>
                <a:buChar char="m"/>
              </a:pPr>
              <a:endParaRPr kumimoji="1" lang="zh-CN" altLang="en-US" sz="3200" dirty="0">
                <a:solidFill>
                  <a:srgbClr val="0000CC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2" name="Line 14">
              <a:extLst>
                <a:ext uri="{FF2B5EF4-FFF2-40B4-BE49-F238E27FC236}">
                  <a16:creationId xmlns:a16="http://schemas.microsoft.com/office/drawing/2014/main" id="{5AF5DA4C-ADA9-4CFB-A3FB-F4F5FE0E48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48" y="2693"/>
              <a:ext cx="402" cy="496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Monotype Sorts" pitchFamily="2" charset="2"/>
                <a:buChar char="m"/>
              </a:pPr>
              <a:endParaRPr kumimoji="1" lang="zh-CN" altLang="en-US" sz="3200" dirty="0">
                <a:solidFill>
                  <a:srgbClr val="0000CC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3" name="Object 15">
              <a:extLst>
                <a:ext uri="{FF2B5EF4-FFF2-40B4-BE49-F238E27FC236}">
                  <a16:creationId xmlns:a16="http://schemas.microsoft.com/office/drawing/2014/main" id="{9AFC772B-5CEB-42A9-8F85-9618CEB026C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23" y="2691"/>
            <a:ext cx="190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6" name="公式" r:id="rId3" imgW="190440" imgH="279360" progId="Equation.3">
                    <p:embed/>
                  </p:oleObj>
                </mc:Choice>
                <mc:Fallback>
                  <p:oleObj name="公式" r:id="rId3" imgW="190440" imgH="279360" progId="Equation.3">
                    <p:embed/>
                    <p:pic>
                      <p:nvPicPr>
                        <p:cNvPr id="33" name="Object 15">
                          <a:extLst>
                            <a:ext uri="{FF2B5EF4-FFF2-40B4-BE49-F238E27FC236}">
                              <a16:creationId xmlns:a16="http://schemas.microsoft.com/office/drawing/2014/main" id="{9AFC772B-5CEB-42A9-8F85-9618CEB026C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23" y="2691"/>
                          <a:ext cx="190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" name="Text Box 16">
              <a:extLst>
                <a:ext uri="{FF2B5EF4-FFF2-40B4-BE49-F238E27FC236}">
                  <a16:creationId xmlns:a16="http://schemas.microsoft.com/office/drawing/2014/main" id="{81D8D6F8-0305-4F92-82D2-F1B6FD168F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7" y="3202"/>
              <a:ext cx="452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571500" algn="l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algn="l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algn="l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286000" algn="l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3200" i="1" dirty="0">
                  <a:solidFill>
                    <a:srgbClr val="FF0033"/>
                  </a:solidFill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endParaRPr lang="en-US" altLang="zh-CN" sz="3200" dirty="0">
                <a:solidFill>
                  <a:srgbClr val="0000CC"/>
                </a:solidFill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5" name="Object 22">
              <a:extLst>
                <a:ext uri="{FF2B5EF4-FFF2-40B4-BE49-F238E27FC236}">
                  <a16:creationId xmlns:a16="http://schemas.microsoft.com/office/drawing/2014/main" id="{8412E609-4927-4755-846B-0CDC1E07A2F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04" y="3534"/>
            <a:ext cx="1018" cy="3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7" name="公式" r:id="rId5" imgW="583920" imgH="215640" progId="Equation.3">
                    <p:embed/>
                  </p:oleObj>
                </mc:Choice>
                <mc:Fallback>
                  <p:oleObj name="公式" r:id="rId5" imgW="583920" imgH="215640" progId="Equation.3">
                    <p:embed/>
                    <p:pic>
                      <p:nvPicPr>
                        <p:cNvPr id="35" name="Object 22">
                          <a:extLst>
                            <a:ext uri="{FF2B5EF4-FFF2-40B4-BE49-F238E27FC236}">
                              <a16:creationId xmlns:a16="http://schemas.microsoft.com/office/drawing/2014/main" id="{8412E609-4927-4755-846B-0CDC1E07A2F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04" y="3534"/>
                          <a:ext cx="1018" cy="3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" name="Line 36">
              <a:extLst>
                <a:ext uri="{FF2B5EF4-FFF2-40B4-BE49-F238E27FC236}">
                  <a16:creationId xmlns:a16="http://schemas.microsoft.com/office/drawing/2014/main" id="{ECB75F6F-C00A-4F70-A538-F1DFCC62CC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21" y="3071"/>
              <a:ext cx="84" cy="8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Monotype Sorts" pitchFamily="2" charset="2"/>
                <a:buChar char="m"/>
              </a:pPr>
              <a:endParaRPr kumimoji="1" lang="zh-CN" altLang="en-US" sz="3200" dirty="0">
                <a:solidFill>
                  <a:srgbClr val="0000CC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88285D64-27A8-A3AD-6255-C0EFB825075D}"/>
              </a:ext>
            </a:extLst>
          </p:cNvPr>
          <p:cNvSpPr txBox="1"/>
          <p:nvPr/>
        </p:nvSpPr>
        <p:spPr>
          <a:xfrm>
            <a:off x="4118427" y="5647746"/>
            <a:ext cx="81497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/>
              <a:t>- </a:t>
            </a:r>
            <a:r>
              <a:rPr lang="zh-CN" altLang="en-US" sz="2800" dirty="0"/>
              <a:t>分子电流与导体中导电的传导电流是有区别的</a:t>
            </a: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C3C9E68A-82A2-DF7B-A3A4-6947B7680A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1373" y="4293282"/>
            <a:ext cx="38925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0" dirty="0">
                <a:solidFill>
                  <a:srgbClr val="0066FF"/>
                </a:solidFill>
                <a:ea typeface="华文楷体" panose="02010600040101010101" pitchFamily="2" charset="-122"/>
              </a:rPr>
              <a:t>安培的分子电流模型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autoUpdateAnimBg="0"/>
      <p:bldP spid="36868" grpId="0" autoUpdateAnimBg="0"/>
      <p:bldP spid="36869" grpId="0" autoUpdateAnimBg="0"/>
      <p:bldP spid="36870" grpId="0" animBg="1"/>
      <p:bldP spid="36885" grpId="0" autoUpdateAnimBg="0"/>
      <p:bldP spid="3" grpId="0"/>
      <p:bldP spid="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82" name="Rectangle 14"/>
          <p:cNvSpPr>
            <a:spLocks noChangeArrowheads="1"/>
          </p:cNvSpPr>
          <p:nvPr/>
        </p:nvSpPr>
        <p:spPr bwMode="auto">
          <a:xfrm>
            <a:off x="1048745" y="1295222"/>
            <a:ext cx="544426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>
                <a:solidFill>
                  <a:srgbClr val="FF0000"/>
                </a:solidFill>
                <a:ea typeface="华文楷体" panose="02010600040101010101" pitchFamily="2" charset="-122"/>
              </a:rPr>
              <a:t>- </a:t>
            </a:r>
            <a:r>
              <a:rPr lang="zh-CN" altLang="en-US" sz="2800" dirty="0">
                <a:solidFill>
                  <a:srgbClr val="FF0000"/>
                </a:solidFill>
                <a:ea typeface="华文楷体" panose="02010600040101010101" pitchFamily="2" charset="-122"/>
              </a:rPr>
              <a:t>顺磁介质</a:t>
            </a:r>
          </a:p>
        </p:txBody>
      </p:sp>
      <p:sp>
        <p:nvSpPr>
          <p:cNvPr id="109640" name="Rectangle 72"/>
          <p:cNvSpPr>
            <a:spLocks noChangeArrowheads="1"/>
          </p:cNvSpPr>
          <p:nvPr/>
        </p:nvSpPr>
        <p:spPr bwMode="auto">
          <a:xfrm>
            <a:off x="1391389" y="1957674"/>
            <a:ext cx="357058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Monotype Sorts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原子具有固有磁矩</a:t>
            </a:r>
          </a:p>
        </p:txBody>
      </p:sp>
      <p:sp>
        <p:nvSpPr>
          <p:cNvPr id="109641" name="Rectangle 73"/>
          <p:cNvSpPr>
            <a:spLocks noChangeArrowheads="1"/>
          </p:cNvSpPr>
          <p:nvPr/>
        </p:nvSpPr>
        <p:spPr bwMode="auto">
          <a:xfrm>
            <a:off x="4739674" y="1961028"/>
            <a:ext cx="480328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Monotype Sorts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固有磁矩趋向外磁场方向</a:t>
            </a:r>
          </a:p>
        </p:txBody>
      </p:sp>
      <p:sp>
        <p:nvSpPr>
          <p:cNvPr id="109642" name="Text Box 74"/>
          <p:cNvSpPr txBox="1">
            <a:spLocks noChangeArrowheads="1"/>
          </p:cNvSpPr>
          <p:nvPr/>
        </p:nvSpPr>
        <p:spPr bwMode="auto">
          <a:xfrm>
            <a:off x="1860344" y="5233154"/>
            <a:ext cx="697066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9900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  <a:buFont typeface="Monotype Sorts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表面出现束缚</a:t>
            </a:r>
            <a:r>
              <a:rPr lang="en-US" altLang="zh-CN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磁化</a:t>
            </a:r>
            <a:r>
              <a:rPr lang="en-US" altLang="zh-CN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电流 </a:t>
            </a:r>
            <a:r>
              <a: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加强磁场</a:t>
            </a:r>
          </a:p>
        </p:txBody>
      </p:sp>
      <p:grpSp>
        <p:nvGrpSpPr>
          <p:cNvPr id="109645" name="Group 77"/>
          <p:cNvGrpSpPr>
            <a:grpSpLocks/>
          </p:cNvGrpSpPr>
          <p:nvPr/>
        </p:nvGrpSpPr>
        <p:grpSpPr bwMode="auto">
          <a:xfrm>
            <a:off x="3449334" y="2968610"/>
            <a:ext cx="2009775" cy="1943100"/>
            <a:chOff x="744" y="2478"/>
            <a:chExt cx="1266" cy="1224"/>
          </a:xfrm>
        </p:grpSpPr>
        <p:grpSp>
          <p:nvGrpSpPr>
            <p:cNvPr id="109646" name="Group 78"/>
            <p:cNvGrpSpPr>
              <a:grpSpLocks/>
            </p:cNvGrpSpPr>
            <p:nvPr/>
          </p:nvGrpSpPr>
          <p:grpSpPr bwMode="auto">
            <a:xfrm>
              <a:off x="744" y="2478"/>
              <a:ext cx="558" cy="1206"/>
              <a:chOff x="618" y="438"/>
              <a:chExt cx="558" cy="1206"/>
            </a:xfrm>
          </p:grpSpPr>
          <p:grpSp>
            <p:nvGrpSpPr>
              <p:cNvPr id="109647" name="Group 79"/>
              <p:cNvGrpSpPr>
                <a:grpSpLocks/>
              </p:cNvGrpSpPr>
              <p:nvPr/>
            </p:nvGrpSpPr>
            <p:grpSpPr bwMode="auto">
              <a:xfrm>
                <a:off x="618" y="474"/>
                <a:ext cx="528" cy="1104"/>
                <a:chOff x="1656" y="822"/>
                <a:chExt cx="528" cy="1104"/>
              </a:xfrm>
            </p:grpSpPr>
            <p:sp>
              <p:nvSpPr>
                <p:cNvPr id="109648" name="Oval 80"/>
                <p:cNvSpPr>
                  <a:spLocks noChangeArrowheads="1"/>
                </p:cNvSpPr>
                <p:nvPr/>
              </p:nvSpPr>
              <p:spPr bwMode="auto">
                <a:xfrm>
                  <a:off x="1656" y="822"/>
                  <a:ext cx="528" cy="1104"/>
                </a:xfrm>
                <a:prstGeom prst="ellipse">
                  <a:avLst/>
                </a:prstGeom>
                <a:noFill/>
                <a:ln w="9525">
                  <a:solidFill>
                    <a:srgbClr val="FF33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Monotype Sorts" pitchFamily="2" charset="2"/>
                    <a:buChar char="m"/>
                  </a:pPr>
                  <a:endParaRPr kumimoji="1" lang="zh-CN" altLang="en-US" sz="2800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9649" name="Line 81"/>
                <p:cNvSpPr>
                  <a:spLocks noChangeShapeType="1"/>
                </p:cNvSpPr>
                <p:nvPr/>
              </p:nvSpPr>
              <p:spPr bwMode="auto">
                <a:xfrm>
                  <a:off x="1656" y="1332"/>
                  <a:ext cx="0" cy="72"/>
                </a:xfrm>
                <a:prstGeom prst="line">
                  <a:avLst/>
                </a:prstGeom>
                <a:noFill/>
                <a:ln w="9525">
                  <a:solidFill>
                    <a:srgbClr val="FF3300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Monotype Sorts" pitchFamily="2" charset="2"/>
                    <a:buChar char="m"/>
                  </a:pPr>
                  <a:endParaRPr kumimoji="1" lang="zh-CN" altLang="en-US" sz="2800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09650" name="Rectangle 82"/>
              <p:cNvSpPr>
                <a:spLocks noChangeArrowheads="1"/>
              </p:cNvSpPr>
              <p:nvPr/>
            </p:nvSpPr>
            <p:spPr bwMode="auto">
              <a:xfrm>
                <a:off x="876" y="438"/>
                <a:ext cx="300" cy="120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Monotype Sorts" pitchFamily="2" charset="2"/>
                  <a:buChar char="m"/>
                </a:pPr>
                <a:endParaRPr kumimoji="1" lang="zh-CN" altLang="en-US" sz="2800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09651" name="Group 83"/>
            <p:cNvGrpSpPr>
              <a:grpSpLocks/>
            </p:cNvGrpSpPr>
            <p:nvPr/>
          </p:nvGrpSpPr>
          <p:grpSpPr bwMode="auto">
            <a:xfrm>
              <a:off x="1080" y="2484"/>
              <a:ext cx="930" cy="1218"/>
              <a:chOff x="2040" y="2304"/>
              <a:chExt cx="930" cy="1218"/>
            </a:xfrm>
          </p:grpSpPr>
          <p:grpSp>
            <p:nvGrpSpPr>
              <p:cNvPr id="109652" name="Group 84"/>
              <p:cNvGrpSpPr>
                <a:grpSpLocks/>
              </p:cNvGrpSpPr>
              <p:nvPr/>
            </p:nvGrpSpPr>
            <p:grpSpPr bwMode="auto">
              <a:xfrm>
                <a:off x="2040" y="2304"/>
                <a:ext cx="558" cy="1206"/>
                <a:chOff x="618" y="438"/>
                <a:chExt cx="558" cy="1206"/>
              </a:xfrm>
            </p:grpSpPr>
            <p:grpSp>
              <p:nvGrpSpPr>
                <p:cNvPr id="109653" name="Group 85"/>
                <p:cNvGrpSpPr>
                  <a:grpSpLocks/>
                </p:cNvGrpSpPr>
                <p:nvPr/>
              </p:nvGrpSpPr>
              <p:grpSpPr bwMode="auto">
                <a:xfrm>
                  <a:off x="618" y="474"/>
                  <a:ext cx="528" cy="1104"/>
                  <a:chOff x="1656" y="822"/>
                  <a:chExt cx="528" cy="1104"/>
                </a:xfrm>
              </p:grpSpPr>
              <p:sp>
                <p:nvSpPr>
                  <p:cNvPr id="109654" name="Oval 86"/>
                  <p:cNvSpPr>
                    <a:spLocks noChangeArrowheads="1"/>
                  </p:cNvSpPr>
                  <p:nvPr/>
                </p:nvSpPr>
                <p:spPr bwMode="auto">
                  <a:xfrm>
                    <a:off x="1656" y="822"/>
                    <a:ext cx="528" cy="1104"/>
                  </a:xfrm>
                  <a:prstGeom prst="ellipse">
                    <a:avLst/>
                  </a:prstGeom>
                  <a:noFill/>
                  <a:ln w="9525">
                    <a:solidFill>
                      <a:srgbClr val="FF33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Monotype Sorts" pitchFamily="2" charset="2"/>
                      <a:buChar char="m"/>
                    </a:pPr>
                    <a:endParaRPr kumimoji="1" lang="zh-CN" altLang="en-US" sz="2800" b="1" dirty="0">
                      <a:latin typeface="Times New Roman" panose="02020603050405020304" pitchFamily="18" charset="0"/>
                      <a:ea typeface="华文楷体" panose="02010600040101010101" pitchFamily="2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09655" name="Line 87"/>
                  <p:cNvSpPr>
                    <a:spLocks noChangeShapeType="1"/>
                  </p:cNvSpPr>
                  <p:nvPr/>
                </p:nvSpPr>
                <p:spPr bwMode="auto">
                  <a:xfrm>
                    <a:off x="1656" y="1332"/>
                    <a:ext cx="0" cy="72"/>
                  </a:xfrm>
                  <a:prstGeom prst="line">
                    <a:avLst/>
                  </a:prstGeom>
                  <a:noFill/>
                  <a:ln w="9525">
                    <a:solidFill>
                      <a:srgbClr val="FF3300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Monotype Sorts" pitchFamily="2" charset="2"/>
                      <a:buChar char="m"/>
                    </a:pPr>
                    <a:endParaRPr kumimoji="1" lang="zh-CN" altLang="en-US" sz="2800" b="1" dirty="0">
                      <a:latin typeface="Times New Roman" panose="02020603050405020304" pitchFamily="18" charset="0"/>
                      <a:ea typeface="华文楷体" panose="02010600040101010101" pitchFamily="2" charset="-122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09656" name="Rectangle 88"/>
                <p:cNvSpPr>
                  <a:spLocks noChangeArrowheads="1"/>
                </p:cNvSpPr>
                <p:nvPr/>
              </p:nvSpPr>
              <p:spPr bwMode="auto">
                <a:xfrm>
                  <a:off x="876" y="438"/>
                  <a:ext cx="300" cy="120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Monotype Sorts" pitchFamily="2" charset="2"/>
                    <a:buChar char="m"/>
                  </a:pPr>
                  <a:endParaRPr kumimoji="1" lang="zh-CN" altLang="en-US" sz="2800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09657" name="Group 89"/>
              <p:cNvGrpSpPr>
                <a:grpSpLocks/>
              </p:cNvGrpSpPr>
              <p:nvPr/>
            </p:nvGrpSpPr>
            <p:grpSpPr bwMode="auto">
              <a:xfrm>
                <a:off x="2412" y="2316"/>
                <a:ext cx="558" cy="1206"/>
                <a:chOff x="618" y="438"/>
                <a:chExt cx="558" cy="1206"/>
              </a:xfrm>
            </p:grpSpPr>
            <p:grpSp>
              <p:nvGrpSpPr>
                <p:cNvPr id="109658" name="Group 90"/>
                <p:cNvGrpSpPr>
                  <a:grpSpLocks/>
                </p:cNvGrpSpPr>
                <p:nvPr/>
              </p:nvGrpSpPr>
              <p:grpSpPr bwMode="auto">
                <a:xfrm>
                  <a:off x="618" y="474"/>
                  <a:ext cx="528" cy="1104"/>
                  <a:chOff x="1656" y="822"/>
                  <a:chExt cx="528" cy="1104"/>
                </a:xfrm>
              </p:grpSpPr>
              <p:sp>
                <p:nvSpPr>
                  <p:cNvPr id="109659" name="Oval 91"/>
                  <p:cNvSpPr>
                    <a:spLocks noChangeArrowheads="1"/>
                  </p:cNvSpPr>
                  <p:nvPr/>
                </p:nvSpPr>
                <p:spPr bwMode="auto">
                  <a:xfrm>
                    <a:off x="1656" y="822"/>
                    <a:ext cx="528" cy="1104"/>
                  </a:xfrm>
                  <a:prstGeom prst="ellipse">
                    <a:avLst/>
                  </a:prstGeom>
                  <a:noFill/>
                  <a:ln w="9525">
                    <a:solidFill>
                      <a:srgbClr val="FF33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Monotype Sorts" pitchFamily="2" charset="2"/>
                      <a:buChar char="m"/>
                    </a:pPr>
                    <a:endParaRPr kumimoji="1" lang="zh-CN" altLang="en-US" sz="2800" b="1" dirty="0">
                      <a:latin typeface="Times New Roman" panose="02020603050405020304" pitchFamily="18" charset="0"/>
                      <a:ea typeface="华文楷体" panose="02010600040101010101" pitchFamily="2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09660" name="Line 92"/>
                  <p:cNvSpPr>
                    <a:spLocks noChangeShapeType="1"/>
                  </p:cNvSpPr>
                  <p:nvPr/>
                </p:nvSpPr>
                <p:spPr bwMode="auto">
                  <a:xfrm>
                    <a:off x="1656" y="1332"/>
                    <a:ext cx="0" cy="72"/>
                  </a:xfrm>
                  <a:prstGeom prst="line">
                    <a:avLst/>
                  </a:prstGeom>
                  <a:noFill/>
                  <a:ln w="9525">
                    <a:solidFill>
                      <a:srgbClr val="FF3300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buFont typeface="Monotype Sorts" pitchFamily="2" charset="2"/>
                      <a:buChar char="m"/>
                    </a:pPr>
                    <a:endParaRPr kumimoji="1" lang="zh-CN" altLang="en-US" sz="2800" b="1" dirty="0">
                      <a:latin typeface="Times New Roman" panose="02020603050405020304" pitchFamily="18" charset="0"/>
                      <a:ea typeface="华文楷体" panose="02010600040101010101" pitchFamily="2" charset="-122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09661" name="Rectangle 93"/>
                <p:cNvSpPr>
                  <a:spLocks noChangeArrowheads="1"/>
                </p:cNvSpPr>
                <p:nvPr/>
              </p:nvSpPr>
              <p:spPr bwMode="auto">
                <a:xfrm>
                  <a:off x="876" y="438"/>
                  <a:ext cx="300" cy="120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Monotype Sorts" pitchFamily="2" charset="2"/>
                    <a:buChar char="m"/>
                  </a:pPr>
                  <a:endParaRPr kumimoji="1" lang="zh-CN" altLang="en-US" sz="2800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9662" name="Object 94"/>
                  <p:cNvSpPr txBox="1"/>
                  <p:nvPr/>
                </p:nvSpPr>
                <p:spPr bwMode="auto">
                  <a:xfrm>
                    <a:off x="2452" y="2720"/>
                    <a:ext cx="284" cy="386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rm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⃗"/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oMath>
                      </m:oMathPara>
                    </a14:m>
                    <a:endParaRPr lang="en-US"/>
                  </a:p>
                </p:txBody>
              </p:sp>
            </mc:Choice>
            <mc:Fallback xmlns="">
              <p:sp>
                <p:nvSpPr>
                  <p:cNvPr id="109662" name="Object 9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2452" y="2720"/>
                    <a:ext cx="284" cy="386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t="-13000" r="-22973"/>
                    </a:stretch>
                  </a:blipFill>
                  <a:ln>
                    <a:noFill/>
                  </a:ln>
                  <a:effectLst/>
                  <a:ex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109663" name="AutoShape 95"/>
          <p:cNvSpPr>
            <a:spLocks noChangeArrowheads="1"/>
          </p:cNvSpPr>
          <p:nvPr/>
        </p:nvSpPr>
        <p:spPr bwMode="auto">
          <a:xfrm rot="5400000">
            <a:off x="3702790" y="2303179"/>
            <a:ext cx="1771650" cy="3219450"/>
          </a:xfrm>
          <a:prstGeom prst="can">
            <a:avLst>
              <a:gd name="adj" fmla="val 45430"/>
            </a:avLst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Font typeface="Monotype Sorts" pitchFamily="2" charset="2"/>
              <a:buChar char="m"/>
            </a:pPr>
            <a:endParaRPr kumimoji="1" lang="zh-CN" altLang="en-US" sz="28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09700" name="Group 132"/>
          <p:cNvGrpSpPr>
            <a:grpSpLocks/>
          </p:cNvGrpSpPr>
          <p:nvPr/>
        </p:nvGrpSpPr>
        <p:grpSpPr bwMode="auto">
          <a:xfrm>
            <a:off x="7077815" y="3951005"/>
            <a:ext cx="636588" cy="611187"/>
            <a:chOff x="4220" y="2928"/>
            <a:chExt cx="401" cy="385"/>
          </a:xfrm>
        </p:grpSpPr>
        <p:sp>
          <p:nvSpPr>
            <p:cNvPr id="109665" name="Line 97"/>
            <p:cNvSpPr>
              <a:spLocks noChangeShapeType="1"/>
            </p:cNvSpPr>
            <p:nvPr/>
          </p:nvSpPr>
          <p:spPr bwMode="auto">
            <a:xfrm flipV="1">
              <a:off x="4260" y="2928"/>
              <a:ext cx="344" cy="5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Monotype Sorts" pitchFamily="2" charset="2"/>
                <a:buChar char="m"/>
              </a:pPr>
              <a:endPara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666" name="Object 98"/>
                <p:cNvSpPr txBox="1"/>
                <p:nvPr/>
              </p:nvSpPr>
              <p:spPr bwMode="auto">
                <a:xfrm>
                  <a:off x="4220" y="2993"/>
                  <a:ext cx="401" cy="3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acc>
                          <m:accPr>
                            <m:chr m:val="⃗"/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109666" name="Object 9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20" y="2993"/>
                  <a:ext cx="401" cy="3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/>
                <a:ex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9667" name="Group 99"/>
          <p:cNvGrpSpPr>
            <a:grpSpLocks/>
          </p:cNvGrpSpPr>
          <p:nvPr/>
        </p:nvGrpSpPr>
        <p:grpSpPr bwMode="auto">
          <a:xfrm rot="20240949">
            <a:off x="5817340" y="4008154"/>
            <a:ext cx="457200" cy="438150"/>
            <a:chOff x="2112" y="2652"/>
            <a:chExt cx="288" cy="276"/>
          </a:xfrm>
        </p:grpSpPr>
        <p:sp>
          <p:nvSpPr>
            <p:cNvPr id="109668" name="Oval 100"/>
            <p:cNvSpPr>
              <a:spLocks noChangeArrowheads="1"/>
            </p:cNvSpPr>
            <p:nvPr/>
          </p:nvSpPr>
          <p:spPr bwMode="auto">
            <a:xfrm>
              <a:off x="2112" y="2652"/>
              <a:ext cx="192" cy="276"/>
            </a:xfrm>
            <a:prstGeom prst="ellipse">
              <a:avLst/>
            </a:prstGeom>
            <a:gradFill rotWithShape="0">
              <a:gsLst>
                <a:gs pos="0">
                  <a:srgbClr val="DDDDDD">
                    <a:gamma/>
                    <a:shade val="46275"/>
                    <a:invGamma/>
                  </a:srgbClr>
                </a:gs>
                <a:gs pos="50000">
                  <a:srgbClr val="DDDDDD"/>
                </a:gs>
                <a:gs pos="100000">
                  <a:srgbClr val="DDDDDD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 w="190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Monotype Sorts" pitchFamily="2" charset="2"/>
                <a:buChar char="m"/>
              </a:pPr>
              <a:endPara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09669" name="Line 101"/>
            <p:cNvSpPr>
              <a:spLocks noChangeShapeType="1"/>
            </p:cNvSpPr>
            <p:nvPr/>
          </p:nvSpPr>
          <p:spPr bwMode="auto">
            <a:xfrm>
              <a:off x="2112" y="2760"/>
              <a:ext cx="6" cy="72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Monotype Sorts" pitchFamily="2" charset="2"/>
                <a:buChar char="m"/>
              </a:pPr>
              <a:endPara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09670" name="Line 102"/>
            <p:cNvSpPr>
              <a:spLocks noChangeShapeType="1"/>
            </p:cNvSpPr>
            <p:nvPr/>
          </p:nvSpPr>
          <p:spPr bwMode="auto">
            <a:xfrm>
              <a:off x="2214" y="2790"/>
              <a:ext cx="186" cy="12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Monotype Sorts" pitchFamily="2" charset="2"/>
                <a:buChar char="m"/>
              </a:pPr>
              <a:endPara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9671" name="Group 103"/>
          <p:cNvGrpSpPr>
            <a:grpSpLocks/>
          </p:cNvGrpSpPr>
          <p:nvPr/>
        </p:nvGrpSpPr>
        <p:grpSpPr bwMode="auto">
          <a:xfrm rot="19012533">
            <a:off x="5836390" y="3408079"/>
            <a:ext cx="457200" cy="438150"/>
            <a:chOff x="2112" y="2652"/>
            <a:chExt cx="288" cy="276"/>
          </a:xfrm>
        </p:grpSpPr>
        <p:sp>
          <p:nvSpPr>
            <p:cNvPr id="109672" name="Oval 104"/>
            <p:cNvSpPr>
              <a:spLocks noChangeArrowheads="1"/>
            </p:cNvSpPr>
            <p:nvPr/>
          </p:nvSpPr>
          <p:spPr bwMode="auto">
            <a:xfrm>
              <a:off x="2112" y="2652"/>
              <a:ext cx="192" cy="276"/>
            </a:xfrm>
            <a:prstGeom prst="ellipse">
              <a:avLst/>
            </a:prstGeom>
            <a:gradFill rotWithShape="0">
              <a:gsLst>
                <a:gs pos="0">
                  <a:srgbClr val="DDDDDD">
                    <a:gamma/>
                    <a:shade val="46275"/>
                    <a:invGamma/>
                  </a:srgbClr>
                </a:gs>
                <a:gs pos="50000">
                  <a:srgbClr val="DDDDDD"/>
                </a:gs>
                <a:gs pos="100000">
                  <a:srgbClr val="DDDDDD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 w="190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Monotype Sorts" pitchFamily="2" charset="2"/>
                <a:buChar char="m"/>
              </a:pPr>
              <a:endPara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09673" name="Line 105"/>
            <p:cNvSpPr>
              <a:spLocks noChangeShapeType="1"/>
            </p:cNvSpPr>
            <p:nvPr/>
          </p:nvSpPr>
          <p:spPr bwMode="auto">
            <a:xfrm>
              <a:off x="2112" y="2760"/>
              <a:ext cx="6" cy="72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Monotype Sorts" pitchFamily="2" charset="2"/>
                <a:buChar char="m"/>
              </a:pPr>
              <a:endPara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09674" name="Line 106"/>
            <p:cNvSpPr>
              <a:spLocks noChangeShapeType="1"/>
            </p:cNvSpPr>
            <p:nvPr/>
          </p:nvSpPr>
          <p:spPr bwMode="auto">
            <a:xfrm>
              <a:off x="2214" y="2790"/>
              <a:ext cx="186" cy="12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Monotype Sorts" pitchFamily="2" charset="2"/>
                <a:buChar char="m"/>
              </a:pPr>
              <a:endPara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9675" name="Group 107"/>
          <p:cNvGrpSpPr>
            <a:grpSpLocks/>
          </p:cNvGrpSpPr>
          <p:nvPr/>
        </p:nvGrpSpPr>
        <p:grpSpPr bwMode="auto">
          <a:xfrm rot="20497203">
            <a:off x="5626840" y="2998504"/>
            <a:ext cx="457200" cy="438150"/>
            <a:chOff x="2112" y="2652"/>
            <a:chExt cx="288" cy="276"/>
          </a:xfrm>
        </p:grpSpPr>
        <p:sp>
          <p:nvSpPr>
            <p:cNvPr id="109676" name="Oval 108"/>
            <p:cNvSpPr>
              <a:spLocks noChangeArrowheads="1"/>
            </p:cNvSpPr>
            <p:nvPr/>
          </p:nvSpPr>
          <p:spPr bwMode="auto">
            <a:xfrm>
              <a:off x="2112" y="2652"/>
              <a:ext cx="192" cy="276"/>
            </a:xfrm>
            <a:prstGeom prst="ellipse">
              <a:avLst/>
            </a:prstGeom>
            <a:gradFill rotWithShape="0">
              <a:gsLst>
                <a:gs pos="0">
                  <a:srgbClr val="DDDDDD">
                    <a:gamma/>
                    <a:shade val="46275"/>
                    <a:invGamma/>
                  </a:srgbClr>
                </a:gs>
                <a:gs pos="50000">
                  <a:srgbClr val="DDDDDD"/>
                </a:gs>
                <a:gs pos="100000">
                  <a:srgbClr val="DDDDDD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 w="190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Monotype Sorts" pitchFamily="2" charset="2"/>
                <a:buChar char="m"/>
              </a:pPr>
              <a:endPara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09677" name="Line 109"/>
            <p:cNvSpPr>
              <a:spLocks noChangeShapeType="1"/>
            </p:cNvSpPr>
            <p:nvPr/>
          </p:nvSpPr>
          <p:spPr bwMode="auto">
            <a:xfrm>
              <a:off x="2112" y="2760"/>
              <a:ext cx="6" cy="72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Monotype Sorts" pitchFamily="2" charset="2"/>
                <a:buChar char="m"/>
              </a:pPr>
              <a:endPara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09678" name="Line 110"/>
            <p:cNvSpPr>
              <a:spLocks noChangeShapeType="1"/>
            </p:cNvSpPr>
            <p:nvPr/>
          </p:nvSpPr>
          <p:spPr bwMode="auto">
            <a:xfrm>
              <a:off x="2214" y="2790"/>
              <a:ext cx="186" cy="12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Monotype Sorts" pitchFamily="2" charset="2"/>
                <a:buChar char="m"/>
              </a:pPr>
              <a:endPara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9679" name="Group 111"/>
          <p:cNvGrpSpPr>
            <a:grpSpLocks/>
          </p:cNvGrpSpPr>
          <p:nvPr/>
        </p:nvGrpSpPr>
        <p:grpSpPr bwMode="auto">
          <a:xfrm rot="19691545">
            <a:off x="5426815" y="3417604"/>
            <a:ext cx="457200" cy="438150"/>
            <a:chOff x="2112" y="2652"/>
            <a:chExt cx="288" cy="276"/>
          </a:xfrm>
        </p:grpSpPr>
        <p:sp>
          <p:nvSpPr>
            <p:cNvPr id="109680" name="Oval 112"/>
            <p:cNvSpPr>
              <a:spLocks noChangeArrowheads="1"/>
            </p:cNvSpPr>
            <p:nvPr/>
          </p:nvSpPr>
          <p:spPr bwMode="auto">
            <a:xfrm>
              <a:off x="2112" y="2652"/>
              <a:ext cx="192" cy="276"/>
            </a:xfrm>
            <a:prstGeom prst="ellipse">
              <a:avLst/>
            </a:prstGeom>
            <a:gradFill rotWithShape="0">
              <a:gsLst>
                <a:gs pos="0">
                  <a:srgbClr val="DDDDDD">
                    <a:gamma/>
                    <a:shade val="46275"/>
                    <a:invGamma/>
                  </a:srgbClr>
                </a:gs>
                <a:gs pos="50000">
                  <a:srgbClr val="DDDDDD"/>
                </a:gs>
                <a:gs pos="100000">
                  <a:srgbClr val="DDDDDD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 w="190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Monotype Sorts" pitchFamily="2" charset="2"/>
                <a:buChar char="m"/>
              </a:pPr>
              <a:endPara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09681" name="Line 113"/>
            <p:cNvSpPr>
              <a:spLocks noChangeShapeType="1"/>
            </p:cNvSpPr>
            <p:nvPr/>
          </p:nvSpPr>
          <p:spPr bwMode="auto">
            <a:xfrm>
              <a:off x="2112" y="2760"/>
              <a:ext cx="6" cy="72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Monotype Sorts" pitchFamily="2" charset="2"/>
                <a:buChar char="m"/>
              </a:pPr>
              <a:endPara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09682" name="Line 114"/>
            <p:cNvSpPr>
              <a:spLocks noChangeShapeType="1"/>
            </p:cNvSpPr>
            <p:nvPr/>
          </p:nvSpPr>
          <p:spPr bwMode="auto">
            <a:xfrm>
              <a:off x="2214" y="2790"/>
              <a:ext cx="186" cy="12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Monotype Sorts" pitchFamily="2" charset="2"/>
                <a:buChar char="m"/>
              </a:pPr>
              <a:endPara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9683" name="Group 115"/>
          <p:cNvGrpSpPr>
            <a:grpSpLocks/>
          </p:cNvGrpSpPr>
          <p:nvPr/>
        </p:nvGrpSpPr>
        <p:grpSpPr bwMode="auto">
          <a:xfrm rot="18814212">
            <a:off x="5407765" y="3798604"/>
            <a:ext cx="457200" cy="438150"/>
            <a:chOff x="2112" y="2652"/>
            <a:chExt cx="288" cy="276"/>
          </a:xfrm>
        </p:grpSpPr>
        <p:sp>
          <p:nvSpPr>
            <p:cNvPr id="109684" name="Oval 116"/>
            <p:cNvSpPr>
              <a:spLocks noChangeArrowheads="1"/>
            </p:cNvSpPr>
            <p:nvPr/>
          </p:nvSpPr>
          <p:spPr bwMode="auto">
            <a:xfrm>
              <a:off x="2112" y="2652"/>
              <a:ext cx="192" cy="276"/>
            </a:xfrm>
            <a:prstGeom prst="ellipse">
              <a:avLst/>
            </a:prstGeom>
            <a:gradFill rotWithShape="0">
              <a:gsLst>
                <a:gs pos="0">
                  <a:srgbClr val="DDDDDD">
                    <a:gamma/>
                    <a:shade val="46275"/>
                    <a:invGamma/>
                  </a:srgbClr>
                </a:gs>
                <a:gs pos="50000">
                  <a:srgbClr val="DDDDDD"/>
                </a:gs>
                <a:gs pos="100000">
                  <a:srgbClr val="DDDDDD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 w="190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Monotype Sorts" pitchFamily="2" charset="2"/>
                <a:buChar char="m"/>
              </a:pPr>
              <a:endPara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09685" name="Line 117"/>
            <p:cNvSpPr>
              <a:spLocks noChangeShapeType="1"/>
            </p:cNvSpPr>
            <p:nvPr/>
          </p:nvSpPr>
          <p:spPr bwMode="auto">
            <a:xfrm>
              <a:off x="2112" y="2760"/>
              <a:ext cx="6" cy="72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Monotype Sorts" pitchFamily="2" charset="2"/>
                <a:buChar char="m"/>
              </a:pPr>
              <a:endPara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09686" name="Line 118"/>
            <p:cNvSpPr>
              <a:spLocks noChangeShapeType="1"/>
            </p:cNvSpPr>
            <p:nvPr/>
          </p:nvSpPr>
          <p:spPr bwMode="auto">
            <a:xfrm>
              <a:off x="2214" y="2790"/>
              <a:ext cx="186" cy="12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Monotype Sorts" pitchFamily="2" charset="2"/>
                <a:buChar char="m"/>
              </a:pPr>
              <a:endPara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9687" name="Group 119"/>
          <p:cNvGrpSpPr>
            <a:grpSpLocks/>
          </p:cNvGrpSpPr>
          <p:nvPr/>
        </p:nvGrpSpPr>
        <p:grpSpPr bwMode="auto">
          <a:xfrm rot="20072785">
            <a:off x="5541115" y="4322479"/>
            <a:ext cx="457200" cy="438150"/>
            <a:chOff x="2112" y="2652"/>
            <a:chExt cx="288" cy="276"/>
          </a:xfrm>
        </p:grpSpPr>
        <p:sp>
          <p:nvSpPr>
            <p:cNvPr id="109688" name="Oval 120"/>
            <p:cNvSpPr>
              <a:spLocks noChangeArrowheads="1"/>
            </p:cNvSpPr>
            <p:nvPr/>
          </p:nvSpPr>
          <p:spPr bwMode="auto">
            <a:xfrm>
              <a:off x="2112" y="2652"/>
              <a:ext cx="192" cy="276"/>
            </a:xfrm>
            <a:prstGeom prst="ellipse">
              <a:avLst/>
            </a:prstGeom>
            <a:gradFill rotWithShape="0">
              <a:gsLst>
                <a:gs pos="0">
                  <a:srgbClr val="DDDDDD">
                    <a:gamma/>
                    <a:shade val="46275"/>
                    <a:invGamma/>
                  </a:srgbClr>
                </a:gs>
                <a:gs pos="50000">
                  <a:srgbClr val="DDDDDD"/>
                </a:gs>
                <a:gs pos="100000">
                  <a:srgbClr val="DDDDDD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 w="190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Monotype Sorts" pitchFamily="2" charset="2"/>
                <a:buChar char="m"/>
              </a:pPr>
              <a:endPara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09689" name="Line 121"/>
            <p:cNvSpPr>
              <a:spLocks noChangeShapeType="1"/>
            </p:cNvSpPr>
            <p:nvPr/>
          </p:nvSpPr>
          <p:spPr bwMode="auto">
            <a:xfrm>
              <a:off x="2112" y="2760"/>
              <a:ext cx="6" cy="72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Monotype Sorts" pitchFamily="2" charset="2"/>
                <a:buChar char="m"/>
              </a:pPr>
              <a:endPara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09690" name="Line 122"/>
            <p:cNvSpPr>
              <a:spLocks noChangeShapeType="1"/>
            </p:cNvSpPr>
            <p:nvPr/>
          </p:nvSpPr>
          <p:spPr bwMode="auto">
            <a:xfrm>
              <a:off x="2214" y="2790"/>
              <a:ext cx="186" cy="12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Monotype Sorts" pitchFamily="2" charset="2"/>
                <a:buChar char="m"/>
              </a:pPr>
              <a:endPara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9699" name="Group 131"/>
          <p:cNvGrpSpPr>
            <a:grpSpLocks/>
          </p:cNvGrpSpPr>
          <p:nvPr/>
        </p:nvGrpSpPr>
        <p:grpSpPr bwMode="auto">
          <a:xfrm>
            <a:off x="5941165" y="3951005"/>
            <a:ext cx="1066800" cy="752475"/>
            <a:chOff x="3504" y="2928"/>
            <a:chExt cx="672" cy="474"/>
          </a:xfrm>
        </p:grpSpPr>
        <p:sp>
          <p:nvSpPr>
            <p:cNvPr id="109692" name="Line 124"/>
            <p:cNvSpPr>
              <a:spLocks noChangeShapeType="1"/>
            </p:cNvSpPr>
            <p:nvPr/>
          </p:nvSpPr>
          <p:spPr bwMode="auto">
            <a:xfrm>
              <a:off x="3504" y="2928"/>
              <a:ext cx="672" cy="3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Monotype Sorts" pitchFamily="2" charset="2"/>
                <a:buChar char="m"/>
              </a:pPr>
              <a:endPara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693" name="Object 125"/>
                <p:cNvSpPr txBox="1"/>
                <p:nvPr/>
              </p:nvSpPr>
              <p:spPr bwMode="auto">
                <a:xfrm>
                  <a:off x="3720" y="3001"/>
                  <a:ext cx="321" cy="40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109693" name="Object 1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720" y="3001"/>
                  <a:ext cx="321" cy="40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  <a:effectLst/>
                <a:ex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7" name="文本框 106">
            <a:extLst>
              <a:ext uri="{FF2B5EF4-FFF2-40B4-BE49-F238E27FC236}">
                <a16:creationId xmlns:a16="http://schemas.microsoft.com/office/drawing/2014/main" id="{C80F4D0A-335C-4DC6-A181-18244B16396C}"/>
              </a:ext>
            </a:extLst>
          </p:cNvPr>
          <p:cNvSpPr txBox="1"/>
          <p:nvPr/>
        </p:nvSpPr>
        <p:spPr>
          <a:xfrm>
            <a:off x="594032" y="563683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/>
                <a:cs typeface="+mj-cs"/>
              </a:rPr>
              <a:t>磁介质的磁化</a:t>
            </a:r>
            <a:endParaRPr lang="zh-CN" altLang="en-US" sz="3200" b="1" dirty="0">
              <a:solidFill>
                <a:srgbClr val="0066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0125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9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9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9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9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9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09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9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09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09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582" grpId="0" autoUpdateAnimBg="0"/>
      <p:bldP spid="109640" grpId="0" autoUpdateAnimBg="0"/>
      <p:bldP spid="109641" grpId="0" autoUpdateAnimBg="0"/>
      <p:bldP spid="109642" grpId="0" autoUpdateAnimBg="0"/>
      <p:bldP spid="10966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 1029">
                <a:extLst>
                  <a:ext uri="{FF2B5EF4-FFF2-40B4-BE49-F238E27FC236}">
                    <a16:creationId xmlns:a16="http://schemas.microsoft.com/office/drawing/2014/main" id="{F46FDF95-43AA-4F72-9CD9-16832DE83D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7096" y="2552441"/>
                <a:ext cx="7613247" cy="101591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Monotype Sorts" pitchFamily="2" charset="2"/>
                  <a:buNone/>
                </a:pPr>
                <a:r>
                  <a:rPr lang="zh-CN" alt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电子磁矩在外磁场力矩作用下进动产生和外磁场反向的感生磁矩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∆</m:t>
                        </m:r>
                        <m:acc>
                          <m:accPr>
                            <m:chr m:val="⃗"/>
                            <m:ctrlPr>
                              <a:rPr lang="en-US" altLang="zh-CN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800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zh-CN" altLang="en-US" sz="28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  <a:cs typeface="Times New Roman" panose="02020603050405020304" pitchFamily="18" charset="0"/>
                          </a:rPr>
                          <m:t>分子</m:t>
                        </m:r>
                      </m:sub>
                    </m:sSub>
                  </m:oMath>
                </a14:m>
                <a:endPara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0" name="Rectangle 1029">
                <a:extLst>
                  <a:ext uri="{FF2B5EF4-FFF2-40B4-BE49-F238E27FC236}">
                    <a16:creationId xmlns:a16="http://schemas.microsoft.com/office/drawing/2014/main" id="{F46FDF95-43AA-4F72-9CD9-16832DE83D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17096" y="2552441"/>
                <a:ext cx="7613247" cy="1015919"/>
              </a:xfrm>
              <a:prstGeom prst="rect">
                <a:avLst/>
              </a:prstGeom>
              <a:blipFill>
                <a:blip r:embed="rId2"/>
                <a:stretch>
                  <a:fillRect l="-1601" t="-6627" r="-1681" b="-1144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Rectangle 1034">
            <a:extLst>
              <a:ext uri="{FF2B5EF4-FFF2-40B4-BE49-F238E27FC236}">
                <a16:creationId xmlns:a16="http://schemas.microsoft.com/office/drawing/2014/main" id="{A3846EAD-7F6A-46E9-B2F6-FD8C1E70BE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5768" y="1863027"/>
            <a:ext cx="877042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Font typeface="Monotype Sorts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分子固有磁矩</a:t>
            </a:r>
            <a:r>
              <a:rPr lang="en-US" altLang="zh-CN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电子轨道、自旋磁矩的矢量和）为零</a:t>
            </a:r>
          </a:p>
        </p:txBody>
      </p:sp>
      <p:sp>
        <p:nvSpPr>
          <p:cNvPr id="62" name="Text Box 1134">
            <a:extLst>
              <a:ext uri="{FF2B5EF4-FFF2-40B4-BE49-F238E27FC236}">
                <a16:creationId xmlns:a16="http://schemas.microsoft.com/office/drawing/2014/main" id="{9B08F42C-CEF0-40D3-A4F8-905329999B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4936" y="4149441"/>
            <a:ext cx="4767627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  <a:buFont typeface="Monotype Sorts" pitchFamily="2" charset="2"/>
              <a:buNone/>
            </a:pPr>
            <a:r>
              <a:rPr kumimoji="1"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出现反向的表面</a:t>
            </a:r>
            <a:r>
              <a: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束缚电流</a:t>
            </a:r>
            <a:r>
              <a: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减弱磁场</a:t>
            </a:r>
          </a:p>
        </p:txBody>
      </p:sp>
      <p:grpSp>
        <p:nvGrpSpPr>
          <p:cNvPr id="63" name="Group 1156">
            <a:extLst>
              <a:ext uri="{FF2B5EF4-FFF2-40B4-BE49-F238E27FC236}">
                <a16:creationId xmlns:a16="http://schemas.microsoft.com/office/drawing/2014/main" id="{478C05B0-9143-418D-968F-3CC0300A8E28}"/>
              </a:ext>
            </a:extLst>
          </p:cNvPr>
          <p:cNvGrpSpPr>
            <a:grpSpLocks/>
          </p:cNvGrpSpPr>
          <p:nvPr/>
        </p:nvGrpSpPr>
        <p:grpSpPr bwMode="auto">
          <a:xfrm>
            <a:off x="1712494" y="4029138"/>
            <a:ext cx="2143125" cy="1933575"/>
            <a:chOff x="2880" y="336"/>
            <a:chExt cx="1350" cy="1218"/>
          </a:xfrm>
        </p:grpSpPr>
        <p:sp>
          <p:nvSpPr>
            <p:cNvPr id="64" name="Oval 1157">
              <a:extLst>
                <a:ext uri="{FF2B5EF4-FFF2-40B4-BE49-F238E27FC236}">
                  <a16:creationId xmlns:a16="http://schemas.microsoft.com/office/drawing/2014/main" id="{08B78D91-FDD2-4221-AB2E-1FA9CE2340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372"/>
              <a:ext cx="528" cy="1104"/>
            </a:xfrm>
            <a:prstGeom prst="ellips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Monotype Sorts" pitchFamily="2" charset="2"/>
                <a:buChar char="m"/>
              </a:pPr>
              <a:endPara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5" name="Line 1158">
              <a:extLst>
                <a:ext uri="{FF2B5EF4-FFF2-40B4-BE49-F238E27FC236}">
                  <a16:creationId xmlns:a16="http://schemas.microsoft.com/office/drawing/2014/main" id="{743A2568-AC88-445E-8FF4-BF9F5E69EC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80" y="894"/>
              <a:ext cx="0" cy="72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Monotype Sorts" pitchFamily="2" charset="2"/>
                <a:buChar char="m"/>
              </a:pPr>
              <a:endPara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6" name="Rectangle 1159">
              <a:extLst>
                <a:ext uri="{FF2B5EF4-FFF2-40B4-BE49-F238E27FC236}">
                  <a16:creationId xmlns:a16="http://schemas.microsoft.com/office/drawing/2014/main" id="{078BC0F5-06A8-4028-8C45-4D4EBED6EB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8" y="336"/>
              <a:ext cx="300" cy="12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Monotype Sorts" pitchFamily="2" charset="2"/>
                <a:buChar char="m"/>
              </a:pPr>
              <a:endPara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7" name="Oval 1160">
              <a:extLst>
                <a:ext uri="{FF2B5EF4-FFF2-40B4-BE49-F238E27FC236}">
                  <a16:creationId xmlns:a16="http://schemas.microsoft.com/office/drawing/2014/main" id="{FDB4EEE5-DEF8-415E-8EC1-91CAC53F01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2" y="384"/>
              <a:ext cx="528" cy="1104"/>
            </a:xfrm>
            <a:prstGeom prst="ellips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Monotype Sorts" pitchFamily="2" charset="2"/>
                <a:buChar char="m"/>
              </a:pPr>
              <a:endPara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8" name="Line 1161">
              <a:extLst>
                <a:ext uri="{FF2B5EF4-FFF2-40B4-BE49-F238E27FC236}">
                  <a16:creationId xmlns:a16="http://schemas.microsoft.com/office/drawing/2014/main" id="{7AE84EFC-BB29-4699-B0A3-8C876C0D86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52" y="894"/>
              <a:ext cx="0" cy="72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Monotype Sorts" pitchFamily="2" charset="2"/>
                <a:buChar char="m"/>
              </a:pPr>
              <a:endPara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9" name="Rectangle 1162">
              <a:extLst>
                <a:ext uri="{FF2B5EF4-FFF2-40B4-BE49-F238E27FC236}">
                  <a16:creationId xmlns:a16="http://schemas.microsoft.com/office/drawing/2014/main" id="{3ECD2323-648F-4C3B-AF82-A0FEBA1384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0" y="348"/>
              <a:ext cx="300" cy="12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Monotype Sorts" pitchFamily="2" charset="2"/>
                <a:buChar char="m"/>
              </a:pPr>
              <a:endPara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0" name="Oval 1163">
              <a:extLst>
                <a:ext uri="{FF2B5EF4-FFF2-40B4-BE49-F238E27FC236}">
                  <a16:creationId xmlns:a16="http://schemas.microsoft.com/office/drawing/2014/main" id="{AFE4C240-4B7E-4BD7-877B-B136C2DCB9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6" y="378"/>
              <a:ext cx="528" cy="1104"/>
            </a:xfrm>
            <a:prstGeom prst="ellips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Monotype Sorts" pitchFamily="2" charset="2"/>
                <a:buChar char="m"/>
              </a:pPr>
              <a:endPara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1" name="Line 1164">
              <a:extLst>
                <a:ext uri="{FF2B5EF4-FFF2-40B4-BE49-F238E27FC236}">
                  <a16:creationId xmlns:a16="http://schemas.microsoft.com/office/drawing/2014/main" id="{BC0447D7-F43B-4DEF-AA85-650F85020C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36" y="888"/>
              <a:ext cx="0" cy="72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Monotype Sorts" pitchFamily="2" charset="2"/>
                <a:buChar char="m"/>
              </a:pPr>
              <a:endPara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Object 1165">
                  <a:extLst>
                    <a:ext uri="{FF2B5EF4-FFF2-40B4-BE49-F238E27FC236}">
                      <a16:creationId xmlns:a16="http://schemas.microsoft.com/office/drawing/2014/main" id="{2B65E830-C044-4491-B993-C61E6754246D}"/>
                    </a:ext>
                  </a:extLst>
                </p:cNvPr>
                <p:cNvSpPr txBox="1"/>
                <p:nvPr/>
              </p:nvSpPr>
              <p:spPr bwMode="auto">
                <a:xfrm>
                  <a:off x="3712" y="716"/>
                  <a:ext cx="284" cy="38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⃗"/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acc>
                          </m:e>
                          <m:sup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72" name="Object 1165">
                  <a:extLst>
                    <a:ext uri="{FF2B5EF4-FFF2-40B4-BE49-F238E27FC236}">
                      <a16:creationId xmlns:a16="http://schemas.microsoft.com/office/drawing/2014/main" id="{2B65E830-C044-4491-B993-C61E675424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712" y="716"/>
                  <a:ext cx="284" cy="386"/>
                </a:xfrm>
                <a:prstGeom prst="rect">
                  <a:avLst/>
                </a:prstGeom>
                <a:blipFill>
                  <a:blip r:embed="rId3"/>
                  <a:stretch>
                    <a:fillRect t="-13000" r="-22973"/>
                  </a:stretch>
                </a:blipFill>
                <a:ln>
                  <a:noFill/>
                </a:ln>
                <a:effectLst/>
                <a:ex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3" name="Rectangle 1166">
              <a:extLst>
                <a:ext uri="{FF2B5EF4-FFF2-40B4-BE49-F238E27FC236}">
                  <a16:creationId xmlns:a16="http://schemas.microsoft.com/office/drawing/2014/main" id="{5CCE8B57-6074-492D-A271-3312E831C5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0" y="348"/>
              <a:ext cx="300" cy="12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Monotype Sorts" pitchFamily="2" charset="2"/>
                <a:buChar char="m"/>
              </a:pPr>
              <a:endPara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74" name="AutoShape 1168">
            <a:extLst>
              <a:ext uri="{FF2B5EF4-FFF2-40B4-BE49-F238E27FC236}">
                <a16:creationId xmlns:a16="http://schemas.microsoft.com/office/drawing/2014/main" id="{F71337D0-B476-4508-A880-4F7342B494C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969668" y="3371912"/>
            <a:ext cx="1771650" cy="3219450"/>
          </a:xfrm>
          <a:prstGeom prst="can">
            <a:avLst>
              <a:gd name="adj" fmla="val 45430"/>
            </a:avLst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Font typeface="Monotype Sorts" pitchFamily="2" charset="2"/>
              <a:buChar char="m"/>
            </a:pPr>
            <a:endParaRPr kumimoji="1" lang="zh-CN" altLang="en-US" sz="28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75" name="Group 1169">
            <a:extLst>
              <a:ext uri="{FF2B5EF4-FFF2-40B4-BE49-F238E27FC236}">
                <a16:creationId xmlns:a16="http://schemas.microsoft.com/office/drawing/2014/main" id="{91796CB6-E781-43DB-B091-49F378DD2DB3}"/>
              </a:ext>
            </a:extLst>
          </p:cNvPr>
          <p:cNvGrpSpPr>
            <a:grpSpLocks/>
          </p:cNvGrpSpPr>
          <p:nvPr/>
        </p:nvGrpSpPr>
        <p:grpSpPr bwMode="auto">
          <a:xfrm>
            <a:off x="4112793" y="4962587"/>
            <a:ext cx="1219200" cy="719138"/>
            <a:chOff x="3756" y="1212"/>
            <a:chExt cx="768" cy="453"/>
          </a:xfrm>
        </p:grpSpPr>
        <p:sp>
          <p:nvSpPr>
            <p:cNvPr id="76" name="Line 1170">
              <a:extLst>
                <a:ext uri="{FF2B5EF4-FFF2-40B4-BE49-F238E27FC236}">
                  <a16:creationId xmlns:a16="http://schemas.microsoft.com/office/drawing/2014/main" id="{A8AB3402-1175-44FF-9CE5-ADE82EB68E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6" y="1212"/>
              <a:ext cx="768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Monotype Sorts" pitchFamily="2" charset="2"/>
                <a:buChar char="m"/>
              </a:pPr>
              <a:endPara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Object 1171">
                  <a:extLst>
                    <a:ext uri="{FF2B5EF4-FFF2-40B4-BE49-F238E27FC236}">
                      <a16:creationId xmlns:a16="http://schemas.microsoft.com/office/drawing/2014/main" id="{628C6E7B-ACCA-462E-8CE1-14529BE2DC8B}"/>
                    </a:ext>
                  </a:extLst>
                </p:cNvPr>
                <p:cNvSpPr txBox="1"/>
                <p:nvPr/>
              </p:nvSpPr>
              <p:spPr bwMode="auto">
                <a:xfrm>
                  <a:off x="4030" y="1225"/>
                  <a:ext cx="351" cy="4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77" name="Object 1171">
                  <a:extLst>
                    <a:ext uri="{FF2B5EF4-FFF2-40B4-BE49-F238E27FC236}">
                      <a16:creationId xmlns:a16="http://schemas.microsoft.com/office/drawing/2014/main" id="{628C6E7B-ACCA-462E-8CE1-14529BE2DC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030" y="1225"/>
                  <a:ext cx="351" cy="44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  <a:effectLst/>
                <a:ex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8" name="Group 1172">
            <a:extLst>
              <a:ext uri="{FF2B5EF4-FFF2-40B4-BE49-F238E27FC236}">
                <a16:creationId xmlns:a16="http://schemas.microsoft.com/office/drawing/2014/main" id="{39EE7D51-6EE7-4331-9537-9DA141F018C9}"/>
              </a:ext>
            </a:extLst>
          </p:cNvPr>
          <p:cNvGrpSpPr>
            <a:grpSpLocks/>
          </p:cNvGrpSpPr>
          <p:nvPr/>
        </p:nvGrpSpPr>
        <p:grpSpPr bwMode="auto">
          <a:xfrm>
            <a:off x="3647657" y="4103750"/>
            <a:ext cx="541337" cy="438150"/>
            <a:chOff x="3805" y="1877"/>
            <a:chExt cx="341" cy="276"/>
          </a:xfrm>
        </p:grpSpPr>
        <p:sp>
          <p:nvSpPr>
            <p:cNvPr id="79" name="Line 1173">
              <a:extLst>
                <a:ext uri="{FF2B5EF4-FFF2-40B4-BE49-F238E27FC236}">
                  <a16:creationId xmlns:a16="http://schemas.microsoft.com/office/drawing/2014/main" id="{9E437392-9527-4D4C-8B14-FFD199D6E75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409920" flipH="1">
              <a:off x="3805" y="1997"/>
              <a:ext cx="227" cy="3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Monotype Sorts" pitchFamily="2" charset="2"/>
                <a:buChar char="m"/>
              </a:pPr>
              <a:endPara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0" name="Oval 1174">
              <a:extLst>
                <a:ext uri="{FF2B5EF4-FFF2-40B4-BE49-F238E27FC236}">
                  <a16:creationId xmlns:a16="http://schemas.microsoft.com/office/drawing/2014/main" id="{545300DE-E9E2-4471-A45B-19BD1A875D7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409920">
              <a:off x="3954" y="1877"/>
              <a:ext cx="192" cy="276"/>
            </a:xfrm>
            <a:prstGeom prst="ellipse">
              <a:avLst/>
            </a:prstGeom>
            <a:gradFill rotWithShape="0">
              <a:gsLst>
                <a:gs pos="0">
                  <a:srgbClr val="DDDDDD">
                    <a:gamma/>
                    <a:shade val="46275"/>
                    <a:invGamma/>
                  </a:srgbClr>
                </a:gs>
                <a:gs pos="50000">
                  <a:srgbClr val="DDDDDD"/>
                </a:gs>
                <a:gs pos="100000">
                  <a:srgbClr val="DDDDDD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 w="190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Monotype Sorts" pitchFamily="2" charset="2"/>
                <a:buChar char="m"/>
              </a:pPr>
              <a:endPara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1" name="Line 1175">
              <a:extLst>
                <a:ext uri="{FF2B5EF4-FFF2-40B4-BE49-F238E27FC236}">
                  <a16:creationId xmlns:a16="http://schemas.microsoft.com/office/drawing/2014/main" id="{FD81296B-64E0-48AE-951A-8CE1F72D931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1190080" flipH="1">
              <a:off x="4141" y="1991"/>
              <a:ext cx="5" cy="7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Monotype Sorts" pitchFamily="2" charset="2"/>
                <a:buChar char="m"/>
              </a:pPr>
              <a:endPara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2" name="Group 1176">
            <a:extLst>
              <a:ext uri="{FF2B5EF4-FFF2-40B4-BE49-F238E27FC236}">
                <a16:creationId xmlns:a16="http://schemas.microsoft.com/office/drawing/2014/main" id="{1CE41A72-B484-4EFE-99D6-F5665EDE3A8F}"/>
              </a:ext>
            </a:extLst>
          </p:cNvPr>
          <p:cNvGrpSpPr>
            <a:grpSpLocks/>
          </p:cNvGrpSpPr>
          <p:nvPr/>
        </p:nvGrpSpPr>
        <p:grpSpPr bwMode="auto">
          <a:xfrm>
            <a:off x="3400007" y="4503800"/>
            <a:ext cx="541337" cy="438150"/>
            <a:chOff x="3805" y="1877"/>
            <a:chExt cx="341" cy="276"/>
          </a:xfrm>
        </p:grpSpPr>
        <p:sp>
          <p:nvSpPr>
            <p:cNvPr id="83" name="Line 1177">
              <a:extLst>
                <a:ext uri="{FF2B5EF4-FFF2-40B4-BE49-F238E27FC236}">
                  <a16:creationId xmlns:a16="http://schemas.microsoft.com/office/drawing/2014/main" id="{A068EFFE-6E94-4FE4-B76B-7161493B5AD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409920" flipH="1">
              <a:off x="3805" y="1997"/>
              <a:ext cx="227" cy="3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Monotype Sorts" pitchFamily="2" charset="2"/>
                <a:buChar char="m"/>
              </a:pPr>
              <a:endPara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4" name="Oval 1178">
              <a:extLst>
                <a:ext uri="{FF2B5EF4-FFF2-40B4-BE49-F238E27FC236}">
                  <a16:creationId xmlns:a16="http://schemas.microsoft.com/office/drawing/2014/main" id="{3314E1C3-69F7-4F5F-A0C4-9A5CFC01C02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409920">
              <a:off x="3954" y="1877"/>
              <a:ext cx="192" cy="276"/>
            </a:xfrm>
            <a:prstGeom prst="ellipse">
              <a:avLst/>
            </a:prstGeom>
            <a:gradFill rotWithShape="0">
              <a:gsLst>
                <a:gs pos="0">
                  <a:srgbClr val="DDDDDD">
                    <a:gamma/>
                    <a:shade val="46275"/>
                    <a:invGamma/>
                  </a:srgbClr>
                </a:gs>
                <a:gs pos="50000">
                  <a:srgbClr val="DDDDDD"/>
                </a:gs>
                <a:gs pos="100000">
                  <a:srgbClr val="DDDDDD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 w="190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Monotype Sorts" pitchFamily="2" charset="2"/>
                <a:buChar char="m"/>
              </a:pPr>
              <a:endPara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5" name="Line 1179">
              <a:extLst>
                <a:ext uri="{FF2B5EF4-FFF2-40B4-BE49-F238E27FC236}">
                  <a16:creationId xmlns:a16="http://schemas.microsoft.com/office/drawing/2014/main" id="{552D352E-B07A-44F2-A434-B14BFC8FC3E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1190080" flipH="1">
              <a:off x="4141" y="1991"/>
              <a:ext cx="5" cy="7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Monotype Sorts" pitchFamily="2" charset="2"/>
                <a:buChar char="m"/>
              </a:pPr>
              <a:endPara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6" name="Group 1180">
            <a:extLst>
              <a:ext uri="{FF2B5EF4-FFF2-40B4-BE49-F238E27FC236}">
                <a16:creationId xmlns:a16="http://schemas.microsoft.com/office/drawing/2014/main" id="{75655DCE-2304-44B6-B3CD-BDEFEA4BAFD3}"/>
              </a:ext>
            </a:extLst>
          </p:cNvPr>
          <p:cNvGrpSpPr>
            <a:grpSpLocks/>
          </p:cNvGrpSpPr>
          <p:nvPr/>
        </p:nvGrpSpPr>
        <p:grpSpPr bwMode="auto">
          <a:xfrm>
            <a:off x="3390482" y="4970525"/>
            <a:ext cx="541337" cy="438150"/>
            <a:chOff x="3805" y="1877"/>
            <a:chExt cx="341" cy="276"/>
          </a:xfrm>
        </p:grpSpPr>
        <p:sp>
          <p:nvSpPr>
            <p:cNvPr id="87" name="Line 1181">
              <a:extLst>
                <a:ext uri="{FF2B5EF4-FFF2-40B4-BE49-F238E27FC236}">
                  <a16:creationId xmlns:a16="http://schemas.microsoft.com/office/drawing/2014/main" id="{3C77F66C-5878-44D0-8993-87251FC4BAC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409920" flipH="1">
              <a:off x="3805" y="1997"/>
              <a:ext cx="227" cy="3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Monotype Sorts" pitchFamily="2" charset="2"/>
                <a:buChar char="m"/>
              </a:pPr>
              <a:endPara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8" name="Oval 1182">
              <a:extLst>
                <a:ext uri="{FF2B5EF4-FFF2-40B4-BE49-F238E27FC236}">
                  <a16:creationId xmlns:a16="http://schemas.microsoft.com/office/drawing/2014/main" id="{72FC16BD-54B5-41F7-BD18-B6B8F08B970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409920">
              <a:off x="3954" y="1877"/>
              <a:ext cx="192" cy="276"/>
            </a:xfrm>
            <a:prstGeom prst="ellipse">
              <a:avLst/>
            </a:prstGeom>
            <a:gradFill rotWithShape="0">
              <a:gsLst>
                <a:gs pos="0">
                  <a:srgbClr val="DDDDDD">
                    <a:gamma/>
                    <a:shade val="46275"/>
                    <a:invGamma/>
                  </a:srgbClr>
                </a:gs>
                <a:gs pos="50000">
                  <a:srgbClr val="DDDDDD"/>
                </a:gs>
                <a:gs pos="100000">
                  <a:srgbClr val="DDDDDD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 w="190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Monotype Sorts" pitchFamily="2" charset="2"/>
                <a:buChar char="m"/>
              </a:pPr>
              <a:endPara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9" name="Line 1183">
              <a:extLst>
                <a:ext uri="{FF2B5EF4-FFF2-40B4-BE49-F238E27FC236}">
                  <a16:creationId xmlns:a16="http://schemas.microsoft.com/office/drawing/2014/main" id="{391CB6D1-369D-4275-9817-FAD179C8037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1190080" flipH="1">
              <a:off x="4141" y="1991"/>
              <a:ext cx="5" cy="7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Monotype Sorts" pitchFamily="2" charset="2"/>
                <a:buChar char="m"/>
              </a:pPr>
              <a:endPara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0" name="Group 1184">
            <a:extLst>
              <a:ext uri="{FF2B5EF4-FFF2-40B4-BE49-F238E27FC236}">
                <a16:creationId xmlns:a16="http://schemas.microsoft.com/office/drawing/2014/main" id="{D01EC614-9B98-454A-A1A0-829CC83081D2}"/>
              </a:ext>
            </a:extLst>
          </p:cNvPr>
          <p:cNvGrpSpPr>
            <a:grpSpLocks/>
          </p:cNvGrpSpPr>
          <p:nvPr/>
        </p:nvGrpSpPr>
        <p:grpSpPr bwMode="auto">
          <a:xfrm>
            <a:off x="3619082" y="5408675"/>
            <a:ext cx="541337" cy="438150"/>
            <a:chOff x="3805" y="1877"/>
            <a:chExt cx="341" cy="276"/>
          </a:xfrm>
        </p:grpSpPr>
        <p:sp>
          <p:nvSpPr>
            <p:cNvPr id="91" name="Line 1185">
              <a:extLst>
                <a:ext uri="{FF2B5EF4-FFF2-40B4-BE49-F238E27FC236}">
                  <a16:creationId xmlns:a16="http://schemas.microsoft.com/office/drawing/2014/main" id="{FCF04104-AECC-4152-A095-E557A916A3A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409920" flipH="1">
              <a:off x="3805" y="1997"/>
              <a:ext cx="227" cy="3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Monotype Sorts" pitchFamily="2" charset="2"/>
                <a:buChar char="m"/>
              </a:pPr>
              <a:endPara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2" name="Oval 1186">
              <a:extLst>
                <a:ext uri="{FF2B5EF4-FFF2-40B4-BE49-F238E27FC236}">
                  <a16:creationId xmlns:a16="http://schemas.microsoft.com/office/drawing/2014/main" id="{BC16B128-8792-43BD-B890-A7AC4F3FF86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409920">
              <a:off x="3954" y="1877"/>
              <a:ext cx="192" cy="276"/>
            </a:xfrm>
            <a:prstGeom prst="ellipse">
              <a:avLst/>
            </a:prstGeom>
            <a:gradFill rotWithShape="0">
              <a:gsLst>
                <a:gs pos="0">
                  <a:srgbClr val="DDDDDD">
                    <a:gamma/>
                    <a:shade val="46275"/>
                    <a:invGamma/>
                  </a:srgbClr>
                </a:gs>
                <a:gs pos="50000">
                  <a:srgbClr val="DDDDDD"/>
                </a:gs>
                <a:gs pos="100000">
                  <a:srgbClr val="DDDDDD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 w="190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Monotype Sorts" pitchFamily="2" charset="2"/>
                <a:buChar char="m"/>
              </a:pPr>
              <a:endPara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3" name="Line 1187">
              <a:extLst>
                <a:ext uri="{FF2B5EF4-FFF2-40B4-BE49-F238E27FC236}">
                  <a16:creationId xmlns:a16="http://schemas.microsoft.com/office/drawing/2014/main" id="{3631D65A-5262-4A8C-AD5E-2623AB03FC8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1190080" flipH="1">
              <a:off x="4141" y="1991"/>
              <a:ext cx="5" cy="7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Monotype Sorts" pitchFamily="2" charset="2"/>
                <a:buChar char="m"/>
              </a:pPr>
              <a:endPara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4" name="Group 1188">
            <a:extLst>
              <a:ext uri="{FF2B5EF4-FFF2-40B4-BE49-F238E27FC236}">
                <a16:creationId xmlns:a16="http://schemas.microsoft.com/office/drawing/2014/main" id="{7CD9C673-0F9F-42E6-920A-82630C04BB87}"/>
              </a:ext>
            </a:extLst>
          </p:cNvPr>
          <p:cNvGrpSpPr>
            <a:grpSpLocks/>
          </p:cNvGrpSpPr>
          <p:nvPr/>
        </p:nvGrpSpPr>
        <p:grpSpPr bwMode="auto">
          <a:xfrm>
            <a:off x="3866732" y="4475225"/>
            <a:ext cx="541337" cy="438150"/>
            <a:chOff x="3805" y="1877"/>
            <a:chExt cx="341" cy="276"/>
          </a:xfrm>
        </p:grpSpPr>
        <p:sp>
          <p:nvSpPr>
            <p:cNvPr id="95" name="Line 1189">
              <a:extLst>
                <a:ext uri="{FF2B5EF4-FFF2-40B4-BE49-F238E27FC236}">
                  <a16:creationId xmlns:a16="http://schemas.microsoft.com/office/drawing/2014/main" id="{015B561C-90C8-4133-99CC-5E389D09543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409920" flipH="1">
              <a:off x="3805" y="1997"/>
              <a:ext cx="227" cy="3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Monotype Sorts" pitchFamily="2" charset="2"/>
                <a:buChar char="m"/>
              </a:pPr>
              <a:endPara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6" name="Oval 1190">
              <a:extLst>
                <a:ext uri="{FF2B5EF4-FFF2-40B4-BE49-F238E27FC236}">
                  <a16:creationId xmlns:a16="http://schemas.microsoft.com/office/drawing/2014/main" id="{4786F062-3E7E-4E61-A96C-28BA2079BA8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409920">
              <a:off x="3954" y="1877"/>
              <a:ext cx="192" cy="276"/>
            </a:xfrm>
            <a:prstGeom prst="ellipse">
              <a:avLst/>
            </a:prstGeom>
            <a:gradFill rotWithShape="0">
              <a:gsLst>
                <a:gs pos="0">
                  <a:srgbClr val="DDDDDD">
                    <a:gamma/>
                    <a:shade val="46275"/>
                    <a:invGamma/>
                  </a:srgbClr>
                </a:gs>
                <a:gs pos="50000">
                  <a:srgbClr val="DDDDDD"/>
                </a:gs>
                <a:gs pos="100000">
                  <a:srgbClr val="DDDDDD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 w="190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Monotype Sorts" pitchFamily="2" charset="2"/>
                <a:buChar char="m"/>
              </a:pPr>
              <a:endPara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7" name="Line 1191">
              <a:extLst>
                <a:ext uri="{FF2B5EF4-FFF2-40B4-BE49-F238E27FC236}">
                  <a16:creationId xmlns:a16="http://schemas.microsoft.com/office/drawing/2014/main" id="{6B1A1F13-3950-44BB-BFBF-6FA6315C70B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1190080" flipH="1">
              <a:off x="4141" y="1991"/>
              <a:ext cx="5" cy="7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Monotype Sorts" pitchFamily="2" charset="2"/>
                <a:buChar char="m"/>
              </a:pPr>
              <a:endPara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8" name="Group 1192">
            <a:extLst>
              <a:ext uri="{FF2B5EF4-FFF2-40B4-BE49-F238E27FC236}">
                <a16:creationId xmlns:a16="http://schemas.microsoft.com/office/drawing/2014/main" id="{F0444879-9B74-412B-B959-6AEF167404A3}"/>
              </a:ext>
            </a:extLst>
          </p:cNvPr>
          <p:cNvGrpSpPr>
            <a:grpSpLocks/>
          </p:cNvGrpSpPr>
          <p:nvPr/>
        </p:nvGrpSpPr>
        <p:grpSpPr bwMode="auto">
          <a:xfrm>
            <a:off x="3876257" y="5018150"/>
            <a:ext cx="541337" cy="438150"/>
            <a:chOff x="3805" y="1877"/>
            <a:chExt cx="341" cy="276"/>
          </a:xfrm>
        </p:grpSpPr>
        <p:sp>
          <p:nvSpPr>
            <p:cNvPr id="99" name="Line 1193">
              <a:extLst>
                <a:ext uri="{FF2B5EF4-FFF2-40B4-BE49-F238E27FC236}">
                  <a16:creationId xmlns:a16="http://schemas.microsoft.com/office/drawing/2014/main" id="{FAD52A91-1927-47EA-BC29-B0FB44F0318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409920" flipH="1">
              <a:off x="3805" y="1997"/>
              <a:ext cx="227" cy="3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Monotype Sorts" pitchFamily="2" charset="2"/>
                <a:buChar char="m"/>
              </a:pPr>
              <a:endPara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00" name="Oval 1194">
              <a:extLst>
                <a:ext uri="{FF2B5EF4-FFF2-40B4-BE49-F238E27FC236}">
                  <a16:creationId xmlns:a16="http://schemas.microsoft.com/office/drawing/2014/main" id="{1CC75156-8594-4DA8-B353-09679C7AA93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409920">
              <a:off x="3954" y="1877"/>
              <a:ext cx="192" cy="276"/>
            </a:xfrm>
            <a:prstGeom prst="ellipse">
              <a:avLst/>
            </a:prstGeom>
            <a:gradFill rotWithShape="0">
              <a:gsLst>
                <a:gs pos="0">
                  <a:srgbClr val="DDDDDD">
                    <a:gamma/>
                    <a:shade val="46275"/>
                    <a:invGamma/>
                  </a:srgbClr>
                </a:gs>
                <a:gs pos="50000">
                  <a:srgbClr val="DDDDDD"/>
                </a:gs>
                <a:gs pos="100000">
                  <a:srgbClr val="DDDDDD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 w="190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Monotype Sorts" pitchFamily="2" charset="2"/>
                <a:buChar char="m"/>
              </a:pPr>
              <a:endPara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01" name="Line 1195">
              <a:extLst>
                <a:ext uri="{FF2B5EF4-FFF2-40B4-BE49-F238E27FC236}">
                  <a16:creationId xmlns:a16="http://schemas.microsoft.com/office/drawing/2014/main" id="{82938C3B-2294-4022-8280-74A290183DA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1190080" flipH="1">
              <a:off x="4141" y="1991"/>
              <a:ext cx="5" cy="7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Monotype Sorts" pitchFamily="2" charset="2"/>
                <a:buChar char="m"/>
              </a:pPr>
              <a:endPara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2" name="Group 1196">
            <a:extLst>
              <a:ext uri="{FF2B5EF4-FFF2-40B4-BE49-F238E27FC236}">
                <a16:creationId xmlns:a16="http://schemas.microsoft.com/office/drawing/2014/main" id="{08682A28-178C-4BE9-BE04-1DAC770D9114}"/>
              </a:ext>
            </a:extLst>
          </p:cNvPr>
          <p:cNvGrpSpPr>
            <a:grpSpLocks/>
          </p:cNvGrpSpPr>
          <p:nvPr/>
        </p:nvGrpSpPr>
        <p:grpSpPr bwMode="auto">
          <a:xfrm>
            <a:off x="5441531" y="4981637"/>
            <a:ext cx="950912" cy="522288"/>
            <a:chOff x="4761" y="2880"/>
            <a:chExt cx="599" cy="3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Object 1197">
                  <a:extLst>
                    <a:ext uri="{FF2B5EF4-FFF2-40B4-BE49-F238E27FC236}">
                      <a16:creationId xmlns:a16="http://schemas.microsoft.com/office/drawing/2014/main" id="{37F61D8A-D076-4DC7-ADE3-4731BD890B48}"/>
                    </a:ext>
                  </a:extLst>
                </p:cNvPr>
                <p:cNvSpPr txBox="1"/>
                <p:nvPr/>
              </p:nvSpPr>
              <p:spPr bwMode="auto">
                <a:xfrm>
                  <a:off x="4761" y="2882"/>
                  <a:ext cx="599" cy="32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acc>
                          <m:accPr>
                            <m:chr m:val="⃗"/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103" name="Object 1197">
                  <a:extLst>
                    <a:ext uri="{FF2B5EF4-FFF2-40B4-BE49-F238E27FC236}">
                      <a16:creationId xmlns:a16="http://schemas.microsoft.com/office/drawing/2014/main" id="{37F61D8A-D076-4DC7-ADE3-4731BD890B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761" y="2882"/>
                  <a:ext cx="599" cy="32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ffectLst/>
                <a:ex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4" name="Line 1198">
              <a:extLst>
                <a:ext uri="{FF2B5EF4-FFF2-40B4-BE49-F238E27FC236}">
                  <a16:creationId xmlns:a16="http://schemas.microsoft.com/office/drawing/2014/main" id="{ACEB626A-2792-4CD7-B9A9-47FBB71F11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00" y="2880"/>
              <a:ext cx="228" cy="0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Monotype Sorts" pitchFamily="2" charset="2"/>
                <a:buChar char="m"/>
              </a:pPr>
              <a:endPara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07" name="文本框 106">
            <a:extLst>
              <a:ext uri="{FF2B5EF4-FFF2-40B4-BE49-F238E27FC236}">
                <a16:creationId xmlns:a16="http://schemas.microsoft.com/office/drawing/2014/main" id="{C80F4D0A-335C-4DC6-A181-18244B16396C}"/>
              </a:ext>
            </a:extLst>
          </p:cNvPr>
          <p:cNvSpPr txBox="1"/>
          <p:nvPr/>
        </p:nvSpPr>
        <p:spPr>
          <a:xfrm>
            <a:off x="594032" y="563683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/>
                <a:cs typeface="+mj-cs"/>
              </a:rPr>
              <a:t>磁介质的磁化</a:t>
            </a:r>
            <a:endParaRPr lang="zh-CN" altLang="en-US" sz="3200" b="1" dirty="0">
              <a:solidFill>
                <a:srgbClr val="0066FF"/>
              </a:solidFill>
            </a:endParaRPr>
          </a:p>
        </p:txBody>
      </p:sp>
      <p:sp>
        <p:nvSpPr>
          <p:cNvPr id="108" name="Rectangle 14">
            <a:extLst>
              <a:ext uri="{FF2B5EF4-FFF2-40B4-BE49-F238E27FC236}">
                <a16:creationId xmlns:a16="http://schemas.microsoft.com/office/drawing/2014/main" id="{E530211C-70DB-4DE3-80CC-FF0109562D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5768" y="1233355"/>
            <a:ext cx="544426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>
                <a:solidFill>
                  <a:srgbClr val="FF0000"/>
                </a:solidFill>
                <a:ea typeface="华文楷体" panose="02010600040101010101" pitchFamily="2" charset="-122"/>
              </a:rPr>
              <a:t>- </a:t>
            </a:r>
            <a:r>
              <a:rPr lang="zh-CN" altLang="en-US" sz="2800" dirty="0">
                <a:solidFill>
                  <a:srgbClr val="FF0000"/>
                </a:solidFill>
                <a:ea typeface="华文楷体" panose="02010600040101010101" pitchFamily="2" charset="-122"/>
              </a:rPr>
              <a:t>抗磁介质</a:t>
            </a:r>
          </a:p>
        </p:txBody>
      </p:sp>
    </p:spTree>
    <p:extLst>
      <p:ext uri="{BB962C8B-B14F-4D97-AF65-F5344CB8AC3E}">
        <p14:creationId xmlns:p14="http://schemas.microsoft.com/office/powerpoint/2010/main" val="2931615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utoUpdateAnimBg="0"/>
      <p:bldP spid="7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16" r="36039"/>
          <a:stretch/>
        </p:blipFill>
        <p:spPr>
          <a:xfrm rot="10800000">
            <a:off x="5240696" y="811061"/>
            <a:ext cx="2933700" cy="5235875"/>
          </a:xfrm>
          <a:prstGeom prst="rect">
            <a:avLst/>
          </a:prstGeom>
        </p:spPr>
      </p:pic>
      <p:pic>
        <p:nvPicPr>
          <p:cNvPr id="29698" name="Picture 2">
            <a:extLst>
              <a:ext uri="{FF2B5EF4-FFF2-40B4-BE49-F238E27FC236}">
                <a16:creationId xmlns:a16="http://schemas.microsoft.com/office/drawing/2014/main" id="{B80A162E-CC14-4F87-BF8A-83F03A1F1BAA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562" y="1189093"/>
            <a:ext cx="4108450" cy="4108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6CF2C65-71E6-412E-B548-9E075CB0333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88"/>
          <a:stretch/>
        </p:blipFill>
        <p:spPr>
          <a:xfrm rot="10800000">
            <a:off x="760679" y="856070"/>
            <a:ext cx="3158178" cy="523587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2BF7467-CB46-4C87-BFE0-745235F69D7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68277"/>
          <a:stretch/>
        </p:blipFill>
        <p:spPr>
          <a:xfrm rot="10800000">
            <a:off x="8787171" y="811061"/>
            <a:ext cx="2774408" cy="523587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D396135-60B5-A8EF-984B-CF67C58E02E6}"/>
              </a:ext>
            </a:extLst>
          </p:cNvPr>
          <p:cNvSpPr txBox="1"/>
          <p:nvPr/>
        </p:nvSpPr>
        <p:spPr>
          <a:xfrm>
            <a:off x="594032" y="563683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/>
                <a:cs typeface="+mj-cs"/>
              </a:rPr>
              <a:t>感生磁矩</a:t>
            </a:r>
          </a:p>
        </p:txBody>
      </p:sp>
      <p:sp>
        <p:nvSpPr>
          <p:cNvPr id="4" name="Rectangle 73">
            <a:extLst>
              <a:ext uri="{FF2B5EF4-FFF2-40B4-BE49-F238E27FC236}">
                <a16:creationId xmlns:a16="http://schemas.microsoft.com/office/drawing/2014/main" id="{CACD8FA9-0B35-178D-BCDB-433270B76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2725" y="6091945"/>
            <a:ext cx="682797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Monotype Sorts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感生磁矩的方向总和外加磁场方向相反</a:t>
            </a:r>
          </a:p>
        </p:txBody>
      </p:sp>
      <p:sp>
        <p:nvSpPr>
          <p:cNvPr id="5" name="Text Box 7">
            <a:extLst>
              <a:ext uri="{FF2B5EF4-FFF2-40B4-BE49-F238E27FC236}">
                <a16:creationId xmlns:a16="http://schemas.microsoft.com/office/drawing/2014/main" id="{B64A9EF0-FA3B-D65F-8652-DF86AF5625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31" y="6196624"/>
            <a:ext cx="432795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  <a:buFont typeface="Monotype Sorts" pitchFamily="2" charset="2"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顺磁介质也有抗磁性</a:t>
            </a:r>
          </a:p>
        </p:txBody>
      </p:sp>
    </p:spTree>
    <p:extLst>
      <p:ext uri="{BB962C8B-B14F-4D97-AF65-F5344CB8AC3E}">
        <p14:creationId xmlns:p14="http://schemas.microsoft.com/office/powerpoint/2010/main" val="1709970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44197ADF-3687-4FB8-BE28-3D6F31E01C4B}"/>
              </a:ext>
            </a:extLst>
          </p:cNvPr>
          <p:cNvSpPr txBox="1"/>
          <p:nvPr/>
        </p:nvSpPr>
        <p:spPr>
          <a:xfrm>
            <a:off x="889000" y="593180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/>
                <a:cs typeface="+mj-cs"/>
              </a:rPr>
              <a:t>磁介质的磁化</a:t>
            </a:r>
            <a:endParaRPr lang="zh-CN" altLang="en-US" sz="3200" b="1" dirty="0">
              <a:solidFill>
                <a:srgbClr val="0066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12DBBD81-769D-44B4-A60F-4A0E3919FF04}"/>
                  </a:ext>
                </a:extLst>
              </p:cNvPr>
              <p:cNvSpPr txBox="1"/>
              <p:nvPr/>
            </p:nvSpPr>
            <p:spPr>
              <a:xfrm>
                <a:off x="1529871" y="2923990"/>
                <a:ext cx="6096000" cy="10100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kumimoji="1" lang="zh-CN" altLang="en-US" sz="280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zh-CN" sz="2800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</m:acc>
                      <m:r>
                        <a:rPr kumimoji="1" lang="en-US" altLang="zh-CN" sz="2800" i="1" ker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800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kumimoji="1" lang="en-US" altLang="zh-CN" sz="2800" i="1" ker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kumimoji="1" lang="en-US" altLang="zh-CN" sz="2800" i="1" ker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kumimoji="1" lang="en-US" altLang="zh-CN" sz="2800" i="1" ker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1" lang="en-US" altLang="zh-CN" sz="2800" i="1" ker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𝒎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kumimoji="1" lang="zh-CN" altLang="en-US" sz="2800" i="1" ker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分子</m:t>
                                  </m:r>
                                </m:sub>
                              </m:sSub>
                            </m:e>
                          </m:nary>
                          <m:r>
                            <a:rPr kumimoji="1" lang="en-US" altLang="zh-CN" sz="2800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kumimoji="1" lang="en-US" altLang="zh-CN" sz="2800" i="1" ker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kumimoji="1" lang="en-US" altLang="zh-CN" sz="2800" i="1" ker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i="1" ker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∆</m:t>
                                  </m:r>
                                  <m:acc>
                                    <m:accPr>
                                      <m:chr m:val="⃗"/>
                                      <m:ctrlPr>
                                        <a:rPr kumimoji="1" lang="en-US" altLang="zh-CN" sz="2800" i="1" ker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1" lang="en-US" altLang="zh-CN" sz="2800" i="1" ker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𝒎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kumimoji="1" lang="zh-CN" altLang="en-US" sz="2800" i="1" ker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分子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>
                            <a:rPr kumimoji="1" lang="en-US" altLang="zh-CN" sz="2800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kumimoji="1" lang="en-US" altLang="zh-CN" sz="2800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12DBBD81-769D-44B4-A60F-4A0E3919FF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9871" y="2923990"/>
                <a:ext cx="6096000" cy="10100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本框 13">
            <a:extLst>
              <a:ext uri="{FF2B5EF4-FFF2-40B4-BE49-F238E27FC236}">
                <a16:creationId xmlns:a16="http://schemas.microsoft.com/office/drawing/2014/main" id="{775EE29D-DD60-4147-9BEC-C6C0CB50FE30}"/>
              </a:ext>
            </a:extLst>
          </p:cNvPr>
          <p:cNvSpPr txBox="1"/>
          <p:nvPr/>
        </p:nvSpPr>
        <p:spPr>
          <a:xfrm>
            <a:off x="1333500" y="1308396"/>
            <a:ext cx="9002172" cy="612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fontAlgn="base">
              <a:lnSpc>
                <a:spcPct val="13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-"/>
              <a:defRPr/>
            </a:pPr>
            <a:r>
              <a:rPr kumimoji="1" lang="zh-CN" altLang="en-US" sz="2800" kern="0" dirty="0">
                <a:solidFill>
                  <a:schemeClr val="tx1"/>
                </a:solidFill>
                <a:latin typeface="华文楷体" panose="02010600040101010101" pitchFamily="2" charset="-122"/>
              </a:rPr>
              <a:t>磁化强度：</a:t>
            </a:r>
            <a:endParaRPr kumimoji="1" lang="en-US" altLang="zh-CN" sz="2800" kern="0" dirty="0">
              <a:solidFill>
                <a:schemeClr val="tx1"/>
              </a:solidFill>
              <a:latin typeface="华文楷体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3856E7FB-E9F8-4A62-8F69-DEC829C5B475}"/>
                  </a:ext>
                </a:extLst>
              </p:cNvPr>
              <p:cNvSpPr txBox="1"/>
              <p:nvPr/>
            </p:nvSpPr>
            <p:spPr>
              <a:xfrm>
                <a:off x="6743596" y="2987661"/>
                <a:ext cx="971550" cy="9463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0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800" i="1" ker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kumimoji="1" lang="en-US" altLang="zh-CN" sz="2800" i="1" ker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kumimoji="1" lang="en-US" altLang="zh-CN" sz="2800" i="1" ker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kumimoji="1" lang="en-US" altLang="zh-CN" sz="2800" i="1" ker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1" lang="en-US" altLang="zh-CN" sz="2800" i="1" kern="0">
                                          <a:latin typeface="Cambria Math" panose="02040503050406030204" pitchFamily="18" charset="0"/>
                                        </a:rPr>
                                        <m:t>𝒎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kumimoji="1" lang="en-US" altLang="zh-CN" sz="2800" b="0" i="1" kern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>
                            <a:rPr kumimoji="1" lang="en-US" altLang="zh-CN" sz="2800" i="1" ker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kumimoji="1" lang="en-US" altLang="zh-CN" sz="2800" i="1" ker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3856E7FB-E9F8-4A62-8F69-DEC829C5B4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3596" y="2987661"/>
                <a:ext cx="971550" cy="946349"/>
              </a:xfrm>
              <a:prstGeom prst="rect">
                <a:avLst/>
              </a:prstGeom>
              <a:blipFill>
                <a:blip r:embed="rId3"/>
                <a:stretch>
                  <a:fillRect r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文本框 118">
                <a:extLst>
                  <a:ext uri="{FF2B5EF4-FFF2-40B4-BE49-F238E27FC236}">
                    <a16:creationId xmlns:a16="http://schemas.microsoft.com/office/drawing/2014/main" id="{D701DBD0-ADF9-403E-88FB-5685C76F6E76}"/>
                  </a:ext>
                </a:extLst>
              </p:cNvPr>
              <p:cNvSpPr txBox="1"/>
              <p:nvPr/>
            </p:nvSpPr>
            <p:spPr>
              <a:xfrm>
                <a:off x="1320833" y="1987119"/>
                <a:ext cx="9379974" cy="6101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fontAlgn="base">
                  <a:lnSpc>
                    <a:spcPct val="13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defRPr/>
                </a:pPr>
                <a:r>
                  <a:rPr kumimoji="1" lang="zh-CN" altLang="en-US" sz="2800" kern="0" dirty="0">
                    <a:solidFill>
                      <a:schemeClr val="tx1"/>
                    </a:solidFill>
                    <a:latin typeface="华文楷体" panose="02010600040101010101" pitchFamily="2" charset="-122"/>
                  </a:rPr>
                  <a:t> 磁化介质内，单位体积内分子磁矩的矢量和。单位：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kumimoji="1" lang="zh-CN" altLang="en-US" sz="28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sz="2800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𝐀</m:t>
                        </m:r>
                      </m:num>
                      <m:den>
                        <m:r>
                          <a:rPr kumimoji="1" lang="en-US" altLang="zh-CN" sz="2800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𝐦</m:t>
                        </m:r>
                      </m:den>
                    </m:f>
                  </m:oMath>
                </a14:m>
                <a:endParaRPr kumimoji="1" lang="en-US" altLang="zh-CN" sz="2800" kern="0" dirty="0">
                  <a:solidFill>
                    <a:schemeClr val="tx1"/>
                  </a:solidFill>
                  <a:latin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19" name="文本框 118">
                <a:extLst>
                  <a:ext uri="{FF2B5EF4-FFF2-40B4-BE49-F238E27FC236}">
                    <a16:creationId xmlns:a16="http://schemas.microsoft.com/office/drawing/2014/main" id="{D701DBD0-ADF9-403E-88FB-5685C76F6E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0833" y="1987119"/>
                <a:ext cx="9379974" cy="610103"/>
              </a:xfrm>
              <a:prstGeom prst="rect">
                <a:avLst/>
              </a:prstGeom>
              <a:blipFill>
                <a:blip r:embed="rId6"/>
                <a:stretch>
                  <a:fillRect l="-390" b="-27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0" name="Text Box 24">
            <a:extLst>
              <a:ext uri="{FF2B5EF4-FFF2-40B4-BE49-F238E27FC236}">
                <a16:creationId xmlns:a16="http://schemas.microsoft.com/office/drawing/2014/main" id="{10F2EDFF-CDE0-4861-AF53-848233BBD351}"/>
              </a:ext>
            </a:extLst>
          </p:cNvPr>
          <p:cNvSpPr txBox="1"/>
          <p:nvPr/>
        </p:nvSpPr>
        <p:spPr>
          <a:xfrm>
            <a:off x="1320833" y="4344217"/>
            <a:ext cx="8617485" cy="9461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-  </a:t>
            </a:r>
            <a:r>
              <a:rPr lang="en-US" altLang="zh-CN" sz="2800" i="1" dirty="0">
                <a:solidFill>
                  <a:schemeClr val="tx1"/>
                </a:solidFill>
                <a:sym typeface="Symbol" panose="05050102010706020507" pitchFamily="18" charset="2"/>
              </a:rPr>
              <a:t>V </a:t>
            </a:r>
            <a:r>
              <a:rPr lang="zh-CN" altLang="en-US" sz="2800" dirty="0">
                <a:solidFill>
                  <a:schemeClr val="tx1"/>
                </a:solidFill>
                <a:sym typeface="Symbol" panose="05050102010706020507" pitchFamily="18" charset="2"/>
              </a:rPr>
              <a:t>表示物体小体积微元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zh-CN" altLang="en-US" sz="2800" dirty="0">
                <a:solidFill>
                  <a:schemeClr val="tx1"/>
                </a:solidFill>
                <a:sym typeface="Symbol" panose="05050102010706020507" pitchFamily="18" charset="2"/>
              </a:rPr>
              <a:t>它在宏观上小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zh-CN" altLang="en-US" sz="2800" dirty="0">
                <a:solidFill>
                  <a:schemeClr val="tx1"/>
                </a:solidFill>
                <a:sym typeface="Symbol" panose="05050102010706020507" pitchFamily="18" charset="2"/>
              </a:rPr>
              <a:t>但其中仍包含大量的磁介质分子</a:t>
            </a:r>
            <a:r>
              <a:rPr lang="zh-CN" altLang="en-US" sz="2800" dirty="0">
                <a:sym typeface="Symbol" panose="05050102010706020507" pitchFamily="18" charset="2"/>
              </a:rPr>
              <a:t>。</a:t>
            </a:r>
            <a:endParaRPr lang="en-US" altLang="zh-CN" sz="2800" dirty="0">
              <a:solidFill>
                <a:schemeClr val="tx1"/>
              </a:solidFill>
            </a:endParaRPr>
          </a:p>
        </p:txBody>
      </p:sp>
      <p:grpSp>
        <p:nvGrpSpPr>
          <p:cNvPr id="121" name="Group 25">
            <a:extLst>
              <a:ext uri="{FF2B5EF4-FFF2-40B4-BE49-F238E27FC236}">
                <a16:creationId xmlns:a16="http://schemas.microsoft.com/office/drawing/2014/main" id="{9F0D000D-67FE-4CF0-9C6D-265B7A4F9DC4}"/>
              </a:ext>
            </a:extLst>
          </p:cNvPr>
          <p:cNvGrpSpPr/>
          <p:nvPr/>
        </p:nvGrpSpPr>
        <p:grpSpPr>
          <a:xfrm>
            <a:off x="1344509" y="5596504"/>
            <a:ext cx="6370637" cy="519112"/>
            <a:chOff x="1162" y="3475"/>
            <a:chExt cx="4013" cy="327"/>
          </a:xfrm>
        </p:grpSpPr>
        <p:sp>
          <p:nvSpPr>
            <p:cNvPr id="122" name="Text Box 26">
              <a:extLst>
                <a:ext uri="{FF2B5EF4-FFF2-40B4-BE49-F238E27FC236}">
                  <a16:creationId xmlns:a16="http://schemas.microsoft.com/office/drawing/2014/main" id="{FA6C4269-23D8-4CDF-AE55-7B020944EDC7}"/>
                </a:ext>
              </a:extLst>
            </p:cNvPr>
            <p:cNvSpPr txBox="1"/>
            <p:nvPr/>
          </p:nvSpPr>
          <p:spPr>
            <a:xfrm>
              <a:off x="1162" y="3475"/>
              <a:ext cx="401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dirty="0">
                  <a:solidFill>
                    <a:schemeClr val="tx1"/>
                  </a:solidFill>
                </a:rPr>
                <a:t>-  </a:t>
              </a:r>
              <a:r>
                <a:rPr lang="zh-CN" altLang="en-US" sz="2800" dirty="0">
                  <a:solidFill>
                    <a:schemeClr val="tx1"/>
                  </a:solidFill>
                </a:rPr>
                <a:t>磁介质中各处</a:t>
              </a:r>
              <a:r>
                <a:rPr lang="en-US" altLang="zh-CN" sz="2800" i="1" dirty="0">
                  <a:solidFill>
                    <a:schemeClr val="tx1"/>
                  </a:solidFill>
                </a:rPr>
                <a:t>M </a:t>
              </a:r>
              <a:r>
                <a:rPr lang="zh-CN" altLang="en-US" sz="2800" dirty="0">
                  <a:solidFill>
                    <a:schemeClr val="tx1"/>
                  </a:solidFill>
                </a:rPr>
                <a:t>相同</a:t>
              </a:r>
              <a:r>
                <a:rPr lang="en-US" altLang="zh-CN" sz="2800" dirty="0">
                  <a:solidFill>
                    <a:schemeClr val="tx1"/>
                  </a:solidFill>
                </a:rPr>
                <a:t>,</a:t>
              </a:r>
              <a:r>
                <a:rPr lang="zh-CN" altLang="en-US" sz="2800" dirty="0">
                  <a:solidFill>
                    <a:schemeClr val="tx1"/>
                  </a:solidFill>
                </a:rPr>
                <a:t>称为均匀磁化</a:t>
              </a:r>
              <a:r>
                <a:rPr lang="zh-CN" altLang="en-US" sz="2800" dirty="0"/>
                <a:t>。</a:t>
              </a:r>
              <a:endParaRPr lang="en-US" altLang="zh-CN" sz="2800" dirty="0">
                <a:solidFill>
                  <a:schemeClr val="tx1"/>
                </a:solidFill>
              </a:endParaRPr>
            </a:p>
          </p:txBody>
        </p:sp>
        <p:sp>
          <p:nvSpPr>
            <p:cNvPr id="123" name="Line 27">
              <a:extLst>
                <a:ext uri="{FF2B5EF4-FFF2-40B4-BE49-F238E27FC236}">
                  <a16:creationId xmlns:a16="http://schemas.microsoft.com/office/drawing/2014/main" id="{D9DE558B-0538-4691-86C6-8C2F9C7124AF}"/>
                </a:ext>
              </a:extLst>
            </p:cNvPr>
            <p:cNvSpPr/>
            <p:nvPr/>
          </p:nvSpPr>
          <p:spPr>
            <a:xfrm>
              <a:off x="2786" y="3532"/>
              <a:ext cx="17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</p:spTree>
    <p:extLst>
      <p:ext uri="{BB962C8B-B14F-4D97-AF65-F5344CB8AC3E}">
        <p14:creationId xmlns:p14="http://schemas.microsoft.com/office/powerpoint/2010/main" val="336157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6" grpId="0"/>
      <p:bldP spid="119" grpId="0"/>
      <p:bldP spid="120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大学物理">
      <a:majorFont>
        <a:latin typeface="Times New Roman"/>
        <a:ea typeface="华文楷体"/>
        <a:cs typeface=""/>
      </a:majorFont>
      <a:minorFont>
        <a:latin typeface="Times New Roman"/>
        <a:ea typeface="华文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2913</TotalTime>
  <Words>1667</Words>
  <Application>Microsoft Office PowerPoint</Application>
  <PresentationFormat>宽屏</PresentationFormat>
  <Paragraphs>337</Paragraphs>
  <Slides>31</Slides>
  <Notes>2</Notes>
  <HiddenSlides>0</HiddenSlides>
  <MMClips>1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31</vt:i4>
      </vt:variant>
    </vt:vector>
  </HeadingPairs>
  <TitlesOfParts>
    <vt:vector size="43" baseType="lpstr">
      <vt:lpstr>Helvetica Neue</vt:lpstr>
      <vt:lpstr>Monotype Sorts</vt:lpstr>
      <vt:lpstr>华文楷体</vt:lpstr>
      <vt:lpstr>Arial</vt:lpstr>
      <vt:lpstr>Calibri</vt:lpstr>
      <vt:lpstr>Cambria Math</vt:lpstr>
      <vt:lpstr>Times New Roman</vt:lpstr>
      <vt:lpstr>Wingdings</vt:lpstr>
      <vt:lpstr>Office 主题​​</vt:lpstr>
      <vt:lpstr>公式</vt:lpstr>
      <vt:lpstr>Equation.3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Jingcheng  Li</dc:creator>
  <cp:lastModifiedBy>li</cp:lastModifiedBy>
  <cp:revision>63</cp:revision>
  <dcterms:created xsi:type="dcterms:W3CDTF">2021-11-10T02:13:51Z</dcterms:created>
  <dcterms:modified xsi:type="dcterms:W3CDTF">2024-04-30T04:40:09Z</dcterms:modified>
</cp:coreProperties>
</file>