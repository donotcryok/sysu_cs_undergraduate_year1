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81" r:id="rId4"/>
    <p:sldMasterId id="2147483702" r:id="rId5"/>
  </p:sldMasterIdLst>
  <p:notesMasterIdLst>
    <p:notesMasterId r:id="rId9"/>
  </p:notesMasterIdLst>
  <p:sldIdLst>
    <p:sldId id="256" r:id="rId6"/>
    <p:sldId id="282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8" r:id="rId19"/>
    <p:sldId id="291" r:id="rId20"/>
    <p:sldId id="269" r:id="rId21"/>
    <p:sldId id="271" r:id="rId22"/>
    <p:sldId id="272" r:id="rId23"/>
    <p:sldId id="276" r:id="rId24"/>
    <p:sldId id="277" r:id="rId25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0ABA"/>
    <a:srgbClr val="FFFF99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88" autoAdjust="0"/>
    <p:restoredTop sz="94660"/>
  </p:normalViewPr>
  <p:slideViewPr>
    <p:cSldViewPr snapToGrid="0">
      <p:cViewPr varScale="1">
        <p:scale>
          <a:sx n="74" d="100"/>
          <a:sy n="74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9" Type="http://schemas.openxmlformats.org/officeDocument/2006/relationships/tags" Target="tags/tag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1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675BAD-A161-4B29-A34F-B750780A40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5EC74A-5216-4C5D-9AE0-17489D06AEC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灯片编号占位符 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ABB69D67-8864-462E-BC41-3B942744897F}" type="slidenum">
              <a:rPr lang="en-US" altLang="zh-CN" smtClean="0">
                <a:solidFill>
                  <a:prstClr val="black"/>
                </a:solidFill>
                <a:ea typeface="宋体" panose="02010600030101010101" pitchFamily="2" charset="-122"/>
              </a:rPr>
            </a:fld>
            <a:endParaRPr lang="en-US" altLang="zh-CN" smtClean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68610" name="幻灯片图像占位符 84993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</a:ln>
        </p:spPr>
      </p:sp>
      <p:sp>
        <p:nvSpPr>
          <p:cNvPr id="68611" name="文本占位符 84994"/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smtClean="0">
              <a:ea typeface="MS PGothic" panose="020B0600070205080204" pitchFamily="-110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</a:ln>
        </p:spPr>
      </p:sp>
      <p:sp>
        <p:nvSpPr>
          <p:cNvPr id="70658" name="Rectangle 3"/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smtClean="0">
              <a:latin typeface="Arial" panose="020B0604020202020204" pitchFamily="34" charset="0"/>
              <a:ea typeface="MS PGothic" panose="020B0600070205080204" pitchFamily="-110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</a:ln>
        </p:spPr>
      </p:sp>
      <p:sp>
        <p:nvSpPr>
          <p:cNvPr id="72706" name="Rectangle 3"/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smtClean="0">
              <a:latin typeface="Arial" panose="020B0604020202020204" pitchFamily="34" charset="0"/>
              <a:ea typeface="MS PGothic" panose="020B0600070205080204" pitchFamily="-110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</a:ln>
        </p:spPr>
      </p:sp>
      <p:sp>
        <p:nvSpPr>
          <p:cNvPr id="74754" name="Rectangle 3"/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smtClean="0">
              <a:latin typeface="Arial" panose="020B0604020202020204" pitchFamily="34" charset="0"/>
              <a:ea typeface="MS PGothic" panose="020B0600070205080204" pitchFamily="-110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灯片编号占位符 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AD184644-7D0B-4917-B239-3DC41A8857BD}" type="slidenum">
              <a:rPr lang="en-US" altLang="zh-CN" smtClean="0">
                <a:solidFill>
                  <a:prstClr val="black"/>
                </a:solidFill>
                <a:ea typeface="宋体" panose="02010600030101010101" pitchFamily="2" charset="-122"/>
              </a:rPr>
            </a:fld>
            <a:endParaRPr lang="en-US" altLang="zh-CN" smtClean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76802" name="幻灯片图像占位符 87041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</a:ln>
        </p:spPr>
      </p:sp>
      <p:sp>
        <p:nvSpPr>
          <p:cNvPr id="76803" name="文本占位符 87042"/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smtClean="0">
              <a:ea typeface="MS PGothic" panose="020B0600070205080204" pitchFamily="-110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灯片编号占位符 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A0FA197-1DB9-4673-95CA-D4AF5EF71E61}" type="slidenum">
              <a:rPr lang="en-US" altLang="zh-CN" smtClean="0">
                <a:solidFill>
                  <a:prstClr val="black"/>
                </a:solidFill>
                <a:ea typeface="宋体" panose="02010600030101010101" pitchFamily="2" charset="-122"/>
              </a:rPr>
            </a:fld>
            <a:endParaRPr lang="en-US" altLang="zh-CN" smtClean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78850" name="幻灯片图像占位符 91137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</a:ln>
        </p:spPr>
      </p:sp>
      <p:sp>
        <p:nvSpPr>
          <p:cNvPr id="78851" name="文本占位符 91138"/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smtClean="0">
              <a:ea typeface="MS PGothic" panose="020B0600070205080204" pitchFamily="-110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灯片编号占位符 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9CBCF8A9-EED1-4317-9C5E-478B636A752E}" type="slidenum">
              <a:rPr lang="en-US" altLang="zh-CN" smtClean="0">
                <a:solidFill>
                  <a:prstClr val="black"/>
                </a:solidFill>
                <a:ea typeface="宋体" panose="02010600030101010101" pitchFamily="2" charset="-122"/>
              </a:rPr>
            </a:fld>
            <a:endParaRPr lang="en-US" altLang="zh-CN" smtClean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80898" name="幻灯片图像占位符 113665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</a:ln>
        </p:spPr>
      </p:sp>
      <p:sp>
        <p:nvSpPr>
          <p:cNvPr id="80899" name="文本占位符 113666"/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smtClean="0">
              <a:ea typeface="MS PGothic" panose="020B0600070205080204" pitchFamily="-110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灯片编号占位符 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4583D82D-8CB2-4E8F-AC6B-14CFEDD345E4}" type="slidenum">
              <a:rPr lang="en-US" altLang="zh-CN" smtClean="0">
                <a:solidFill>
                  <a:prstClr val="black"/>
                </a:solidFill>
                <a:ea typeface="宋体" panose="02010600030101010101" pitchFamily="2" charset="-122"/>
              </a:rPr>
            </a:fld>
            <a:endParaRPr lang="en-US" altLang="zh-CN" smtClean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82946" name="幻灯片图像占位符 115713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</a:ln>
        </p:spPr>
      </p:sp>
      <p:sp>
        <p:nvSpPr>
          <p:cNvPr id="82947" name="文本占位符 115714"/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smtClean="0">
              <a:ea typeface="MS PGothic" panose="020B0600070205080204" pitchFamily="-110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灯片编号占位符 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F6F6E30E-7583-41F4-ADD7-A382A450EF70}" type="slidenum">
              <a:rPr lang="en-US" altLang="zh-CN" smtClean="0">
                <a:solidFill>
                  <a:prstClr val="black"/>
                </a:solidFill>
                <a:ea typeface="宋体" panose="02010600030101010101" pitchFamily="2" charset="-122"/>
              </a:rPr>
            </a:fld>
            <a:endParaRPr lang="en-US" altLang="zh-CN" smtClean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84994" name="幻灯片图像占位符 117761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</a:ln>
        </p:spPr>
      </p:sp>
      <p:sp>
        <p:nvSpPr>
          <p:cNvPr id="84995" name="文本占位符 117762"/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smtClean="0">
              <a:ea typeface="MS PGothic" panose="020B0600070205080204" pitchFamily="-110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</a:ln>
        </p:spPr>
      </p:sp>
      <p:sp>
        <p:nvSpPr>
          <p:cNvPr id="87042" name="Rectangle 3"/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smtClean="0">
              <a:latin typeface="Arial" panose="020B0604020202020204" pitchFamily="34" charset="0"/>
              <a:ea typeface="MS PGothic" panose="020B0600070205080204" pitchFamily="-110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</a:ln>
        </p:spPr>
      </p:sp>
      <p:sp>
        <p:nvSpPr>
          <p:cNvPr id="91138" name="Rectangle 3"/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smtClean="0">
              <a:latin typeface="Arial" panose="020B0604020202020204" pitchFamily="34" charset="0"/>
              <a:ea typeface="MS PGothic" panose="020B0600070205080204" pitchFamily="-110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</a:ln>
        </p:spPr>
      </p:sp>
      <p:sp>
        <p:nvSpPr>
          <p:cNvPr id="91138" name="Rectangle 3"/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smtClean="0">
              <a:latin typeface="Arial" panose="020B0604020202020204" pitchFamily="34" charset="0"/>
              <a:ea typeface="MS PGothic" panose="020B0600070205080204" pitchFamily="-110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</a:ln>
        </p:spPr>
      </p:sp>
      <p:sp>
        <p:nvSpPr>
          <p:cNvPr id="93186" name="Rectangle 3"/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smtClean="0">
              <a:latin typeface="Arial" panose="020B0604020202020204" pitchFamily="34" charset="0"/>
              <a:ea typeface="MS PGothic" panose="020B0600070205080204" pitchFamily="-110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</a:ln>
        </p:spPr>
      </p:sp>
      <p:sp>
        <p:nvSpPr>
          <p:cNvPr id="97282" name="Rectangle 3"/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smtClean="0">
              <a:latin typeface="Arial" panose="020B0604020202020204" pitchFamily="34" charset="0"/>
              <a:ea typeface="MS PGothic" panose="020B0600070205080204" pitchFamily="-110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</a:ln>
        </p:spPr>
      </p:sp>
      <p:sp>
        <p:nvSpPr>
          <p:cNvPr id="99330" name="Rectangle 3"/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smtClean="0">
              <a:latin typeface="Arial" panose="020B0604020202020204" pitchFamily="34" charset="0"/>
              <a:ea typeface="MS PGothic" panose="020B0600070205080204" pitchFamily="-110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灯片编号占位符 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72BF8359-0FF8-4893-89E1-F6E495F940B4}" type="slidenum">
              <a:rPr lang="en-US" altLang="zh-CN" smtClean="0">
                <a:solidFill>
                  <a:prstClr val="black"/>
                </a:solidFill>
                <a:ea typeface="宋体" panose="02010600030101010101" pitchFamily="2" charset="-122"/>
              </a:rPr>
            </a:fld>
            <a:endParaRPr lang="en-US" altLang="zh-CN" smtClean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107522" name="幻灯片图像占位符 95233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</a:ln>
        </p:spPr>
      </p:sp>
      <p:sp>
        <p:nvSpPr>
          <p:cNvPr id="107523" name="文本占位符 95234"/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smtClean="0">
              <a:ea typeface="MS PGothic" panose="020B0600070205080204" pitchFamily="-110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灯片编号占位符 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23A690B2-7D84-4155-AD98-4CCB443805E7}" type="slidenum">
              <a:rPr lang="en-US" altLang="zh-CN" smtClean="0">
                <a:solidFill>
                  <a:prstClr val="black"/>
                </a:solidFill>
                <a:ea typeface="宋体" panose="02010600030101010101" pitchFamily="2" charset="-122"/>
              </a:rPr>
            </a:fld>
            <a:endParaRPr lang="en-US" altLang="zh-CN" smtClean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109570" name="幻灯片图像占位符 97281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</a:ln>
        </p:spPr>
      </p:sp>
      <p:sp>
        <p:nvSpPr>
          <p:cNvPr id="109571" name="文本占位符 97282"/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smtClean="0">
              <a:ea typeface="MS PGothic" panose="020B0600070205080204" pitchFamily="-110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jpeg"/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jpeg"/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C08F2-B91E-451A-ABFC-361790E73B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20E06-2A35-4CF6-86E6-78F8F7C7257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C08F2-B91E-451A-ABFC-361790E73B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20E06-2A35-4CF6-86E6-78F8F7C7257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C08F2-B91E-451A-ABFC-361790E73B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20E06-2A35-4CF6-86E6-78F8F7C7257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C08F2-B91E-451A-ABFC-361790E73B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20E06-2A35-4CF6-86E6-78F8F7C7257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C08F2-B91E-451A-ABFC-361790E73B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20E06-2A35-4CF6-86E6-78F8F7C7257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C08F2-B91E-451A-ABFC-361790E73B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20E06-2A35-4CF6-86E6-78F8F7C7257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C08F2-B91E-451A-ABFC-361790E73B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20E06-2A35-4CF6-86E6-78F8F7C7257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C08F2-B91E-451A-ABFC-361790E73B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20E06-2A35-4CF6-86E6-78F8F7C7257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C08F2-B91E-451A-ABFC-361790E73B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20E06-2A35-4CF6-86E6-78F8F7C7257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C08F2-B91E-451A-ABFC-361790E73B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20E06-2A35-4CF6-86E6-78F8F7C7257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C08F2-B91E-451A-ABFC-361790E73B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20E06-2A35-4CF6-86E6-78F8F7C7257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ChangeArrowheads="1"/>
          </p:cNvSpPr>
          <p:nvPr userDrawn="1"/>
        </p:nvSpPr>
        <p:spPr bwMode="gray">
          <a:xfrm>
            <a:off x="-12699" y="6400800"/>
            <a:ext cx="12204700" cy="457200"/>
          </a:xfrm>
          <a:prstGeom prst="rect">
            <a:avLst/>
          </a:prstGeom>
          <a:solidFill>
            <a:srgbClr val="214C90"/>
          </a:solidFill>
          <a:ln w="9525">
            <a:solidFill>
              <a:srgbClr val="214C90"/>
            </a:solidFill>
            <a:miter lim="800000"/>
          </a:ln>
        </p:spPr>
        <p:txBody>
          <a:bodyPr wrap="none" lIns="0" tIns="0" rIns="0" bIns="0" anchor="ctr"/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</a:endParaRPr>
          </a:p>
        </p:txBody>
      </p:sp>
      <p:pic>
        <p:nvPicPr>
          <p:cNvPr id="3" name="Picture 8" descr="Pearson_Bound_White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2118" y="6396038"/>
            <a:ext cx="2044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9" descr="Pearson_Strap_Bound_White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234" y="6410325"/>
            <a:ext cx="2355851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4"/>
          <p:cNvSpPr>
            <a:spLocks noChangeArrowheads="1"/>
          </p:cNvSpPr>
          <p:nvPr userDrawn="1"/>
        </p:nvSpPr>
        <p:spPr bwMode="auto">
          <a:xfrm>
            <a:off x="4234" y="0"/>
            <a:ext cx="12187767" cy="1600200"/>
          </a:xfrm>
          <a:prstGeom prst="rect">
            <a:avLst/>
          </a:prstGeom>
          <a:solidFill>
            <a:srgbClr val="214C90"/>
          </a:solidFill>
          <a:ln w="9525">
            <a:solidFill>
              <a:srgbClr val="214C90"/>
            </a:solidFill>
            <a:miter lim="800000"/>
          </a:ln>
        </p:spPr>
        <p:txBody>
          <a:bodyPr anchor="ctr" anchorCtr="1"/>
          <a:lstStyle/>
          <a:p>
            <a:pPr algn="ctr" eaLnBrk="0" fontAlgn="base" hangingPunct="0">
              <a:lnSpc>
                <a:spcPct val="6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zh-CN" sz="4000">
                <a:solidFill>
                  <a:srgbClr val="FFFFFF"/>
                </a:solidFill>
                <a:latin typeface="Verdana" panose="020B0604030504040204" pitchFamily="-110" charset="0"/>
              </a:rPr>
              <a:t>Digital Fundamentals</a:t>
            </a:r>
            <a:endParaRPr lang="en-US" altLang="zh-CN" sz="1800">
              <a:solidFill>
                <a:srgbClr val="FFFFFF"/>
              </a:solidFill>
              <a:latin typeface="Verdana" panose="020B0604030504040204" pitchFamily="-110" charset="0"/>
            </a:endParaRPr>
          </a:p>
        </p:txBody>
      </p:sp>
      <p:sp>
        <p:nvSpPr>
          <p:cNvPr id="6" name="Text Box 14"/>
          <p:cNvSpPr txBox="1">
            <a:spLocks noChangeArrowheads="1"/>
          </p:cNvSpPr>
          <p:nvPr userDrawn="1"/>
        </p:nvSpPr>
        <p:spPr bwMode="auto">
          <a:xfrm>
            <a:off x="6096000" y="2967038"/>
            <a:ext cx="17908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000000"/>
                </a:solidFill>
                <a:latin typeface="Verdana" panose="020B0604030504040204" pitchFamily="-110" charset="0"/>
              </a:rPr>
              <a:t>CHAPTER</a:t>
            </a:r>
            <a:endParaRPr lang="en-US" altLang="zh-CN" sz="1800">
              <a:solidFill>
                <a:srgbClr val="000000"/>
              </a:solidFill>
              <a:latin typeface="Verdana" panose="020B0604030504040204" pitchFamily="-110" charset="0"/>
            </a:endParaRPr>
          </a:p>
        </p:txBody>
      </p:sp>
      <p:sp>
        <p:nvSpPr>
          <p:cNvPr id="7" name="TextBox 16"/>
          <p:cNvSpPr txBox="1">
            <a:spLocks noChangeArrowheads="1"/>
          </p:cNvSpPr>
          <p:nvPr userDrawn="1"/>
        </p:nvSpPr>
        <p:spPr bwMode="auto">
          <a:xfrm>
            <a:off x="5233425" y="1323976"/>
            <a:ext cx="1725151" cy="27699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>
                <a:solidFill>
                  <a:srgbClr val="FFFFFF"/>
                </a:solidFill>
                <a:latin typeface="Verdana" panose="020B0604030504040204" pitchFamily="-110" charset="0"/>
                <a:ea typeface="Verdana" panose="020B0604030504040204" pitchFamily="-110" charset="0"/>
                <a:cs typeface="Verdana" panose="020B0604030504040204" pitchFamily="-110" charset="0"/>
              </a:rPr>
              <a:t>ELEVENTH EDITION</a:t>
            </a:r>
            <a:endParaRPr lang="en-US" sz="1200">
              <a:solidFill>
                <a:srgbClr val="FFFFFF"/>
              </a:solidFill>
              <a:latin typeface="Verdana" panose="020B0604030504040204" pitchFamily="-110" charset="0"/>
              <a:ea typeface="Verdana" panose="020B0604030504040204" pitchFamily="-110" charset="0"/>
              <a:cs typeface="Verdana" panose="020B0604030504040204" pitchFamily="-110" charset="0"/>
            </a:endParaRPr>
          </a:p>
        </p:txBody>
      </p:sp>
      <p:sp>
        <p:nvSpPr>
          <p:cNvPr id="8" name="Text Box 47"/>
          <p:cNvSpPr txBox="1">
            <a:spLocks noChangeArrowheads="1"/>
          </p:cNvSpPr>
          <p:nvPr userDrawn="1"/>
        </p:nvSpPr>
        <p:spPr bwMode="auto">
          <a:xfrm>
            <a:off x="2133601" y="6400800"/>
            <a:ext cx="7505700" cy="457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i="1">
                <a:solidFill>
                  <a:srgbClr val="FFFFFF"/>
                </a:solidFill>
                <a:latin typeface="Verdana" panose="020B0604030504040204" pitchFamily="-110" charset="0"/>
                <a:ea typeface="Verdana" panose="020B0604030504040204" pitchFamily="-110" charset="0"/>
                <a:cs typeface="Verdana" panose="020B0604030504040204" pitchFamily="-110" charset="0"/>
              </a:rPr>
              <a:t>Digital Fundamentals</a:t>
            </a:r>
            <a:r>
              <a:rPr lang="en-US" sz="900">
                <a:solidFill>
                  <a:srgbClr val="FFFFFF"/>
                </a:solidFill>
                <a:latin typeface="Verdana" panose="020B0604030504040204" pitchFamily="-110" charset="0"/>
                <a:ea typeface="Verdana" panose="020B0604030504040204" pitchFamily="-110" charset="0"/>
                <a:cs typeface="Verdana" panose="020B0604030504040204" pitchFamily="-110" charset="0"/>
              </a:rPr>
              <a:t>, Eleventh Edition</a:t>
            </a:r>
            <a:endParaRPr lang="en-US" sz="900">
              <a:solidFill>
                <a:srgbClr val="FFFFFF"/>
              </a:solidFill>
              <a:latin typeface="Verdana" panose="020B0604030504040204" pitchFamily="-110" charset="0"/>
              <a:ea typeface="Verdana" panose="020B0604030504040204" pitchFamily="-110" charset="0"/>
              <a:cs typeface="Verdana" panose="020B0604030504040204" pitchFamily="-110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FFFFFF"/>
                </a:solidFill>
                <a:latin typeface="Verdana" panose="020B0604030504040204" pitchFamily="-110" charset="0"/>
                <a:ea typeface="Verdana" panose="020B0604030504040204" pitchFamily="-110" charset="0"/>
                <a:cs typeface="Verdana" panose="020B0604030504040204" pitchFamily="-110" charset="0"/>
              </a:rPr>
              <a:t>Thomas L. Floyd</a:t>
            </a:r>
            <a:endParaRPr lang="en-US" sz="900">
              <a:solidFill>
                <a:srgbClr val="FFFFFF"/>
              </a:solidFill>
              <a:latin typeface="Verdana" panose="020B0604030504040204" pitchFamily="-110" charset="0"/>
              <a:ea typeface="Verdana" panose="020B0604030504040204" pitchFamily="-110" charset="0"/>
              <a:cs typeface="Verdana" panose="020B0604030504040204" pitchFamily="-110" charset="0"/>
            </a:endParaRPr>
          </a:p>
        </p:txBody>
      </p:sp>
      <p:sp>
        <p:nvSpPr>
          <p:cNvPr id="9" name="Text Box 47"/>
          <p:cNvSpPr txBox="1">
            <a:spLocks noChangeArrowheads="1"/>
          </p:cNvSpPr>
          <p:nvPr userDrawn="1"/>
        </p:nvSpPr>
        <p:spPr bwMode="auto">
          <a:xfrm>
            <a:off x="5994400" y="6400800"/>
            <a:ext cx="4368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900">
                <a:solidFill>
                  <a:srgbClr val="FFFFFF"/>
                </a:solidFill>
                <a:latin typeface="Verdana" panose="020B0604030504040204" pitchFamily="-110" charset="0"/>
              </a:rPr>
              <a:t>Copyright © 2015 by Pearson Education, Inc.</a:t>
            </a:r>
            <a:endParaRPr lang="en-US" altLang="zh-CN" sz="900">
              <a:solidFill>
                <a:srgbClr val="FFFFFF"/>
              </a:solidFill>
              <a:latin typeface="Verdana" panose="020B0604030504040204" pitchFamily="-110" charset="0"/>
            </a:endParaRPr>
          </a:p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900">
                <a:solidFill>
                  <a:srgbClr val="FFFFFF"/>
                </a:solidFill>
                <a:latin typeface="Verdana" panose="020B0604030504040204" pitchFamily="-110" charset="0"/>
              </a:rPr>
              <a:t>All Rights Reserved</a:t>
            </a:r>
            <a:endParaRPr lang="en-US" altLang="zh-CN" sz="900">
              <a:solidFill>
                <a:srgbClr val="FFFFFF"/>
              </a:solidFill>
              <a:latin typeface="Verdana" panose="020B0604030504040204" pitchFamily="-110" charset="0"/>
            </a:endParaRPr>
          </a:p>
        </p:txBody>
      </p:sp>
      <p:pic>
        <p:nvPicPr>
          <p:cNvPr id="10" name="Picture 19" descr="FLOY7968_11_cvrmech2.jp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1" y="1981200"/>
            <a:ext cx="4042833" cy="411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8100" dir="2700000" rotWithShape="0">
              <a:srgbClr val="808080">
                <a:alpha val="7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 advTm="0"/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214C90"/>
          </a:solidFill>
          <a:ln>
            <a:solidFill>
              <a:srgbClr val="214C90"/>
            </a:solidFill>
          </a:ln>
        </p:spPr>
        <p:txBody>
          <a:bodyPr/>
          <a:lstStyle/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3CE74B1-0E6D-4BBD-B046-37564185C08C}" type="slidenum">
              <a:rPr lang="zh-CN" altLang="en-US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 advTm="0"/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214C90"/>
          </a:solidFill>
          <a:ln>
            <a:solidFill>
              <a:srgbClr val="214C90"/>
            </a:solidFill>
          </a:ln>
        </p:spPr>
        <p:txBody>
          <a:bodyPr/>
          <a:lstStyle/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Font typeface="+mj-lt"/>
              <a:buNone/>
              <a:defRPr sz="2800"/>
            </a:lvl1pPr>
            <a:lvl2pPr marL="971550" indent="-514350">
              <a:buFont typeface="+mj-lt"/>
              <a:buAutoNum type="arabicPeriod"/>
              <a:defRPr/>
            </a:lvl2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DDDB190-DC34-4C5F-A9E9-16E14F3D8ACF}" type="slidenum">
              <a:rPr lang="zh-CN" altLang="en-US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 advTm="0"/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214C90"/>
          </a:solidFill>
          <a:ln>
            <a:solidFill>
              <a:srgbClr val="214C90"/>
            </a:solidFill>
          </a:ln>
        </p:spPr>
        <p:txBody>
          <a:bodyPr/>
          <a:lstStyle/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14350" indent="-514350">
              <a:buFont typeface="+mj-lt"/>
              <a:buAutoNum type="arabicPeriod"/>
              <a:defRPr sz="2800"/>
            </a:lvl1pPr>
            <a:lvl2pPr marL="971550" indent="-514350">
              <a:buFont typeface="+mj-lt"/>
              <a:buAutoNum type="arabicPeriod"/>
              <a:defRPr/>
            </a:lvl2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6FF5A1A-40B3-41D2-A407-25D29A0F90D3}" type="slidenum">
              <a:rPr lang="zh-CN" altLang="en-US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 advTm="0"/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685800"/>
          </a:xfrm>
          <a:noFill/>
          <a:ln>
            <a:noFill/>
          </a:ln>
        </p:spPr>
        <p:txBody>
          <a:bodyPr/>
          <a:lstStyle>
            <a:lvl1pPr algn="l">
              <a:defRPr sz="1100">
                <a:solidFill>
                  <a:srgbClr val="000000"/>
                </a:solidFill>
                <a:effectLst/>
              </a:defRPr>
            </a:lvl1pPr>
          </a:lstStyle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1D8AACE-4B4D-4124-B063-690D1C93D997}" type="slidenum">
              <a:rPr lang="zh-CN" altLang="en-US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 advTm="0"/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2800" y="3086100"/>
            <a:ext cx="5486400" cy="685800"/>
          </a:xfrm>
          <a:noFill/>
          <a:ln>
            <a:noFill/>
          </a:ln>
        </p:spPr>
        <p:txBody>
          <a:bodyPr/>
          <a:lstStyle>
            <a:lvl1pPr algn="ctr">
              <a:defRPr sz="1100">
                <a:solidFill>
                  <a:srgbClr val="000000"/>
                </a:solidFill>
                <a:effectLst/>
              </a:defRPr>
            </a:lvl1pPr>
          </a:lstStyle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7B0A8C0-65A9-482B-8CD1-AF0E3781F2C0}" type="slidenum">
              <a:rPr lang="zh-CN" altLang="en-US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 advTm="0"/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36800" y="2628900"/>
            <a:ext cx="7620000" cy="1638300"/>
          </a:xfrm>
          <a:noFill/>
          <a:ln>
            <a:noFill/>
          </a:ln>
        </p:spPr>
        <p:txBody>
          <a:bodyPr/>
          <a:lstStyle>
            <a:lvl1pPr algn="ctr">
              <a:defRPr sz="3200" b="1">
                <a:solidFill>
                  <a:srgbClr val="364395"/>
                </a:solidFill>
                <a:effectLst/>
              </a:defRPr>
            </a:lvl1pPr>
          </a:lstStyle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2267599-0707-4127-AFE4-91E2A5150263}" type="slidenum">
              <a:rPr lang="zh-CN" altLang="en-US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 advTm="0"/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5486400" cy="4525963"/>
          </a:xfrm>
        </p:spPr>
        <p:txBody>
          <a:bodyPr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200"/>
            </a:lvl4pPr>
            <a:lvl5pPr>
              <a:defRPr sz="2000"/>
            </a:lvl5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A6366A8-97F5-4DE5-AF7B-E6D595F00E56}" type="slidenum">
              <a:rPr lang="zh-CN" altLang="en-US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 advTm="0"/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rgbClr val="7496C3"/>
            </a:solidFill>
          </a:ln>
        </p:spPr>
        <p:txBody>
          <a:bodyPr/>
          <a:lstStyle/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5761038"/>
            <a:ext cx="10972800" cy="563563"/>
          </a:xfrm>
        </p:spPr>
        <p:txBody>
          <a:bodyPr anchor="ctr"/>
          <a:lstStyle>
            <a:lvl1pPr marL="0" indent="0" algn="ctr">
              <a:buNone/>
              <a:tabLst>
                <a:tab pos="7773670" algn="l"/>
              </a:tabLst>
              <a:defRPr sz="1400"/>
            </a:lvl1pPr>
            <a:lvl2pPr algn="ctr">
              <a:buNone/>
              <a:tabLst>
                <a:tab pos="7773670" algn="l"/>
              </a:tabLst>
              <a:defRPr sz="1400"/>
            </a:lvl2pPr>
            <a:lvl3pPr algn="ctr">
              <a:buNone/>
              <a:tabLst>
                <a:tab pos="7773670" algn="l"/>
              </a:tabLst>
              <a:defRPr sz="1400"/>
            </a:lvl3pPr>
            <a:lvl4pPr algn="ctr">
              <a:buNone/>
              <a:tabLst>
                <a:tab pos="7773670" algn="l"/>
              </a:tabLst>
              <a:defRPr sz="1400"/>
            </a:lvl4pPr>
            <a:lvl5pPr algn="ctr">
              <a:buNone/>
              <a:tabLst>
                <a:tab pos="7773670" algn="l"/>
              </a:tabLst>
              <a:defRPr sz="1400"/>
            </a:lvl5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DCC5E67-8B53-4A13-A4C9-1FB4FD84D70A}" type="slidenum">
              <a:rPr lang="zh-CN" altLang="en-US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 advTm="0"/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11E84C6-F541-4654-ACDE-C9C94C81C5D6}" type="slidenum">
              <a:rPr lang="zh-CN" altLang="en-US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 advTm="0"/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2066926"/>
            <a:ext cx="10363200" cy="1362075"/>
          </a:xfrm>
          <a:noFill/>
          <a:ln>
            <a:noFill/>
          </a:ln>
        </p:spPr>
        <p:txBody>
          <a:bodyPr anchorCtr="1"/>
          <a:lstStyle>
            <a:lvl1pPr algn="ctr">
              <a:defRPr sz="3600" b="0" cap="none">
                <a:solidFill>
                  <a:srgbClr val="1191D0"/>
                </a:solidFill>
                <a:effectLst/>
              </a:defRPr>
            </a:lvl1pPr>
          </a:lstStyle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3452814"/>
            <a:ext cx="10363200" cy="1500187"/>
          </a:xfrm>
        </p:spPr>
        <p:txBody>
          <a:bodyPr anchor="b"/>
          <a:lstStyle>
            <a:lvl1pPr marL="0" indent="0" algn="ctr">
              <a:buNone/>
              <a:defRPr sz="28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21B6B49-A276-4096-A3A4-4073AD5B0176}" type="slidenum">
              <a:rPr lang="zh-CN" altLang="en-US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 advTm="0"/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0F20E25-A27B-4E2D-9175-21D6D4EC83F8}" type="slidenum">
              <a:rPr lang="zh-CN" altLang="en-US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 advTm="0"/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15A4F85-22D1-4434-A7FD-9B7C4A4F2905}" type="slidenum">
              <a:rPr lang="zh-CN" altLang="en-US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 advTm="0"/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486400"/>
            <a:ext cx="10972800" cy="685800"/>
          </a:xfrm>
          <a:noFill/>
          <a:ln>
            <a:noFill/>
          </a:ln>
        </p:spPr>
        <p:txBody>
          <a:bodyPr anchor="b" anchorCtr="1"/>
          <a:lstStyle>
            <a:lvl1pPr algn="ctr">
              <a:defRPr sz="1400">
                <a:solidFill>
                  <a:srgbClr val="000000"/>
                </a:solidFill>
                <a:effectLst/>
              </a:defRPr>
            </a:lvl1pPr>
          </a:lstStyle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1B109B2-B6F5-4095-BD5A-930818ABF03B}" type="slidenum">
              <a:rPr lang="zh-CN" altLang="en-US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 advTm="0"/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F6086D5-2F58-4344-976E-6D19E27195DD}" type="slidenum">
              <a:rPr lang="zh-CN" altLang="en-US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 advTm="0"/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7867A91-BD1B-4C1A-9878-8EFF8CBC5B41}" type="slidenum">
              <a:rPr lang="zh-CN" altLang="en-US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 advTm="0"/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43A663E-42C9-454D-9E9A-88EC082A26E2}" type="slidenum">
              <a:rPr lang="zh-CN" altLang="en-US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 advTm="0"/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632B1D5-9A33-472B-B2B5-71B87ABE0836}" type="slidenum">
              <a:rPr lang="zh-CN" altLang="en-US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 advTm="0"/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6117" y="1"/>
            <a:ext cx="3045883" cy="6126163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34" y="1"/>
            <a:ext cx="8938684" cy="6126163"/>
          </a:xfrm>
        </p:spPr>
        <p:txBody>
          <a:bodyPr vert="eaVert"/>
          <a:lstStyle/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148643A-F482-43FC-AE32-EBEBBD36D297}" type="slidenum">
              <a:rPr lang="zh-CN" altLang="en-US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 advTm="0"/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ChangeArrowheads="1"/>
          </p:cNvSpPr>
          <p:nvPr userDrawn="1"/>
        </p:nvSpPr>
        <p:spPr bwMode="gray">
          <a:xfrm>
            <a:off x="-12699" y="6400800"/>
            <a:ext cx="12204700" cy="457200"/>
          </a:xfrm>
          <a:prstGeom prst="rect">
            <a:avLst/>
          </a:prstGeom>
          <a:solidFill>
            <a:srgbClr val="214C90"/>
          </a:solidFill>
          <a:ln w="9525">
            <a:solidFill>
              <a:srgbClr val="214C90"/>
            </a:solidFill>
            <a:miter lim="800000"/>
          </a:ln>
        </p:spPr>
        <p:txBody>
          <a:bodyPr wrap="none" lIns="0" tIns="0" rIns="0" bIns="0" anchor="ctr"/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</a:endParaRPr>
          </a:p>
        </p:txBody>
      </p:sp>
      <p:pic>
        <p:nvPicPr>
          <p:cNvPr id="5" name="Picture 8" descr="Pearson_Bound_White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2118" y="6400800"/>
            <a:ext cx="2044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9" descr="Pearson_Strap_Bound_White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234" y="6400800"/>
            <a:ext cx="2355851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47"/>
          <p:cNvSpPr txBox="1">
            <a:spLocks noChangeArrowheads="1"/>
          </p:cNvSpPr>
          <p:nvPr userDrawn="1"/>
        </p:nvSpPr>
        <p:spPr bwMode="auto">
          <a:xfrm>
            <a:off x="5994400" y="6400800"/>
            <a:ext cx="4368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900">
                <a:solidFill>
                  <a:srgbClr val="FFFFFF"/>
                </a:solidFill>
                <a:latin typeface="Verdana" panose="020B0604030504040204" pitchFamily="-110" charset="0"/>
              </a:rPr>
              <a:t>Copyright © 2015 by Pearson Education, Inc.</a:t>
            </a:r>
            <a:endParaRPr lang="en-US" altLang="zh-CN" sz="900">
              <a:solidFill>
                <a:srgbClr val="FFFFFF"/>
              </a:solidFill>
              <a:latin typeface="Verdana" panose="020B0604030504040204" pitchFamily="-110" charset="0"/>
            </a:endParaRPr>
          </a:p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900">
                <a:solidFill>
                  <a:srgbClr val="FFFFFF"/>
                </a:solidFill>
                <a:latin typeface="Verdana" panose="020B0604030504040204" pitchFamily="-110" charset="0"/>
              </a:rPr>
              <a:t>All Rights Reserved</a:t>
            </a:r>
            <a:endParaRPr lang="en-US" altLang="zh-CN" sz="900">
              <a:solidFill>
                <a:srgbClr val="FFFFFF"/>
              </a:solidFill>
              <a:latin typeface="Verdana" panose="020B0604030504040204" pitchFamily="-110" charset="0"/>
            </a:endParaRPr>
          </a:p>
        </p:txBody>
      </p:sp>
      <p:sp>
        <p:nvSpPr>
          <p:cNvPr id="8" name="Text Box 47"/>
          <p:cNvSpPr txBox="1">
            <a:spLocks noChangeArrowheads="1"/>
          </p:cNvSpPr>
          <p:nvPr userDrawn="1"/>
        </p:nvSpPr>
        <p:spPr bwMode="auto">
          <a:xfrm>
            <a:off x="2133601" y="6400800"/>
            <a:ext cx="7505700" cy="457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i="1">
                <a:solidFill>
                  <a:srgbClr val="FFFFFF"/>
                </a:solidFill>
                <a:latin typeface="Verdana" panose="020B0604030504040204" pitchFamily="-110" charset="0"/>
              </a:rPr>
              <a:t>Family Law and Practice,</a:t>
            </a:r>
            <a:r>
              <a:rPr lang="en-US" sz="900">
                <a:solidFill>
                  <a:srgbClr val="FFFFFF"/>
                </a:solidFill>
                <a:latin typeface="Verdana" panose="020B0604030504040204" pitchFamily="-110" charset="0"/>
              </a:rPr>
              <a:t> 4th Edition</a:t>
            </a:r>
            <a:endParaRPr lang="en-US" sz="900">
              <a:solidFill>
                <a:srgbClr val="FFFFFF"/>
              </a:solidFill>
              <a:latin typeface="Verdana" panose="020B0604030504040204" pitchFamily="-110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FFFFFF"/>
                </a:solidFill>
                <a:latin typeface="Verdana" panose="020B0604030504040204" pitchFamily="-110" charset="0"/>
              </a:rPr>
              <a:t>Luppino | Miller</a:t>
            </a:r>
            <a:endParaRPr lang="en-US" sz="900">
              <a:solidFill>
                <a:srgbClr val="FFFFFF"/>
              </a:solidFill>
              <a:latin typeface="Verdana" panose="020B0604030504040204" pitchFamily="-11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1"/>
              <a:t>Click to edit Master subtitle style</a:t>
            </a:r>
            <a:endParaRPr lang="en-US" noProof="1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noProof="1">
                <a:ea typeface="MS PGothic" panose="020B0600070205080204" pitchFamily="-110" charset="-128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B962C8B-B14F-4D97-AF65-F5344CB8AC3E}" type="datetime1">
              <a:rPr lang="en-US" sz="2400">
                <a:solidFill>
                  <a:srgbClr val="000000"/>
                </a:solidFill>
              </a:rPr>
            </a:fld>
            <a:endParaRPr lang="en-US" sz="2400">
              <a:solidFill>
                <a:srgbClr val="000000"/>
              </a:solidFill>
              <a:ea typeface="MS PGothic" panose="020B0600070205080204" pitchFamily="-110" charset="-128"/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7C089C51-4046-4DDC-8E9D-999C3F1E5D4E}" type="slidenum">
              <a:rPr 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 advTm="0"/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ChangeArrowheads="1"/>
          </p:cNvSpPr>
          <p:nvPr/>
        </p:nvSpPr>
        <p:spPr bwMode="gray">
          <a:xfrm>
            <a:off x="-12699" y="6400800"/>
            <a:ext cx="12204700" cy="457200"/>
          </a:xfrm>
          <a:prstGeom prst="rect">
            <a:avLst/>
          </a:prstGeom>
          <a:solidFill>
            <a:srgbClr val="214C90"/>
          </a:solidFill>
          <a:ln w="9525">
            <a:solidFill>
              <a:srgbClr val="214C90"/>
            </a:solidFill>
            <a:miter lim="800000"/>
          </a:ln>
        </p:spPr>
        <p:txBody>
          <a:bodyPr wrap="none" lIns="0" tIns="0" rIns="0" bIns="0" anchor="ctr"/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</a:endParaRPr>
          </a:p>
        </p:txBody>
      </p:sp>
      <p:pic>
        <p:nvPicPr>
          <p:cNvPr id="3" name="Picture 8" descr="Pearson_Bound_Whit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2118" y="6396038"/>
            <a:ext cx="2044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9" descr="Pearson_Strap_Bound_Whit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234" y="6410325"/>
            <a:ext cx="2355851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4"/>
          <p:cNvSpPr>
            <a:spLocks noChangeArrowheads="1"/>
          </p:cNvSpPr>
          <p:nvPr/>
        </p:nvSpPr>
        <p:spPr bwMode="auto">
          <a:xfrm>
            <a:off x="4234" y="0"/>
            <a:ext cx="12187767" cy="1600200"/>
          </a:xfrm>
          <a:prstGeom prst="rect">
            <a:avLst/>
          </a:prstGeom>
          <a:solidFill>
            <a:srgbClr val="214C90"/>
          </a:solidFill>
          <a:ln w="9525">
            <a:solidFill>
              <a:srgbClr val="214C90"/>
            </a:solidFill>
            <a:miter lim="800000"/>
          </a:ln>
        </p:spPr>
        <p:txBody>
          <a:bodyPr anchor="ctr" anchorCtr="1"/>
          <a:lstStyle/>
          <a:p>
            <a:pPr algn="ctr" eaLnBrk="0" fontAlgn="base" hangingPunct="0">
              <a:lnSpc>
                <a:spcPct val="6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zh-CN" sz="4000">
                <a:solidFill>
                  <a:srgbClr val="FFFFFF"/>
                </a:solidFill>
                <a:latin typeface="Verdana" panose="020B0604030504040204" pitchFamily="-110" charset="0"/>
              </a:rPr>
              <a:t>Digital Fundamentals</a:t>
            </a:r>
            <a:endParaRPr lang="en-US" altLang="zh-CN" sz="1800">
              <a:solidFill>
                <a:srgbClr val="FFFFFF"/>
              </a:solidFill>
              <a:latin typeface="Verdana" panose="020B0604030504040204" pitchFamily="-110" charset="0"/>
            </a:endParaRPr>
          </a:p>
        </p:txBody>
      </p:sp>
      <p:sp>
        <p:nvSpPr>
          <p:cNvPr id="6" name="Text Box 14"/>
          <p:cNvSpPr txBox="1">
            <a:spLocks noChangeArrowheads="1"/>
          </p:cNvSpPr>
          <p:nvPr/>
        </p:nvSpPr>
        <p:spPr bwMode="auto">
          <a:xfrm>
            <a:off x="6096000" y="2967038"/>
            <a:ext cx="17908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000000"/>
                </a:solidFill>
                <a:latin typeface="Verdana" panose="020B0604030504040204" pitchFamily="-110" charset="0"/>
              </a:rPr>
              <a:t>CHAPTER</a:t>
            </a:r>
            <a:endParaRPr lang="en-US" altLang="zh-CN" sz="1800">
              <a:solidFill>
                <a:srgbClr val="000000"/>
              </a:solidFill>
              <a:latin typeface="Verdana" panose="020B0604030504040204" pitchFamily="-110" charset="0"/>
            </a:endParaRPr>
          </a:p>
        </p:txBody>
      </p:sp>
      <p:sp>
        <p:nvSpPr>
          <p:cNvPr id="7" name="TextBox 16"/>
          <p:cNvSpPr txBox="1">
            <a:spLocks noChangeArrowheads="1"/>
          </p:cNvSpPr>
          <p:nvPr/>
        </p:nvSpPr>
        <p:spPr bwMode="auto">
          <a:xfrm>
            <a:off x="5233425" y="1323976"/>
            <a:ext cx="1725151" cy="27699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>
                <a:solidFill>
                  <a:srgbClr val="FFFFFF"/>
                </a:solidFill>
                <a:latin typeface="Verdana" panose="020B0604030504040204" pitchFamily="-110" charset="0"/>
                <a:ea typeface="Verdana" panose="020B0604030504040204" pitchFamily="-110" charset="0"/>
                <a:cs typeface="Verdana" panose="020B0604030504040204" pitchFamily="-110" charset="0"/>
              </a:rPr>
              <a:t>ELEVENTH EDITION</a:t>
            </a:r>
            <a:endParaRPr lang="en-US" sz="1200">
              <a:solidFill>
                <a:srgbClr val="FFFFFF"/>
              </a:solidFill>
              <a:latin typeface="Verdana" panose="020B0604030504040204" pitchFamily="-110" charset="0"/>
              <a:ea typeface="Verdana" panose="020B0604030504040204" pitchFamily="-110" charset="0"/>
              <a:cs typeface="Verdana" panose="020B0604030504040204" pitchFamily="-110" charset="0"/>
            </a:endParaRPr>
          </a:p>
        </p:txBody>
      </p:sp>
      <p:sp>
        <p:nvSpPr>
          <p:cNvPr id="8" name="Text Box 47"/>
          <p:cNvSpPr txBox="1">
            <a:spLocks noChangeArrowheads="1"/>
          </p:cNvSpPr>
          <p:nvPr/>
        </p:nvSpPr>
        <p:spPr bwMode="auto">
          <a:xfrm>
            <a:off x="2133601" y="6400800"/>
            <a:ext cx="7505700" cy="457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i="1">
                <a:solidFill>
                  <a:srgbClr val="FFFFFF"/>
                </a:solidFill>
                <a:latin typeface="Verdana" panose="020B0604030504040204" pitchFamily="-110" charset="0"/>
                <a:ea typeface="Verdana" panose="020B0604030504040204" pitchFamily="-110" charset="0"/>
                <a:cs typeface="Verdana" panose="020B0604030504040204" pitchFamily="-110" charset="0"/>
              </a:rPr>
              <a:t>Digital Fundamentals</a:t>
            </a:r>
            <a:r>
              <a:rPr lang="en-US" sz="900">
                <a:solidFill>
                  <a:srgbClr val="FFFFFF"/>
                </a:solidFill>
                <a:latin typeface="Verdana" panose="020B0604030504040204" pitchFamily="-110" charset="0"/>
                <a:ea typeface="Verdana" panose="020B0604030504040204" pitchFamily="-110" charset="0"/>
                <a:cs typeface="Verdana" panose="020B0604030504040204" pitchFamily="-110" charset="0"/>
              </a:rPr>
              <a:t>, Eleventh Edition</a:t>
            </a:r>
            <a:endParaRPr lang="en-US" sz="900">
              <a:solidFill>
                <a:srgbClr val="FFFFFF"/>
              </a:solidFill>
              <a:latin typeface="Verdana" panose="020B0604030504040204" pitchFamily="-110" charset="0"/>
              <a:ea typeface="Verdana" panose="020B0604030504040204" pitchFamily="-110" charset="0"/>
              <a:cs typeface="Verdana" panose="020B0604030504040204" pitchFamily="-110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FFFFFF"/>
                </a:solidFill>
                <a:latin typeface="Verdana" panose="020B0604030504040204" pitchFamily="-110" charset="0"/>
                <a:ea typeface="Verdana" panose="020B0604030504040204" pitchFamily="-110" charset="0"/>
                <a:cs typeface="Verdana" panose="020B0604030504040204" pitchFamily="-110" charset="0"/>
              </a:rPr>
              <a:t>Thomas L. Floyd</a:t>
            </a:r>
            <a:endParaRPr lang="en-US" sz="900">
              <a:solidFill>
                <a:srgbClr val="FFFFFF"/>
              </a:solidFill>
              <a:latin typeface="Verdana" panose="020B0604030504040204" pitchFamily="-110" charset="0"/>
              <a:ea typeface="Verdana" panose="020B0604030504040204" pitchFamily="-110" charset="0"/>
              <a:cs typeface="Verdana" panose="020B0604030504040204" pitchFamily="-110" charset="0"/>
            </a:endParaRPr>
          </a:p>
        </p:txBody>
      </p:sp>
      <p:sp>
        <p:nvSpPr>
          <p:cNvPr id="9" name="Text Box 47"/>
          <p:cNvSpPr txBox="1">
            <a:spLocks noChangeArrowheads="1"/>
          </p:cNvSpPr>
          <p:nvPr/>
        </p:nvSpPr>
        <p:spPr bwMode="auto">
          <a:xfrm>
            <a:off x="5994400" y="6400800"/>
            <a:ext cx="4368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900">
                <a:solidFill>
                  <a:srgbClr val="FFFFFF"/>
                </a:solidFill>
                <a:latin typeface="Verdana" panose="020B0604030504040204" pitchFamily="-110" charset="0"/>
              </a:rPr>
              <a:t>Copyright © 2015 by Pearson Education, Inc.</a:t>
            </a:r>
            <a:endParaRPr lang="en-US" altLang="zh-CN" sz="900">
              <a:solidFill>
                <a:srgbClr val="FFFFFF"/>
              </a:solidFill>
              <a:latin typeface="Verdana" panose="020B0604030504040204" pitchFamily="-110" charset="0"/>
            </a:endParaRPr>
          </a:p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900">
                <a:solidFill>
                  <a:srgbClr val="FFFFFF"/>
                </a:solidFill>
                <a:latin typeface="Verdana" panose="020B0604030504040204" pitchFamily="-110" charset="0"/>
              </a:rPr>
              <a:t>All Rights Reserved</a:t>
            </a:r>
            <a:endParaRPr lang="en-US" altLang="zh-CN" sz="900">
              <a:solidFill>
                <a:srgbClr val="FFFFFF"/>
              </a:solidFill>
              <a:latin typeface="Verdana" panose="020B0604030504040204" pitchFamily="-110" charset="0"/>
            </a:endParaRPr>
          </a:p>
        </p:txBody>
      </p:sp>
      <p:pic>
        <p:nvPicPr>
          <p:cNvPr id="10" name="Picture 19" descr="FLOY7968_11_cvrmech2.jp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1" y="1981200"/>
            <a:ext cx="4042833" cy="411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8100" dir="2700000" rotWithShape="0">
              <a:srgbClr val="808080">
                <a:alpha val="7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 advTm="0"/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214C90"/>
          </a:solidFill>
          <a:ln>
            <a:solidFill>
              <a:srgbClr val="214C90"/>
            </a:solidFill>
          </a:ln>
        </p:spPr>
        <p:txBody>
          <a:bodyPr/>
          <a:lstStyle/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4D58116-8AF8-4919-9ABC-80248D14DA92}" type="slidenum">
              <a:rPr lang="zh-CN" altLang="en-US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 advTm="0"/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214C90"/>
          </a:solidFill>
          <a:ln>
            <a:solidFill>
              <a:srgbClr val="214C90"/>
            </a:solidFill>
          </a:ln>
        </p:spPr>
        <p:txBody>
          <a:bodyPr/>
          <a:lstStyle/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Font typeface="+mj-lt"/>
              <a:buNone/>
              <a:defRPr sz="2800"/>
            </a:lvl1pPr>
            <a:lvl2pPr marL="971550" indent="-514350">
              <a:buFont typeface="+mj-lt"/>
              <a:buAutoNum type="arabicPeriod"/>
              <a:defRPr/>
            </a:lvl2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9BFC371-7E8C-405D-9C93-3764D2B80D15}" type="slidenum">
              <a:rPr lang="zh-CN" altLang="en-US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 advTm="0"/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214C90"/>
          </a:solidFill>
          <a:ln>
            <a:solidFill>
              <a:srgbClr val="214C90"/>
            </a:solidFill>
          </a:ln>
        </p:spPr>
        <p:txBody>
          <a:bodyPr/>
          <a:lstStyle/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14350" indent="-514350">
              <a:buFont typeface="+mj-lt"/>
              <a:buAutoNum type="arabicPeriod"/>
              <a:defRPr sz="2800"/>
            </a:lvl1pPr>
            <a:lvl2pPr marL="971550" indent="-514350">
              <a:buFont typeface="+mj-lt"/>
              <a:buAutoNum type="arabicPeriod"/>
              <a:defRPr/>
            </a:lvl2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A791722-1AB5-4DC1-8E98-08797B535553}" type="slidenum">
              <a:rPr lang="zh-CN" altLang="en-US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 advTm="0"/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685800"/>
          </a:xfrm>
          <a:noFill/>
          <a:ln>
            <a:noFill/>
          </a:ln>
        </p:spPr>
        <p:txBody>
          <a:bodyPr/>
          <a:lstStyle>
            <a:lvl1pPr algn="l">
              <a:defRPr sz="1100">
                <a:solidFill>
                  <a:srgbClr val="000000"/>
                </a:solidFill>
                <a:effectLst/>
              </a:defRPr>
            </a:lvl1pPr>
          </a:lstStyle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AD66F63-A782-4409-8466-B19B5D103257}" type="slidenum">
              <a:rPr lang="zh-CN" altLang="en-US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 advTm="0"/>
  <p:hf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2800" y="3086100"/>
            <a:ext cx="5486400" cy="685800"/>
          </a:xfrm>
          <a:noFill/>
          <a:ln>
            <a:noFill/>
          </a:ln>
        </p:spPr>
        <p:txBody>
          <a:bodyPr/>
          <a:lstStyle>
            <a:lvl1pPr algn="ctr">
              <a:defRPr sz="1100">
                <a:solidFill>
                  <a:srgbClr val="000000"/>
                </a:solidFill>
                <a:effectLst/>
              </a:defRPr>
            </a:lvl1pPr>
          </a:lstStyle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1FCE098-C11B-47F3-AD21-978226434A24}" type="slidenum">
              <a:rPr lang="zh-CN" altLang="en-US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 advTm="0"/>
  <p:hf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36800" y="2628900"/>
            <a:ext cx="7620000" cy="1638300"/>
          </a:xfrm>
          <a:noFill/>
          <a:ln>
            <a:noFill/>
          </a:ln>
        </p:spPr>
        <p:txBody>
          <a:bodyPr/>
          <a:lstStyle>
            <a:lvl1pPr algn="ctr">
              <a:defRPr sz="3200" b="1">
                <a:solidFill>
                  <a:srgbClr val="364395"/>
                </a:solidFill>
                <a:effectLst/>
              </a:defRPr>
            </a:lvl1pPr>
          </a:lstStyle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67A353D-9B35-4B89-89AD-DC954DCBBADA}" type="slidenum">
              <a:rPr lang="zh-CN" altLang="en-US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 advTm="0"/>
  <p:hf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5486400" cy="4525963"/>
          </a:xfrm>
        </p:spPr>
        <p:txBody>
          <a:bodyPr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200"/>
            </a:lvl4pPr>
            <a:lvl5pPr>
              <a:defRPr sz="2000"/>
            </a:lvl5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066B612-36F7-4B37-AB08-4365EF96B80F}" type="slidenum">
              <a:rPr lang="zh-CN" altLang="en-US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 advTm="0"/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rgbClr val="7496C3"/>
            </a:solidFill>
          </a:ln>
        </p:spPr>
        <p:txBody>
          <a:bodyPr/>
          <a:lstStyle/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5761038"/>
            <a:ext cx="10972800" cy="563563"/>
          </a:xfrm>
        </p:spPr>
        <p:txBody>
          <a:bodyPr anchor="ctr"/>
          <a:lstStyle>
            <a:lvl1pPr marL="0" indent="0" algn="ctr">
              <a:buNone/>
              <a:tabLst>
                <a:tab pos="7773670" algn="l"/>
              </a:tabLst>
              <a:defRPr sz="1400"/>
            </a:lvl1pPr>
            <a:lvl2pPr algn="ctr">
              <a:buNone/>
              <a:tabLst>
                <a:tab pos="7773670" algn="l"/>
              </a:tabLst>
              <a:defRPr sz="1400"/>
            </a:lvl2pPr>
            <a:lvl3pPr algn="ctr">
              <a:buNone/>
              <a:tabLst>
                <a:tab pos="7773670" algn="l"/>
              </a:tabLst>
              <a:defRPr sz="1400"/>
            </a:lvl3pPr>
            <a:lvl4pPr algn="ctr">
              <a:buNone/>
              <a:tabLst>
                <a:tab pos="7773670" algn="l"/>
              </a:tabLst>
              <a:defRPr sz="1400"/>
            </a:lvl4pPr>
            <a:lvl5pPr algn="ctr">
              <a:buNone/>
              <a:tabLst>
                <a:tab pos="7773670" algn="l"/>
              </a:tabLst>
              <a:defRPr sz="1400"/>
            </a:lvl5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179B8BE-EC4B-4F4F-9D27-45A315EE9A80}" type="slidenum">
              <a:rPr lang="zh-CN" altLang="en-US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 advTm="0"/>
  <p:hf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BA85343-3A68-49EB-B1DB-3EEB2FE7871E}" type="slidenum">
              <a:rPr lang="zh-CN" altLang="en-US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 advTm="0"/>
  <p:hf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2066926"/>
            <a:ext cx="10363200" cy="1362075"/>
          </a:xfrm>
          <a:noFill/>
          <a:ln>
            <a:noFill/>
          </a:ln>
        </p:spPr>
        <p:txBody>
          <a:bodyPr anchorCtr="1"/>
          <a:lstStyle>
            <a:lvl1pPr algn="ctr">
              <a:defRPr sz="3600" b="0" cap="none">
                <a:solidFill>
                  <a:srgbClr val="1191D0"/>
                </a:solidFill>
                <a:effectLst/>
              </a:defRPr>
            </a:lvl1pPr>
          </a:lstStyle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3452814"/>
            <a:ext cx="10363200" cy="1500187"/>
          </a:xfrm>
        </p:spPr>
        <p:txBody>
          <a:bodyPr anchor="b"/>
          <a:lstStyle>
            <a:lvl1pPr marL="0" indent="0" algn="ctr">
              <a:buNone/>
              <a:defRPr sz="28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23C9B2F-D9C9-4C3B-9138-AE2214C5C56D}" type="slidenum">
              <a:rPr lang="zh-CN" altLang="en-US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 advTm="0"/>
  <p:hf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4AE67CA-7290-4795-8309-2474F5615B08}" type="slidenum">
              <a:rPr lang="zh-CN" altLang="en-US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 advTm="0"/>
  <p:hf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915F446-07A9-4169-8020-A6F5F46196A8}" type="slidenum">
              <a:rPr lang="zh-CN" altLang="en-US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 advTm="0"/>
  <p:hf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486400"/>
            <a:ext cx="10972800" cy="685800"/>
          </a:xfrm>
          <a:noFill/>
          <a:ln>
            <a:noFill/>
          </a:ln>
        </p:spPr>
        <p:txBody>
          <a:bodyPr anchor="b" anchorCtr="1"/>
          <a:lstStyle>
            <a:lvl1pPr algn="ctr">
              <a:defRPr sz="1400">
                <a:solidFill>
                  <a:srgbClr val="000000"/>
                </a:solidFill>
                <a:effectLst/>
              </a:defRPr>
            </a:lvl1pPr>
          </a:lstStyle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7249D57-499E-40F7-9D73-4DEA769B8291}" type="slidenum">
              <a:rPr lang="zh-CN" altLang="en-US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 advTm="0"/>
  <p:hf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20A29F1-7A11-4B6B-8D81-4F1BC16810C2}" type="slidenum">
              <a:rPr lang="zh-CN" altLang="en-US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 advTm="0"/>
  <p:hf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6206411-5620-4333-9388-CE4CBD0A0489}" type="slidenum">
              <a:rPr lang="zh-CN" altLang="en-US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 advTm="0"/>
  <p:hf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84522EC-D0F9-42F3-B421-5C1651F26A68}" type="slidenum">
              <a:rPr lang="zh-CN" altLang="en-US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 advTm="0"/>
  <p:hf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0C76543-8EEA-40B6-B630-6C5D5A5A6EAD}" type="slidenum">
              <a:rPr lang="zh-CN" altLang="en-US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 advTm="0"/>
  <p:hf hdr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6117" y="1"/>
            <a:ext cx="3045883" cy="6126163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34" y="1"/>
            <a:ext cx="8938684" cy="6126163"/>
          </a:xfrm>
        </p:spPr>
        <p:txBody>
          <a:bodyPr vert="eaVert"/>
          <a:lstStyle/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3180479-3B91-4169-A406-ACB72040814F}" type="slidenum">
              <a:rPr lang="zh-CN" altLang="en-US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 advTm="0"/>
  <p:hf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ChangeArrowheads="1"/>
          </p:cNvSpPr>
          <p:nvPr/>
        </p:nvSpPr>
        <p:spPr bwMode="gray">
          <a:xfrm>
            <a:off x="-12699" y="6400800"/>
            <a:ext cx="12204700" cy="457200"/>
          </a:xfrm>
          <a:prstGeom prst="rect">
            <a:avLst/>
          </a:prstGeom>
          <a:solidFill>
            <a:srgbClr val="214C90"/>
          </a:solidFill>
          <a:ln w="9525">
            <a:solidFill>
              <a:srgbClr val="214C90"/>
            </a:solidFill>
            <a:miter lim="800000"/>
          </a:ln>
        </p:spPr>
        <p:txBody>
          <a:bodyPr wrap="none" lIns="0" tIns="0" rIns="0" bIns="0" anchor="ctr"/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</a:endParaRPr>
          </a:p>
        </p:txBody>
      </p:sp>
      <p:pic>
        <p:nvPicPr>
          <p:cNvPr id="5" name="Picture 8" descr="Pearson_Bound_Whit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2118" y="6400800"/>
            <a:ext cx="2044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9" descr="Pearson_Strap_Bound_Whit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234" y="6400800"/>
            <a:ext cx="2355851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47"/>
          <p:cNvSpPr txBox="1">
            <a:spLocks noChangeArrowheads="1"/>
          </p:cNvSpPr>
          <p:nvPr/>
        </p:nvSpPr>
        <p:spPr bwMode="auto">
          <a:xfrm>
            <a:off x="5994400" y="6400800"/>
            <a:ext cx="4368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900">
                <a:solidFill>
                  <a:srgbClr val="FFFFFF"/>
                </a:solidFill>
                <a:latin typeface="Verdana" panose="020B0604030504040204" pitchFamily="-110" charset="0"/>
              </a:rPr>
              <a:t>Copyright © 2015 by Pearson Education, Inc.</a:t>
            </a:r>
            <a:endParaRPr lang="en-US" altLang="zh-CN" sz="900">
              <a:solidFill>
                <a:srgbClr val="FFFFFF"/>
              </a:solidFill>
              <a:latin typeface="Verdana" panose="020B0604030504040204" pitchFamily="-110" charset="0"/>
            </a:endParaRPr>
          </a:p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900">
                <a:solidFill>
                  <a:srgbClr val="FFFFFF"/>
                </a:solidFill>
                <a:latin typeface="Verdana" panose="020B0604030504040204" pitchFamily="-110" charset="0"/>
              </a:rPr>
              <a:t>All Rights Reserved</a:t>
            </a:r>
            <a:endParaRPr lang="en-US" altLang="zh-CN" sz="900">
              <a:solidFill>
                <a:srgbClr val="FFFFFF"/>
              </a:solidFill>
              <a:latin typeface="Verdana" panose="020B0604030504040204" pitchFamily="-110" charset="0"/>
            </a:endParaRPr>
          </a:p>
        </p:txBody>
      </p:sp>
      <p:sp>
        <p:nvSpPr>
          <p:cNvPr id="8" name="Text Box 47"/>
          <p:cNvSpPr txBox="1">
            <a:spLocks noChangeArrowheads="1"/>
          </p:cNvSpPr>
          <p:nvPr/>
        </p:nvSpPr>
        <p:spPr bwMode="auto">
          <a:xfrm>
            <a:off x="2133601" y="6400800"/>
            <a:ext cx="7505700" cy="457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i="1">
                <a:solidFill>
                  <a:srgbClr val="FFFFFF"/>
                </a:solidFill>
                <a:latin typeface="Verdana" panose="020B0604030504040204" pitchFamily="-110" charset="0"/>
              </a:rPr>
              <a:t>Family Law and Practice,</a:t>
            </a:r>
            <a:r>
              <a:rPr lang="en-US" sz="900">
                <a:solidFill>
                  <a:srgbClr val="FFFFFF"/>
                </a:solidFill>
                <a:latin typeface="Verdana" panose="020B0604030504040204" pitchFamily="-110" charset="0"/>
              </a:rPr>
              <a:t> 4th Edition</a:t>
            </a:r>
            <a:endParaRPr lang="en-US" sz="900">
              <a:solidFill>
                <a:srgbClr val="FFFFFF"/>
              </a:solidFill>
              <a:latin typeface="Verdana" panose="020B0604030504040204" pitchFamily="-110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FFFFFF"/>
                </a:solidFill>
                <a:latin typeface="Verdana" panose="020B0604030504040204" pitchFamily="-110" charset="0"/>
              </a:rPr>
              <a:t>Luppino | Miller</a:t>
            </a:r>
            <a:endParaRPr lang="en-US" sz="900">
              <a:solidFill>
                <a:srgbClr val="FFFFFF"/>
              </a:solidFill>
              <a:latin typeface="Verdana" panose="020B0604030504040204" pitchFamily="-11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1"/>
              <a:t>Click to edit Master subtitle style</a:t>
            </a:r>
            <a:endParaRPr lang="en-US" noProof="1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noProof="1">
                <a:ea typeface="MS PGothic" panose="020B0600070205080204" pitchFamily="-110" charset="-128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B962C8B-B14F-4D97-AF65-F5344CB8AC3E}" type="datetime1">
              <a:rPr lang="en-US" sz="2400">
                <a:solidFill>
                  <a:srgbClr val="000000"/>
                </a:solidFill>
              </a:rPr>
            </a:fld>
            <a:endParaRPr lang="en-US" sz="2400">
              <a:solidFill>
                <a:srgbClr val="000000"/>
              </a:solidFill>
              <a:ea typeface="MS PGothic" panose="020B0600070205080204" pitchFamily="-110" charset="-128"/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176AA3C8-6027-496B-AB44-C86E896B17BF}" type="slidenum">
              <a:rPr 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 advTm="0"/>
  <p:hf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rgbClr val="C00000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25400">
              <a:spcBef>
                <a:spcPts val="25"/>
              </a:spcBef>
            </a:pPr>
            <a:fld id="{81D60167-4931-47E6-BA6A-407CBD079E47}" type="slidenum">
              <a:rPr dirty="0">
                <a:solidFill>
                  <a:prstClr val="black"/>
                </a:solidFill>
              </a:rPr>
            </a:fld>
            <a:endParaRPr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1">
                <a:solidFill>
                  <a:srgbClr val="C00000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3D3D3D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25400">
              <a:spcBef>
                <a:spcPts val="25"/>
              </a:spcBef>
            </a:pPr>
            <a:fld id="{81D60167-4931-47E6-BA6A-407CBD079E47}" type="slidenum">
              <a:rPr dirty="0">
                <a:solidFill>
                  <a:prstClr val="black"/>
                </a:solidFill>
              </a:rPr>
            </a:fld>
            <a:endParaRPr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1">
                <a:solidFill>
                  <a:srgbClr val="C00000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516222" y="2247744"/>
            <a:ext cx="3841750" cy="36442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389052" y="1570526"/>
            <a:ext cx="4351020" cy="3887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/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25400">
              <a:spcBef>
                <a:spcPts val="25"/>
              </a:spcBef>
            </a:pPr>
            <a:fld id="{81D60167-4931-47E6-BA6A-407CBD079E47}" type="slidenum">
              <a:rPr dirty="0">
                <a:solidFill>
                  <a:prstClr val="black"/>
                </a:solidFill>
              </a:rPr>
            </a:fld>
            <a:endParaRPr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1">
                <a:solidFill>
                  <a:srgbClr val="C00000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1" Type="http://schemas.openxmlformats.org/officeDocument/2006/relationships/theme" Target="../theme/theme2.xml"/><Relationship Id="rId20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0.xml"/><Relationship Id="rId8" Type="http://schemas.openxmlformats.org/officeDocument/2006/relationships/slideLayout" Target="../slideLayouts/slideLayout39.xml"/><Relationship Id="rId7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4.xml"/><Relationship Id="rId21" Type="http://schemas.openxmlformats.org/officeDocument/2006/relationships/theme" Target="../theme/theme3.xml"/><Relationship Id="rId20" Type="http://schemas.openxmlformats.org/officeDocument/2006/relationships/slideLayout" Target="../slideLayouts/slideLayout51.xml"/><Relationship Id="rId2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50.xml"/><Relationship Id="rId18" Type="http://schemas.openxmlformats.org/officeDocument/2006/relationships/slideLayout" Target="../slideLayouts/slideLayout49.xml"/><Relationship Id="rId17" Type="http://schemas.openxmlformats.org/officeDocument/2006/relationships/slideLayout" Target="../slideLayouts/slideLayout48.xml"/><Relationship Id="rId16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1.xml"/><Relationship Id="rId1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7" Type="http://schemas.openxmlformats.org/officeDocument/2006/relationships/slideLayout" Target="../slideLayouts/slideLayout58.xml"/><Relationship Id="rId6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4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FC08F2-B91E-451A-ABFC-361790E73B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20E06-2A35-4CF6-86E6-78F8F7C7257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en-US" altLang="zh-CN" smtClean="0"/>
          </a:p>
        </p:txBody>
      </p:sp>
      <p:sp>
        <p:nvSpPr>
          <p:cNvPr id="1027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-25400" y="0"/>
            <a:ext cx="12217400" cy="1371600"/>
          </a:xfrm>
          <a:prstGeom prst="rect">
            <a:avLst/>
          </a:prstGeom>
          <a:solidFill>
            <a:srgbClr val="214C90"/>
          </a:solidFill>
          <a:ln w="9525">
            <a:solidFill>
              <a:srgbClr val="214C90"/>
            </a:solidFill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0646834" y="6324601"/>
            <a:ext cx="1348317" cy="365125"/>
          </a:xfrm>
        </p:spPr>
        <p:txBody>
          <a:bodyPr/>
          <a:lstStyle>
            <a:lvl1pPr>
              <a:defRPr noProof="1">
                <a:ea typeface="MS PGothic" panose="020B0600070205080204" pitchFamily="-110" charset="-128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384A9CE-D5F7-40A2-A168-AF6D5AC2F185}" type="slidenum">
              <a:rPr lang="zh-CN" altLang="en-US" sz="2400">
                <a:solidFill>
                  <a:srgbClr val="000000"/>
                </a:solidFill>
              </a:rPr>
            </a:fld>
            <a:endParaRPr lang="zh-CN" altLang="en-US" sz="2400">
              <a:solidFill>
                <a:srgbClr val="000000"/>
              </a:solidFill>
              <a:ea typeface="MS PGothic" panose="020B0600070205080204" pitchFamily="-110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ransition spd="slow" advTm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effectLst>
            <a:outerShdw blurRad="38100" dist="38100" dir="2700000">
              <a:srgbClr val="000000">
                <a:alpha val="75000"/>
              </a:srgbClr>
            </a:outerShdw>
          </a:effectLst>
          <a:latin typeface="Verdana" panose="020B0604030504040204"/>
          <a:ea typeface="MS PGothic" panose="020B0600070205080204" pitchFamily="-110" charset="-128"/>
          <a:cs typeface="MS PGothic" panose="020B0600070205080204" pitchFamily="-110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effectLst>
            <a:outerShdw blurRad="38100" dist="38100" dir="2700000" algn="tl">
              <a:srgbClr val="000000"/>
            </a:outerShdw>
          </a:effectLst>
          <a:latin typeface="Verdana" panose="020B0604030504040204" pitchFamily="-110" charset="0"/>
          <a:ea typeface="MS PGothic" panose="020B0600070205080204" pitchFamily="-110" charset="-128"/>
          <a:cs typeface="MS PGothic" panose="020B0600070205080204" pitchFamily="-11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effectLst>
            <a:outerShdw blurRad="38100" dist="38100" dir="2700000" algn="tl">
              <a:srgbClr val="000000"/>
            </a:outerShdw>
          </a:effectLst>
          <a:latin typeface="Verdana" panose="020B0604030504040204" pitchFamily="-110" charset="0"/>
          <a:ea typeface="MS PGothic" panose="020B0600070205080204" pitchFamily="-110" charset="-128"/>
          <a:cs typeface="MS PGothic" panose="020B0600070205080204" pitchFamily="-11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effectLst>
            <a:outerShdw blurRad="38100" dist="38100" dir="2700000" algn="tl">
              <a:srgbClr val="000000"/>
            </a:outerShdw>
          </a:effectLst>
          <a:latin typeface="Verdana" panose="020B0604030504040204" pitchFamily="-110" charset="0"/>
          <a:ea typeface="MS PGothic" panose="020B0600070205080204" pitchFamily="-110" charset="-128"/>
          <a:cs typeface="MS PGothic" panose="020B0600070205080204" pitchFamily="-11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effectLst>
            <a:outerShdw blurRad="38100" dist="38100" dir="2700000" algn="tl">
              <a:srgbClr val="000000"/>
            </a:outerShdw>
          </a:effectLst>
          <a:latin typeface="Verdana" panose="020B0604030504040204" pitchFamily="-110" charset="0"/>
          <a:ea typeface="MS PGothic" panose="020B0600070205080204" pitchFamily="-110" charset="-128"/>
          <a:cs typeface="MS PGothic" panose="020B0600070205080204" pitchFamily="-11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bg1"/>
          </a:solidFill>
          <a:latin typeface="Arial" panose="020B0604020202020204" pitchFamily="34" charset="0"/>
          <a:ea typeface="MS PGothic" panose="020B0600070205080204" pitchFamily="-110" charset="-128"/>
          <a:cs typeface="MS PGothic" panose="020B0600070205080204" pitchFamily="-11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bg1"/>
          </a:solidFill>
          <a:latin typeface="Arial" panose="020B0604020202020204" pitchFamily="34" charset="0"/>
          <a:ea typeface="MS PGothic" panose="020B0600070205080204" pitchFamily="-110" charset="-128"/>
          <a:cs typeface="MS PGothic" panose="020B0600070205080204" pitchFamily="-11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bg1"/>
          </a:solidFill>
          <a:latin typeface="Arial" panose="020B0604020202020204" pitchFamily="34" charset="0"/>
          <a:ea typeface="MS PGothic" panose="020B0600070205080204" pitchFamily="-110" charset="-128"/>
          <a:cs typeface="MS PGothic" panose="020B0600070205080204" pitchFamily="-11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bg1"/>
          </a:solidFill>
          <a:latin typeface="Arial" panose="020B0604020202020204" pitchFamily="34" charset="0"/>
          <a:ea typeface="MS PGothic" panose="020B0600070205080204" pitchFamily="-110" charset="-128"/>
          <a:cs typeface="MS PGothic" panose="020B0600070205080204" pitchFamily="-110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214C90"/>
        </a:buClr>
        <a:buFont typeface="Times" panose="02020603050405020304" pitchFamily="18" charset="0"/>
        <a:buChar char="•"/>
        <a:defRPr sz="3000">
          <a:solidFill>
            <a:schemeClr val="tx1"/>
          </a:solidFill>
          <a:latin typeface="Verdana" panose="020B0604030504040204"/>
          <a:ea typeface="MS PGothic" panose="020B0600070205080204" pitchFamily="-110" charset="-128"/>
          <a:cs typeface="MS PGothic" panose="020B0600070205080204" pitchFamily="-110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1191D0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Verdana" panose="020B0604030504040204"/>
          <a:ea typeface="MS PGothic" panose="020B0600070205080204" pitchFamily="-110" charset="-128"/>
          <a:cs typeface="MS PGothic" panose="020B0600070205080204" pitchFamily="-110" charset="-128"/>
        </a:defRPr>
      </a:lvl2pPr>
      <a:lvl3pPr marL="1085850" indent="-228600" algn="l" rtl="0" eaLnBrk="0" fontAlgn="base" hangingPunct="0">
        <a:spcBef>
          <a:spcPct val="20000"/>
        </a:spcBef>
        <a:spcAft>
          <a:spcPct val="0"/>
        </a:spcAft>
        <a:buClr>
          <a:srgbClr val="214C90"/>
        </a:buClr>
        <a:buFont typeface="Arial" panose="020B0604020202020204" pitchFamily="34" charset="0"/>
        <a:buChar char="•"/>
        <a:defRPr sz="2600">
          <a:solidFill>
            <a:schemeClr val="tx1"/>
          </a:solidFill>
          <a:latin typeface="Verdana" panose="020B0604030504040204"/>
          <a:ea typeface="MS PGothic" panose="020B0600070205080204" pitchFamily="-110" charset="-128"/>
          <a:cs typeface="MS PGothic" panose="020B0600070205080204" pitchFamily="-110" charset="-128"/>
        </a:defRPr>
      </a:lvl3pPr>
      <a:lvl4pPr marL="1428750" indent="-228600" algn="l" rtl="0" eaLnBrk="0" fontAlgn="base" hangingPunct="0">
        <a:spcBef>
          <a:spcPct val="20000"/>
        </a:spcBef>
        <a:spcAft>
          <a:spcPct val="0"/>
        </a:spcAft>
        <a:buClr>
          <a:srgbClr val="1191D0"/>
        </a:buClr>
        <a:buFont typeface="Arial" panose="020B0604020202020204" pitchFamily="34" charset="0"/>
        <a:buChar char="•"/>
        <a:defRPr sz="2400">
          <a:solidFill>
            <a:schemeClr val="tx1"/>
          </a:solidFill>
          <a:latin typeface="Verdana" panose="020B0604030504040204"/>
          <a:ea typeface="MS PGothic" panose="020B0600070205080204" pitchFamily="-110" charset="-128"/>
          <a:cs typeface="MS PGothic" panose="020B0600070205080204" pitchFamily="-110" charset="-128"/>
        </a:defRPr>
      </a:lvl4pPr>
      <a:lvl5pPr marL="1771650" indent="-228600" algn="l" rtl="0" eaLnBrk="0" fontAlgn="base" hangingPunct="0">
        <a:spcBef>
          <a:spcPct val="20000"/>
        </a:spcBef>
        <a:spcAft>
          <a:spcPct val="0"/>
        </a:spcAft>
        <a:buClr>
          <a:srgbClr val="214C90"/>
        </a:buClr>
        <a:buFont typeface="Lucida Grande" pitchFamily="-110" charset="0"/>
        <a:buChar char="-"/>
        <a:defRPr sz="2200">
          <a:solidFill>
            <a:schemeClr val="tx1"/>
          </a:solidFill>
          <a:latin typeface="Verdana" panose="020B0604030504040204"/>
          <a:ea typeface="MS PGothic" panose="020B0600070205080204" pitchFamily="-110" charset="-128"/>
          <a:cs typeface="MS PGothic" panose="020B0600070205080204" pitchFamily="-110" charset="-128"/>
        </a:defRPr>
      </a:lvl5pPr>
      <a:lvl6pPr marL="2228850" indent="-228600" algn="l" rtl="0" eaLnBrk="1" fontAlgn="base" hangingPunct="1">
        <a:spcBef>
          <a:spcPct val="20000"/>
        </a:spcBef>
        <a:spcAft>
          <a:spcPct val="0"/>
        </a:spcAft>
        <a:buClr>
          <a:srgbClr val="2D5E2F"/>
        </a:buClr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686050" indent="-228600" algn="l" rtl="0" eaLnBrk="1" fontAlgn="base" hangingPunct="1">
        <a:spcBef>
          <a:spcPct val="20000"/>
        </a:spcBef>
        <a:spcAft>
          <a:spcPct val="0"/>
        </a:spcAft>
        <a:buClr>
          <a:srgbClr val="2D5E2F"/>
        </a:buClr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143250" indent="-228600" algn="l" rtl="0" eaLnBrk="1" fontAlgn="base" hangingPunct="1">
        <a:spcBef>
          <a:spcPct val="20000"/>
        </a:spcBef>
        <a:spcAft>
          <a:spcPct val="0"/>
        </a:spcAft>
        <a:buClr>
          <a:srgbClr val="2D5E2F"/>
        </a:buClr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600450" indent="-228600" algn="l" rtl="0" eaLnBrk="1" fontAlgn="base" hangingPunct="1">
        <a:spcBef>
          <a:spcPct val="20000"/>
        </a:spcBef>
        <a:spcAft>
          <a:spcPct val="0"/>
        </a:spcAft>
        <a:buClr>
          <a:srgbClr val="2D5E2F"/>
        </a:buClr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en-US" altLang="zh-CN" smtClean="0"/>
          </a:p>
        </p:txBody>
      </p:sp>
      <p:sp>
        <p:nvSpPr>
          <p:cNvPr id="1027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-25400" y="0"/>
            <a:ext cx="12217400" cy="1371600"/>
          </a:xfrm>
          <a:prstGeom prst="rect">
            <a:avLst/>
          </a:prstGeom>
          <a:solidFill>
            <a:srgbClr val="214C90"/>
          </a:solidFill>
          <a:ln w="9525">
            <a:solidFill>
              <a:srgbClr val="214C90"/>
            </a:solidFill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0646834" y="6324601"/>
            <a:ext cx="1348317" cy="365125"/>
          </a:xfrm>
        </p:spPr>
        <p:txBody>
          <a:bodyPr/>
          <a:lstStyle>
            <a:lvl1pPr>
              <a:defRPr noProof="1">
                <a:ea typeface="MS PGothic" panose="020B0600070205080204" pitchFamily="-110" charset="-128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66FEF6C-A6FC-4919-B952-9CC11581C425}" type="slidenum">
              <a:rPr lang="zh-CN" altLang="en-US" sz="2400">
                <a:solidFill>
                  <a:srgbClr val="000000"/>
                </a:solidFill>
              </a:rPr>
            </a:fld>
            <a:endParaRPr lang="zh-CN" altLang="en-US" sz="2400">
              <a:solidFill>
                <a:srgbClr val="000000"/>
              </a:solidFill>
              <a:ea typeface="MS PGothic" panose="020B0600070205080204" pitchFamily="-110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  <p:sldLayoutId id="2147483699" r:id="rId18"/>
    <p:sldLayoutId id="2147483700" r:id="rId19"/>
    <p:sldLayoutId id="2147483701" r:id="rId20"/>
  </p:sldLayoutIdLst>
  <p:transition spd="slow" advTm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effectLst>
            <a:outerShdw blurRad="38100" dist="38100" dir="2700000">
              <a:srgbClr val="000000">
                <a:alpha val="75000"/>
              </a:srgbClr>
            </a:outerShdw>
          </a:effectLst>
          <a:latin typeface="Verdana" panose="020B0604030504040204"/>
          <a:ea typeface="MS PGothic" panose="020B0600070205080204" pitchFamily="-110" charset="-128"/>
          <a:cs typeface="MS PGothic" panose="020B0600070205080204" pitchFamily="-110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effectLst>
            <a:outerShdw blurRad="38100" dist="38100" dir="2700000" algn="tl">
              <a:srgbClr val="000000"/>
            </a:outerShdw>
          </a:effectLst>
          <a:latin typeface="Verdana" panose="020B0604030504040204" pitchFamily="-110" charset="0"/>
          <a:ea typeface="MS PGothic" panose="020B0600070205080204" pitchFamily="-110" charset="-128"/>
          <a:cs typeface="MS PGothic" panose="020B0600070205080204" pitchFamily="-11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effectLst>
            <a:outerShdw blurRad="38100" dist="38100" dir="2700000" algn="tl">
              <a:srgbClr val="000000"/>
            </a:outerShdw>
          </a:effectLst>
          <a:latin typeface="Verdana" panose="020B0604030504040204" pitchFamily="-110" charset="0"/>
          <a:ea typeface="MS PGothic" panose="020B0600070205080204" pitchFamily="-110" charset="-128"/>
          <a:cs typeface="MS PGothic" panose="020B0600070205080204" pitchFamily="-11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effectLst>
            <a:outerShdw blurRad="38100" dist="38100" dir="2700000" algn="tl">
              <a:srgbClr val="000000"/>
            </a:outerShdw>
          </a:effectLst>
          <a:latin typeface="Verdana" panose="020B0604030504040204" pitchFamily="-110" charset="0"/>
          <a:ea typeface="MS PGothic" panose="020B0600070205080204" pitchFamily="-110" charset="-128"/>
          <a:cs typeface="MS PGothic" panose="020B0600070205080204" pitchFamily="-11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effectLst>
            <a:outerShdw blurRad="38100" dist="38100" dir="2700000" algn="tl">
              <a:srgbClr val="000000"/>
            </a:outerShdw>
          </a:effectLst>
          <a:latin typeface="Verdana" panose="020B0604030504040204" pitchFamily="-110" charset="0"/>
          <a:ea typeface="MS PGothic" panose="020B0600070205080204" pitchFamily="-110" charset="-128"/>
          <a:cs typeface="MS PGothic" panose="020B0600070205080204" pitchFamily="-11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bg1"/>
          </a:solidFill>
          <a:latin typeface="Arial" panose="020B0604020202020204" pitchFamily="34" charset="0"/>
          <a:ea typeface="MS PGothic" panose="020B0600070205080204" pitchFamily="-110" charset="-128"/>
          <a:cs typeface="MS PGothic" panose="020B0600070205080204" pitchFamily="-11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bg1"/>
          </a:solidFill>
          <a:latin typeface="Arial" panose="020B0604020202020204" pitchFamily="34" charset="0"/>
          <a:ea typeface="MS PGothic" panose="020B0600070205080204" pitchFamily="-110" charset="-128"/>
          <a:cs typeface="MS PGothic" panose="020B0600070205080204" pitchFamily="-11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bg1"/>
          </a:solidFill>
          <a:latin typeface="Arial" panose="020B0604020202020204" pitchFamily="34" charset="0"/>
          <a:ea typeface="MS PGothic" panose="020B0600070205080204" pitchFamily="-110" charset="-128"/>
          <a:cs typeface="MS PGothic" panose="020B0600070205080204" pitchFamily="-11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bg1"/>
          </a:solidFill>
          <a:latin typeface="Arial" panose="020B0604020202020204" pitchFamily="34" charset="0"/>
          <a:ea typeface="MS PGothic" panose="020B0600070205080204" pitchFamily="-110" charset="-128"/>
          <a:cs typeface="MS PGothic" panose="020B0600070205080204" pitchFamily="-110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214C90"/>
        </a:buClr>
        <a:buFont typeface="Times" panose="02020603050405020304" pitchFamily="18" charset="0"/>
        <a:buChar char="•"/>
        <a:defRPr sz="3000">
          <a:solidFill>
            <a:schemeClr val="tx1"/>
          </a:solidFill>
          <a:latin typeface="Verdana" panose="020B0604030504040204"/>
          <a:ea typeface="MS PGothic" panose="020B0600070205080204" pitchFamily="-110" charset="-128"/>
          <a:cs typeface="MS PGothic" panose="020B0600070205080204" pitchFamily="-110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1191D0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Verdana" panose="020B0604030504040204"/>
          <a:ea typeface="MS PGothic" panose="020B0600070205080204" pitchFamily="-110" charset="-128"/>
          <a:cs typeface="MS PGothic" panose="020B0600070205080204" pitchFamily="-110" charset="-128"/>
        </a:defRPr>
      </a:lvl2pPr>
      <a:lvl3pPr marL="1085850" indent="-228600" algn="l" rtl="0" eaLnBrk="0" fontAlgn="base" hangingPunct="0">
        <a:spcBef>
          <a:spcPct val="20000"/>
        </a:spcBef>
        <a:spcAft>
          <a:spcPct val="0"/>
        </a:spcAft>
        <a:buClr>
          <a:srgbClr val="214C90"/>
        </a:buClr>
        <a:buFont typeface="Arial" panose="020B0604020202020204" pitchFamily="34" charset="0"/>
        <a:buChar char="•"/>
        <a:defRPr sz="2600">
          <a:solidFill>
            <a:schemeClr val="tx1"/>
          </a:solidFill>
          <a:latin typeface="Verdana" panose="020B0604030504040204"/>
          <a:ea typeface="MS PGothic" panose="020B0600070205080204" pitchFamily="-110" charset="-128"/>
          <a:cs typeface="MS PGothic" panose="020B0600070205080204" pitchFamily="-110" charset="-128"/>
        </a:defRPr>
      </a:lvl3pPr>
      <a:lvl4pPr marL="1428750" indent="-228600" algn="l" rtl="0" eaLnBrk="0" fontAlgn="base" hangingPunct="0">
        <a:spcBef>
          <a:spcPct val="20000"/>
        </a:spcBef>
        <a:spcAft>
          <a:spcPct val="0"/>
        </a:spcAft>
        <a:buClr>
          <a:srgbClr val="1191D0"/>
        </a:buClr>
        <a:buFont typeface="Arial" panose="020B0604020202020204" pitchFamily="34" charset="0"/>
        <a:buChar char="•"/>
        <a:defRPr sz="2400">
          <a:solidFill>
            <a:schemeClr val="tx1"/>
          </a:solidFill>
          <a:latin typeface="Verdana" panose="020B0604030504040204"/>
          <a:ea typeface="MS PGothic" panose="020B0600070205080204" pitchFamily="-110" charset="-128"/>
          <a:cs typeface="MS PGothic" panose="020B0600070205080204" pitchFamily="-110" charset="-128"/>
        </a:defRPr>
      </a:lvl4pPr>
      <a:lvl5pPr marL="1771650" indent="-228600" algn="l" rtl="0" eaLnBrk="0" fontAlgn="base" hangingPunct="0">
        <a:spcBef>
          <a:spcPct val="20000"/>
        </a:spcBef>
        <a:spcAft>
          <a:spcPct val="0"/>
        </a:spcAft>
        <a:buClr>
          <a:srgbClr val="214C90"/>
        </a:buClr>
        <a:buFont typeface="Lucida Grande" pitchFamily="-110" charset="0"/>
        <a:buChar char="-"/>
        <a:defRPr sz="2200">
          <a:solidFill>
            <a:schemeClr val="tx1"/>
          </a:solidFill>
          <a:latin typeface="Verdana" panose="020B0604030504040204"/>
          <a:ea typeface="MS PGothic" panose="020B0600070205080204" pitchFamily="-110" charset="-128"/>
          <a:cs typeface="MS PGothic" panose="020B0600070205080204" pitchFamily="-110" charset="-128"/>
        </a:defRPr>
      </a:lvl5pPr>
      <a:lvl6pPr marL="2228850" indent="-228600" algn="l" rtl="0" eaLnBrk="1" fontAlgn="base" hangingPunct="1">
        <a:spcBef>
          <a:spcPct val="20000"/>
        </a:spcBef>
        <a:spcAft>
          <a:spcPct val="0"/>
        </a:spcAft>
        <a:buClr>
          <a:srgbClr val="2D5E2F"/>
        </a:buClr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686050" indent="-228600" algn="l" rtl="0" eaLnBrk="1" fontAlgn="base" hangingPunct="1">
        <a:spcBef>
          <a:spcPct val="20000"/>
        </a:spcBef>
        <a:spcAft>
          <a:spcPct val="0"/>
        </a:spcAft>
        <a:buClr>
          <a:srgbClr val="2D5E2F"/>
        </a:buClr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143250" indent="-228600" algn="l" rtl="0" eaLnBrk="1" fontAlgn="base" hangingPunct="1">
        <a:spcBef>
          <a:spcPct val="20000"/>
        </a:spcBef>
        <a:spcAft>
          <a:spcPct val="0"/>
        </a:spcAft>
        <a:buClr>
          <a:srgbClr val="2D5E2F"/>
        </a:buClr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600450" indent="-228600" algn="l" rtl="0" eaLnBrk="1" fontAlgn="base" hangingPunct="1">
        <a:spcBef>
          <a:spcPct val="20000"/>
        </a:spcBef>
        <a:spcAft>
          <a:spcPct val="0"/>
        </a:spcAft>
        <a:buClr>
          <a:srgbClr val="2D5E2F"/>
        </a:buClr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41604" y="0"/>
            <a:ext cx="11550650" cy="152400"/>
          </a:xfrm>
          <a:custGeom>
            <a:avLst/>
            <a:gdLst/>
            <a:ahLst/>
            <a:cxnLst/>
            <a:rect l="l" t="t" r="r" b="b"/>
            <a:pathLst>
              <a:path w="11550650" h="152400">
                <a:moveTo>
                  <a:pt x="0" y="152400"/>
                </a:moveTo>
                <a:lnTo>
                  <a:pt x="11550408" y="152400"/>
                </a:lnTo>
                <a:lnTo>
                  <a:pt x="11550408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595958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0" y="0"/>
            <a:ext cx="641985" cy="152400"/>
          </a:xfrm>
          <a:custGeom>
            <a:avLst/>
            <a:gdLst/>
            <a:ahLst/>
            <a:cxnLst/>
            <a:rect l="l" t="t" r="r" b="b"/>
            <a:pathLst>
              <a:path w="641985" h="152400">
                <a:moveTo>
                  <a:pt x="0" y="152400"/>
                </a:moveTo>
                <a:lnTo>
                  <a:pt x="641604" y="152400"/>
                </a:lnTo>
                <a:lnTo>
                  <a:pt x="641604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6900" y="355601"/>
            <a:ext cx="10998200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1">
                <a:solidFill>
                  <a:srgbClr val="3E3E3E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1608963"/>
            <a:ext cx="10378440" cy="14008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3D3D3D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156065" y="6544533"/>
            <a:ext cx="2793365" cy="2933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1">
                <a:solidFill>
                  <a:srgbClr val="3E3E3E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12700">
              <a:spcBef>
                <a:spcPts val="185"/>
              </a:spcBef>
            </a:pPr>
            <a:r>
              <a:rPr i="0" spc="-10" dirty="0"/>
              <a:t>Xilinx </a:t>
            </a:r>
            <a:r>
              <a:rPr spc="-5" dirty="0"/>
              <a:t>大学合作部 </a:t>
            </a:r>
            <a:r>
              <a:rPr i="0" spc="-5" dirty="0"/>
              <a:t>&amp;</a:t>
            </a:r>
            <a:r>
              <a:rPr i="0" dirty="0"/>
              <a:t> </a:t>
            </a:r>
            <a:r>
              <a:rPr spc="-5" dirty="0"/>
              <a:t>东南大学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75640" y="6616656"/>
            <a:ext cx="163830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25400">
              <a:spcBef>
                <a:spcPts val="25"/>
              </a:spcBef>
            </a:pPr>
            <a:fld id="{81D60167-4931-47E6-BA6A-407CBD079E47}" type="slidenum">
              <a:rPr dirty="0">
                <a:solidFill>
                  <a:prstClr val="black"/>
                </a:solidFill>
              </a:rPr>
            </a:fld>
            <a:endParaRPr dirty="0">
              <a:solidFill>
                <a:prstClr val="black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3.xml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26.x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7.e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6.emf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6.xml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6.xml"/><Relationship Id="rId2" Type="http://schemas.openxmlformats.org/officeDocument/2006/relationships/image" Target="../media/image15.jpeg"/><Relationship Id="rId1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6.xml"/><Relationship Id="rId1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6.xml"/><Relationship Id="rId2" Type="http://schemas.openxmlformats.org/officeDocument/2006/relationships/image" Target="../media/image17.emf"/><Relationship Id="rId1" Type="http://schemas.openxmlformats.org/officeDocument/2006/relationships/oleObject" Target="../embeddings/oleObject4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6.xml"/><Relationship Id="rId1" Type="http://schemas.openxmlformats.org/officeDocument/2006/relationships/image" Target="../media/image1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20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22.jpeg"/><Relationship Id="rId1" Type="http://schemas.openxmlformats.org/officeDocument/2006/relationships/image" Target="../media/image2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2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24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46.xml"/><Relationship Id="rId1" Type="http://schemas.openxmlformats.org/officeDocument/2006/relationships/image" Target="../media/image25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46.xml"/><Relationship Id="rId1" Type="http://schemas.openxmlformats.org/officeDocument/2006/relationships/image" Target="../media/image2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62910" y="1361871"/>
            <a:ext cx="9144000" cy="1175325"/>
          </a:xfrm>
        </p:spPr>
        <p:txBody>
          <a:bodyPr/>
          <a:lstStyle/>
          <a:p>
            <a:r>
              <a:rPr lang="zh-CN" altLang="en-US" b="1" dirty="0" smtClean="0"/>
              <a:t>数字系统基本概念二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11215" y="693420"/>
            <a:ext cx="4791075" cy="286004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5841" y="1302373"/>
            <a:ext cx="5045710" cy="397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70"/>
            <a:r>
              <a:rPr sz="2000" b="1" spc="-5" dirty="0">
                <a:solidFill>
                  <a:srgbClr val="3D3D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数字系统的发展</a:t>
            </a:r>
            <a:endParaRPr sz="20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>
              <a:spcBef>
                <a:spcPts val="1085"/>
              </a:spcBef>
            </a:pPr>
            <a:r>
              <a:rPr sz="20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门电路和触发器；</a:t>
            </a:r>
            <a:endParaRPr sz="20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>
              <a:spcBef>
                <a:spcPts val="960"/>
              </a:spcBef>
            </a:pPr>
            <a:r>
              <a:rPr sz="20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集成电路；</a:t>
            </a:r>
            <a:endParaRPr sz="20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>
              <a:spcBef>
                <a:spcPts val="960"/>
              </a:spcBef>
            </a:pPr>
            <a:r>
              <a:rPr sz="2000" spc="-1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</a:t>
            </a:r>
            <a:r>
              <a:rPr sz="20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可编程逻辑器件和超大</a:t>
            </a:r>
            <a:r>
              <a:rPr sz="2000" spc="-15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</a:t>
            </a:r>
            <a:r>
              <a:rPr sz="20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模专</a:t>
            </a:r>
            <a:r>
              <a:rPr sz="2000" spc="-15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sz="20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集成</a:t>
            </a:r>
            <a:r>
              <a:rPr sz="2000" spc="-15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</a:t>
            </a:r>
            <a:r>
              <a:rPr sz="20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路；</a:t>
            </a:r>
            <a:endParaRPr sz="20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15"/>
              </a:spcBef>
            </a:pPr>
            <a:endParaRPr sz="20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3970"/>
            <a:r>
              <a:rPr sz="2000" b="1" spc="-5" dirty="0">
                <a:solidFill>
                  <a:srgbClr val="3D3D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数字系统设计技术的发展</a:t>
            </a:r>
            <a:endParaRPr sz="20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71780" indent="-259080">
              <a:spcBef>
                <a:spcPts val="1085"/>
              </a:spcBef>
              <a:buFont typeface="Wingdings" panose="05000000000000000000"/>
              <a:buChar char=""/>
              <a:tabLst>
                <a:tab pos="271780" algn="l"/>
              </a:tabLst>
            </a:pPr>
            <a:r>
              <a:rPr sz="20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公式法/卡诺图化简</a:t>
            </a:r>
            <a:endParaRPr sz="20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71780" indent="-259080">
              <a:spcBef>
                <a:spcPts val="960"/>
              </a:spcBef>
              <a:buFont typeface="Wingdings" panose="05000000000000000000"/>
              <a:buChar char=""/>
              <a:tabLst>
                <a:tab pos="271780" algn="l"/>
              </a:tabLst>
            </a:pPr>
            <a:r>
              <a:rPr sz="20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计算机辅助设计</a:t>
            </a:r>
            <a:endParaRPr sz="20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05765" lvl="1" indent="-173990">
              <a:spcBef>
                <a:spcPts val="960"/>
              </a:spcBef>
              <a:buFont typeface="Arial" panose="020B0604020202020204"/>
              <a:buChar char="•"/>
              <a:tabLst>
                <a:tab pos="406400" algn="l"/>
              </a:tabLst>
            </a:pPr>
            <a:r>
              <a:rPr sz="20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硬件描述语言（HDL）</a:t>
            </a:r>
            <a:endParaRPr sz="20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05765" lvl="1" indent="-173990">
              <a:spcBef>
                <a:spcPts val="960"/>
              </a:spcBef>
              <a:buFont typeface="Arial" panose="020B0604020202020204"/>
              <a:buChar char="•"/>
              <a:tabLst>
                <a:tab pos="406400" algn="l"/>
              </a:tabLst>
            </a:pPr>
            <a:r>
              <a:rPr sz="20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软件综合与仿真</a:t>
            </a:r>
            <a:endParaRPr sz="20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96900" y="587819"/>
            <a:ext cx="5314315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0" dirty="0">
                <a:solidFill>
                  <a:srgbClr val="060ABA"/>
                </a:solidFill>
              </a:rPr>
              <a:t>数字电路及其设计技术的发展</a:t>
            </a:r>
            <a:endParaRPr sz="2400" i="0" dirty="0">
              <a:solidFill>
                <a:srgbClr val="060ABA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5911215" y="3753485"/>
            <a:ext cx="4531360" cy="28632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25400">
              <a:spcBef>
                <a:spcPts val="25"/>
              </a:spcBef>
            </a:pPr>
            <a:fld id="{81D60167-4931-47E6-BA6A-407CBD079E47}" type="slidenum">
              <a:rPr dirty="0">
                <a:solidFill>
                  <a:prstClr val="black"/>
                </a:solidFill>
              </a:rPr>
            </a:fld>
            <a:endParaRPr dirty="0">
              <a:solidFill>
                <a:prstClr val="blac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矩形 83974"/>
          <p:cNvSpPr>
            <a:spLocks noChangeArrowheads="1"/>
          </p:cNvSpPr>
          <p:nvPr/>
        </p:nvSpPr>
        <p:spPr bwMode="auto">
          <a:xfrm>
            <a:off x="2438401" y="1143001"/>
            <a:ext cx="2924175" cy="460375"/>
          </a:xfrm>
          <a:prstGeom prst="rect">
            <a:avLst/>
          </a:prstGeom>
          <a:solidFill>
            <a:srgbClr val="0070C0"/>
          </a:solidFill>
          <a:ln w="9525">
            <a:solidFill>
              <a:srgbClr val="000000"/>
            </a:solidFill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FFFF99"/>
                </a:solidFill>
                <a:latin typeface="Times New Roman" panose="02020603050405020304" charset="0"/>
              </a:rPr>
              <a:t>Basic Logic Functions</a:t>
            </a:r>
            <a:endParaRPr lang="en-US" altLang="zh-CN" sz="2400" dirty="0">
              <a:solidFill>
                <a:srgbClr val="FFFF99"/>
              </a:solidFill>
              <a:latin typeface="Times New Roman" panose="02020603050405020304" charset="0"/>
            </a:endParaRPr>
          </a:p>
        </p:txBody>
      </p:sp>
      <p:sp>
        <p:nvSpPr>
          <p:cNvPr id="83976" name="矩形 83975"/>
          <p:cNvSpPr>
            <a:spLocks noChangeArrowheads="1" noChangeShapeType="1" noTextEdit="1"/>
          </p:cNvSpPr>
          <p:nvPr/>
        </p:nvSpPr>
        <p:spPr bwMode="auto">
          <a:xfrm>
            <a:off x="2895600" y="2133600"/>
            <a:ext cx="1085850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600" kern="10">
                <a:ln w="12700">
                  <a:solidFill>
                    <a:srgbClr val="000000"/>
                  </a:solidFill>
                  <a:round/>
                </a:ln>
                <a:solidFill>
                  <a:srgbClr val="333399">
                    <a:alpha val="50000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Arial Black" panose="020B0A04020102020204" pitchFamily="34" charset="0"/>
              </a:rPr>
              <a:t>AND</a:t>
            </a:r>
            <a:endParaRPr lang="zh-CN" altLang="en-US" sz="3600" kern="10">
              <a:ln w="12700">
                <a:solidFill>
                  <a:srgbClr val="000000"/>
                </a:solidFill>
                <a:round/>
              </a:ln>
              <a:solidFill>
                <a:srgbClr val="333399">
                  <a:alpha val="50000"/>
                </a:srgbClr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83977" name="矩形 83976"/>
          <p:cNvSpPr>
            <a:spLocks noChangeArrowheads="1" noChangeShapeType="1" noTextEdit="1"/>
          </p:cNvSpPr>
          <p:nvPr/>
        </p:nvSpPr>
        <p:spPr bwMode="auto">
          <a:xfrm>
            <a:off x="2895600" y="3467100"/>
            <a:ext cx="838200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600" kern="10">
                <a:ln w="12700">
                  <a:solidFill>
                    <a:srgbClr val="000000"/>
                  </a:solidFill>
                  <a:round/>
                </a:ln>
                <a:solidFill>
                  <a:srgbClr val="333399">
                    <a:alpha val="50000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Arial Black" panose="020B0A04020102020204" pitchFamily="34" charset="0"/>
              </a:rPr>
              <a:t>OR</a:t>
            </a:r>
            <a:endParaRPr lang="zh-CN" altLang="en-US" sz="3600" kern="10">
              <a:ln w="12700">
                <a:solidFill>
                  <a:srgbClr val="000000"/>
                </a:solidFill>
                <a:round/>
              </a:ln>
              <a:solidFill>
                <a:srgbClr val="333399">
                  <a:alpha val="50000"/>
                </a:srgbClr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83978" name="矩形 83977"/>
          <p:cNvSpPr>
            <a:spLocks noChangeArrowheads="1" noChangeShapeType="1" noTextEdit="1"/>
          </p:cNvSpPr>
          <p:nvPr/>
        </p:nvSpPr>
        <p:spPr bwMode="auto">
          <a:xfrm>
            <a:off x="2971800" y="4648200"/>
            <a:ext cx="1085850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600" kern="10">
                <a:ln w="12700">
                  <a:solidFill>
                    <a:srgbClr val="000000"/>
                  </a:solidFill>
                  <a:round/>
                </a:ln>
                <a:solidFill>
                  <a:srgbClr val="333399">
                    <a:alpha val="50000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Arial Black" panose="020B0A04020102020204" pitchFamily="34" charset="0"/>
              </a:rPr>
              <a:t>NOT</a:t>
            </a:r>
            <a:endParaRPr lang="zh-CN" altLang="en-US" sz="3600" kern="10">
              <a:ln w="12700">
                <a:solidFill>
                  <a:srgbClr val="000000"/>
                </a:solidFill>
                <a:round/>
              </a:ln>
              <a:solidFill>
                <a:srgbClr val="333399">
                  <a:alpha val="50000"/>
                </a:srgbClr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83980" name="文本框 83979"/>
          <p:cNvSpPr txBox="1">
            <a:spLocks noChangeArrowheads="1"/>
          </p:cNvSpPr>
          <p:nvPr/>
        </p:nvSpPr>
        <p:spPr bwMode="auto">
          <a:xfrm>
            <a:off x="4114800" y="2057401"/>
            <a:ext cx="41910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charset="0"/>
              </a:rPr>
              <a:t>True only if </a:t>
            </a:r>
            <a:r>
              <a:rPr lang="en-US" altLang="zh-CN" sz="2400" b="1" i="1">
                <a:solidFill>
                  <a:srgbClr val="333399"/>
                </a:solidFill>
                <a:latin typeface="Times New Roman" panose="02020603050405020304" charset="0"/>
              </a:rPr>
              <a:t>all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charset="0"/>
              </a:rPr>
              <a:t> input conditions are true.</a:t>
            </a:r>
            <a:endParaRPr lang="en-US" altLang="zh-CN" sz="2400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83981" name="文本框 83980"/>
          <p:cNvSpPr txBox="1">
            <a:spLocks noChangeArrowheads="1"/>
          </p:cNvSpPr>
          <p:nvPr/>
        </p:nvSpPr>
        <p:spPr bwMode="auto">
          <a:xfrm>
            <a:off x="4114800" y="3467101"/>
            <a:ext cx="4114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charset="0"/>
              </a:rPr>
              <a:t>True only if </a:t>
            </a:r>
            <a:r>
              <a:rPr lang="en-US" altLang="zh-CN" sz="2400" b="1" i="1">
                <a:solidFill>
                  <a:srgbClr val="333399"/>
                </a:solidFill>
                <a:latin typeface="Times New Roman" panose="02020603050405020304" charset="0"/>
              </a:rPr>
              <a:t>one or more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charset="0"/>
              </a:rPr>
              <a:t> input conditions are true.</a:t>
            </a:r>
            <a:endParaRPr lang="en-US" altLang="zh-CN" sz="2400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83982" name="文本框 83981"/>
          <p:cNvSpPr txBox="1">
            <a:spLocks noChangeArrowheads="1"/>
          </p:cNvSpPr>
          <p:nvPr/>
        </p:nvSpPr>
        <p:spPr bwMode="auto">
          <a:xfrm>
            <a:off x="4191000" y="4800601"/>
            <a:ext cx="42672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charset="0"/>
              </a:rPr>
              <a:t>Indicates the </a:t>
            </a:r>
            <a:r>
              <a:rPr lang="en-US" altLang="zh-CN" sz="2400" b="1" i="1">
                <a:solidFill>
                  <a:srgbClr val="333399"/>
                </a:solidFill>
                <a:latin typeface="Times New Roman" panose="02020603050405020304" charset="0"/>
              </a:rPr>
              <a:t>opposite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charset="0"/>
              </a:rPr>
              <a:t> condition.</a:t>
            </a:r>
            <a:endParaRPr lang="en-US" altLang="zh-CN" sz="2400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67592" name="直接连接符 83982"/>
          <p:cNvSpPr>
            <a:spLocks noChangeShapeType="1"/>
          </p:cNvSpPr>
          <p:nvPr/>
        </p:nvSpPr>
        <p:spPr bwMode="auto">
          <a:xfrm>
            <a:off x="2667000" y="3048000"/>
            <a:ext cx="6934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</a:endParaRPr>
          </a:p>
        </p:txBody>
      </p:sp>
      <p:sp>
        <p:nvSpPr>
          <p:cNvPr id="67593" name="直接连接符 83983"/>
          <p:cNvSpPr>
            <a:spLocks noChangeShapeType="1"/>
          </p:cNvSpPr>
          <p:nvPr/>
        </p:nvSpPr>
        <p:spPr bwMode="auto">
          <a:xfrm>
            <a:off x="2667000" y="4381500"/>
            <a:ext cx="6934200" cy="38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</a:endParaRPr>
          </a:p>
        </p:txBody>
      </p:sp>
      <p:graphicFrame>
        <p:nvGraphicFramePr>
          <p:cNvPr id="83989" name="对象 83988"/>
          <p:cNvGraphicFramePr/>
          <p:nvPr/>
        </p:nvGraphicFramePr>
        <p:xfrm>
          <a:off x="8269288" y="2209800"/>
          <a:ext cx="1676400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" name="" r:id="rId1" imgW="1333500" imgH="447675" progId="CorelDRAW.Graphic.12">
                  <p:embed/>
                </p:oleObj>
              </mc:Choice>
              <mc:Fallback>
                <p:oleObj name="" r:id="rId1" imgW="1333500" imgH="447675" progId="CorelDRAW.Graphic.12">
                  <p:embed/>
                  <p:pic>
                    <p:nvPicPr>
                      <p:cNvPr id="0" name="图片 1070"/>
                      <p:cNvPicPr>
                        <a:picLocks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69288" y="2209800"/>
                        <a:ext cx="1676400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90" name="对象 83989"/>
          <p:cNvGraphicFramePr/>
          <p:nvPr/>
        </p:nvGraphicFramePr>
        <p:xfrm>
          <a:off x="8269288" y="3429000"/>
          <a:ext cx="1752600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2" name="" r:id="rId3" imgW="1333500" imgH="447675" progId="CorelDRAW.Graphic.12">
                  <p:embed/>
                </p:oleObj>
              </mc:Choice>
              <mc:Fallback>
                <p:oleObj name="" r:id="rId3" imgW="1333500" imgH="447675" progId="CorelDRAW.Graphic.12">
                  <p:embed/>
                  <p:pic>
                    <p:nvPicPr>
                      <p:cNvPr id="0" name="图片 1071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69288" y="3429000"/>
                        <a:ext cx="1752600" cy="57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91" name="对象 83990"/>
          <p:cNvGraphicFramePr/>
          <p:nvPr/>
        </p:nvGraphicFramePr>
        <p:xfrm>
          <a:off x="8269288" y="4572000"/>
          <a:ext cx="1484312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3" name="" r:id="rId5" imgW="1209675" imgH="1247775" progId="CorelDRAW.Graphic.12">
                  <p:embed/>
                </p:oleObj>
              </mc:Choice>
              <mc:Fallback>
                <p:oleObj name="" r:id="rId5" imgW="1209675" imgH="1247775" progId="CorelDRAW.Graphic.12">
                  <p:embed/>
                  <p:pic>
                    <p:nvPicPr>
                      <p:cNvPr id="0" name="图片 1072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69288" y="4572000"/>
                        <a:ext cx="1484312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97" name="右箭头 3"/>
          <p:cNvSpPr>
            <a:spLocks noChangeArrowheads="1"/>
          </p:cNvSpPr>
          <p:nvPr/>
        </p:nvSpPr>
        <p:spPr bwMode="auto">
          <a:xfrm>
            <a:off x="1901826" y="2209801"/>
            <a:ext cx="606425" cy="460375"/>
          </a:xfrm>
          <a:prstGeom prst="rightArrow">
            <a:avLst>
              <a:gd name="adj1" fmla="val 50000"/>
              <a:gd name="adj2" fmla="val 49878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000000"/>
                </a:solidFill>
              </a:rPr>
              <a:t>点击</a:t>
            </a:r>
            <a:endParaRPr lang="zh-CN" altLang="en-US" sz="1200">
              <a:solidFill>
                <a:srgbClr val="000000"/>
              </a:solidFill>
            </a:endParaRPr>
          </a:p>
        </p:txBody>
      </p:sp>
      <p:sp>
        <p:nvSpPr>
          <p:cNvPr id="67598" name="灯片编号占位符 1"/>
          <p:cNvSpPr>
            <a:spLocks noGrp="1" noChangeArrowheads="1"/>
          </p:cNvSpPr>
          <p:nvPr>
            <p:ph type="sldNum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fld id="{2E5035DE-9043-47C9-B642-24B959993B67}" type="slidenum">
              <a:rPr lang="zh-CN" altLang="en-US">
                <a:solidFill>
                  <a:srgbClr val="000000"/>
                </a:solidFill>
                <a:ea typeface="MS PGothic" panose="020B0600070205080204" pitchFamily="-110" charset="-128"/>
              </a:rPr>
            </a:fld>
            <a:endParaRPr lang="zh-CN" altLang="en-US">
              <a:solidFill>
                <a:srgbClr val="000000"/>
              </a:solidFill>
              <a:ea typeface="MS PGothic" panose="020B0600070205080204" pitchFamily="-110" charset="-128"/>
            </a:endParaRP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39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39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3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39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39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39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39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39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39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3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39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39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39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39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39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39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83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39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3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7" grpId="0" animBg="1"/>
      <p:bldP spid="83978" grpId="0" animBg="1"/>
      <p:bldP spid="83980" grpId="0"/>
      <p:bldP spid="83981" grpId="0"/>
      <p:bldP spid="8398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3" name="Picture 3" descr="AAGIGHY0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205039"/>
            <a:ext cx="8229600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4" name="矩形 83974"/>
          <p:cNvSpPr>
            <a:spLocks noChangeArrowheads="1"/>
          </p:cNvSpPr>
          <p:nvPr/>
        </p:nvSpPr>
        <p:spPr bwMode="auto">
          <a:xfrm>
            <a:off x="2438401" y="1143001"/>
            <a:ext cx="2536825" cy="460375"/>
          </a:xfrm>
          <a:prstGeom prst="rect">
            <a:avLst/>
          </a:prstGeom>
          <a:solidFill>
            <a:srgbClr val="0070C0"/>
          </a:solidFill>
          <a:ln w="9525">
            <a:solidFill>
              <a:srgbClr val="000000"/>
            </a:solidFill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FFFF99"/>
                </a:solidFill>
                <a:latin typeface="Times New Roman" panose="02020603050405020304" charset="0"/>
              </a:rPr>
              <a:t>The AND Function</a:t>
            </a:r>
            <a:endParaRPr lang="en-US" altLang="zh-CN" sz="2400">
              <a:solidFill>
                <a:srgbClr val="FFFF99"/>
              </a:solidFill>
              <a:latin typeface="Times New Roman" panose="02020603050405020304" charset="0"/>
            </a:endParaRPr>
          </a:p>
        </p:txBody>
      </p:sp>
      <p:sp>
        <p:nvSpPr>
          <p:cNvPr id="69636" name="灯片编号占位符 1"/>
          <p:cNvSpPr>
            <a:spLocks noGrp="1" noChangeArrowheads="1"/>
          </p:cNvSpPr>
          <p:nvPr>
            <p:ph type="sldNum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fld id="{F4089790-99B2-4E01-9392-FE24EC1DA582}" type="slidenum">
              <a:rPr lang="zh-CN" altLang="en-US">
                <a:solidFill>
                  <a:srgbClr val="000000"/>
                </a:solidFill>
                <a:ea typeface="MS PGothic" panose="020B0600070205080204" pitchFamily="-110" charset="-128"/>
              </a:rPr>
            </a:fld>
            <a:endParaRPr lang="zh-CN" altLang="en-US">
              <a:solidFill>
                <a:srgbClr val="000000"/>
              </a:solidFill>
              <a:ea typeface="MS PGothic" panose="020B0600070205080204" pitchFamily="-110" charset="-128"/>
            </a:endParaRPr>
          </a:p>
        </p:txBody>
      </p:sp>
      <p:sp>
        <p:nvSpPr>
          <p:cNvPr id="4" name="任意多边形 3"/>
          <p:cNvSpPr/>
          <p:nvPr/>
        </p:nvSpPr>
        <p:spPr bwMode="auto">
          <a:xfrm>
            <a:off x="1718872" y="1903751"/>
            <a:ext cx="1409076" cy="1439056"/>
          </a:xfrm>
          <a:custGeom>
            <a:avLst/>
            <a:gdLst>
              <a:gd name="connsiteX0" fmla="*/ 944380 w 1409076"/>
              <a:gd name="connsiteY0" fmla="*/ 74951 h 1439056"/>
              <a:gd name="connsiteX1" fmla="*/ 824459 w 1409076"/>
              <a:gd name="connsiteY1" fmla="*/ 44970 h 1439056"/>
              <a:gd name="connsiteX2" fmla="*/ 734518 w 1409076"/>
              <a:gd name="connsiteY2" fmla="*/ 0 h 1439056"/>
              <a:gd name="connsiteX3" fmla="*/ 194872 w 1409076"/>
              <a:gd name="connsiteY3" fmla="*/ 14990 h 1439056"/>
              <a:gd name="connsiteX4" fmla="*/ 119921 w 1409076"/>
              <a:gd name="connsiteY4" fmla="*/ 44970 h 1439056"/>
              <a:gd name="connsiteX5" fmla="*/ 44971 w 1409076"/>
              <a:gd name="connsiteY5" fmla="*/ 119921 h 1439056"/>
              <a:gd name="connsiteX6" fmla="*/ 29980 w 1409076"/>
              <a:gd name="connsiteY6" fmla="*/ 164892 h 1439056"/>
              <a:gd name="connsiteX7" fmla="*/ 0 w 1409076"/>
              <a:gd name="connsiteY7" fmla="*/ 269823 h 1439056"/>
              <a:gd name="connsiteX8" fmla="*/ 29980 w 1409076"/>
              <a:gd name="connsiteY8" fmla="*/ 734518 h 1439056"/>
              <a:gd name="connsiteX9" fmla="*/ 44971 w 1409076"/>
              <a:gd name="connsiteY9" fmla="*/ 779488 h 1439056"/>
              <a:gd name="connsiteX10" fmla="*/ 74951 w 1409076"/>
              <a:gd name="connsiteY10" fmla="*/ 899410 h 1439056"/>
              <a:gd name="connsiteX11" fmla="*/ 119921 w 1409076"/>
              <a:gd name="connsiteY11" fmla="*/ 944380 h 1439056"/>
              <a:gd name="connsiteX12" fmla="*/ 164892 w 1409076"/>
              <a:gd name="connsiteY12" fmla="*/ 1064301 h 1439056"/>
              <a:gd name="connsiteX13" fmla="*/ 209862 w 1409076"/>
              <a:gd name="connsiteY13" fmla="*/ 1094282 h 1439056"/>
              <a:gd name="connsiteX14" fmla="*/ 254833 w 1409076"/>
              <a:gd name="connsiteY14" fmla="*/ 1169233 h 1439056"/>
              <a:gd name="connsiteX15" fmla="*/ 299803 w 1409076"/>
              <a:gd name="connsiteY15" fmla="*/ 1184223 h 1439056"/>
              <a:gd name="connsiteX16" fmla="*/ 404735 w 1409076"/>
              <a:gd name="connsiteY16" fmla="*/ 1289154 h 1439056"/>
              <a:gd name="connsiteX17" fmla="*/ 449705 w 1409076"/>
              <a:gd name="connsiteY17" fmla="*/ 1364105 h 1439056"/>
              <a:gd name="connsiteX18" fmla="*/ 614597 w 1409076"/>
              <a:gd name="connsiteY18" fmla="*/ 1439056 h 1439056"/>
              <a:gd name="connsiteX19" fmla="*/ 869430 w 1409076"/>
              <a:gd name="connsiteY19" fmla="*/ 1424065 h 1439056"/>
              <a:gd name="connsiteX20" fmla="*/ 959371 w 1409076"/>
              <a:gd name="connsiteY20" fmla="*/ 1379095 h 1439056"/>
              <a:gd name="connsiteX21" fmla="*/ 1004341 w 1409076"/>
              <a:gd name="connsiteY21" fmla="*/ 1364105 h 1439056"/>
              <a:gd name="connsiteX22" fmla="*/ 1034321 w 1409076"/>
              <a:gd name="connsiteY22" fmla="*/ 1304144 h 1439056"/>
              <a:gd name="connsiteX23" fmla="*/ 1094282 w 1409076"/>
              <a:gd name="connsiteY23" fmla="*/ 1244183 h 1439056"/>
              <a:gd name="connsiteX24" fmla="*/ 1109272 w 1409076"/>
              <a:gd name="connsiteY24" fmla="*/ 1199213 h 1439056"/>
              <a:gd name="connsiteX25" fmla="*/ 1154243 w 1409076"/>
              <a:gd name="connsiteY25" fmla="*/ 1184223 h 1439056"/>
              <a:gd name="connsiteX26" fmla="*/ 1229194 w 1409076"/>
              <a:gd name="connsiteY26" fmla="*/ 1139252 h 1439056"/>
              <a:gd name="connsiteX27" fmla="*/ 1304144 w 1409076"/>
              <a:gd name="connsiteY27" fmla="*/ 1064301 h 1439056"/>
              <a:gd name="connsiteX28" fmla="*/ 1319135 w 1409076"/>
              <a:gd name="connsiteY28" fmla="*/ 1004341 h 1439056"/>
              <a:gd name="connsiteX29" fmla="*/ 1364105 w 1409076"/>
              <a:gd name="connsiteY29" fmla="*/ 974360 h 1439056"/>
              <a:gd name="connsiteX30" fmla="*/ 1409076 w 1409076"/>
              <a:gd name="connsiteY30" fmla="*/ 914400 h 1439056"/>
              <a:gd name="connsiteX31" fmla="*/ 1379095 w 1409076"/>
              <a:gd name="connsiteY31" fmla="*/ 464695 h 1439056"/>
              <a:gd name="connsiteX32" fmla="*/ 1364105 w 1409076"/>
              <a:gd name="connsiteY32" fmla="*/ 419724 h 1439056"/>
              <a:gd name="connsiteX33" fmla="*/ 1289154 w 1409076"/>
              <a:gd name="connsiteY33" fmla="*/ 329783 h 1439056"/>
              <a:gd name="connsiteX34" fmla="*/ 1274164 w 1409076"/>
              <a:gd name="connsiteY34" fmla="*/ 269823 h 1439056"/>
              <a:gd name="connsiteX35" fmla="*/ 1184223 w 1409076"/>
              <a:gd name="connsiteY35" fmla="*/ 179882 h 1439056"/>
              <a:gd name="connsiteX36" fmla="*/ 1169233 w 1409076"/>
              <a:gd name="connsiteY36" fmla="*/ 179882 h 1439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409076" h="1439056">
                <a:moveTo>
                  <a:pt x="944380" y="74951"/>
                </a:moveTo>
                <a:cubicBezTo>
                  <a:pt x="904616" y="66998"/>
                  <a:pt x="862170" y="61730"/>
                  <a:pt x="824459" y="44970"/>
                </a:cubicBezTo>
                <a:cubicBezTo>
                  <a:pt x="793829" y="31357"/>
                  <a:pt x="764498" y="14990"/>
                  <a:pt x="734518" y="0"/>
                </a:cubicBezTo>
                <a:cubicBezTo>
                  <a:pt x="554636" y="4997"/>
                  <a:pt x="374344" y="1858"/>
                  <a:pt x="194872" y="14990"/>
                </a:cubicBezTo>
                <a:cubicBezTo>
                  <a:pt x="168036" y="16954"/>
                  <a:pt x="141965" y="29539"/>
                  <a:pt x="119921" y="44970"/>
                </a:cubicBezTo>
                <a:cubicBezTo>
                  <a:pt x="90976" y="65232"/>
                  <a:pt x="44971" y="119921"/>
                  <a:pt x="44971" y="119921"/>
                </a:cubicBezTo>
                <a:cubicBezTo>
                  <a:pt x="39974" y="134911"/>
                  <a:pt x="34321" y="149699"/>
                  <a:pt x="29980" y="164892"/>
                </a:cubicBezTo>
                <a:cubicBezTo>
                  <a:pt x="-7673" y="296676"/>
                  <a:pt x="35948" y="161977"/>
                  <a:pt x="0" y="269823"/>
                </a:cubicBezTo>
                <a:cubicBezTo>
                  <a:pt x="9993" y="424721"/>
                  <a:pt x="16337" y="579898"/>
                  <a:pt x="29980" y="734518"/>
                </a:cubicBezTo>
                <a:cubicBezTo>
                  <a:pt x="31369" y="750258"/>
                  <a:pt x="40813" y="764244"/>
                  <a:pt x="44971" y="779488"/>
                </a:cubicBezTo>
                <a:cubicBezTo>
                  <a:pt x="55813" y="819240"/>
                  <a:pt x="45815" y="870274"/>
                  <a:pt x="74951" y="899410"/>
                </a:cubicBezTo>
                <a:lnTo>
                  <a:pt x="119921" y="944380"/>
                </a:lnTo>
                <a:cubicBezTo>
                  <a:pt x="128947" y="971458"/>
                  <a:pt x="153691" y="1048620"/>
                  <a:pt x="164892" y="1064301"/>
                </a:cubicBezTo>
                <a:cubicBezTo>
                  <a:pt x="175363" y="1078961"/>
                  <a:pt x="194872" y="1084288"/>
                  <a:pt x="209862" y="1094282"/>
                </a:cubicBezTo>
                <a:cubicBezTo>
                  <a:pt x="221653" y="1129653"/>
                  <a:pt x="220540" y="1148657"/>
                  <a:pt x="254833" y="1169233"/>
                </a:cubicBezTo>
                <a:cubicBezTo>
                  <a:pt x="268382" y="1177363"/>
                  <a:pt x="284813" y="1179226"/>
                  <a:pt x="299803" y="1184223"/>
                </a:cubicBezTo>
                <a:cubicBezTo>
                  <a:pt x="334780" y="1219200"/>
                  <a:pt x="389093" y="1242227"/>
                  <a:pt x="404735" y="1289154"/>
                </a:cubicBezTo>
                <a:cubicBezTo>
                  <a:pt x="416525" y="1324525"/>
                  <a:pt x="415412" y="1343529"/>
                  <a:pt x="449705" y="1364105"/>
                </a:cubicBezTo>
                <a:cubicBezTo>
                  <a:pt x="533483" y="1414372"/>
                  <a:pt x="545003" y="1415857"/>
                  <a:pt x="614597" y="1439056"/>
                </a:cubicBezTo>
                <a:cubicBezTo>
                  <a:pt x="699541" y="1434059"/>
                  <a:pt x="784761" y="1432532"/>
                  <a:pt x="869430" y="1424065"/>
                </a:cubicBezTo>
                <a:cubicBezTo>
                  <a:pt x="916526" y="1419355"/>
                  <a:pt x="918316" y="1399622"/>
                  <a:pt x="959371" y="1379095"/>
                </a:cubicBezTo>
                <a:cubicBezTo>
                  <a:pt x="973504" y="1372029"/>
                  <a:pt x="989351" y="1369102"/>
                  <a:pt x="1004341" y="1364105"/>
                </a:cubicBezTo>
                <a:cubicBezTo>
                  <a:pt x="1014334" y="1344118"/>
                  <a:pt x="1020913" y="1322021"/>
                  <a:pt x="1034321" y="1304144"/>
                </a:cubicBezTo>
                <a:cubicBezTo>
                  <a:pt x="1051280" y="1281531"/>
                  <a:pt x="1094282" y="1244183"/>
                  <a:pt x="1094282" y="1244183"/>
                </a:cubicBezTo>
                <a:cubicBezTo>
                  <a:pt x="1099279" y="1229193"/>
                  <a:pt x="1098099" y="1210386"/>
                  <a:pt x="1109272" y="1199213"/>
                </a:cubicBezTo>
                <a:cubicBezTo>
                  <a:pt x="1120445" y="1188040"/>
                  <a:pt x="1140694" y="1192353"/>
                  <a:pt x="1154243" y="1184223"/>
                </a:cubicBezTo>
                <a:cubicBezTo>
                  <a:pt x="1257127" y="1122492"/>
                  <a:pt x="1101798" y="1181716"/>
                  <a:pt x="1229194" y="1139252"/>
                </a:cubicBezTo>
                <a:cubicBezTo>
                  <a:pt x="1254177" y="1114268"/>
                  <a:pt x="1295574" y="1098578"/>
                  <a:pt x="1304144" y="1064301"/>
                </a:cubicBezTo>
                <a:cubicBezTo>
                  <a:pt x="1309141" y="1044314"/>
                  <a:pt x="1307707" y="1021483"/>
                  <a:pt x="1319135" y="1004341"/>
                </a:cubicBezTo>
                <a:cubicBezTo>
                  <a:pt x="1329128" y="989351"/>
                  <a:pt x="1351366" y="987099"/>
                  <a:pt x="1364105" y="974360"/>
                </a:cubicBezTo>
                <a:cubicBezTo>
                  <a:pt x="1381771" y="956694"/>
                  <a:pt x="1394086" y="934387"/>
                  <a:pt x="1409076" y="914400"/>
                </a:cubicBezTo>
                <a:cubicBezTo>
                  <a:pt x="1399082" y="764498"/>
                  <a:pt x="1392697" y="614312"/>
                  <a:pt x="1379095" y="464695"/>
                </a:cubicBezTo>
                <a:cubicBezTo>
                  <a:pt x="1377664" y="448959"/>
                  <a:pt x="1371945" y="433443"/>
                  <a:pt x="1364105" y="419724"/>
                </a:cubicBezTo>
                <a:cubicBezTo>
                  <a:pt x="1340350" y="378152"/>
                  <a:pt x="1320002" y="360631"/>
                  <a:pt x="1289154" y="329783"/>
                </a:cubicBezTo>
                <a:cubicBezTo>
                  <a:pt x="1284157" y="309796"/>
                  <a:pt x="1282279" y="288759"/>
                  <a:pt x="1274164" y="269823"/>
                </a:cubicBezTo>
                <a:cubicBezTo>
                  <a:pt x="1256042" y="227538"/>
                  <a:pt x="1222935" y="203109"/>
                  <a:pt x="1184223" y="179882"/>
                </a:cubicBezTo>
                <a:cubicBezTo>
                  <a:pt x="1179938" y="177311"/>
                  <a:pt x="1174230" y="179882"/>
                  <a:pt x="1169233" y="179882"/>
                </a:cubicBezTo>
              </a:path>
            </a:pathLst>
          </a:cu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1" name="Picture 2" descr="AAGIGIB0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224089"/>
            <a:ext cx="8229600" cy="240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2" name="矩形 83974"/>
          <p:cNvSpPr>
            <a:spLocks noChangeArrowheads="1"/>
          </p:cNvSpPr>
          <p:nvPr/>
        </p:nvSpPr>
        <p:spPr bwMode="auto">
          <a:xfrm>
            <a:off x="2438401" y="1143001"/>
            <a:ext cx="2316163" cy="460375"/>
          </a:xfrm>
          <a:prstGeom prst="rect">
            <a:avLst/>
          </a:prstGeom>
          <a:solidFill>
            <a:srgbClr val="0070C0"/>
          </a:solidFill>
          <a:ln w="9525">
            <a:solidFill>
              <a:srgbClr val="000000"/>
            </a:solidFill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FFFF99"/>
                </a:solidFill>
                <a:latin typeface="Times New Roman" panose="02020603050405020304" charset="0"/>
              </a:rPr>
              <a:t>The OR Function</a:t>
            </a:r>
            <a:endParaRPr lang="en-US" altLang="zh-CN" sz="2400">
              <a:solidFill>
                <a:srgbClr val="FFFF99"/>
              </a:solidFill>
              <a:latin typeface="Times New Roman" panose="02020603050405020304" charset="0"/>
            </a:endParaRPr>
          </a:p>
        </p:txBody>
      </p:sp>
      <p:sp>
        <p:nvSpPr>
          <p:cNvPr id="71684" name="灯片编号占位符 1"/>
          <p:cNvSpPr>
            <a:spLocks noGrp="1" noChangeArrowheads="1"/>
          </p:cNvSpPr>
          <p:nvPr>
            <p:ph type="sldNum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fld id="{3E0F70B2-0D3A-4E96-8A6F-9A22F0FB6BB3}" type="slidenum">
              <a:rPr lang="zh-CN" altLang="en-US">
                <a:solidFill>
                  <a:srgbClr val="000000"/>
                </a:solidFill>
                <a:ea typeface="MS PGothic" panose="020B0600070205080204" pitchFamily="-110" charset="-128"/>
              </a:rPr>
            </a:fld>
            <a:endParaRPr lang="zh-CN" altLang="en-US">
              <a:solidFill>
                <a:srgbClr val="000000"/>
              </a:solidFill>
              <a:ea typeface="MS PGothic" panose="020B0600070205080204" pitchFamily="-110" charset="-128"/>
            </a:endParaRPr>
          </a:p>
        </p:txBody>
      </p:sp>
      <p:sp>
        <p:nvSpPr>
          <p:cNvPr id="6" name="任意多边形 5"/>
          <p:cNvSpPr/>
          <p:nvPr/>
        </p:nvSpPr>
        <p:spPr bwMode="auto">
          <a:xfrm>
            <a:off x="6400780" y="3429000"/>
            <a:ext cx="1409076" cy="1439056"/>
          </a:xfrm>
          <a:custGeom>
            <a:avLst/>
            <a:gdLst>
              <a:gd name="connsiteX0" fmla="*/ 944380 w 1409076"/>
              <a:gd name="connsiteY0" fmla="*/ 74951 h 1439056"/>
              <a:gd name="connsiteX1" fmla="*/ 824459 w 1409076"/>
              <a:gd name="connsiteY1" fmla="*/ 44970 h 1439056"/>
              <a:gd name="connsiteX2" fmla="*/ 734518 w 1409076"/>
              <a:gd name="connsiteY2" fmla="*/ 0 h 1439056"/>
              <a:gd name="connsiteX3" fmla="*/ 194872 w 1409076"/>
              <a:gd name="connsiteY3" fmla="*/ 14990 h 1439056"/>
              <a:gd name="connsiteX4" fmla="*/ 119921 w 1409076"/>
              <a:gd name="connsiteY4" fmla="*/ 44970 h 1439056"/>
              <a:gd name="connsiteX5" fmla="*/ 44971 w 1409076"/>
              <a:gd name="connsiteY5" fmla="*/ 119921 h 1439056"/>
              <a:gd name="connsiteX6" fmla="*/ 29980 w 1409076"/>
              <a:gd name="connsiteY6" fmla="*/ 164892 h 1439056"/>
              <a:gd name="connsiteX7" fmla="*/ 0 w 1409076"/>
              <a:gd name="connsiteY7" fmla="*/ 269823 h 1439056"/>
              <a:gd name="connsiteX8" fmla="*/ 29980 w 1409076"/>
              <a:gd name="connsiteY8" fmla="*/ 734518 h 1439056"/>
              <a:gd name="connsiteX9" fmla="*/ 44971 w 1409076"/>
              <a:gd name="connsiteY9" fmla="*/ 779488 h 1439056"/>
              <a:gd name="connsiteX10" fmla="*/ 74951 w 1409076"/>
              <a:gd name="connsiteY10" fmla="*/ 899410 h 1439056"/>
              <a:gd name="connsiteX11" fmla="*/ 119921 w 1409076"/>
              <a:gd name="connsiteY11" fmla="*/ 944380 h 1439056"/>
              <a:gd name="connsiteX12" fmla="*/ 164892 w 1409076"/>
              <a:gd name="connsiteY12" fmla="*/ 1064301 h 1439056"/>
              <a:gd name="connsiteX13" fmla="*/ 209862 w 1409076"/>
              <a:gd name="connsiteY13" fmla="*/ 1094282 h 1439056"/>
              <a:gd name="connsiteX14" fmla="*/ 254833 w 1409076"/>
              <a:gd name="connsiteY14" fmla="*/ 1169233 h 1439056"/>
              <a:gd name="connsiteX15" fmla="*/ 299803 w 1409076"/>
              <a:gd name="connsiteY15" fmla="*/ 1184223 h 1439056"/>
              <a:gd name="connsiteX16" fmla="*/ 404735 w 1409076"/>
              <a:gd name="connsiteY16" fmla="*/ 1289154 h 1439056"/>
              <a:gd name="connsiteX17" fmla="*/ 449705 w 1409076"/>
              <a:gd name="connsiteY17" fmla="*/ 1364105 h 1439056"/>
              <a:gd name="connsiteX18" fmla="*/ 614597 w 1409076"/>
              <a:gd name="connsiteY18" fmla="*/ 1439056 h 1439056"/>
              <a:gd name="connsiteX19" fmla="*/ 869430 w 1409076"/>
              <a:gd name="connsiteY19" fmla="*/ 1424065 h 1439056"/>
              <a:gd name="connsiteX20" fmla="*/ 959371 w 1409076"/>
              <a:gd name="connsiteY20" fmla="*/ 1379095 h 1439056"/>
              <a:gd name="connsiteX21" fmla="*/ 1004341 w 1409076"/>
              <a:gd name="connsiteY21" fmla="*/ 1364105 h 1439056"/>
              <a:gd name="connsiteX22" fmla="*/ 1034321 w 1409076"/>
              <a:gd name="connsiteY22" fmla="*/ 1304144 h 1439056"/>
              <a:gd name="connsiteX23" fmla="*/ 1094282 w 1409076"/>
              <a:gd name="connsiteY23" fmla="*/ 1244183 h 1439056"/>
              <a:gd name="connsiteX24" fmla="*/ 1109272 w 1409076"/>
              <a:gd name="connsiteY24" fmla="*/ 1199213 h 1439056"/>
              <a:gd name="connsiteX25" fmla="*/ 1154243 w 1409076"/>
              <a:gd name="connsiteY25" fmla="*/ 1184223 h 1439056"/>
              <a:gd name="connsiteX26" fmla="*/ 1229194 w 1409076"/>
              <a:gd name="connsiteY26" fmla="*/ 1139252 h 1439056"/>
              <a:gd name="connsiteX27" fmla="*/ 1304144 w 1409076"/>
              <a:gd name="connsiteY27" fmla="*/ 1064301 h 1439056"/>
              <a:gd name="connsiteX28" fmla="*/ 1319135 w 1409076"/>
              <a:gd name="connsiteY28" fmla="*/ 1004341 h 1439056"/>
              <a:gd name="connsiteX29" fmla="*/ 1364105 w 1409076"/>
              <a:gd name="connsiteY29" fmla="*/ 974360 h 1439056"/>
              <a:gd name="connsiteX30" fmla="*/ 1409076 w 1409076"/>
              <a:gd name="connsiteY30" fmla="*/ 914400 h 1439056"/>
              <a:gd name="connsiteX31" fmla="*/ 1379095 w 1409076"/>
              <a:gd name="connsiteY31" fmla="*/ 464695 h 1439056"/>
              <a:gd name="connsiteX32" fmla="*/ 1364105 w 1409076"/>
              <a:gd name="connsiteY32" fmla="*/ 419724 h 1439056"/>
              <a:gd name="connsiteX33" fmla="*/ 1289154 w 1409076"/>
              <a:gd name="connsiteY33" fmla="*/ 329783 h 1439056"/>
              <a:gd name="connsiteX34" fmla="*/ 1274164 w 1409076"/>
              <a:gd name="connsiteY34" fmla="*/ 269823 h 1439056"/>
              <a:gd name="connsiteX35" fmla="*/ 1184223 w 1409076"/>
              <a:gd name="connsiteY35" fmla="*/ 179882 h 1439056"/>
              <a:gd name="connsiteX36" fmla="*/ 1169233 w 1409076"/>
              <a:gd name="connsiteY36" fmla="*/ 179882 h 1439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409076" h="1439056">
                <a:moveTo>
                  <a:pt x="944380" y="74951"/>
                </a:moveTo>
                <a:cubicBezTo>
                  <a:pt x="904616" y="66998"/>
                  <a:pt x="862170" y="61730"/>
                  <a:pt x="824459" y="44970"/>
                </a:cubicBezTo>
                <a:cubicBezTo>
                  <a:pt x="793829" y="31357"/>
                  <a:pt x="764498" y="14990"/>
                  <a:pt x="734518" y="0"/>
                </a:cubicBezTo>
                <a:cubicBezTo>
                  <a:pt x="554636" y="4997"/>
                  <a:pt x="374344" y="1858"/>
                  <a:pt x="194872" y="14990"/>
                </a:cubicBezTo>
                <a:cubicBezTo>
                  <a:pt x="168036" y="16954"/>
                  <a:pt x="141965" y="29539"/>
                  <a:pt x="119921" y="44970"/>
                </a:cubicBezTo>
                <a:cubicBezTo>
                  <a:pt x="90976" y="65232"/>
                  <a:pt x="44971" y="119921"/>
                  <a:pt x="44971" y="119921"/>
                </a:cubicBezTo>
                <a:cubicBezTo>
                  <a:pt x="39974" y="134911"/>
                  <a:pt x="34321" y="149699"/>
                  <a:pt x="29980" y="164892"/>
                </a:cubicBezTo>
                <a:cubicBezTo>
                  <a:pt x="-7673" y="296676"/>
                  <a:pt x="35948" y="161977"/>
                  <a:pt x="0" y="269823"/>
                </a:cubicBezTo>
                <a:cubicBezTo>
                  <a:pt x="9993" y="424721"/>
                  <a:pt x="16337" y="579898"/>
                  <a:pt x="29980" y="734518"/>
                </a:cubicBezTo>
                <a:cubicBezTo>
                  <a:pt x="31369" y="750258"/>
                  <a:pt x="40813" y="764244"/>
                  <a:pt x="44971" y="779488"/>
                </a:cubicBezTo>
                <a:cubicBezTo>
                  <a:pt x="55813" y="819240"/>
                  <a:pt x="45815" y="870274"/>
                  <a:pt x="74951" y="899410"/>
                </a:cubicBezTo>
                <a:lnTo>
                  <a:pt x="119921" y="944380"/>
                </a:lnTo>
                <a:cubicBezTo>
                  <a:pt x="128947" y="971458"/>
                  <a:pt x="153691" y="1048620"/>
                  <a:pt x="164892" y="1064301"/>
                </a:cubicBezTo>
                <a:cubicBezTo>
                  <a:pt x="175363" y="1078961"/>
                  <a:pt x="194872" y="1084288"/>
                  <a:pt x="209862" y="1094282"/>
                </a:cubicBezTo>
                <a:cubicBezTo>
                  <a:pt x="221653" y="1129653"/>
                  <a:pt x="220540" y="1148657"/>
                  <a:pt x="254833" y="1169233"/>
                </a:cubicBezTo>
                <a:cubicBezTo>
                  <a:pt x="268382" y="1177363"/>
                  <a:pt x="284813" y="1179226"/>
                  <a:pt x="299803" y="1184223"/>
                </a:cubicBezTo>
                <a:cubicBezTo>
                  <a:pt x="334780" y="1219200"/>
                  <a:pt x="389093" y="1242227"/>
                  <a:pt x="404735" y="1289154"/>
                </a:cubicBezTo>
                <a:cubicBezTo>
                  <a:pt x="416525" y="1324525"/>
                  <a:pt x="415412" y="1343529"/>
                  <a:pt x="449705" y="1364105"/>
                </a:cubicBezTo>
                <a:cubicBezTo>
                  <a:pt x="533483" y="1414372"/>
                  <a:pt x="545003" y="1415857"/>
                  <a:pt x="614597" y="1439056"/>
                </a:cubicBezTo>
                <a:cubicBezTo>
                  <a:pt x="699541" y="1434059"/>
                  <a:pt x="784761" y="1432532"/>
                  <a:pt x="869430" y="1424065"/>
                </a:cubicBezTo>
                <a:cubicBezTo>
                  <a:pt x="916526" y="1419355"/>
                  <a:pt x="918316" y="1399622"/>
                  <a:pt x="959371" y="1379095"/>
                </a:cubicBezTo>
                <a:cubicBezTo>
                  <a:pt x="973504" y="1372029"/>
                  <a:pt x="989351" y="1369102"/>
                  <a:pt x="1004341" y="1364105"/>
                </a:cubicBezTo>
                <a:cubicBezTo>
                  <a:pt x="1014334" y="1344118"/>
                  <a:pt x="1020913" y="1322021"/>
                  <a:pt x="1034321" y="1304144"/>
                </a:cubicBezTo>
                <a:cubicBezTo>
                  <a:pt x="1051280" y="1281531"/>
                  <a:pt x="1094282" y="1244183"/>
                  <a:pt x="1094282" y="1244183"/>
                </a:cubicBezTo>
                <a:cubicBezTo>
                  <a:pt x="1099279" y="1229193"/>
                  <a:pt x="1098099" y="1210386"/>
                  <a:pt x="1109272" y="1199213"/>
                </a:cubicBezTo>
                <a:cubicBezTo>
                  <a:pt x="1120445" y="1188040"/>
                  <a:pt x="1140694" y="1192353"/>
                  <a:pt x="1154243" y="1184223"/>
                </a:cubicBezTo>
                <a:cubicBezTo>
                  <a:pt x="1257127" y="1122492"/>
                  <a:pt x="1101798" y="1181716"/>
                  <a:pt x="1229194" y="1139252"/>
                </a:cubicBezTo>
                <a:cubicBezTo>
                  <a:pt x="1254177" y="1114268"/>
                  <a:pt x="1295574" y="1098578"/>
                  <a:pt x="1304144" y="1064301"/>
                </a:cubicBezTo>
                <a:cubicBezTo>
                  <a:pt x="1309141" y="1044314"/>
                  <a:pt x="1307707" y="1021483"/>
                  <a:pt x="1319135" y="1004341"/>
                </a:cubicBezTo>
                <a:cubicBezTo>
                  <a:pt x="1329128" y="989351"/>
                  <a:pt x="1351366" y="987099"/>
                  <a:pt x="1364105" y="974360"/>
                </a:cubicBezTo>
                <a:cubicBezTo>
                  <a:pt x="1381771" y="956694"/>
                  <a:pt x="1394086" y="934387"/>
                  <a:pt x="1409076" y="914400"/>
                </a:cubicBezTo>
                <a:cubicBezTo>
                  <a:pt x="1399082" y="764498"/>
                  <a:pt x="1392697" y="614312"/>
                  <a:pt x="1379095" y="464695"/>
                </a:cubicBezTo>
                <a:cubicBezTo>
                  <a:pt x="1377664" y="448959"/>
                  <a:pt x="1371945" y="433443"/>
                  <a:pt x="1364105" y="419724"/>
                </a:cubicBezTo>
                <a:cubicBezTo>
                  <a:pt x="1340350" y="378152"/>
                  <a:pt x="1320002" y="360631"/>
                  <a:pt x="1289154" y="329783"/>
                </a:cubicBezTo>
                <a:cubicBezTo>
                  <a:pt x="1284157" y="309796"/>
                  <a:pt x="1282279" y="288759"/>
                  <a:pt x="1274164" y="269823"/>
                </a:cubicBezTo>
                <a:cubicBezTo>
                  <a:pt x="1256042" y="227538"/>
                  <a:pt x="1222935" y="203109"/>
                  <a:pt x="1184223" y="179882"/>
                </a:cubicBezTo>
                <a:cubicBezTo>
                  <a:pt x="1179938" y="177311"/>
                  <a:pt x="1174230" y="179882"/>
                  <a:pt x="1169233" y="179882"/>
                </a:cubicBezTo>
              </a:path>
            </a:pathLst>
          </a:cu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29" name="Picture 2" descr="AAGIGHZ0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951164"/>
            <a:ext cx="8229600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0" name="矩形 83974"/>
          <p:cNvSpPr>
            <a:spLocks noChangeArrowheads="1"/>
          </p:cNvSpPr>
          <p:nvPr/>
        </p:nvSpPr>
        <p:spPr bwMode="auto">
          <a:xfrm>
            <a:off x="2438401" y="1143001"/>
            <a:ext cx="2513013" cy="460375"/>
          </a:xfrm>
          <a:prstGeom prst="rect">
            <a:avLst/>
          </a:prstGeom>
          <a:solidFill>
            <a:srgbClr val="0070C0"/>
          </a:solidFill>
          <a:ln w="9525">
            <a:solidFill>
              <a:srgbClr val="000000"/>
            </a:solidFill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FFFF99"/>
                </a:solidFill>
                <a:latin typeface="Times New Roman" panose="02020603050405020304" charset="0"/>
              </a:rPr>
              <a:t>The NOT Function</a:t>
            </a:r>
            <a:endParaRPr lang="en-US" altLang="zh-CN" sz="2400">
              <a:solidFill>
                <a:srgbClr val="FFFF99"/>
              </a:solidFill>
              <a:latin typeface="Times New Roman" panose="02020603050405020304" charset="0"/>
            </a:endParaRPr>
          </a:p>
        </p:txBody>
      </p:sp>
      <p:sp>
        <p:nvSpPr>
          <p:cNvPr id="73731" name="灯片编号占位符 1"/>
          <p:cNvSpPr>
            <a:spLocks noGrp="1" noChangeArrowheads="1"/>
          </p:cNvSpPr>
          <p:nvPr>
            <p:ph type="sldNum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fld id="{155677B3-BFD9-4F58-B092-45EF9A4FBBE9}" type="slidenum">
              <a:rPr lang="zh-CN" altLang="en-US">
                <a:solidFill>
                  <a:srgbClr val="000000"/>
                </a:solidFill>
                <a:ea typeface="MS PGothic" panose="020B0600070205080204" pitchFamily="-110" charset="-128"/>
              </a:rPr>
            </a:fld>
            <a:endParaRPr lang="zh-CN" altLang="en-US">
              <a:solidFill>
                <a:srgbClr val="000000"/>
              </a:solidFill>
              <a:ea typeface="MS PGothic" panose="020B0600070205080204" pitchFamily="-110" charset="-128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矩形 86020"/>
          <p:cNvSpPr>
            <a:spLocks noChangeArrowheads="1"/>
          </p:cNvSpPr>
          <p:nvPr/>
        </p:nvSpPr>
        <p:spPr bwMode="auto">
          <a:xfrm>
            <a:off x="410845" y="384176"/>
            <a:ext cx="3111500" cy="460375"/>
          </a:xfrm>
          <a:prstGeom prst="rect">
            <a:avLst/>
          </a:prstGeom>
          <a:solidFill>
            <a:srgbClr val="0070C0"/>
          </a:solidFill>
          <a:ln w="9525">
            <a:solidFill>
              <a:srgbClr val="000000"/>
            </a:solidFill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FFFF99"/>
                </a:solidFill>
                <a:latin typeface="Times New Roman" panose="02020603050405020304" charset="0"/>
              </a:rPr>
              <a:t>Basic System Functions</a:t>
            </a:r>
            <a:endParaRPr lang="en-US" altLang="zh-CN" sz="2400">
              <a:solidFill>
                <a:srgbClr val="FFFF99"/>
              </a:solidFill>
              <a:latin typeface="Times New Roman" panose="02020603050405020304" charset="0"/>
            </a:endParaRPr>
          </a:p>
        </p:txBody>
      </p:sp>
      <p:sp>
        <p:nvSpPr>
          <p:cNvPr id="75778" name="文本框 86029"/>
          <p:cNvSpPr txBox="1">
            <a:spLocks noChangeArrowheads="1"/>
          </p:cNvSpPr>
          <p:nvPr/>
        </p:nvSpPr>
        <p:spPr bwMode="auto">
          <a:xfrm>
            <a:off x="3752215" y="384175"/>
            <a:ext cx="7848600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charset="0"/>
              </a:rPr>
              <a:t>And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charset="0"/>
              </a:rPr>
              <a:t>,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charset="0"/>
              </a:rPr>
              <a:t>or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charset="0"/>
              </a:rPr>
              <a:t>, and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charset="0"/>
              </a:rPr>
              <a:t>not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charset="0"/>
              </a:rPr>
              <a:t> elements can be combined to form  various logic functions. A few examples are:</a:t>
            </a:r>
            <a:endParaRPr lang="en-US" altLang="zh-CN" sz="2400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86031" name="文本框 86030"/>
          <p:cNvSpPr txBox="1">
            <a:spLocks noChangeArrowheads="1"/>
          </p:cNvSpPr>
          <p:nvPr/>
        </p:nvSpPr>
        <p:spPr bwMode="auto">
          <a:xfrm>
            <a:off x="410845" y="1360805"/>
            <a:ext cx="34004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charset="0"/>
              </a:rPr>
              <a:t>The comparison function</a:t>
            </a:r>
            <a:endParaRPr lang="en-US" altLang="zh-CN" sz="2400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86032" name="文本框 86031"/>
          <p:cNvSpPr txBox="1">
            <a:spLocks noChangeArrowheads="1"/>
          </p:cNvSpPr>
          <p:nvPr/>
        </p:nvSpPr>
        <p:spPr bwMode="auto">
          <a:xfrm>
            <a:off x="547688" y="3789681"/>
            <a:ext cx="4876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charset="0"/>
              </a:rPr>
              <a:t>Basic arithmetic functions</a:t>
            </a:r>
            <a:endParaRPr lang="en-US" altLang="zh-CN" sz="2400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pic>
        <p:nvPicPr>
          <p:cNvPr id="49154" name="Picture 2" descr="AAGIGID0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4138" y="1557656"/>
            <a:ext cx="6604000" cy="221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02" name="Picture 3" descr="AAGIGIC0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6858" y="4184016"/>
            <a:ext cx="6907212" cy="202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783" name="灯片编号占位符 1"/>
          <p:cNvSpPr>
            <a:spLocks noGrp="1" noChangeArrowheads="1"/>
          </p:cNvSpPr>
          <p:nvPr>
            <p:ph type="sldNum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fld id="{C3202920-5212-41DB-AE71-70F28CB79010}" type="slidenum">
              <a:rPr lang="zh-CN" altLang="en-US">
                <a:solidFill>
                  <a:srgbClr val="000000"/>
                </a:solidFill>
                <a:ea typeface="MS PGothic" panose="020B0600070205080204" pitchFamily="-110" charset="-128"/>
              </a:rPr>
            </a:fld>
            <a:endParaRPr lang="zh-CN" altLang="en-US">
              <a:solidFill>
                <a:srgbClr val="000000"/>
              </a:solidFill>
              <a:ea typeface="MS PGothic" panose="020B0600070205080204" pitchFamily="-110" charset="-128"/>
            </a:endParaRP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矩形 90116"/>
          <p:cNvSpPr>
            <a:spLocks noChangeArrowheads="1"/>
          </p:cNvSpPr>
          <p:nvPr/>
        </p:nvSpPr>
        <p:spPr bwMode="auto">
          <a:xfrm>
            <a:off x="2438400" y="1143001"/>
            <a:ext cx="3111500" cy="460375"/>
          </a:xfrm>
          <a:prstGeom prst="rect">
            <a:avLst/>
          </a:prstGeom>
          <a:solidFill>
            <a:srgbClr val="0070C0"/>
          </a:solidFill>
          <a:ln w="9525">
            <a:solidFill>
              <a:srgbClr val="000000"/>
            </a:solidFill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FFFF99"/>
                </a:solidFill>
                <a:latin typeface="Times New Roman" panose="02020603050405020304" charset="0"/>
              </a:rPr>
              <a:t>Basic System Functions</a:t>
            </a:r>
            <a:endParaRPr lang="en-US" altLang="zh-CN" sz="2400">
              <a:solidFill>
                <a:srgbClr val="FFFF99"/>
              </a:solidFill>
              <a:latin typeface="Times New Roman" panose="02020603050405020304" charset="0"/>
            </a:endParaRPr>
          </a:p>
        </p:txBody>
      </p:sp>
      <p:sp>
        <p:nvSpPr>
          <p:cNvPr id="90119" name="文本框 90118"/>
          <p:cNvSpPr txBox="1">
            <a:spLocks noChangeArrowheads="1"/>
          </p:cNvSpPr>
          <p:nvPr/>
        </p:nvSpPr>
        <p:spPr bwMode="auto">
          <a:xfrm>
            <a:off x="3276600" y="2362201"/>
            <a:ext cx="4876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charset="0"/>
              </a:rPr>
              <a:t>The encoding function</a:t>
            </a:r>
            <a:endParaRPr lang="en-US" altLang="zh-CN" sz="2400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90120" name="文本框 90119"/>
          <p:cNvSpPr txBox="1">
            <a:spLocks noChangeArrowheads="1"/>
          </p:cNvSpPr>
          <p:nvPr/>
        </p:nvSpPr>
        <p:spPr bwMode="auto">
          <a:xfrm>
            <a:off x="3276600" y="3962401"/>
            <a:ext cx="4876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charset="0"/>
              </a:rPr>
              <a:t>The decoding function</a:t>
            </a:r>
            <a:endParaRPr lang="en-US" altLang="zh-CN" sz="2400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pic>
        <p:nvPicPr>
          <p:cNvPr id="53250" name="Picture 2" descr="AAGIGIG0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1" y="1600200"/>
            <a:ext cx="4022725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298" name="Picture 2" descr="AAGIGIF0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8188" y="4459288"/>
            <a:ext cx="54356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灯片编号占位符 1"/>
          <p:cNvSpPr>
            <a:spLocks noGrp="1" noChangeArrowheads="1"/>
          </p:cNvSpPr>
          <p:nvPr>
            <p:ph type="sldNum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fld id="{B8BD529B-3491-427F-A0A5-DE4243D0C048}" type="slidenum">
              <a:rPr lang="zh-CN" altLang="en-US">
                <a:solidFill>
                  <a:srgbClr val="000000"/>
                </a:solidFill>
                <a:ea typeface="MS PGothic" panose="020B0600070205080204" pitchFamily="-110" charset="-128"/>
              </a:rPr>
            </a:fld>
            <a:endParaRPr lang="zh-CN" altLang="en-US">
              <a:solidFill>
                <a:srgbClr val="000000"/>
              </a:solidFill>
              <a:ea typeface="MS PGothic" panose="020B0600070205080204" pitchFamily="-110" charset="-128"/>
            </a:endParaRPr>
          </a:p>
        </p:txBody>
      </p:sp>
      <p:sp>
        <p:nvSpPr>
          <p:cNvPr id="8" name="矩形 90116"/>
          <p:cNvSpPr>
            <a:spLocks noChangeArrowheads="1"/>
          </p:cNvSpPr>
          <p:nvPr/>
        </p:nvSpPr>
        <p:spPr bwMode="auto">
          <a:xfrm>
            <a:off x="8153401" y="3381345"/>
            <a:ext cx="954107" cy="400110"/>
          </a:xfrm>
          <a:prstGeom prst="rect">
            <a:avLst/>
          </a:prstGeom>
          <a:solidFill>
            <a:schemeClr val="accent1">
              <a:lumMod val="90000"/>
            </a:schemeClr>
          </a:solidFill>
          <a:ln w="9525">
            <a:solidFill>
              <a:srgbClr val="000000"/>
            </a:solidFill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charset="0"/>
              </a:rPr>
              <a:t>编码器</a:t>
            </a:r>
            <a:endParaRPr lang="en-US" altLang="zh-CN" sz="2000" dirty="0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9" name="矩形 90116"/>
          <p:cNvSpPr>
            <a:spLocks noChangeArrowheads="1"/>
          </p:cNvSpPr>
          <p:nvPr/>
        </p:nvSpPr>
        <p:spPr bwMode="auto">
          <a:xfrm>
            <a:off x="6857951" y="5714850"/>
            <a:ext cx="954107" cy="400110"/>
          </a:xfrm>
          <a:prstGeom prst="rect">
            <a:avLst/>
          </a:prstGeom>
          <a:solidFill>
            <a:schemeClr val="accent1">
              <a:lumMod val="90000"/>
            </a:schemeClr>
          </a:solidFill>
          <a:ln w="9525">
            <a:solidFill>
              <a:srgbClr val="000000"/>
            </a:solidFill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charset="0"/>
              </a:rPr>
              <a:t>译码器</a:t>
            </a:r>
            <a:endParaRPr lang="en-US" altLang="zh-CN" sz="2000" dirty="0">
              <a:solidFill>
                <a:srgbClr val="000000"/>
              </a:solidFill>
              <a:latin typeface="Times New Roman" panose="02020603050405020304" charset="0"/>
            </a:endParaRP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矩形 112643"/>
          <p:cNvSpPr>
            <a:spLocks noChangeArrowheads="1"/>
          </p:cNvSpPr>
          <p:nvPr/>
        </p:nvSpPr>
        <p:spPr bwMode="auto">
          <a:xfrm>
            <a:off x="2438400" y="1143001"/>
            <a:ext cx="3111500" cy="460375"/>
          </a:xfrm>
          <a:prstGeom prst="rect">
            <a:avLst/>
          </a:prstGeom>
          <a:solidFill>
            <a:srgbClr val="0070C0"/>
          </a:solidFill>
          <a:ln w="9525">
            <a:solidFill>
              <a:srgbClr val="000000"/>
            </a:solidFill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FFFF99"/>
                </a:solidFill>
                <a:latin typeface="Times New Roman" panose="02020603050405020304" charset="0"/>
              </a:rPr>
              <a:t>Basic System Functions</a:t>
            </a:r>
            <a:endParaRPr lang="en-US" altLang="zh-CN" sz="2400">
              <a:solidFill>
                <a:srgbClr val="FFFF99"/>
              </a:solidFill>
              <a:latin typeface="Times New Roman" panose="02020603050405020304" charset="0"/>
            </a:endParaRPr>
          </a:p>
        </p:txBody>
      </p:sp>
      <p:sp>
        <p:nvSpPr>
          <p:cNvPr id="79874" name="文本框 112647"/>
          <p:cNvSpPr txBox="1">
            <a:spLocks noChangeArrowheads="1"/>
          </p:cNvSpPr>
          <p:nvPr/>
        </p:nvSpPr>
        <p:spPr bwMode="auto">
          <a:xfrm>
            <a:off x="3048000" y="1828801"/>
            <a:ext cx="4876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charset="0"/>
              </a:rPr>
              <a:t>The data selection function</a:t>
            </a:r>
            <a:endParaRPr lang="en-US" altLang="zh-CN" sz="2400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pic>
        <p:nvPicPr>
          <p:cNvPr id="79875" name="Picture 2" descr="AAGIGIE0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1" y="2592388"/>
            <a:ext cx="7908925" cy="278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6" name="灯片编号占位符 1"/>
          <p:cNvSpPr>
            <a:spLocks noGrp="1" noChangeArrowheads="1"/>
          </p:cNvSpPr>
          <p:nvPr>
            <p:ph type="sldNum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fld id="{B8F9C8C0-7CDE-4633-A789-B873EEB6FE57}" type="slidenum">
              <a:rPr lang="zh-CN" altLang="en-US">
                <a:solidFill>
                  <a:srgbClr val="000000"/>
                </a:solidFill>
                <a:ea typeface="MS PGothic" panose="020B0600070205080204" pitchFamily="-110" charset="-128"/>
              </a:rPr>
            </a:fld>
            <a:endParaRPr lang="zh-CN" altLang="en-US">
              <a:solidFill>
                <a:srgbClr val="000000"/>
              </a:solidFill>
              <a:ea typeface="MS PGothic" panose="020B0600070205080204" pitchFamily="-110" charset="-128"/>
            </a:endParaRPr>
          </a:p>
        </p:txBody>
      </p:sp>
      <p:sp>
        <p:nvSpPr>
          <p:cNvPr id="7" name="矩形 90116"/>
          <p:cNvSpPr>
            <a:spLocks noChangeArrowheads="1"/>
          </p:cNvSpPr>
          <p:nvPr/>
        </p:nvSpPr>
        <p:spPr bwMode="auto">
          <a:xfrm>
            <a:off x="3048000" y="5476846"/>
            <a:ext cx="2287905" cy="398780"/>
          </a:xfrm>
          <a:prstGeom prst="rect">
            <a:avLst/>
          </a:prstGeom>
          <a:solidFill>
            <a:schemeClr val="accent1">
              <a:lumMod val="90000"/>
            </a:schemeClr>
          </a:solidFill>
          <a:ln w="9525">
            <a:solidFill>
              <a:srgbClr val="000000"/>
            </a:solidFill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charset="0"/>
              </a:rPr>
              <a:t>数据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charset="0"/>
              </a:rPr>
              <a:t>选择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charset="0"/>
              </a:rPr>
              <a:t>/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charset="0"/>
              </a:rPr>
              <a:t>多路复用</a:t>
            </a:r>
            <a:endParaRPr lang="en-US" altLang="zh-CN" sz="2000" dirty="0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2" name="矩形 90116"/>
          <p:cNvSpPr>
            <a:spLocks noChangeArrowheads="1"/>
          </p:cNvSpPr>
          <p:nvPr/>
        </p:nvSpPr>
        <p:spPr bwMode="auto">
          <a:xfrm>
            <a:off x="7665720" y="5476846"/>
            <a:ext cx="1452880" cy="398780"/>
          </a:xfrm>
          <a:prstGeom prst="rect">
            <a:avLst/>
          </a:prstGeom>
          <a:solidFill>
            <a:schemeClr val="accent1">
              <a:lumMod val="90000"/>
            </a:schemeClr>
          </a:solidFill>
          <a:ln w="9525">
            <a:solidFill>
              <a:srgbClr val="000000"/>
            </a:solidFill>
            <a:miter lim="800000"/>
          </a:ln>
        </p:spPr>
        <p:txBody>
          <a:bodyPr wrap="none"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charset="0"/>
              </a:rPr>
              <a:t>多路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charset="0"/>
              </a:rPr>
              <a:t>分配器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charset="0"/>
            </a:endParaRP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矩形 114691"/>
          <p:cNvSpPr>
            <a:spLocks noChangeArrowheads="1"/>
          </p:cNvSpPr>
          <p:nvPr/>
        </p:nvSpPr>
        <p:spPr bwMode="auto">
          <a:xfrm>
            <a:off x="1300480" y="841376"/>
            <a:ext cx="3111500" cy="460375"/>
          </a:xfrm>
          <a:prstGeom prst="rect">
            <a:avLst/>
          </a:prstGeom>
          <a:solidFill>
            <a:srgbClr val="0070C0"/>
          </a:solidFill>
          <a:ln w="9525">
            <a:solidFill>
              <a:srgbClr val="000000"/>
            </a:solidFill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FFFF99"/>
                </a:solidFill>
                <a:latin typeface="Times New Roman" panose="02020603050405020304" charset="0"/>
              </a:rPr>
              <a:t>Basic System Functions</a:t>
            </a:r>
            <a:endParaRPr lang="en-US" altLang="zh-CN" sz="2400">
              <a:solidFill>
                <a:srgbClr val="FFFF99"/>
              </a:solidFill>
              <a:latin typeface="Times New Roman" panose="02020603050405020304" charset="0"/>
            </a:endParaRPr>
          </a:p>
        </p:txBody>
      </p:sp>
      <p:sp>
        <p:nvSpPr>
          <p:cNvPr id="81922" name="文本框 114694"/>
          <p:cNvSpPr txBox="1">
            <a:spLocks noChangeArrowheads="1"/>
          </p:cNvSpPr>
          <p:nvPr/>
        </p:nvSpPr>
        <p:spPr bwMode="auto">
          <a:xfrm>
            <a:off x="1219200" y="1669416"/>
            <a:ext cx="4876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charset="0"/>
              </a:rPr>
              <a:t>The counting function</a:t>
            </a:r>
            <a:endParaRPr lang="en-US" altLang="zh-CN" sz="2400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114697" name="文本框 114696"/>
          <p:cNvSpPr txBox="1">
            <a:spLocks noChangeArrowheads="1"/>
          </p:cNvSpPr>
          <p:nvPr/>
        </p:nvSpPr>
        <p:spPr bwMode="auto">
          <a:xfrm>
            <a:off x="1829081" y="5088890"/>
            <a:ext cx="853383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charset="0"/>
              </a:rPr>
              <a:t>…and other functions such as code conversion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charset="0"/>
              </a:rPr>
              <a:t>（代码转换器）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charset="0"/>
              </a:rPr>
              <a:t> and storage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charset="0"/>
              </a:rPr>
              <a:t>（存储）</a:t>
            </a:r>
            <a:endParaRPr lang="en-US" altLang="zh-CN" sz="2000" dirty="0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81939" name="灯片编号占位符 1"/>
          <p:cNvSpPr>
            <a:spLocks noGrp="1" noChangeArrowheads="1"/>
          </p:cNvSpPr>
          <p:nvPr>
            <p:ph type="sldNum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fld id="{E3EECD2F-04F7-4FB7-8CA6-2C48334F70C9}" type="slidenum">
              <a:rPr lang="zh-CN" altLang="en-US">
                <a:solidFill>
                  <a:srgbClr val="000000"/>
                </a:solidFill>
                <a:ea typeface="MS PGothic" panose="020B0600070205080204" pitchFamily="-110" charset="-128"/>
              </a:rPr>
            </a:fld>
            <a:endParaRPr lang="zh-CN" altLang="en-US">
              <a:solidFill>
                <a:srgbClr val="000000"/>
              </a:solidFill>
              <a:ea typeface="MS PGothic" panose="020B0600070205080204" pitchFamily="-110" charset="-128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828800" y="2129790"/>
            <a:ext cx="8959215" cy="2427605"/>
            <a:chOff x="3960" y="3618"/>
            <a:chExt cx="12185" cy="3114"/>
          </a:xfrm>
        </p:grpSpPr>
        <p:graphicFrame>
          <p:nvGraphicFramePr>
            <p:cNvPr id="81924" name="对象 114697"/>
            <p:cNvGraphicFramePr/>
            <p:nvPr/>
          </p:nvGraphicFramePr>
          <p:xfrm>
            <a:off x="4080" y="3720"/>
            <a:ext cx="11520" cy="2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5" name="" r:id="rId1" imgW="5252720" imgH="1042035" progId="CorelDRAW.Graphic.13">
                    <p:embed/>
                  </p:oleObj>
                </mc:Choice>
                <mc:Fallback>
                  <p:oleObj name="" r:id="rId1" imgW="5252720" imgH="1042035" progId="CorelDRAW.Graphic.13">
                    <p:embed/>
                    <p:pic>
                      <p:nvPicPr>
                        <p:cNvPr id="0" name="图片 206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" y="3720"/>
                          <a:ext cx="11520" cy="2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1925" name="文本框 114698"/>
            <p:cNvSpPr txBox="1">
              <a:spLocks noChangeArrowheads="1"/>
            </p:cNvSpPr>
            <p:nvPr/>
          </p:nvSpPr>
          <p:spPr bwMode="auto">
            <a:xfrm>
              <a:off x="4560" y="5280"/>
              <a:ext cx="2160" cy="4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>
                  <a:solidFill>
                    <a:srgbClr val="000000"/>
                  </a:solidFill>
                  <a:latin typeface="Times New Roman" panose="02020603050405020304" charset="0"/>
                </a:rPr>
                <a:t>Input pulses</a:t>
              </a:r>
              <a:endParaRPr lang="en-US" altLang="zh-CN">
                <a:solidFill>
                  <a:srgbClr val="000000"/>
                </a:solidFill>
                <a:latin typeface="Times New Roman" panose="02020603050405020304" charset="0"/>
              </a:endParaRPr>
            </a:p>
          </p:txBody>
        </p:sp>
        <p:sp>
          <p:nvSpPr>
            <p:cNvPr id="114700" name="文本框 114699"/>
            <p:cNvSpPr txBox="1">
              <a:spLocks noChangeArrowheads="1"/>
            </p:cNvSpPr>
            <p:nvPr/>
          </p:nvSpPr>
          <p:spPr bwMode="auto">
            <a:xfrm>
              <a:off x="3960" y="4920"/>
              <a:ext cx="600" cy="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200">
                  <a:solidFill>
                    <a:srgbClr val="FF0066"/>
                  </a:solidFill>
                  <a:latin typeface="Times New Roman" panose="02020603050405020304" charset="0"/>
                </a:rPr>
                <a:t>1</a:t>
              </a:r>
              <a:endParaRPr lang="en-US" altLang="zh-CN" sz="1200">
                <a:solidFill>
                  <a:srgbClr val="FF0066"/>
                </a:solidFill>
                <a:latin typeface="Times New Roman" panose="02020603050405020304" charset="0"/>
              </a:endParaRPr>
            </a:p>
          </p:txBody>
        </p:sp>
        <p:sp>
          <p:nvSpPr>
            <p:cNvPr id="81927" name="文本框 114700"/>
            <p:cNvSpPr txBox="1">
              <a:spLocks noChangeArrowheads="1"/>
            </p:cNvSpPr>
            <p:nvPr/>
          </p:nvSpPr>
          <p:spPr bwMode="auto">
            <a:xfrm>
              <a:off x="7280" y="4203"/>
              <a:ext cx="2190" cy="5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charset="0"/>
                </a:rPr>
                <a:t>Counter</a:t>
              </a:r>
              <a:endParaRPr lang="en-US" altLang="zh-CN" sz="2400" b="1">
                <a:solidFill>
                  <a:srgbClr val="000000"/>
                </a:solidFill>
                <a:latin typeface="Times New Roman" panose="02020603050405020304" charset="0"/>
              </a:endParaRPr>
            </a:p>
          </p:txBody>
        </p:sp>
        <p:sp>
          <p:nvSpPr>
            <p:cNvPr id="81928" name="文本框 114701"/>
            <p:cNvSpPr txBox="1">
              <a:spLocks noChangeArrowheads="1"/>
            </p:cNvSpPr>
            <p:nvPr/>
          </p:nvSpPr>
          <p:spPr bwMode="auto">
            <a:xfrm>
              <a:off x="9480" y="3618"/>
              <a:ext cx="1723" cy="7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charset="0"/>
                </a:rPr>
                <a:t>Parallel output lines</a:t>
              </a:r>
              <a:endParaRPr lang="en-US" altLang="zh-CN" sz="1600">
                <a:solidFill>
                  <a:srgbClr val="000000"/>
                </a:solidFill>
                <a:latin typeface="Times New Roman" panose="02020603050405020304" charset="0"/>
              </a:endParaRPr>
            </a:p>
          </p:txBody>
        </p:sp>
        <p:sp>
          <p:nvSpPr>
            <p:cNvPr id="114703" name="文本框 114702"/>
            <p:cNvSpPr txBox="1">
              <a:spLocks noChangeArrowheads="1"/>
            </p:cNvSpPr>
            <p:nvPr/>
          </p:nvSpPr>
          <p:spPr bwMode="auto">
            <a:xfrm>
              <a:off x="10920" y="4320"/>
              <a:ext cx="960" cy="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200">
                  <a:solidFill>
                    <a:srgbClr val="FF0066"/>
                  </a:solidFill>
                  <a:latin typeface="Times New Roman" panose="02020603050405020304" charset="0"/>
                </a:rPr>
                <a:t>Binary code for 1</a:t>
              </a:r>
              <a:endParaRPr lang="en-US" altLang="zh-CN" sz="1200">
                <a:solidFill>
                  <a:srgbClr val="FF0066"/>
                </a:solidFill>
                <a:latin typeface="Times New Roman" panose="02020603050405020304" charset="0"/>
              </a:endParaRPr>
            </a:p>
          </p:txBody>
        </p:sp>
        <p:sp>
          <p:nvSpPr>
            <p:cNvPr id="114704" name="文本框 114703"/>
            <p:cNvSpPr txBox="1">
              <a:spLocks noChangeArrowheads="1"/>
            </p:cNvSpPr>
            <p:nvPr/>
          </p:nvSpPr>
          <p:spPr bwMode="auto">
            <a:xfrm>
              <a:off x="11850" y="4320"/>
              <a:ext cx="960" cy="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200">
                  <a:solidFill>
                    <a:srgbClr val="FF0066"/>
                  </a:solidFill>
                  <a:latin typeface="Times New Roman" panose="02020603050405020304" charset="0"/>
                </a:rPr>
                <a:t>Binary code for 2</a:t>
              </a:r>
              <a:endParaRPr lang="en-US" altLang="zh-CN" sz="1200">
                <a:solidFill>
                  <a:srgbClr val="FF0066"/>
                </a:solidFill>
                <a:latin typeface="Times New Roman" panose="02020603050405020304" charset="0"/>
              </a:endParaRPr>
            </a:p>
          </p:txBody>
        </p:sp>
        <p:sp>
          <p:nvSpPr>
            <p:cNvPr id="114705" name="文本框 114704"/>
            <p:cNvSpPr txBox="1">
              <a:spLocks noChangeArrowheads="1"/>
            </p:cNvSpPr>
            <p:nvPr/>
          </p:nvSpPr>
          <p:spPr bwMode="auto">
            <a:xfrm>
              <a:off x="12780" y="4320"/>
              <a:ext cx="960" cy="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200">
                  <a:solidFill>
                    <a:srgbClr val="FF0066"/>
                  </a:solidFill>
                  <a:latin typeface="Times New Roman" panose="02020603050405020304" charset="0"/>
                </a:rPr>
                <a:t>Binary code for 3</a:t>
              </a:r>
              <a:endParaRPr lang="en-US" altLang="zh-CN" sz="1200">
                <a:solidFill>
                  <a:srgbClr val="FF0066"/>
                </a:solidFill>
                <a:latin typeface="Times New Roman" panose="02020603050405020304" charset="0"/>
              </a:endParaRPr>
            </a:p>
          </p:txBody>
        </p:sp>
        <p:sp>
          <p:nvSpPr>
            <p:cNvPr id="114706" name="文本框 114705"/>
            <p:cNvSpPr txBox="1">
              <a:spLocks noChangeArrowheads="1"/>
            </p:cNvSpPr>
            <p:nvPr/>
          </p:nvSpPr>
          <p:spPr bwMode="auto">
            <a:xfrm>
              <a:off x="13710" y="4320"/>
              <a:ext cx="960" cy="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200">
                  <a:solidFill>
                    <a:srgbClr val="FF0066"/>
                  </a:solidFill>
                  <a:latin typeface="Times New Roman" panose="02020603050405020304" charset="0"/>
                </a:rPr>
                <a:t>Binary code for 4</a:t>
              </a:r>
              <a:endParaRPr lang="en-US" altLang="zh-CN" sz="1200">
                <a:solidFill>
                  <a:srgbClr val="FF0066"/>
                </a:solidFill>
                <a:latin typeface="Times New Roman" panose="02020603050405020304" charset="0"/>
              </a:endParaRPr>
            </a:p>
          </p:txBody>
        </p:sp>
        <p:sp>
          <p:nvSpPr>
            <p:cNvPr id="114707" name="文本框 114706"/>
            <p:cNvSpPr txBox="1">
              <a:spLocks noChangeArrowheads="1"/>
            </p:cNvSpPr>
            <p:nvPr/>
          </p:nvSpPr>
          <p:spPr bwMode="auto">
            <a:xfrm>
              <a:off x="14640" y="4320"/>
              <a:ext cx="960" cy="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200">
                  <a:solidFill>
                    <a:srgbClr val="FF0066"/>
                  </a:solidFill>
                  <a:latin typeface="Times New Roman" panose="02020603050405020304" charset="0"/>
                </a:rPr>
                <a:t>Binary code for 5</a:t>
              </a:r>
              <a:endParaRPr lang="en-US" altLang="zh-CN" sz="1200">
                <a:solidFill>
                  <a:srgbClr val="FF0066"/>
                </a:solidFill>
                <a:latin typeface="Times New Roman" panose="02020603050405020304" charset="0"/>
              </a:endParaRPr>
            </a:p>
          </p:txBody>
        </p:sp>
        <p:sp>
          <p:nvSpPr>
            <p:cNvPr id="81934" name="文本框 114707"/>
            <p:cNvSpPr txBox="1">
              <a:spLocks noChangeArrowheads="1"/>
            </p:cNvSpPr>
            <p:nvPr/>
          </p:nvSpPr>
          <p:spPr bwMode="auto">
            <a:xfrm>
              <a:off x="10530" y="5520"/>
              <a:ext cx="5615" cy="7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charset="0"/>
                </a:rPr>
                <a:t>Sequence of binary codes that represent the number of input pulses counted.</a:t>
              </a:r>
              <a:endParaRPr lang="en-US" altLang="zh-CN" sz="1600">
                <a:solidFill>
                  <a:srgbClr val="000000"/>
                </a:solidFill>
                <a:latin typeface="Times New Roman" panose="02020603050405020304" charset="0"/>
              </a:endParaRPr>
            </a:p>
          </p:txBody>
        </p:sp>
        <p:sp>
          <p:nvSpPr>
            <p:cNvPr id="114709" name="文本框 114708"/>
            <p:cNvSpPr txBox="1">
              <a:spLocks noChangeArrowheads="1"/>
            </p:cNvSpPr>
            <p:nvPr/>
          </p:nvSpPr>
          <p:spPr bwMode="auto">
            <a:xfrm>
              <a:off x="4520" y="4920"/>
              <a:ext cx="600" cy="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200">
                  <a:solidFill>
                    <a:srgbClr val="FF0066"/>
                  </a:solidFill>
                  <a:latin typeface="Times New Roman" panose="02020603050405020304" charset="0"/>
                </a:rPr>
                <a:t>2</a:t>
              </a:r>
              <a:endParaRPr lang="en-US" altLang="zh-CN" sz="1200">
                <a:solidFill>
                  <a:srgbClr val="FF0066"/>
                </a:solidFill>
                <a:latin typeface="Times New Roman" panose="02020603050405020304" charset="0"/>
              </a:endParaRPr>
            </a:p>
          </p:txBody>
        </p:sp>
        <p:sp>
          <p:nvSpPr>
            <p:cNvPr id="114710" name="文本框 114709"/>
            <p:cNvSpPr txBox="1">
              <a:spLocks noChangeArrowheads="1"/>
            </p:cNvSpPr>
            <p:nvPr/>
          </p:nvSpPr>
          <p:spPr bwMode="auto">
            <a:xfrm>
              <a:off x="5080" y="4920"/>
              <a:ext cx="600" cy="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200">
                  <a:solidFill>
                    <a:srgbClr val="FF0066"/>
                  </a:solidFill>
                  <a:latin typeface="Times New Roman" panose="02020603050405020304" charset="0"/>
                </a:rPr>
                <a:t>3</a:t>
              </a:r>
              <a:endParaRPr lang="en-US" altLang="zh-CN" sz="1200">
                <a:solidFill>
                  <a:srgbClr val="FF0066"/>
                </a:solidFill>
                <a:latin typeface="Times New Roman" panose="02020603050405020304" charset="0"/>
              </a:endParaRPr>
            </a:p>
          </p:txBody>
        </p:sp>
        <p:sp>
          <p:nvSpPr>
            <p:cNvPr id="114711" name="文本框 114710"/>
            <p:cNvSpPr txBox="1">
              <a:spLocks noChangeArrowheads="1"/>
            </p:cNvSpPr>
            <p:nvPr/>
          </p:nvSpPr>
          <p:spPr bwMode="auto">
            <a:xfrm>
              <a:off x="5640" y="4920"/>
              <a:ext cx="600" cy="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200">
                  <a:solidFill>
                    <a:srgbClr val="FF0066"/>
                  </a:solidFill>
                  <a:latin typeface="Times New Roman" panose="02020603050405020304" charset="0"/>
                </a:rPr>
                <a:t>4</a:t>
              </a:r>
              <a:endParaRPr lang="en-US" altLang="zh-CN" sz="1200">
                <a:solidFill>
                  <a:srgbClr val="FF0066"/>
                </a:solidFill>
                <a:latin typeface="Times New Roman" panose="02020603050405020304" charset="0"/>
              </a:endParaRPr>
            </a:p>
          </p:txBody>
        </p:sp>
        <p:sp>
          <p:nvSpPr>
            <p:cNvPr id="114712" name="文本框 114711"/>
            <p:cNvSpPr txBox="1">
              <a:spLocks noChangeArrowheads="1"/>
            </p:cNvSpPr>
            <p:nvPr/>
          </p:nvSpPr>
          <p:spPr bwMode="auto">
            <a:xfrm>
              <a:off x="6120" y="4920"/>
              <a:ext cx="600" cy="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200">
                  <a:solidFill>
                    <a:srgbClr val="FF0066"/>
                  </a:solidFill>
                  <a:latin typeface="Times New Roman" panose="02020603050405020304" charset="0"/>
                </a:rPr>
                <a:t>5</a:t>
              </a:r>
              <a:endParaRPr lang="en-US" altLang="zh-CN" sz="1200">
                <a:solidFill>
                  <a:srgbClr val="FF0066"/>
                </a:solidFill>
                <a:latin typeface="Times New Roman" panose="02020603050405020304" charset="0"/>
              </a:endParaRPr>
            </a:p>
          </p:txBody>
        </p:sp>
        <p:sp>
          <p:nvSpPr>
            <p:cNvPr id="21" name="矩形 90116"/>
            <p:cNvSpPr>
              <a:spLocks noChangeArrowheads="1"/>
            </p:cNvSpPr>
            <p:nvPr/>
          </p:nvSpPr>
          <p:spPr bwMode="auto">
            <a:xfrm>
              <a:off x="7624" y="6220"/>
              <a:ext cx="1503" cy="512"/>
            </a:xfrm>
            <a:prstGeom prst="rect">
              <a:avLst/>
            </a:prstGeom>
            <a:solidFill>
              <a:schemeClr val="accent1">
                <a:lumMod val="90000"/>
              </a:scheme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charset="0"/>
                </a:rPr>
                <a:t>计数器</a:t>
              </a:r>
              <a:endParaRPr lang="en-US" altLang="zh-CN" sz="2000" dirty="0">
                <a:solidFill>
                  <a:srgbClr val="000000"/>
                </a:solidFill>
                <a:latin typeface="Times New Roman" panose="02020603050405020304" charset="0"/>
              </a:endParaRPr>
            </a:p>
          </p:txBody>
        </p:sp>
      </p:grp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46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46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矩形 116739"/>
          <p:cNvSpPr>
            <a:spLocks noChangeArrowheads="1"/>
          </p:cNvSpPr>
          <p:nvPr/>
        </p:nvSpPr>
        <p:spPr bwMode="auto">
          <a:xfrm>
            <a:off x="396240" y="357189"/>
            <a:ext cx="3111500" cy="460375"/>
          </a:xfrm>
          <a:prstGeom prst="rect">
            <a:avLst/>
          </a:prstGeom>
          <a:solidFill>
            <a:srgbClr val="0070C0"/>
          </a:solidFill>
          <a:ln w="9525">
            <a:solidFill>
              <a:srgbClr val="000000"/>
            </a:solidFill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FFFF99"/>
                </a:solidFill>
                <a:latin typeface="Times New Roman" panose="02020603050405020304" charset="0"/>
              </a:rPr>
              <a:t>Basic System Functions</a:t>
            </a:r>
            <a:endParaRPr lang="en-US" altLang="zh-CN" sz="2400">
              <a:solidFill>
                <a:srgbClr val="FFFF99"/>
              </a:solidFill>
              <a:latin typeface="Times New Roman" panose="02020603050405020304" charset="0"/>
            </a:endParaRPr>
          </a:p>
        </p:txBody>
      </p:sp>
      <p:sp>
        <p:nvSpPr>
          <p:cNvPr id="83970" name="文本框 116740"/>
          <p:cNvSpPr txBox="1">
            <a:spLocks noChangeArrowheads="1"/>
          </p:cNvSpPr>
          <p:nvPr/>
        </p:nvSpPr>
        <p:spPr bwMode="auto">
          <a:xfrm>
            <a:off x="3802380" y="357189"/>
            <a:ext cx="71628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457200" fontAlgn="base">
              <a:spcAft>
                <a:spcPct val="0"/>
              </a:spcAft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charset="0"/>
              </a:rPr>
              <a:t>One type of storage function is the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charset="0"/>
              </a:rPr>
              <a:t>shift register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charset="0"/>
              </a:rPr>
              <a:t>（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charset="0"/>
              </a:rPr>
              <a:t>移位寄存器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charset="0"/>
              </a:rPr>
              <a:t>）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charset="0"/>
              </a:rPr>
              <a:t>, that moves and stores data each time it is clocked.</a:t>
            </a:r>
            <a:endParaRPr lang="en-US" altLang="zh-CN" sz="2000" dirty="0">
              <a:solidFill>
                <a:srgbClr val="000000"/>
              </a:solidFill>
              <a:latin typeface="Times New Roman" panose="02020603050405020304" charset="0"/>
            </a:endParaRPr>
          </a:p>
          <a:p>
            <a:pPr indent="457200" fontAlgn="base">
              <a:spcAft>
                <a:spcPct val="0"/>
              </a:spcAft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charset="0"/>
              </a:rPr>
              <a:t>Each block represents one storage “cell” or flip-flop.</a:t>
            </a:r>
            <a:endParaRPr lang="en-US" altLang="zh-CN" sz="2000" dirty="0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pic>
        <p:nvPicPr>
          <p:cNvPr id="83971" name="Picture 2" descr="AAGIGIJ0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1420" y="1894205"/>
            <a:ext cx="7439025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972" name="灯片编号占位符 1"/>
          <p:cNvSpPr>
            <a:spLocks noGrp="1" noChangeArrowheads="1"/>
          </p:cNvSpPr>
          <p:nvPr>
            <p:ph type="sldNum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fld id="{8AE9601D-F123-4EF8-8280-7970504204AB}" type="slidenum">
              <a:rPr lang="zh-CN" altLang="en-US">
                <a:solidFill>
                  <a:srgbClr val="000000"/>
                </a:solidFill>
                <a:ea typeface="MS PGothic" panose="020B0600070205080204" pitchFamily="-110" charset="-128"/>
              </a:rPr>
            </a:fld>
            <a:endParaRPr lang="zh-CN" altLang="en-US">
              <a:solidFill>
                <a:srgbClr val="000000"/>
              </a:solidFill>
              <a:ea typeface="MS PGothic" panose="020B0600070205080204" pitchFamily="-110" charset="-128"/>
            </a:endParaRP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17" name="Picture 4" descr="AAGIGII0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190" y="943610"/>
            <a:ext cx="9964420" cy="416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018" name="灯片编号占位符 1"/>
          <p:cNvSpPr>
            <a:spLocks noGrp="1" noChangeArrowheads="1"/>
          </p:cNvSpPr>
          <p:nvPr>
            <p:ph type="sldNum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fld id="{1270752A-C5C6-41AA-B872-E07059966857}" type="slidenum">
              <a:rPr lang="zh-CN" altLang="en-US">
                <a:solidFill>
                  <a:srgbClr val="000000"/>
                </a:solidFill>
                <a:ea typeface="MS PGothic" panose="020B0600070205080204" pitchFamily="-110" charset="-128"/>
              </a:rPr>
            </a:fld>
            <a:endParaRPr lang="zh-CN" altLang="en-US">
              <a:solidFill>
                <a:srgbClr val="000000"/>
              </a:solidFill>
              <a:ea typeface="MS PGothic" panose="020B0600070205080204" pitchFamily="-110" charset="-128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13" name="Picture 2" descr="AAGIGIP0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515" y="1501588"/>
            <a:ext cx="6537325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0114" name="矩形 135171"/>
          <p:cNvSpPr>
            <a:spLocks noChangeArrowheads="1"/>
          </p:cNvSpPr>
          <p:nvPr/>
        </p:nvSpPr>
        <p:spPr bwMode="auto">
          <a:xfrm>
            <a:off x="2438400" y="387351"/>
            <a:ext cx="4057650" cy="460375"/>
          </a:xfrm>
          <a:prstGeom prst="rect">
            <a:avLst/>
          </a:prstGeom>
          <a:solidFill>
            <a:srgbClr val="0070C0"/>
          </a:solidFill>
          <a:ln w="9525">
            <a:solidFill>
              <a:srgbClr val="000000"/>
            </a:solidFill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FFFF99"/>
                </a:solidFill>
                <a:latin typeface="Times New Roman" panose="02020603050405020304" charset="0"/>
              </a:rPr>
              <a:t>Programmable Logic Hierarchy</a:t>
            </a:r>
            <a:endParaRPr lang="en-US" altLang="zh-CN" sz="2400">
              <a:solidFill>
                <a:srgbClr val="FFFF99"/>
              </a:solidFill>
              <a:latin typeface="Times New Roman" panose="02020603050405020304" charset="0"/>
            </a:endParaRPr>
          </a:p>
        </p:txBody>
      </p:sp>
      <p:sp>
        <p:nvSpPr>
          <p:cNvPr id="90115" name="灯片编号占位符 1"/>
          <p:cNvSpPr>
            <a:spLocks noGrp="1" noChangeArrowheads="1"/>
          </p:cNvSpPr>
          <p:nvPr>
            <p:ph type="sldNum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fld id="{998A3A65-FF7D-4AAF-BF0C-D9DB9E5CCEEB}" type="slidenum">
              <a:rPr lang="zh-CN" altLang="en-US">
                <a:solidFill>
                  <a:srgbClr val="000000"/>
                </a:solidFill>
                <a:ea typeface="MS PGothic" panose="020B0600070205080204" pitchFamily="-110" charset="-128"/>
              </a:rPr>
            </a:fld>
            <a:endParaRPr lang="zh-CN" altLang="en-US">
              <a:solidFill>
                <a:srgbClr val="000000"/>
              </a:solidFill>
              <a:ea typeface="MS PGothic" panose="020B0600070205080204" pitchFamily="-110" charset="-128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138621" y="574676"/>
            <a:ext cx="4525060" cy="1476375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i="0" dirty="0" smtClean="0">
                <a:solidFill>
                  <a:srgbClr val="333333"/>
                </a:solidFill>
                <a:effectLst/>
                <a:latin typeface="Helvetica Neue"/>
              </a:rPr>
              <a:t>逻辑器件分为两大类：</a:t>
            </a:r>
            <a:endParaRPr lang="en-US" altLang="zh-CN" sz="2000" b="1" i="0" dirty="0" smtClean="0">
              <a:solidFill>
                <a:srgbClr val="333333"/>
              </a:solidFill>
              <a:effectLst/>
              <a:latin typeface="Helvetica Neue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i="0" dirty="0" smtClean="0">
                <a:solidFill>
                  <a:srgbClr val="333333"/>
                </a:solidFill>
                <a:effectLst/>
                <a:latin typeface="Helvetica Neue"/>
              </a:rPr>
              <a:t>  固定逻辑器件（电路永久）</a:t>
            </a:r>
            <a:endParaRPr lang="en-US" altLang="zh-CN" sz="2000" b="1" i="0" dirty="0" smtClean="0">
              <a:solidFill>
                <a:srgbClr val="333333"/>
              </a:solidFill>
              <a:effectLst/>
              <a:latin typeface="Helvetica Neue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i="0" dirty="0" smtClean="0">
                <a:solidFill>
                  <a:srgbClr val="333333"/>
                </a:solidFill>
                <a:effectLst/>
                <a:latin typeface="Helvetica Neue"/>
              </a:rPr>
              <a:t>  可编程逻辑器件（</a:t>
            </a:r>
            <a:r>
              <a:rPr lang="en-US" altLang="zh-CN" sz="2000" b="1" i="0" dirty="0" smtClean="0">
                <a:solidFill>
                  <a:srgbClr val="333333"/>
                </a:solidFill>
                <a:effectLst/>
                <a:latin typeface="Helvetica Neue"/>
              </a:rPr>
              <a:t>PLDs</a:t>
            </a:r>
            <a:r>
              <a:rPr lang="zh-CN" altLang="en-US" sz="2000" b="1" i="0" dirty="0" smtClean="0">
                <a:solidFill>
                  <a:srgbClr val="333333"/>
                </a:solidFill>
                <a:effectLst/>
                <a:latin typeface="Helvetica Neue"/>
              </a:rPr>
              <a:t>，可改变）</a:t>
            </a:r>
            <a:endParaRPr lang="zh-CN" altLang="en-US" sz="2000" b="1" dirty="0"/>
          </a:p>
        </p:txBody>
      </p:sp>
      <p:sp>
        <p:nvSpPr>
          <p:cNvPr id="6" name="矩形 5"/>
          <p:cNvSpPr/>
          <p:nvPr/>
        </p:nvSpPr>
        <p:spPr>
          <a:xfrm>
            <a:off x="7470090" y="2756646"/>
            <a:ext cx="4411011" cy="2399665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i="0" dirty="0" smtClean="0">
                <a:solidFill>
                  <a:srgbClr val="333333"/>
                </a:solidFill>
                <a:effectLst/>
                <a:latin typeface="Helvetica Neue"/>
              </a:rPr>
              <a:t>可编程逻辑器件分为：</a:t>
            </a:r>
            <a:endParaRPr lang="en-US" altLang="zh-CN" sz="2000" b="1" i="0" dirty="0" smtClean="0">
              <a:solidFill>
                <a:srgbClr val="333333"/>
              </a:solidFill>
              <a:effectLst/>
              <a:latin typeface="Helvetica Neue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i="0" dirty="0" smtClean="0">
                <a:solidFill>
                  <a:srgbClr val="333333"/>
                </a:solidFill>
                <a:effectLst/>
                <a:latin typeface="Helvetica Neue"/>
              </a:rPr>
              <a:t>  PLD</a:t>
            </a:r>
            <a:endParaRPr lang="en-US" altLang="zh-CN" sz="2000" b="1" i="0" dirty="0" smtClean="0">
              <a:solidFill>
                <a:srgbClr val="333333"/>
              </a:solidFill>
              <a:effectLst/>
              <a:latin typeface="Helvetica Neue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333333"/>
                </a:solidFill>
                <a:latin typeface="Helvetica Neue"/>
              </a:rPr>
              <a:t> </a:t>
            </a:r>
            <a:r>
              <a:rPr lang="en-US" altLang="zh-CN" sz="2000" b="1" dirty="0" smtClean="0">
                <a:solidFill>
                  <a:srgbClr val="333333"/>
                </a:solidFill>
                <a:latin typeface="Helvetica Neue"/>
              </a:rPr>
              <a:t>   </a:t>
            </a:r>
            <a:r>
              <a:rPr lang="en-US" altLang="zh-CN" sz="2000" b="1" i="0" dirty="0" smtClean="0">
                <a:solidFill>
                  <a:srgbClr val="333333"/>
                </a:solidFill>
                <a:effectLst/>
                <a:latin typeface="Helvetica Neue"/>
              </a:rPr>
              <a:t>CPLD(</a:t>
            </a:r>
            <a:r>
              <a:rPr lang="zh-CN" altLang="en-US" sz="2000" b="1" i="0" dirty="0" smtClean="0">
                <a:solidFill>
                  <a:srgbClr val="333333"/>
                </a:solidFill>
                <a:effectLst/>
                <a:latin typeface="Helvetica Neue"/>
              </a:rPr>
              <a:t>复杂可编程逻辑器件</a:t>
            </a:r>
            <a:r>
              <a:rPr lang="en-US" altLang="zh-CN" sz="2000" b="1" i="0" dirty="0" smtClean="0">
                <a:solidFill>
                  <a:srgbClr val="333333"/>
                </a:solidFill>
                <a:effectLst/>
                <a:latin typeface="Helvetica Neue"/>
              </a:rPr>
              <a:t>)</a:t>
            </a:r>
            <a:endParaRPr lang="zh-CN" altLang="en-US" sz="2000" b="1" i="0" dirty="0" smtClean="0">
              <a:solidFill>
                <a:srgbClr val="333333"/>
              </a:solidFill>
              <a:effectLst/>
              <a:latin typeface="Helvetica Neue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i="0" dirty="0" smtClean="0">
                <a:solidFill>
                  <a:srgbClr val="333333"/>
                </a:solidFill>
                <a:effectLst/>
                <a:latin typeface="Helvetica Neue"/>
              </a:rPr>
              <a:t>    SPLD(</a:t>
            </a:r>
            <a:r>
              <a:rPr lang="zh-CN" altLang="en-US" sz="2000" b="1" i="0" dirty="0" smtClean="0">
                <a:solidFill>
                  <a:srgbClr val="333333"/>
                </a:solidFill>
                <a:effectLst/>
                <a:latin typeface="Helvetica Neue"/>
              </a:rPr>
              <a:t>简单可编程逻辑器件</a:t>
            </a:r>
            <a:r>
              <a:rPr lang="en-US" altLang="zh-CN" sz="2000" b="1" i="0" dirty="0" smtClean="0">
                <a:solidFill>
                  <a:srgbClr val="333333"/>
                </a:solidFill>
                <a:effectLst/>
                <a:latin typeface="Helvetica Neue"/>
              </a:rPr>
              <a:t>)</a:t>
            </a:r>
            <a:endParaRPr lang="en-US" altLang="zh-CN" sz="2000" b="1" i="0" dirty="0" smtClean="0">
              <a:solidFill>
                <a:srgbClr val="333333"/>
              </a:solidFill>
              <a:effectLst/>
              <a:latin typeface="Helvetica Neue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333333"/>
                </a:solidFill>
                <a:latin typeface="Helvetica Neue"/>
              </a:rPr>
              <a:t> </a:t>
            </a:r>
            <a:r>
              <a:rPr lang="en-US" altLang="zh-CN" sz="2000" b="1" dirty="0" smtClean="0">
                <a:solidFill>
                  <a:srgbClr val="333333"/>
                </a:solidFill>
                <a:latin typeface="Helvetica Neue"/>
              </a:rPr>
              <a:t> </a:t>
            </a:r>
            <a:r>
              <a:rPr lang="en-US" altLang="zh-CN" sz="2000" b="1" dirty="0" smtClean="0">
                <a:solidFill>
                  <a:srgbClr val="C00000"/>
                </a:solidFill>
                <a:latin typeface="Helvetica Neue"/>
              </a:rPr>
              <a:t>FPGA(</a:t>
            </a:r>
            <a:r>
              <a:rPr lang="zh-CN" altLang="en-US" sz="2000" b="1" dirty="0" smtClean="0">
                <a:solidFill>
                  <a:srgbClr val="C00000"/>
                </a:solidFill>
                <a:latin typeface="Helvetica Neue"/>
              </a:rPr>
              <a:t>现场可编程门阵列</a:t>
            </a:r>
            <a:r>
              <a:rPr lang="en-US" altLang="zh-CN" sz="2000" b="1" dirty="0" smtClean="0">
                <a:solidFill>
                  <a:srgbClr val="C00000"/>
                </a:solidFill>
                <a:latin typeface="Helvetica Neue"/>
              </a:rPr>
              <a:t>)</a:t>
            </a:r>
            <a:endParaRPr lang="en-US" altLang="zh-CN" sz="2000" b="1" dirty="0" smtClean="0">
              <a:solidFill>
                <a:srgbClr val="C00000"/>
              </a:solidFill>
              <a:latin typeface="Helvetica Neue"/>
            </a:endParaRPr>
          </a:p>
        </p:txBody>
      </p:sp>
      <p:sp>
        <p:nvSpPr>
          <p:cNvPr id="4" name="左大括号 3"/>
          <p:cNvSpPr/>
          <p:nvPr/>
        </p:nvSpPr>
        <p:spPr bwMode="auto">
          <a:xfrm>
            <a:off x="7470140" y="3470910"/>
            <a:ext cx="275590" cy="1490345"/>
          </a:xfrm>
          <a:prstGeom prst="leftBrac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MS PGothic" panose="020B0600070205080204" pitchFamily="-110" charset="-128"/>
              <a:cs typeface="MS PGothic" panose="020B0600070205080204" pitchFamily="-110" charset="-128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矩形 135171"/>
          <p:cNvSpPr>
            <a:spLocks noChangeArrowheads="1"/>
          </p:cNvSpPr>
          <p:nvPr/>
        </p:nvSpPr>
        <p:spPr bwMode="auto">
          <a:xfrm>
            <a:off x="2438400" y="387351"/>
            <a:ext cx="4057650" cy="460375"/>
          </a:xfrm>
          <a:prstGeom prst="rect">
            <a:avLst/>
          </a:prstGeom>
          <a:solidFill>
            <a:srgbClr val="0070C0"/>
          </a:solidFill>
          <a:ln w="9525">
            <a:solidFill>
              <a:srgbClr val="000000"/>
            </a:solidFill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FFFF99"/>
                </a:solidFill>
                <a:latin typeface="Times New Roman" panose="02020603050405020304" charset="0"/>
              </a:rPr>
              <a:t>Programmable Logic Hierarchy</a:t>
            </a:r>
            <a:endParaRPr lang="en-US" altLang="zh-CN" sz="2400">
              <a:solidFill>
                <a:srgbClr val="FFFF99"/>
              </a:solidFill>
              <a:latin typeface="Times New Roman" panose="02020603050405020304" charset="0"/>
            </a:endParaRPr>
          </a:p>
        </p:txBody>
      </p:sp>
      <p:sp>
        <p:nvSpPr>
          <p:cNvPr id="90115" name="灯片编号占位符 1"/>
          <p:cNvSpPr>
            <a:spLocks noGrp="1" noChangeArrowheads="1"/>
          </p:cNvSpPr>
          <p:nvPr>
            <p:ph type="sldNum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fld id="{998A3A65-FF7D-4AAF-BF0C-D9DB9E5CCEEB}" type="slidenum">
              <a:rPr lang="zh-CN" altLang="en-US">
                <a:solidFill>
                  <a:srgbClr val="000000"/>
                </a:solidFill>
                <a:ea typeface="MS PGothic" panose="020B0600070205080204" pitchFamily="-110" charset="-128"/>
              </a:rPr>
            </a:fld>
            <a:endParaRPr lang="zh-CN" altLang="en-US">
              <a:solidFill>
                <a:srgbClr val="000000"/>
              </a:solidFill>
              <a:ea typeface="MS PGothic" panose="020B0600070205080204" pitchFamily="-110" charset="-128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51360" y="1268504"/>
            <a:ext cx="4411011" cy="2862322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i="0" dirty="0" smtClean="0">
                <a:solidFill>
                  <a:srgbClr val="333333"/>
                </a:solidFill>
                <a:effectLst/>
                <a:latin typeface="Helvetica Neue"/>
              </a:rPr>
              <a:t>可编程逻辑器件分为：</a:t>
            </a:r>
            <a:endParaRPr lang="en-US" altLang="zh-CN" sz="2400" b="1" i="0" dirty="0" smtClean="0">
              <a:solidFill>
                <a:srgbClr val="333333"/>
              </a:solidFill>
              <a:effectLst/>
              <a:latin typeface="Helvetica Neue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i="0" dirty="0" smtClean="0">
                <a:solidFill>
                  <a:srgbClr val="333333"/>
                </a:solidFill>
                <a:effectLst/>
                <a:latin typeface="Helvetica Neue"/>
              </a:rPr>
              <a:t>  PLD</a:t>
            </a:r>
            <a:endParaRPr lang="en-US" altLang="zh-CN" sz="2400" b="1" i="0" dirty="0" smtClean="0">
              <a:solidFill>
                <a:srgbClr val="333333"/>
              </a:solidFill>
              <a:effectLst/>
              <a:latin typeface="Helvetica Neue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333333"/>
                </a:solidFill>
                <a:latin typeface="Helvetica Neue"/>
              </a:rPr>
              <a:t> </a:t>
            </a:r>
            <a:r>
              <a:rPr lang="en-US" altLang="zh-CN" sz="2400" b="1" dirty="0" smtClean="0">
                <a:solidFill>
                  <a:srgbClr val="333333"/>
                </a:solidFill>
                <a:latin typeface="Helvetica Neue"/>
              </a:rPr>
              <a:t>   </a:t>
            </a:r>
            <a:r>
              <a:rPr lang="en-US" altLang="zh-CN" sz="2400" b="1" i="0" dirty="0" smtClean="0">
                <a:solidFill>
                  <a:srgbClr val="333333"/>
                </a:solidFill>
                <a:effectLst/>
                <a:latin typeface="Helvetica Neue"/>
              </a:rPr>
              <a:t>CPLD(</a:t>
            </a:r>
            <a:r>
              <a:rPr lang="zh-CN" altLang="en-US" sz="2400" b="1" i="0" dirty="0" smtClean="0">
                <a:solidFill>
                  <a:srgbClr val="333333"/>
                </a:solidFill>
                <a:effectLst/>
                <a:latin typeface="Helvetica Neue"/>
              </a:rPr>
              <a:t>复杂可编程逻辑器件</a:t>
            </a:r>
            <a:r>
              <a:rPr lang="en-US" altLang="zh-CN" sz="2400" b="1" i="0" dirty="0" smtClean="0">
                <a:solidFill>
                  <a:srgbClr val="333333"/>
                </a:solidFill>
                <a:effectLst/>
                <a:latin typeface="Helvetica Neue"/>
              </a:rPr>
              <a:t>)</a:t>
            </a:r>
            <a:endParaRPr lang="zh-CN" altLang="en-US" sz="2400" b="1" i="0" dirty="0" smtClean="0">
              <a:solidFill>
                <a:srgbClr val="333333"/>
              </a:solidFill>
              <a:effectLst/>
              <a:latin typeface="Helvetica Neue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i="0" dirty="0" smtClean="0">
                <a:solidFill>
                  <a:srgbClr val="333333"/>
                </a:solidFill>
                <a:effectLst/>
                <a:latin typeface="Helvetica Neue"/>
              </a:rPr>
              <a:t>    SPLD(</a:t>
            </a:r>
            <a:r>
              <a:rPr lang="zh-CN" altLang="en-US" sz="2400" b="1" i="0" dirty="0" smtClean="0">
                <a:solidFill>
                  <a:srgbClr val="333333"/>
                </a:solidFill>
                <a:effectLst/>
                <a:latin typeface="Helvetica Neue"/>
              </a:rPr>
              <a:t>简单可编程逻辑器件</a:t>
            </a:r>
            <a:r>
              <a:rPr lang="en-US" altLang="zh-CN" sz="2400" b="1" i="0" dirty="0" smtClean="0">
                <a:solidFill>
                  <a:srgbClr val="333333"/>
                </a:solidFill>
                <a:effectLst/>
                <a:latin typeface="Helvetica Neue"/>
              </a:rPr>
              <a:t>)</a:t>
            </a:r>
            <a:endParaRPr lang="en-US" altLang="zh-CN" sz="2400" b="1" i="0" dirty="0" smtClean="0">
              <a:solidFill>
                <a:srgbClr val="333333"/>
              </a:solidFill>
              <a:effectLst/>
              <a:latin typeface="Helvetica Neue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333333"/>
                </a:solidFill>
                <a:latin typeface="Helvetica Neue"/>
              </a:rPr>
              <a:t> </a:t>
            </a:r>
            <a:r>
              <a:rPr lang="en-US" altLang="zh-CN" sz="2400" b="1" dirty="0" smtClean="0">
                <a:solidFill>
                  <a:srgbClr val="333333"/>
                </a:solidFill>
                <a:latin typeface="Helvetica Neue"/>
              </a:rPr>
              <a:t> FPGA(</a:t>
            </a:r>
            <a:r>
              <a:rPr lang="zh-CN" altLang="en-US" sz="2400" b="1" dirty="0" smtClean="0">
                <a:solidFill>
                  <a:srgbClr val="333333"/>
                </a:solidFill>
                <a:latin typeface="Helvetica Neue"/>
              </a:rPr>
              <a:t>现场可编程门阵列</a:t>
            </a:r>
            <a:r>
              <a:rPr lang="en-US" altLang="zh-CN" sz="2400" b="1" dirty="0" smtClean="0">
                <a:solidFill>
                  <a:srgbClr val="333333"/>
                </a:solidFill>
                <a:latin typeface="Helvetica Neue"/>
              </a:rPr>
              <a:t>)</a:t>
            </a:r>
            <a:endParaRPr lang="en-US" altLang="zh-CN" sz="2400" b="1" dirty="0" smtClean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4" name="左大括号 3"/>
          <p:cNvSpPr/>
          <p:nvPr/>
        </p:nvSpPr>
        <p:spPr bwMode="auto">
          <a:xfrm>
            <a:off x="1039158" y="2115670"/>
            <a:ext cx="275416" cy="1685365"/>
          </a:xfrm>
          <a:prstGeom prst="leftBrac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MS PGothic" panose="020B0600070205080204" pitchFamily="-110" charset="-128"/>
              <a:cs typeface="MS PGothic" panose="020B0600070205080204" pitchFamily="-110" charset="-128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112510" y="3429000"/>
            <a:ext cx="5328920" cy="1014730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en-US" altLang="zh-CN" sz="2000" b="1" dirty="0" smtClean="0">
                <a:solidFill>
                  <a:srgbClr val="C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FPGA</a:t>
            </a:r>
            <a:r>
              <a:rPr lang="zh-CN" altLang="en-US" sz="2000" b="1" dirty="0" smtClean="0">
                <a:solidFill>
                  <a:srgbClr val="C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：</a:t>
            </a:r>
            <a:r>
              <a:rPr lang="zh-CN" altLang="en-US" sz="2000" b="1" dirty="0" smtClean="0">
                <a:solidFill>
                  <a:srgbClr val="333333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由电路单元阵列及互联部件组成，</a:t>
            </a:r>
            <a:endParaRPr lang="en-US" altLang="zh-CN" sz="2000" b="1" dirty="0" smtClean="0">
              <a:solidFill>
                <a:srgbClr val="333333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r>
              <a:rPr lang="zh-CN" altLang="en-US" sz="2000" b="1" dirty="0" smtClean="0">
                <a:solidFill>
                  <a:srgbClr val="333333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通过编程方式实现逻辑功能，是支持</a:t>
            </a:r>
            <a:endParaRPr lang="en-US" altLang="zh-CN" sz="2000" b="1" dirty="0" smtClean="0">
              <a:solidFill>
                <a:srgbClr val="333333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r>
              <a:rPr lang="zh-CN" altLang="en-US" sz="2000" b="1" dirty="0">
                <a:solidFill>
                  <a:srgbClr val="333333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大</a:t>
            </a:r>
            <a:r>
              <a:rPr lang="zh-CN" altLang="en-US" sz="2000" b="1" dirty="0" smtClean="0">
                <a:solidFill>
                  <a:srgbClr val="333333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容量逻辑处理能力的唯一可编程器件</a:t>
            </a:r>
            <a:endParaRPr lang="zh-CN" altLang="en-US" sz="20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096000" y="1268730"/>
            <a:ext cx="4814570" cy="706755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en-US" altLang="zh-CN" sz="2000" b="1" dirty="0" smtClean="0">
                <a:solidFill>
                  <a:srgbClr val="333333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SPLD</a:t>
            </a:r>
            <a:r>
              <a:rPr lang="zh-CN" altLang="en-US" sz="2000" b="1" dirty="0" smtClean="0">
                <a:solidFill>
                  <a:srgbClr val="333333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：低成本，高速度，</a:t>
            </a:r>
            <a:endParaRPr lang="en-US" altLang="zh-CN" sz="2000" b="1" dirty="0" smtClean="0">
              <a:solidFill>
                <a:srgbClr val="333333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r>
              <a:rPr lang="zh-CN" altLang="en-US" sz="2000" b="1" dirty="0" smtClean="0">
                <a:solidFill>
                  <a:srgbClr val="333333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随输入增加，可编程逻辑结构急剧增大</a:t>
            </a:r>
            <a:endParaRPr lang="zh-CN" altLang="en-US" sz="20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096000" y="2275205"/>
            <a:ext cx="4815205" cy="706755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en-US" altLang="zh-CN" sz="2000" b="1" dirty="0" smtClean="0">
                <a:solidFill>
                  <a:srgbClr val="333333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CPLD</a:t>
            </a:r>
            <a:r>
              <a:rPr lang="zh-CN" altLang="en-US" sz="2000" b="1" dirty="0" smtClean="0">
                <a:solidFill>
                  <a:srgbClr val="333333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：通过可编程方式集成多个</a:t>
            </a:r>
            <a:r>
              <a:rPr lang="en-US" altLang="zh-CN" sz="2000" b="1" dirty="0" smtClean="0">
                <a:solidFill>
                  <a:srgbClr val="333333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SPLDs</a:t>
            </a:r>
            <a:endParaRPr lang="en-US" altLang="zh-CN" sz="2000" b="1" dirty="0" smtClean="0">
              <a:solidFill>
                <a:srgbClr val="333333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r>
              <a:rPr lang="zh-CN" altLang="en-US" sz="2000" b="1" dirty="0" smtClean="0">
                <a:solidFill>
                  <a:srgbClr val="333333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最大可达</a:t>
            </a:r>
            <a:r>
              <a:rPr lang="en-US" altLang="zh-CN" sz="2000" b="1" dirty="0" smtClean="0">
                <a:solidFill>
                  <a:srgbClr val="333333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50</a:t>
            </a:r>
            <a:r>
              <a:rPr lang="zh-CN" altLang="en-US" sz="2000" b="1" dirty="0" smtClean="0">
                <a:solidFill>
                  <a:srgbClr val="333333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个</a:t>
            </a:r>
            <a:r>
              <a:rPr lang="en-US" altLang="zh-CN" sz="2000" b="1" dirty="0" smtClean="0">
                <a:solidFill>
                  <a:srgbClr val="333333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SPLDs</a:t>
            </a:r>
            <a:r>
              <a:rPr lang="zh-CN" altLang="en-US" sz="2000" b="1" dirty="0" smtClean="0">
                <a:solidFill>
                  <a:srgbClr val="333333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容量</a:t>
            </a:r>
            <a:endParaRPr lang="zh-CN" altLang="en-US" sz="20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矩形 135171"/>
          <p:cNvSpPr>
            <a:spLocks noChangeArrowheads="1"/>
          </p:cNvSpPr>
          <p:nvPr/>
        </p:nvSpPr>
        <p:spPr bwMode="auto">
          <a:xfrm>
            <a:off x="896214" y="993621"/>
            <a:ext cx="1058303" cy="461665"/>
          </a:xfrm>
          <a:prstGeom prst="rect">
            <a:avLst/>
          </a:prstGeom>
          <a:solidFill>
            <a:srgbClr val="0070C0"/>
          </a:solidFill>
          <a:ln w="9525">
            <a:solidFill>
              <a:srgbClr val="000000"/>
            </a:solidFill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FFFF99"/>
                </a:solidFill>
                <a:latin typeface="Times New Roman" panose="02020603050405020304" charset="0"/>
              </a:rPr>
              <a:t>SPLDs</a:t>
            </a:r>
            <a:endParaRPr lang="en-US" altLang="zh-CN" sz="2400" dirty="0">
              <a:solidFill>
                <a:srgbClr val="FFFF99"/>
              </a:solidFill>
              <a:latin typeface="Times New Roman" panose="0202060305040502030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843742" y="397054"/>
            <a:ext cx="8477250" cy="3231654"/>
            <a:chOff x="2132013" y="1298575"/>
            <a:chExt cx="8477250" cy="3231654"/>
          </a:xfrm>
        </p:grpSpPr>
        <p:pic>
          <p:nvPicPr>
            <p:cNvPr id="92161" name="Picture 2" descr="AAGIGIO0.jpg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2013" y="2028826"/>
              <a:ext cx="8477250" cy="2106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163" name="文本框 114694"/>
            <p:cNvSpPr txBox="1">
              <a:spLocks noChangeArrowheads="1"/>
            </p:cNvSpPr>
            <p:nvPr/>
          </p:nvSpPr>
          <p:spPr bwMode="auto">
            <a:xfrm>
              <a:off x="2325688" y="1298575"/>
              <a:ext cx="8039100" cy="32316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charset="0"/>
                </a:rPr>
                <a:t>Block diagrams of simple programmable logic devices (SPLDs)</a:t>
              </a:r>
              <a:endParaRPr lang="en-US" altLang="zh-CN" sz="2400" dirty="0">
                <a:solidFill>
                  <a:srgbClr val="000000"/>
                </a:solidFill>
                <a:latin typeface="Times New Roman" panose="02020603050405020304" charset="0"/>
              </a:endParaRPr>
            </a:p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lang="en-US" altLang="zh-CN" sz="2400" dirty="0">
                <a:solidFill>
                  <a:srgbClr val="000000"/>
                </a:solidFill>
                <a:latin typeface="Times New Roman" panose="02020603050405020304" charset="0"/>
              </a:endParaRPr>
            </a:p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lang="en-US" altLang="zh-CN" sz="2400" dirty="0">
                <a:solidFill>
                  <a:srgbClr val="000000"/>
                </a:solidFill>
                <a:latin typeface="Times New Roman" panose="02020603050405020304" charset="0"/>
              </a:endParaRPr>
            </a:p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lang="en-US" altLang="zh-CN" sz="2400" dirty="0">
                <a:solidFill>
                  <a:srgbClr val="000000"/>
                </a:solidFill>
                <a:latin typeface="Times New Roman" panose="02020603050405020304" charset="0"/>
              </a:endParaRPr>
            </a:p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lang="en-US" altLang="zh-CN" sz="2400" dirty="0">
                <a:solidFill>
                  <a:srgbClr val="000000"/>
                </a:solidFill>
                <a:latin typeface="Times New Roman" panose="02020603050405020304" charset="0"/>
              </a:endParaRPr>
            </a:p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lang="en-US" altLang="zh-CN" sz="2400" dirty="0">
                <a:solidFill>
                  <a:srgbClr val="000000"/>
                </a:solidFill>
                <a:latin typeface="Times New Roman" panose="02020603050405020304" charset="0"/>
              </a:endParaRPr>
            </a:p>
          </p:txBody>
        </p:sp>
      </p:grpSp>
      <p:pic>
        <p:nvPicPr>
          <p:cNvPr id="92164" name="Picture 2" descr="fg01_03100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0311" y="4511676"/>
            <a:ext cx="2606675" cy="181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65" name="灯片编号占位符 1"/>
          <p:cNvSpPr>
            <a:spLocks noGrp="1" noChangeArrowheads="1"/>
          </p:cNvSpPr>
          <p:nvPr>
            <p:ph type="sldNum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fld id="{B1F5BDCE-09BD-408F-A9CF-399875D5BF23}" type="slidenum">
              <a:rPr lang="zh-CN" altLang="en-US">
                <a:solidFill>
                  <a:srgbClr val="000000"/>
                </a:solidFill>
                <a:ea typeface="MS PGothic" panose="020B0600070205080204" pitchFamily="-110" charset="-128"/>
              </a:rPr>
            </a:fld>
            <a:endParaRPr lang="zh-CN" altLang="en-US">
              <a:solidFill>
                <a:srgbClr val="000000"/>
              </a:solidFill>
              <a:ea typeface="MS PGothic" panose="020B0600070205080204" pitchFamily="-110" charset="-128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465094" y="4477397"/>
            <a:ext cx="5130165" cy="922020"/>
          </a:xfrm>
          <a:prstGeom prst="rect">
            <a:avLst/>
          </a:prstGeom>
          <a:solidFill>
            <a:srgbClr val="FFFF99"/>
          </a:solidFill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smtClean="0"/>
              <a:t>PAL</a:t>
            </a:r>
            <a:r>
              <a:rPr lang="zh-CN" altLang="en-US" dirty="0" smtClean="0"/>
              <a:t>：可编程阵列逻辑，含固定的与门、或门（</a:t>
            </a:r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一次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dirty="0" smtClean="0"/>
              <a:t>GAL</a:t>
            </a:r>
            <a:r>
              <a:rPr lang="zh-CN" altLang="en-US" dirty="0" smtClean="0"/>
              <a:t>：通用阵列逻辑，可被编程</a:t>
            </a:r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多次</a:t>
            </a:r>
            <a:endParaRPr lang="zh-CN" altLang="en-US" b="1" dirty="0" smtClean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41057" y="3874062"/>
            <a:ext cx="27859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charset="0"/>
              </a:rPr>
              <a:t>A typical SPLD package</a:t>
            </a:r>
            <a:endParaRPr lang="en-US" altLang="zh-CN" sz="2000" dirty="0">
              <a:solidFill>
                <a:srgbClr val="000000"/>
              </a:solidFill>
              <a:latin typeface="Times New Roman" panose="0202060305040502030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257" name="Picture 3" descr="fg01_03300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4"/>
          <a:stretch>
            <a:fillRect/>
          </a:stretch>
        </p:blipFill>
        <p:spPr bwMode="auto">
          <a:xfrm>
            <a:off x="2708276" y="1857375"/>
            <a:ext cx="7248525" cy="331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258" name="矩形 135171"/>
          <p:cNvSpPr>
            <a:spLocks noChangeArrowheads="1"/>
          </p:cNvSpPr>
          <p:nvPr/>
        </p:nvSpPr>
        <p:spPr bwMode="auto">
          <a:xfrm>
            <a:off x="2438401" y="841376"/>
            <a:ext cx="6246813" cy="460375"/>
          </a:xfrm>
          <a:prstGeom prst="rect">
            <a:avLst/>
          </a:prstGeom>
          <a:solidFill>
            <a:srgbClr val="0070C0"/>
          </a:solidFill>
          <a:ln w="9525">
            <a:solidFill>
              <a:srgbClr val="000000"/>
            </a:solidFill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FFFF99"/>
                </a:solidFill>
                <a:latin typeface="Times New Roman" panose="02020603050405020304" charset="0"/>
              </a:rPr>
              <a:t>Typical CPLD plastic quad flat packages (PQFP).</a:t>
            </a:r>
            <a:endParaRPr lang="en-US" altLang="zh-CN" sz="2400">
              <a:solidFill>
                <a:srgbClr val="FFFF99"/>
              </a:solidFill>
              <a:latin typeface="Times New Roman" panose="02020603050405020304" charset="0"/>
            </a:endParaRPr>
          </a:p>
        </p:txBody>
      </p:sp>
      <p:sp>
        <p:nvSpPr>
          <p:cNvPr id="96259" name="灯片编号占位符 1"/>
          <p:cNvSpPr>
            <a:spLocks noGrp="1" noChangeArrowheads="1"/>
          </p:cNvSpPr>
          <p:nvPr>
            <p:ph type="sldNum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fld id="{44D857E8-725A-4508-9D81-70309A158C4F}" type="slidenum">
              <a:rPr lang="zh-CN" altLang="en-US">
                <a:solidFill>
                  <a:srgbClr val="000000"/>
                </a:solidFill>
                <a:ea typeface="MS PGothic" panose="020B0600070205080204" pitchFamily="-110" charset="-128"/>
              </a:rPr>
            </a:fld>
            <a:endParaRPr lang="zh-CN" altLang="en-US">
              <a:solidFill>
                <a:srgbClr val="000000"/>
              </a:solidFill>
              <a:ea typeface="MS PGothic" panose="020B0600070205080204" pitchFamily="-110" charset="-128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05" name="Picture 2" descr="AAGIGIR0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39"/>
          <a:stretch>
            <a:fillRect/>
          </a:stretch>
        </p:blipFill>
        <p:spPr bwMode="auto">
          <a:xfrm>
            <a:off x="2543810" y="382905"/>
            <a:ext cx="9173210" cy="5796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8306" name="矩形 135171"/>
          <p:cNvSpPr>
            <a:spLocks noChangeArrowheads="1"/>
          </p:cNvSpPr>
          <p:nvPr/>
        </p:nvSpPr>
        <p:spPr bwMode="auto">
          <a:xfrm>
            <a:off x="233681" y="382906"/>
            <a:ext cx="3629025" cy="460375"/>
          </a:xfrm>
          <a:prstGeom prst="rect">
            <a:avLst/>
          </a:prstGeom>
          <a:solidFill>
            <a:srgbClr val="0070C0"/>
          </a:solidFill>
          <a:ln w="9525">
            <a:solidFill>
              <a:srgbClr val="000000"/>
            </a:solidFill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FFFF99"/>
                </a:solidFill>
                <a:latin typeface="Times New Roman" panose="02020603050405020304" charset="0"/>
              </a:rPr>
              <a:t>Basic structure of an FPGA.</a:t>
            </a:r>
            <a:endParaRPr lang="en-US" altLang="zh-CN" sz="2400">
              <a:solidFill>
                <a:srgbClr val="FFFF99"/>
              </a:solidFill>
              <a:latin typeface="Times New Roman" panose="02020603050405020304" charset="0"/>
            </a:endParaRPr>
          </a:p>
        </p:txBody>
      </p:sp>
      <p:sp>
        <p:nvSpPr>
          <p:cNvPr id="98307" name="灯片编号占位符 1"/>
          <p:cNvSpPr>
            <a:spLocks noGrp="1" noChangeArrowheads="1"/>
          </p:cNvSpPr>
          <p:nvPr>
            <p:ph type="sldNum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fld id="{524BA703-D1D4-457D-9BCF-0E72DFAE1518}" type="slidenum">
              <a:rPr lang="zh-CN" altLang="en-US">
                <a:solidFill>
                  <a:srgbClr val="000000"/>
                </a:solidFill>
                <a:ea typeface="MS PGothic" panose="020B0600070205080204" pitchFamily="-110" charset="-128"/>
              </a:rPr>
            </a:fld>
            <a:endParaRPr lang="zh-CN" altLang="en-US">
              <a:solidFill>
                <a:srgbClr val="000000"/>
              </a:solidFill>
              <a:ea typeface="MS PGothic" panose="020B0600070205080204" pitchFamily="-110" charset="-128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矩形 94212"/>
          <p:cNvSpPr>
            <a:spLocks noChangeArrowheads="1"/>
          </p:cNvSpPr>
          <p:nvPr/>
        </p:nvSpPr>
        <p:spPr bwMode="auto">
          <a:xfrm>
            <a:off x="2438400" y="614364"/>
            <a:ext cx="2459038" cy="460375"/>
          </a:xfrm>
          <a:prstGeom prst="rect">
            <a:avLst/>
          </a:prstGeom>
          <a:solidFill>
            <a:srgbClr val="0070C0"/>
          </a:solidFill>
          <a:ln w="9525">
            <a:solidFill>
              <a:srgbClr val="000000"/>
            </a:solidFill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FFFF99"/>
                </a:solidFill>
                <a:latin typeface="Times New Roman" panose="02020603050405020304" charset="0"/>
              </a:rPr>
              <a:t>Integrated Circuits</a:t>
            </a:r>
            <a:endParaRPr lang="en-US" altLang="zh-CN" sz="2400">
              <a:solidFill>
                <a:srgbClr val="FFFF99"/>
              </a:solidFill>
              <a:latin typeface="Times New Roman" panose="02020603050405020304" charset="0"/>
            </a:endParaRPr>
          </a:p>
        </p:txBody>
      </p:sp>
      <p:sp>
        <p:nvSpPr>
          <p:cNvPr id="106498" name="文本框 94217"/>
          <p:cNvSpPr txBox="1">
            <a:spLocks noChangeArrowheads="1"/>
          </p:cNvSpPr>
          <p:nvPr/>
        </p:nvSpPr>
        <p:spPr bwMode="auto">
          <a:xfrm>
            <a:off x="2011680" y="1528764"/>
            <a:ext cx="889461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charset="0"/>
              </a:rPr>
              <a:t>Cutaway view of 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charset="0"/>
              </a:rPr>
              <a:t>DIP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charset="0"/>
              </a:rPr>
              <a:t> (</a:t>
            </a:r>
            <a:r>
              <a:rPr lang="en-US" altLang="zh-CN" sz="2400" b="1" u="sng" dirty="0">
                <a:solidFill>
                  <a:srgbClr val="000000"/>
                </a:solidFill>
                <a:latin typeface="Times New Roman" panose="02020603050405020304" charset="0"/>
              </a:rPr>
              <a:t>D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charset="0"/>
              </a:rPr>
              <a:t>ual-</a:t>
            </a:r>
            <a:r>
              <a:rPr lang="en-US" altLang="zh-CN" sz="2400" b="1" u="sng" dirty="0">
                <a:solidFill>
                  <a:srgbClr val="000000"/>
                </a:solidFill>
                <a:latin typeface="Times New Roman" panose="02020603050405020304" charset="0"/>
              </a:rPr>
              <a:t>I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charset="0"/>
              </a:rPr>
              <a:t>n-line </a:t>
            </a:r>
            <a:r>
              <a:rPr lang="en-US" altLang="zh-CN" sz="2400" b="1" u="sng" dirty="0" smtClean="0">
                <a:solidFill>
                  <a:srgbClr val="000000"/>
                </a:solidFill>
                <a:latin typeface="Times New Roman" panose="02020603050405020304" charset="0"/>
              </a:rPr>
              <a:t>P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anose="02020603050405020304" charset="0"/>
              </a:rPr>
              <a:t>ins</a:t>
            </a:r>
            <a:r>
              <a:rPr lang="zh-CN" altLang="en-US" sz="2400" b="1" dirty="0" smtClean="0">
                <a:solidFill>
                  <a:srgbClr val="000000"/>
                </a:solidFill>
                <a:latin typeface="Times New Roman" panose="02020603050405020304" charset="0"/>
              </a:rPr>
              <a:t>，</a:t>
            </a:r>
            <a:r>
              <a:rPr lang="zh-CN" altLang="en-US" sz="2400" b="1" dirty="0" smtClean="0">
                <a:solidFill>
                  <a:srgbClr val="C00000"/>
                </a:solidFill>
                <a:latin typeface="Times New Roman" panose="02020603050405020304" charset="0"/>
              </a:rPr>
              <a:t>双列直插封装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anose="02020603050405020304" charset="0"/>
              </a:rPr>
              <a:t>)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charset="0"/>
              </a:rPr>
              <a:t>chip: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pic>
        <p:nvPicPr>
          <p:cNvPr id="106500" name="Picture 2" descr="AAGIGIN0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8575" y="2051051"/>
            <a:ext cx="4306888" cy="343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6501" name="灯片编号占位符 1"/>
          <p:cNvSpPr>
            <a:spLocks noGrp="1" noChangeArrowheads="1"/>
          </p:cNvSpPr>
          <p:nvPr>
            <p:ph type="sldNum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fld id="{CB8F7DFE-43DD-41C1-8F6F-CC5F481BA162}" type="slidenum">
              <a:rPr lang="zh-CN" altLang="en-US">
                <a:solidFill>
                  <a:srgbClr val="000000"/>
                </a:solidFill>
                <a:ea typeface="MS PGothic" panose="020B0600070205080204" pitchFamily="-110" charset="-128"/>
              </a:rPr>
            </a:fld>
            <a:endParaRPr lang="zh-CN" altLang="en-US">
              <a:solidFill>
                <a:srgbClr val="000000"/>
              </a:solidFill>
              <a:ea typeface="MS PGothic" panose="020B0600070205080204" pitchFamily="-110" charset="-128"/>
            </a:endParaRP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545" name="Picture 4" descr="fg01_03900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906"/>
          <a:stretch>
            <a:fillRect/>
          </a:stretch>
        </p:blipFill>
        <p:spPr bwMode="auto">
          <a:xfrm>
            <a:off x="3810001" y="2667000"/>
            <a:ext cx="5426075" cy="2605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8546" name="矩形 96260"/>
          <p:cNvSpPr>
            <a:spLocks noChangeArrowheads="1"/>
          </p:cNvSpPr>
          <p:nvPr/>
        </p:nvSpPr>
        <p:spPr bwMode="auto">
          <a:xfrm>
            <a:off x="2438400" y="1143001"/>
            <a:ext cx="2459038" cy="460375"/>
          </a:xfrm>
          <a:prstGeom prst="rect">
            <a:avLst/>
          </a:prstGeom>
          <a:solidFill>
            <a:srgbClr val="0070C0"/>
          </a:solidFill>
          <a:ln w="9525">
            <a:solidFill>
              <a:srgbClr val="000000"/>
            </a:solidFill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FFFF99"/>
                </a:solidFill>
                <a:latin typeface="Times New Roman" panose="02020603050405020304" charset="0"/>
              </a:rPr>
              <a:t>Integrated Circuits</a:t>
            </a:r>
            <a:endParaRPr lang="en-US" altLang="zh-CN" sz="2400">
              <a:solidFill>
                <a:srgbClr val="FFFF99"/>
              </a:solidFill>
              <a:latin typeface="Times New Roman" panose="02020603050405020304" charset="0"/>
            </a:endParaRPr>
          </a:p>
        </p:txBody>
      </p:sp>
      <p:sp>
        <p:nvSpPr>
          <p:cNvPr id="108547" name="文本框 96277"/>
          <p:cNvSpPr txBox="1">
            <a:spLocks noChangeArrowheads="1"/>
          </p:cNvSpPr>
          <p:nvPr/>
        </p:nvSpPr>
        <p:spPr bwMode="auto">
          <a:xfrm>
            <a:off x="2909455" y="1991370"/>
            <a:ext cx="718766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charset="0"/>
              </a:rPr>
              <a:t>DIP chips and surface 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anose="02020603050405020304" charset="0"/>
              </a:rPr>
              <a:t>mount</a:t>
            </a:r>
            <a:r>
              <a:rPr lang="zh-CN" altLang="en-US" sz="2400" b="1" dirty="0" smtClean="0">
                <a:solidFill>
                  <a:srgbClr val="000000"/>
                </a:solidFill>
                <a:latin typeface="Times New Roman" panose="02020603050405020304" charset="0"/>
              </a:rPr>
              <a:t>（表面贴装，贴片）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charset="0"/>
              </a:rPr>
              <a:t>chips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96279" name="直接连接符 96278"/>
          <p:cNvSpPr>
            <a:spLocks noChangeShapeType="1"/>
          </p:cNvSpPr>
          <p:nvPr/>
        </p:nvSpPr>
        <p:spPr bwMode="auto">
          <a:xfrm flipH="1">
            <a:off x="4038600" y="3276600"/>
            <a:ext cx="1981200" cy="5334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</a:endParaRPr>
          </a:p>
        </p:txBody>
      </p:sp>
      <p:sp>
        <p:nvSpPr>
          <p:cNvPr id="96280" name="直接连接符 96279"/>
          <p:cNvSpPr>
            <a:spLocks noChangeShapeType="1"/>
          </p:cNvSpPr>
          <p:nvPr/>
        </p:nvSpPr>
        <p:spPr bwMode="auto">
          <a:xfrm>
            <a:off x="6324600" y="3429001"/>
            <a:ext cx="1011238" cy="754063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</a:endParaRPr>
          </a:p>
        </p:txBody>
      </p:sp>
      <p:sp>
        <p:nvSpPr>
          <p:cNvPr id="108550" name="文本框 96280"/>
          <p:cNvSpPr txBox="1">
            <a:spLocks noChangeArrowheads="1"/>
          </p:cNvSpPr>
          <p:nvPr/>
        </p:nvSpPr>
        <p:spPr bwMode="auto">
          <a:xfrm>
            <a:off x="6019801" y="2971801"/>
            <a:ext cx="8258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charset="0"/>
              </a:rPr>
              <a:t>Pin 1</a:t>
            </a:r>
            <a:endParaRPr lang="en-US" altLang="zh-CN" sz="2400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108551" name="文本框 96281"/>
          <p:cNvSpPr txBox="1">
            <a:spLocks noChangeArrowheads="1"/>
          </p:cNvSpPr>
          <p:nvPr/>
        </p:nvSpPr>
        <p:spPr bwMode="auto">
          <a:xfrm>
            <a:off x="3733800" y="5253038"/>
            <a:ext cx="6216650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000">
                <a:solidFill>
                  <a:srgbClr val="000000"/>
                </a:solidFill>
                <a:latin typeface="Times New Roman" panose="02020603050405020304" charset="0"/>
              </a:rPr>
              <a:t>Dual in-line package                    Small outline IC (</a:t>
            </a:r>
            <a:r>
              <a:rPr lang="en-US" altLang="zh-CN" sz="2000">
                <a:solidFill>
                  <a:srgbClr val="C00000"/>
                </a:solidFill>
                <a:latin typeface="Times New Roman" panose="02020603050405020304" charset="0"/>
              </a:rPr>
              <a:t>SOIC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charset="0"/>
              </a:rPr>
              <a:t>)</a:t>
            </a:r>
            <a:endParaRPr lang="en-US" altLang="zh-CN" sz="2000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108552" name="灯片编号占位符 1"/>
          <p:cNvSpPr>
            <a:spLocks noGrp="1" noChangeArrowheads="1"/>
          </p:cNvSpPr>
          <p:nvPr>
            <p:ph type="sldNum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fld id="{9C8A7B9E-19FE-46CC-90DF-6B6EAFAD4453}" type="slidenum">
              <a:rPr lang="zh-CN" altLang="en-US">
                <a:solidFill>
                  <a:srgbClr val="000000"/>
                </a:solidFill>
                <a:ea typeface="MS PGothic" panose="020B0600070205080204" pitchFamily="-110" charset="-128"/>
              </a:rPr>
            </a:fld>
            <a:endParaRPr lang="zh-CN" altLang="en-US">
              <a:solidFill>
                <a:srgbClr val="000000"/>
              </a:solidFill>
              <a:ea typeface="MS PGothic" panose="020B0600070205080204" pitchFamily="-110" charset="-128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934328" y="5762774"/>
            <a:ext cx="20409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C00000"/>
                </a:solidFill>
                <a:latin typeface="Times New Roman" panose="02020603050405020304" charset="0"/>
              </a:rPr>
              <a:t>双列直插封装</a:t>
            </a:r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7815494" y="5762774"/>
            <a:ext cx="14205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C00000"/>
                </a:solidFill>
                <a:latin typeface="Times New Roman" panose="02020603050405020304" charset="0"/>
              </a:rPr>
              <a:t>表面贴装</a:t>
            </a:r>
            <a:endParaRPr lang="zh-CN" altLang="en-US" sz="2400" b="1">
              <a:solidFill>
                <a:srgbClr val="C00000"/>
              </a:solidFill>
              <a:latin typeface="Times New Roman" panose="02020603050405020304" charset="0"/>
            </a:endParaRP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96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96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79" grpId="0" animBg="1"/>
      <p:bldP spid="96280" grpId="0" animBg="1"/>
    </p:bldLst>
  </p:timing>
</p:sld>
</file>

<file path=ppt/tags/tag1.xml><?xml version="1.0" encoding="utf-8"?>
<p:tagLst xmlns:p="http://schemas.openxmlformats.org/presentationml/2006/main">
  <p:tag name="commondata" val="eyJoZGlkIjoiZmM5MjhlNjM1ZmU5ZTczOWU2YjljNDhmMDBlZDk1ZmY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ghayere_ib_design">
  <a:themeElements>
    <a:clrScheme name="Custom 8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3232C8"/>
      </a:hlink>
      <a:folHlink>
        <a:srgbClr val="9632C8"/>
      </a:folHlink>
    </a:clrScheme>
    <a:fontScheme name="Blank Presentation">
      <a:majorFont>
        <a:latin typeface="Arial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MS PGothic" panose="020B0600070205080204" pitchFamily="-110" charset="-128"/>
            <a:cs typeface="MS PGothic" panose="020B0600070205080204" pitchFamily="-11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MS PGothic" panose="020B0600070205080204" pitchFamily="-110" charset="-128"/>
            <a:cs typeface="MS PGothic" panose="020B0600070205080204" pitchFamily="-110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aghayere_ib_design">
  <a:themeElements>
    <a:clrScheme name="Custom 8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3232C8"/>
      </a:hlink>
      <a:folHlink>
        <a:srgbClr val="9632C8"/>
      </a:folHlink>
    </a:clrScheme>
    <a:fontScheme name="Blank Presentation">
      <a:majorFont>
        <a:latin typeface="Arial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MS PGothic" panose="020B0600070205080204" pitchFamily="-110" charset="-128"/>
            <a:cs typeface="MS PGothic" panose="020B0600070205080204" pitchFamily="-11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MS PGothic" panose="020B0600070205080204" pitchFamily="-110" charset="-128"/>
            <a:cs typeface="MS PGothic" panose="020B0600070205080204" pitchFamily="-110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D3D3D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1902</Words>
  <Application>WPS 演示</Application>
  <PresentationFormat>宽屏</PresentationFormat>
  <Paragraphs>204</Paragraphs>
  <Slides>19</Slides>
  <Notes>20</Notes>
  <HiddenSlides>0</HiddenSlides>
  <MMClips>0</MMClips>
  <ScaleCrop>false</ScaleCrop>
  <HeadingPairs>
    <vt:vector size="8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4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19</vt:i4>
      </vt:variant>
    </vt:vector>
  </HeadingPairs>
  <TitlesOfParts>
    <vt:vector size="47" baseType="lpstr">
      <vt:lpstr>Arial</vt:lpstr>
      <vt:lpstr>宋体</vt:lpstr>
      <vt:lpstr>Wingdings</vt:lpstr>
      <vt:lpstr>MS PGothic</vt:lpstr>
      <vt:lpstr>Verdana</vt:lpstr>
      <vt:lpstr>Verdana</vt:lpstr>
      <vt:lpstr>Times</vt:lpstr>
      <vt:lpstr>Times New Roman</vt:lpstr>
      <vt:lpstr>Lucida Grande</vt:lpstr>
      <vt:lpstr>微软雅黑</vt:lpstr>
      <vt:lpstr>Arial</vt:lpstr>
      <vt:lpstr>Wingdings</vt:lpstr>
      <vt:lpstr>Times New Roman</vt:lpstr>
      <vt:lpstr>Arial Black</vt:lpstr>
      <vt:lpstr>Calibri Light</vt:lpstr>
      <vt:lpstr>Arial Unicode MS</vt:lpstr>
      <vt:lpstr>Calibri</vt:lpstr>
      <vt:lpstr>Helvetica Neue</vt:lpstr>
      <vt:lpstr>等线</vt:lpstr>
      <vt:lpstr>华光大黑_CNKI</vt:lpstr>
      <vt:lpstr>Office 主题</vt:lpstr>
      <vt:lpstr>aghayere_ib_design</vt:lpstr>
      <vt:lpstr>1_aghayere_ib_design</vt:lpstr>
      <vt:lpstr>Office Theme</vt:lpstr>
      <vt:lpstr>CorelDRAW.Graphic.12</vt:lpstr>
      <vt:lpstr>CorelDRAW.Graphic.12</vt:lpstr>
      <vt:lpstr>CorelDRAW.Graphic.12</vt:lpstr>
      <vt:lpstr>CorelDRAW.Graphic.13</vt:lpstr>
      <vt:lpstr>数字系统基本概念二</vt:lpstr>
      <vt:lpstr>数字电路及其设计技术的发展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DamnS</cp:lastModifiedBy>
  <cp:revision>22</cp:revision>
  <dcterms:created xsi:type="dcterms:W3CDTF">2022-02-21T02:17:00Z</dcterms:created>
  <dcterms:modified xsi:type="dcterms:W3CDTF">2024-02-27T14:49:10Z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4AF19B4866984ED8859293D1A0E903CA_12</vt:lpwstr>
  </property>
  <property fmtid="{D5CDD505-2E9C-101B-9397-08002B2CF9AE}" pid="3" name="KSOProductBuildVer">
    <vt:lpwstr>2052-12.1.0.16388</vt:lpwstr>
  </property>
</Properties>
</file>